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6"/>
  </p:notesMasterIdLst>
  <p:handoutMasterIdLst>
    <p:handoutMasterId r:id="rId137"/>
  </p:handoutMasterIdLst>
  <p:sldIdLst>
    <p:sldId id="377" r:id="rId2"/>
    <p:sldId id="257" r:id="rId3"/>
    <p:sldId id="258" r:id="rId4"/>
    <p:sldId id="260" r:id="rId5"/>
    <p:sldId id="261" r:id="rId6"/>
    <p:sldId id="262" r:id="rId7"/>
    <p:sldId id="379" r:id="rId8"/>
    <p:sldId id="264" r:id="rId9"/>
    <p:sldId id="380" r:id="rId10"/>
    <p:sldId id="266" r:id="rId11"/>
    <p:sldId id="267" r:id="rId12"/>
    <p:sldId id="268" r:id="rId13"/>
    <p:sldId id="269" r:id="rId14"/>
    <p:sldId id="378" r:id="rId15"/>
    <p:sldId id="271" r:id="rId16"/>
    <p:sldId id="272" r:id="rId17"/>
    <p:sldId id="381" r:id="rId18"/>
    <p:sldId id="382" r:id="rId19"/>
    <p:sldId id="384" r:id="rId20"/>
    <p:sldId id="385" r:id="rId21"/>
    <p:sldId id="278" r:id="rId22"/>
    <p:sldId id="279" r:id="rId23"/>
    <p:sldId id="280" r:id="rId24"/>
    <p:sldId id="281" r:id="rId25"/>
    <p:sldId id="453" r:id="rId26"/>
    <p:sldId id="283" r:id="rId27"/>
    <p:sldId id="438" r:id="rId28"/>
    <p:sldId id="439" r:id="rId29"/>
    <p:sldId id="440" r:id="rId30"/>
    <p:sldId id="284" r:id="rId31"/>
    <p:sldId id="441" r:id="rId32"/>
    <p:sldId id="442" r:id="rId33"/>
    <p:sldId id="443" r:id="rId34"/>
    <p:sldId id="285" r:id="rId35"/>
    <p:sldId id="444" r:id="rId36"/>
    <p:sldId id="445" r:id="rId37"/>
    <p:sldId id="446" r:id="rId38"/>
    <p:sldId id="447" r:id="rId39"/>
    <p:sldId id="448" r:id="rId40"/>
    <p:sldId id="449" r:id="rId41"/>
    <p:sldId id="386" r:id="rId42"/>
    <p:sldId id="288" r:id="rId43"/>
    <p:sldId id="289" r:id="rId44"/>
    <p:sldId id="290" r:id="rId45"/>
    <p:sldId id="387" r:id="rId46"/>
    <p:sldId id="388" r:id="rId47"/>
    <p:sldId id="389" r:id="rId48"/>
    <p:sldId id="390" r:id="rId49"/>
    <p:sldId id="391" r:id="rId50"/>
    <p:sldId id="392" r:id="rId51"/>
    <p:sldId id="393" r:id="rId52"/>
    <p:sldId id="394" r:id="rId53"/>
    <p:sldId id="395" r:id="rId54"/>
    <p:sldId id="396" r:id="rId55"/>
    <p:sldId id="397" r:id="rId56"/>
    <p:sldId id="398" r:id="rId57"/>
    <p:sldId id="451" r:id="rId58"/>
    <p:sldId id="399" r:id="rId59"/>
    <p:sldId id="400" r:id="rId60"/>
    <p:sldId id="303" r:id="rId61"/>
    <p:sldId id="304" r:id="rId62"/>
    <p:sldId id="405" r:id="rId63"/>
    <p:sldId id="356" r:id="rId64"/>
    <p:sldId id="360" r:id="rId65"/>
    <p:sldId id="307" r:id="rId66"/>
    <p:sldId id="308" r:id="rId67"/>
    <p:sldId id="309" r:id="rId68"/>
    <p:sldId id="403" r:id="rId69"/>
    <p:sldId id="401" r:id="rId70"/>
    <p:sldId id="402" r:id="rId71"/>
    <p:sldId id="404" r:id="rId72"/>
    <p:sldId id="406" r:id="rId73"/>
    <p:sldId id="407" r:id="rId74"/>
    <p:sldId id="408" r:id="rId75"/>
    <p:sldId id="409" r:id="rId76"/>
    <p:sldId id="410" r:id="rId77"/>
    <p:sldId id="411" r:id="rId78"/>
    <p:sldId id="314" r:id="rId79"/>
    <p:sldId id="315" r:id="rId80"/>
    <p:sldId id="357" r:id="rId81"/>
    <p:sldId id="412" r:id="rId82"/>
    <p:sldId id="358" r:id="rId83"/>
    <p:sldId id="413" r:id="rId84"/>
    <p:sldId id="455" r:id="rId85"/>
    <p:sldId id="414" r:id="rId86"/>
    <p:sldId id="415" r:id="rId87"/>
    <p:sldId id="426" r:id="rId88"/>
    <p:sldId id="427" r:id="rId89"/>
    <p:sldId id="417" r:id="rId90"/>
    <p:sldId id="418" r:id="rId91"/>
    <p:sldId id="419" r:id="rId92"/>
    <p:sldId id="420" r:id="rId93"/>
    <p:sldId id="454" r:id="rId94"/>
    <p:sldId id="421" r:id="rId95"/>
    <p:sldId id="422" r:id="rId96"/>
    <p:sldId id="423" r:id="rId97"/>
    <p:sldId id="424" r:id="rId98"/>
    <p:sldId id="425" r:id="rId99"/>
    <p:sldId id="428" r:id="rId100"/>
    <p:sldId id="429" r:id="rId101"/>
    <p:sldId id="430" r:id="rId102"/>
    <p:sldId id="456" r:id="rId103"/>
    <p:sldId id="431" r:id="rId104"/>
    <p:sldId id="259" r:id="rId105"/>
    <p:sldId id="457" r:id="rId106"/>
    <p:sldId id="458" r:id="rId107"/>
    <p:sldId id="459" r:id="rId108"/>
    <p:sldId id="263" r:id="rId109"/>
    <p:sldId id="460" r:id="rId110"/>
    <p:sldId id="265" r:id="rId111"/>
    <p:sldId id="461" r:id="rId112"/>
    <p:sldId id="462" r:id="rId113"/>
    <p:sldId id="432" r:id="rId114"/>
    <p:sldId id="433" r:id="rId115"/>
    <p:sldId id="469" r:id="rId116"/>
    <p:sldId id="434" r:id="rId117"/>
    <p:sldId id="471" r:id="rId118"/>
    <p:sldId id="470" r:id="rId119"/>
    <p:sldId id="472" r:id="rId120"/>
    <p:sldId id="473" r:id="rId121"/>
    <p:sldId id="474" r:id="rId122"/>
    <p:sldId id="475" r:id="rId123"/>
    <p:sldId id="435" r:id="rId124"/>
    <p:sldId id="436" r:id="rId125"/>
    <p:sldId id="437" r:id="rId126"/>
    <p:sldId id="466" r:id="rId127"/>
    <p:sldId id="463" r:id="rId128"/>
    <p:sldId id="464" r:id="rId129"/>
    <p:sldId id="273" r:id="rId130"/>
    <p:sldId id="274" r:id="rId131"/>
    <p:sldId id="468" r:id="rId132"/>
    <p:sldId id="275" r:id="rId133"/>
    <p:sldId id="276" r:id="rId134"/>
    <p:sldId id="277" r:id="rId1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9D21CC-C63C-4273-BD64-80A658C9F8B3}" v="4" dt="2025-08-25T06:11:11.0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52"/>
    <p:restoredTop sz="94150" autoAdjust="0"/>
  </p:normalViewPr>
  <p:slideViewPr>
    <p:cSldViewPr snapToGrid="0">
      <p:cViewPr varScale="1">
        <p:scale>
          <a:sx n="120" d="100"/>
          <a:sy n="120" d="100"/>
        </p:scale>
        <p:origin x="600" y="192"/>
      </p:cViewPr>
      <p:guideLst>
        <p:guide orient="horz" pos="2160"/>
        <p:guide pos="3840"/>
      </p:guideLst>
    </p:cSldViewPr>
  </p:slideViewPr>
  <p:notesTextViewPr>
    <p:cViewPr>
      <p:scale>
        <a:sx n="1" d="1"/>
        <a:sy n="1" d="1"/>
      </p:scale>
      <p:origin x="0" y="0"/>
    </p:cViewPr>
  </p:notesTextViewPr>
  <p:sorterViewPr>
    <p:cViewPr>
      <p:scale>
        <a:sx n="100" d="100"/>
        <a:sy n="100" d="100"/>
      </p:scale>
      <p:origin x="0" y="-5580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microsoft.com/office/2016/11/relationships/changesInfo" Target="changesInfos/changesInfo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ni Bhattacharya" userId="0cbbcaf96de517ff" providerId="LiveId" clId="{469D21CC-C63C-4273-BD64-80A658C9F8B3}"/>
    <pc:docChg chg="custSel addSld delSld modSld">
      <pc:chgData name="Sarani Bhattacharya" userId="0cbbcaf96de517ff" providerId="LiveId" clId="{469D21CC-C63C-4273-BD64-80A658C9F8B3}" dt="2025-08-27T16:02:09.116" v="55" actId="47"/>
      <pc:docMkLst>
        <pc:docMk/>
      </pc:docMkLst>
      <pc:sldChg chg="del">
        <pc:chgData name="Sarani Bhattacharya" userId="0cbbcaf96de517ff" providerId="LiveId" clId="{469D21CC-C63C-4273-BD64-80A658C9F8B3}" dt="2025-08-27T16:01:34.118" v="25" actId="47"/>
        <pc:sldMkLst>
          <pc:docMk/>
          <pc:sldMk cId="1615667119" sldId="325"/>
        </pc:sldMkLst>
      </pc:sldChg>
      <pc:sldChg chg="del">
        <pc:chgData name="Sarani Bhattacharya" userId="0cbbcaf96de517ff" providerId="LiveId" clId="{469D21CC-C63C-4273-BD64-80A658C9F8B3}" dt="2025-08-27T16:01:35.589" v="26" actId="47"/>
        <pc:sldMkLst>
          <pc:docMk/>
          <pc:sldMk cId="2433140133" sldId="326"/>
        </pc:sldMkLst>
      </pc:sldChg>
      <pc:sldChg chg="del">
        <pc:chgData name="Sarani Bhattacharya" userId="0cbbcaf96de517ff" providerId="LiveId" clId="{469D21CC-C63C-4273-BD64-80A658C9F8B3}" dt="2025-08-27T16:01:36.586" v="27" actId="47"/>
        <pc:sldMkLst>
          <pc:docMk/>
          <pc:sldMk cId="1887712137" sldId="327"/>
        </pc:sldMkLst>
      </pc:sldChg>
      <pc:sldChg chg="del">
        <pc:chgData name="Sarani Bhattacharya" userId="0cbbcaf96de517ff" providerId="LiveId" clId="{469D21CC-C63C-4273-BD64-80A658C9F8B3}" dt="2025-08-27T16:01:37.943" v="28" actId="47"/>
        <pc:sldMkLst>
          <pc:docMk/>
          <pc:sldMk cId="3004484831" sldId="328"/>
        </pc:sldMkLst>
      </pc:sldChg>
      <pc:sldChg chg="del">
        <pc:chgData name="Sarani Bhattacharya" userId="0cbbcaf96de517ff" providerId="LiveId" clId="{469D21CC-C63C-4273-BD64-80A658C9F8B3}" dt="2025-08-27T16:01:41.858" v="29" actId="47"/>
        <pc:sldMkLst>
          <pc:docMk/>
          <pc:sldMk cId="1995126472" sldId="329"/>
        </pc:sldMkLst>
      </pc:sldChg>
      <pc:sldChg chg="del">
        <pc:chgData name="Sarani Bhattacharya" userId="0cbbcaf96de517ff" providerId="LiveId" clId="{469D21CC-C63C-4273-BD64-80A658C9F8B3}" dt="2025-08-27T16:01:42.415" v="30" actId="47"/>
        <pc:sldMkLst>
          <pc:docMk/>
          <pc:sldMk cId="1939556320" sldId="330"/>
        </pc:sldMkLst>
      </pc:sldChg>
      <pc:sldChg chg="del">
        <pc:chgData name="Sarani Bhattacharya" userId="0cbbcaf96de517ff" providerId="LiveId" clId="{469D21CC-C63C-4273-BD64-80A658C9F8B3}" dt="2025-08-27T16:01:43.212" v="31" actId="47"/>
        <pc:sldMkLst>
          <pc:docMk/>
          <pc:sldMk cId="517764753" sldId="331"/>
        </pc:sldMkLst>
      </pc:sldChg>
      <pc:sldChg chg="del">
        <pc:chgData name="Sarani Bhattacharya" userId="0cbbcaf96de517ff" providerId="LiveId" clId="{469D21CC-C63C-4273-BD64-80A658C9F8B3}" dt="2025-08-27T16:01:44.174" v="32" actId="47"/>
        <pc:sldMkLst>
          <pc:docMk/>
          <pc:sldMk cId="566081992" sldId="332"/>
        </pc:sldMkLst>
      </pc:sldChg>
      <pc:sldChg chg="del">
        <pc:chgData name="Sarani Bhattacharya" userId="0cbbcaf96de517ff" providerId="LiveId" clId="{469D21CC-C63C-4273-BD64-80A658C9F8B3}" dt="2025-08-27T16:01:45.080" v="33" actId="47"/>
        <pc:sldMkLst>
          <pc:docMk/>
          <pc:sldMk cId="3590745888" sldId="333"/>
        </pc:sldMkLst>
      </pc:sldChg>
      <pc:sldChg chg="del">
        <pc:chgData name="Sarani Bhattacharya" userId="0cbbcaf96de517ff" providerId="LiveId" clId="{469D21CC-C63C-4273-BD64-80A658C9F8B3}" dt="2025-08-27T16:01:45.918" v="34" actId="47"/>
        <pc:sldMkLst>
          <pc:docMk/>
          <pc:sldMk cId="4058872820" sldId="334"/>
        </pc:sldMkLst>
      </pc:sldChg>
      <pc:sldChg chg="del">
        <pc:chgData name="Sarani Bhattacharya" userId="0cbbcaf96de517ff" providerId="LiveId" clId="{469D21CC-C63C-4273-BD64-80A658C9F8B3}" dt="2025-08-27T16:01:47.527" v="35" actId="47"/>
        <pc:sldMkLst>
          <pc:docMk/>
          <pc:sldMk cId="4006339011" sldId="335"/>
        </pc:sldMkLst>
      </pc:sldChg>
      <pc:sldChg chg="del">
        <pc:chgData name="Sarani Bhattacharya" userId="0cbbcaf96de517ff" providerId="LiveId" clId="{469D21CC-C63C-4273-BD64-80A658C9F8B3}" dt="2025-08-27T16:01:48.107" v="36" actId="47"/>
        <pc:sldMkLst>
          <pc:docMk/>
          <pc:sldMk cId="2385874412" sldId="336"/>
        </pc:sldMkLst>
      </pc:sldChg>
      <pc:sldChg chg="del">
        <pc:chgData name="Sarani Bhattacharya" userId="0cbbcaf96de517ff" providerId="LiveId" clId="{469D21CC-C63C-4273-BD64-80A658C9F8B3}" dt="2025-08-27T16:01:48.733" v="37" actId="47"/>
        <pc:sldMkLst>
          <pc:docMk/>
          <pc:sldMk cId="1808580325" sldId="337"/>
        </pc:sldMkLst>
      </pc:sldChg>
      <pc:sldChg chg="del">
        <pc:chgData name="Sarani Bhattacharya" userId="0cbbcaf96de517ff" providerId="LiveId" clId="{469D21CC-C63C-4273-BD64-80A658C9F8B3}" dt="2025-08-27T16:01:49.591" v="38" actId="47"/>
        <pc:sldMkLst>
          <pc:docMk/>
          <pc:sldMk cId="291630117" sldId="338"/>
        </pc:sldMkLst>
      </pc:sldChg>
      <pc:sldChg chg="del">
        <pc:chgData name="Sarani Bhattacharya" userId="0cbbcaf96de517ff" providerId="LiveId" clId="{469D21CC-C63C-4273-BD64-80A658C9F8B3}" dt="2025-08-27T16:01:50.372" v="39" actId="47"/>
        <pc:sldMkLst>
          <pc:docMk/>
          <pc:sldMk cId="2841066839" sldId="339"/>
        </pc:sldMkLst>
      </pc:sldChg>
      <pc:sldChg chg="del">
        <pc:chgData name="Sarani Bhattacharya" userId="0cbbcaf96de517ff" providerId="LiveId" clId="{469D21CC-C63C-4273-BD64-80A658C9F8B3}" dt="2025-08-27T16:01:51.042" v="40" actId="47"/>
        <pc:sldMkLst>
          <pc:docMk/>
          <pc:sldMk cId="1346901323" sldId="340"/>
        </pc:sldMkLst>
      </pc:sldChg>
      <pc:sldChg chg="del">
        <pc:chgData name="Sarani Bhattacharya" userId="0cbbcaf96de517ff" providerId="LiveId" clId="{469D21CC-C63C-4273-BD64-80A658C9F8B3}" dt="2025-08-27T16:01:51.900" v="41" actId="47"/>
        <pc:sldMkLst>
          <pc:docMk/>
          <pc:sldMk cId="1643258442" sldId="341"/>
        </pc:sldMkLst>
      </pc:sldChg>
      <pc:sldChg chg="del">
        <pc:chgData name="Sarani Bhattacharya" userId="0cbbcaf96de517ff" providerId="LiveId" clId="{469D21CC-C63C-4273-BD64-80A658C9F8B3}" dt="2025-08-27T16:01:52.788" v="42" actId="47"/>
        <pc:sldMkLst>
          <pc:docMk/>
          <pc:sldMk cId="3072490922" sldId="342"/>
        </pc:sldMkLst>
      </pc:sldChg>
      <pc:sldChg chg="del">
        <pc:chgData name="Sarani Bhattacharya" userId="0cbbcaf96de517ff" providerId="LiveId" clId="{469D21CC-C63C-4273-BD64-80A658C9F8B3}" dt="2025-08-27T16:01:53.553" v="43" actId="47"/>
        <pc:sldMkLst>
          <pc:docMk/>
          <pc:sldMk cId="3016024101" sldId="343"/>
        </pc:sldMkLst>
      </pc:sldChg>
      <pc:sldChg chg="del">
        <pc:chgData name="Sarani Bhattacharya" userId="0cbbcaf96de517ff" providerId="LiveId" clId="{469D21CC-C63C-4273-BD64-80A658C9F8B3}" dt="2025-08-27T16:02:09.116" v="55" actId="47"/>
        <pc:sldMkLst>
          <pc:docMk/>
          <pc:sldMk cId="3489202775" sldId="344"/>
        </pc:sldMkLst>
      </pc:sldChg>
      <pc:sldChg chg="del">
        <pc:chgData name="Sarani Bhattacharya" userId="0cbbcaf96de517ff" providerId="LiveId" clId="{469D21CC-C63C-4273-BD64-80A658C9F8B3}" dt="2025-08-27T16:02:08.184" v="54" actId="47"/>
        <pc:sldMkLst>
          <pc:docMk/>
          <pc:sldMk cId="1029453597" sldId="345"/>
        </pc:sldMkLst>
      </pc:sldChg>
      <pc:sldChg chg="del">
        <pc:chgData name="Sarani Bhattacharya" userId="0cbbcaf96de517ff" providerId="LiveId" clId="{469D21CC-C63C-4273-BD64-80A658C9F8B3}" dt="2025-08-27T16:02:07.269" v="53" actId="47"/>
        <pc:sldMkLst>
          <pc:docMk/>
          <pc:sldMk cId="1420466275" sldId="346"/>
        </pc:sldMkLst>
      </pc:sldChg>
      <pc:sldChg chg="del">
        <pc:chgData name="Sarani Bhattacharya" userId="0cbbcaf96de517ff" providerId="LiveId" clId="{469D21CC-C63C-4273-BD64-80A658C9F8B3}" dt="2025-08-27T16:02:06.294" v="52" actId="47"/>
        <pc:sldMkLst>
          <pc:docMk/>
          <pc:sldMk cId="3152169125" sldId="347"/>
        </pc:sldMkLst>
      </pc:sldChg>
      <pc:sldChg chg="del">
        <pc:chgData name="Sarani Bhattacharya" userId="0cbbcaf96de517ff" providerId="LiveId" clId="{469D21CC-C63C-4273-BD64-80A658C9F8B3}" dt="2025-08-27T16:02:05.402" v="51" actId="47"/>
        <pc:sldMkLst>
          <pc:docMk/>
          <pc:sldMk cId="2209479754" sldId="348"/>
        </pc:sldMkLst>
      </pc:sldChg>
      <pc:sldChg chg="del">
        <pc:chgData name="Sarani Bhattacharya" userId="0cbbcaf96de517ff" providerId="LiveId" clId="{469D21CC-C63C-4273-BD64-80A658C9F8B3}" dt="2025-08-27T16:02:04.538" v="50" actId="47"/>
        <pc:sldMkLst>
          <pc:docMk/>
          <pc:sldMk cId="4173928014" sldId="349"/>
        </pc:sldMkLst>
      </pc:sldChg>
      <pc:sldChg chg="del">
        <pc:chgData name="Sarani Bhattacharya" userId="0cbbcaf96de517ff" providerId="LiveId" clId="{469D21CC-C63C-4273-BD64-80A658C9F8B3}" dt="2025-08-27T16:02:03.747" v="49" actId="47"/>
        <pc:sldMkLst>
          <pc:docMk/>
          <pc:sldMk cId="787504552" sldId="350"/>
        </pc:sldMkLst>
      </pc:sldChg>
      <pc:sldChg chg="del">
        <pc:chgData name="Sarani Bhattacharya" userId="0cbbcaf96de517ff" providerId="LiveId" clId="{469D21CC-C63C-4273-BD64-80A658C9F8B3}" dt="2025-08-27T16:02:03.002" v="48" actId="47"/>
        <pc:sldMkLst>
          <pc:docMk/>
          <pc:sldMk cId="3513887186" sldId="351"/>
        </pc:sldMkLst>
      </pc:sldChg>
      <pc:sldChg chg="del">
        <pc:chgData name="Sarani Bhattacharya" userId="0cbbcaf96de517ff" providerId="LiveId" clId="{469D21CC-C63C-4273-BD64-80A658C9F8B3}" dt="2025-08-27T16:02:02.314" v="47" actId="47"/>
        <pc:sldMkLst>
          <pc:docMk/>
          <pc:sldMk cId="4125754721" sldId="352"/>
        </pc:sldMkLst>
      </pc:sldChg>
      <pc:sldChg chg="del">
        <pc:chgData name="Sarani Bhattacharya" userId="0cbbcaf96de517ff" providerId="LiveId" clId="{469D21CC-C63C-4273-BD64-80A658C9F8B3}" dt="2025-08-27T16:02:01.526" v="46" actId="47"/>
        <pc:sldMkLst>
          <pc:docMk/>
          <pc:sldMk cId="262987318" sldId="353"/>
        </pc:sldMkLst>
      </pc:sldChg>
      <pc:sldChg chg="del">
        <pc:chgData name="Sarani Bhattacharya" userId="0cbbcaf96de517ff" providerId="LiveId" clId="{469D21CC-C63C-4273-BD64-80A658C9F8B3}" dt="2025-08-27T16:02:00.634" v="45" actId="47"/>
        <pc:sldMkLst>
          <pc:docMk/>
          <pc:sldMk cId="3330404098" sldId="354"/>
        </pc:sldMkLst>
      </pc:sldChg>
      <pc:sldChg chg="del">
        <pc:chgData name="Sarani Bhattacharya" userId="0cbbcaf96de517ff" providerId="LiveId" clId="{469D21CC-C63C-4273-BD64-80A658C9F8B3}" dt="2025-08-27T16:01:59.744" v="44" actId="47"/>
        <pc:sldMkLst>
          <pc:docMk/>
          <pc:sldMk cId="2242511596" sldId="355"/>
        </pc:sldMkLst>
      </pc:sldChg>
      <pc:sldChg chg="new del">
        <pc:chgData name="Sarani Bhattacharya" userId="0cbbcaf96de517ff" providerId="LiveId" clId="{469D21CC-C63C-4273-BD64-80A658C9F8B3}" dt="2025-08-25T05:38:09.133" v="2" actId="47"/>
        <pc:sldMkLst>
          <pc:docMk/>
          <pc:sldMk cId="1792560729" sldId="465"/>
        </pc:sldMkLst>
      </pc:sldChg>
      <pc:sldChg chg="delSp modSp add del mod">
        <pc:chgData name="Sarani Bhattacharya" userId="0cbbcaf96de517ff" providerId="LiveId" clId="{469D21CC-C63C-4273-BD64-80A658C9F8B3}" dt="2025-08-25T06:10:27.502" v="23" actId="2696"/>
        <pc:sldMkLst>
          <pc:docMk/>
          <pc:sldMk cId="0" sldId="466"/>
        </pc:sldMkLst>
      </pc:sldChg>
      <pc:sldChg chg="add">
        <pc:chgData name="Sarani Bhattacharya" userId="0cbbcaf96de517ff" providerId="LiveId" clId="{469D21CC-C63C-4273-BD64-80A658C9F8B3}" dt="2025-08-25T06:11:11.039" v="24"/>
        <pc:sldMkLst>
          <pc:docMk/>
          <pc:sldMk cId="2874825269" sldId="466"/>
        </pc:sldMkLst>
      </pc:sldChg>
      <pc:sldChg chg="new del">
        <pc:chgData name="Sarani Bhattacharya" userId="0cbbcaf96de517ff" providerId="LiveId" clId="{469D21CC-C63C-4273-BD64-80A658C9F8B3}" dt="2025-08-25T05:39:33" v="8" actId="47"/>
        <pc:sldMkLst>
          <pc:docMk/>
          <pc:sldMk cId="2787823035" sldId="467"/>
        </pc:sldMkLst>
      </pc:sldChg>
      <pc:sldChg chg="delSp modSp add mod">
        <pc:chgData name="Sarani Bhattacharya" userId="0cbbcaf96de517ff" providerId="LiveId" clId="{469D21CC-C63C-4273-BD64-80A658C9F8B3}" dt="2025-08-25T05:39:45.326" v="22" actId="478"/>
        <pc:sldMkLst>
          <pc:docMk/>
          <pc:sldMk cId="0" sldId="468"/>
        </pc:sldMkLst>
        <pc:spChg chg="mod">
          <ac:chgData name="Sarani Bhattacharya" userId="0cbbcaf96de517ff" providerId="LiveId" clId="{469D21CC-C63C-4273-BD64-80A658C9F8B3}" dt="2025-08-25T05:39:40.278" v="21" actId="20577"/>
          <ac:spMkLst>
            <pc:docMk/>
            <pc:sldMk cId="0" sldId="468"/>
            <ac:spMk id="22534" creationId="{E823E1D6-165C-D161-E9C2-E507905E4C4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62D4A93-2766-AE40-8E08-3675782F86A0}" type="datetimeFigureOut">
              <a:rPr lang="en-US" smtClean="0"/>
              <a:t>8/12/26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0B927D6-764F-134C-B3BE-EDBEC959CD5C}" type="slidenum">
              <a:rPr lang="en-US" smtClean="0"/>
              <a:t>‹#›</a:t>
            </a:fld>
            <a:endParaRPr lang="en-US"/>
          </a:p>
        </p:txBody>
      </p:sp>
    </p:spTree>
    <p:extLst>
      <p:ext uri="{BB962C8B-B14F-4D97-AF65-F5344CB8AC3E}">
        <p14:creationId xmlns:p14="http://schemas.microsoft.com/office/powerpoint/2010/main" val="3946989890"/>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3:51:25.013"/>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brush xml:id="br2">
      <inkml:brushProperty name="width" value="0.05292" units="cm"/>
      <inkml:brushProperty name="height" value="0.05292" units="cm"/>
      <inkml:brushProperty name="color" value="#C00000"/>
    </inkml:brush>
  </inkml:definitions>
  <inkml:trace contextRef="#ctx0" brushRef="#br0">25264 15620 294 0,'0'0'36'0,"0"0"2"0,0 0 0 16,0 0-3-16,0 0-7 0,0 0 1 0,0 0-3 16,0 0-2-16,0 0 2 0,0 0-2 15,0-5-1-15,-4-1 0 0,4-1-3 16,-2 3-3-16,2-1-1 0,0 5-3 0,-4-4-3 15,4-1 0-15,-2 1-4 0,2 1 2 16,0 3-4-16,-4-2 1 16,4 2 1-16,0-1-3 0,0-1 3 0,0-4-3 0,0 0-1 31,0 1 0-31,0 1-2 0,4 1 2 0,-2 0-1 0,2 0-1 0,-2-1 0 16,-2 4-1-16,0-1-1 0,0 1 4 0,0 0-1 31,4 0 1-31,0 6 0 0,7 6-1 15,-5 7 0-15,0 2-1 0,-4 2-1 16,2 3 1-16,-2-1-3 0,3 3 3 0,-3-3-1 16,-2 0 0-16,4-7 4 0,-2 0-5 15,-2 0 7-15,4-6-7 0,-4 8 2 16,2-10 0-16,-2 0-2 0,2 0 3 0,-2-5-1 16,0 1 1-16,0-6-1 0,0 0 1 15,0 0 1-15,0 2-2 0,4-1 1 16,-4 1 2-16,0-1 0 0,0 1-2 0,0-1 0 15,0 1 1-15,0-1-3 0,0 1 2 16,0 0 1-16,0-1-1 0,2 1 0 16,-2 0 1-16,0-2-3 0,0 0 3 0,0 0 0 15,0 2 0-15,4-2 1 0,-4 1-1 16,0-1-1-16,9 3 1 0,1 1 0 16,3-3 0-16,1 2 2 0,7-1-4 15,-3-2 2 1,9 0-2-16,0 0 0 0,-2 0 1 15,2-2-1-15,-3 1 1 0,3-1 0 16,2 1 0-16,-6 1 3 0,4 0-2 16,-2 0-1-16,2 0 0 0,-3 0-2 0,1 0 1 15,0 0 2-15,-2 1-2 0,2 1 1 16,-1-1 0-16,1 1-2 0,-2-2 1 16,0 1 1-16,-1-1 1 0,1 0-1 0,-6 0 3 15,-1 0-1-15,3-1 1 16,-3-2 0-16,7-2-4 0,0 0 1 15,-5 2 1-15,1-4 1 0,0 2-1 16,-5 1 0-16,3 1-2 0,-1 0 0 16,-6 0 0-16,9 1 1 0,-9 0-1 15,1 2 3-15,1 0-3 0,-4 0 0 0,5 0 0 0,-11 0-1 16,10 0 1-16,-5 0-3 16,3 0 2-16,2 2 1 0,-10-2 1 0,11 0 4 0,-7 0-5 0,2 0 0 31,11 0-1-31,-7 0 0 0,7-2 0 15,-5-1 3-15,-1 1-2 0,5-1 1 16,-9 1 0-16,3 1-4 0,0-1 4 0,-5 2-1 16,5 0 2-16,-4 0-1 0,5 0-1 15,-5 0-1-15,2 0 1 0,3 0 0 16,-7 0 0-16,2-2-2 0,4 2 3 0,1-1-1 16,-5-1 1-16,-2 1 2 0,5-1-2 15,-9 2-2-15,4-1 2 0,0 1-4 16,-6 0 4-16,0-1 0 0,0 1-1 15,2 0 4-15,-2 0-4 0,4 0 2 16,-4 0-1-16,2 0-5 0,-2 0 3 0,5 0 1 16,-5-2 2-16,2 2 3 0,-2 0-4 15,4 0-1-15,2-2-1 0,0 2 1 0,-4-1 0 16,4 1-2-16,-6 0 2 0,0-2 1 16,0 2-3-16,3 0 6 0,-3 0-3 15,4 0 0 1,-4 0 1-16,2 0-2 0,-2 0 0 15,0 0 0-15,4 0 0 0,-4 0 0 16,0 0-2-16,2 0 1 0,-2 0 1 0,4 0 0 16,2 2-2-16,0-1 3 0,-3 1-1 15,3 0-1-15,0-2 1 0,-4 1 0 16,4-1 0-16,-2 1 2 0,-4-1-2 0,0 0 1 16,0 0 1-16,2 0-2 0,-2 2 0 15,5-2 0-15,-5 0 0 0,2 0 0 16,-2 0 1-16,4 1-1 0,-4-1-1 0,2 0 1 15,-2 0 2-15,4 0-2 0,-4 0 1 16,2 0 0-16,-2 0-2 0,4 0 3 16,-4 0 1-16,6-4-3 0,-4 1 2 0,0 0-5 15,3-5 3-15,-3 4-4 0,4-4 5 16,-2-1-1-16,-2 4 0 0,2-4 0 16,-4 5 1-1,2-8 0-15,-2 1-1 0,0-3 1 0,4 2-2 0,-4-3 2 0,0-3-2 31,0 4 1-31,0-6 0 0,0 2 0 16,0 6 0-16,0-8 2 0,0 0-2 0,0 7 1 16,0-7-1-16,0 0 0 0,0 8 0 15,0-6 1-15,0 6 0 0,0 6 0 16,0-5 0-16,0 5 0 0,0 0 1 0,0-6 0 16,0 6 1-16,0 0-2 0,0 1 0 15,0 5 1-15,0-1-1 0,0 1 0 16,0-2 1-16,0 1-3 0,0-1 0 0,-4 1-1 15,4-1 0-15,0 2-1 0,0-2 1 16,-2 2-3-16,2-1-3 0,0 1-3 16,0 0-8-16,-4 0-12 0,4 0-27 0,0 0-49 15,-6 0-94-15,-7 0-94 0</inkml:trace>
  <inkml:trace contextRef="#ctx0" brushRef="#br0" timeOffset="1150.2">25839 15545 439 0,'0'0'56'0,"0"0"-6"0,0 0-4 0,0 0-6 15,0 0-7-15,0 0-4 0,0 0-8 16,0 0-5-16,0 0-5 0,-4-9-3 16,4 9 0-16,0 0-4 0,0 6 0 15,2 9-2-15,4 6-1 0,0 2-2 0,1 1-1 16,-1 1-1-16,-4-3 0 0,2-5-1 16,-4-6 4-16,0-1-1 0,0-4 1 0,0-1 1 31,2 1-2-31,-2-6 3 0,0 0 1 15,0 0-2-15,0 2 3 0,0-1-1 16,0 0 2-16,0-1-2 0,0 0 1 0,0 2-1 16,0-2 0-16,0 0 5 0,0 0-2 15,0 0 1-15,-2 0 2 0,-2-3-2 16,2-1 0-16,-4-7 0 0,-1-4-1 0,3-1 3 16,2-5-1-16,-2 0 0 0,2-2-2 15,0-1 0-15,2-3-1 0,0 1-1 16,0 0 3-16,0 2-4 0,4 2-2 15,6 6 0-15,-3 3-6 0,1 3 5 0,2 2 0 16,-4 3 1-16,11-2 0 0,-1 6-3 16,3 1 3-16,2 0-4 0,-7 0 2 15,1 1 0-15,-5 2-6 0,-2 1 3 0,3 0-1 16,-9-1 1 0,4 3 0-16,-6-1 0 0,4-3 2 15,-2 3 0-15,-2 1 1 0,0 5 1 16,-2-1 0-16,-2 7-3 0,-4-3 3 15,1-2-2-15,-5 3 0 0,6-5-2 16,-2 2 0-16,-3-2 0 0,5-2 1 0,-6 2 1 16,3-4 3-16,3-1-3 0,-2 1 0 15,4-4 2-15,2 1 0 0,2-3 1 16,-5 0 0-16,5 0 0 0,0 0-2 16,-2 0 2-16,2 0-3 0,-4 0 3 15,2-2 1-15,-2-3 0 0,2 1 0 0,-2 1-1 16,4 3 0-16,0-2-1 0,0 2 1 15,0-1 0-15,0 0-1 0,0 1 1 0,0-2-1 16,4 2 0-16,10 0 1 0,5 0-1 16,6 6 3-16,-4 0-3 0,-3 0 0 15,1 0 0-15,-7-1 0 0,-1 1-1 16,-5-3 1-16,0-2-1 0,0 4-1 16,0-2 2-16,1 2 0 0,1-1-1 0,-2 2 0 15,4 4 1 1,-1 1 1-16,1 5-2 0,-4-6 2 15,-2 2-1-15,2 0 0 0,1-3 0 16,-3-1 1-16,-2-1-1 0,4-3 1 0,-2-1-2 16,-2 0 0-16,-2-3 0 0,0 0 0 15,0 0 1-15,4 0-3 0,-2 0-6 16,3-8-6-16,1 0-15 0,-6 4-10 0,0-1-18 16,0 5-17-16,0-7-26 0,0 1-46 15,0-8-72-15</inkml:trace>
  <inkml:trace contextRef="#ctx0" brushRef="#br0" timeOffset="1849.78">26219 15502 506 0,'0'0'69'15,"0"0"-15"-15,0 0-7 0,0 0-9 16,0 0-9-16,0 0-5 0,60-83-5 16,-53 75-1-16,3 2-8 0,2-1-2 0,-3 0-2 15,3 2-4-15,-4 2 1 0,9 3-2 16,-1 0-2-16,3 0 1 0,2 0-2 16,-5 4 1-16,-4 2-3 0,1 2 0 0,-5-2-2 31,0 6-1-31,-3-5 2 0,-5 4 2 15,0 6 1-15,0-3 2 0,-11 4-1 16,1-4 2-16,-3-1 0 0,-3-1-1 0,-1-1 2 16,-1 0 0-16,1-1-1 0,1 1 2 15,5-4-1-15,-1 1-1 0,6-2 0 16,0-3 1-16,1 2-1 0,1-2 1 0,-2-1 0 16,4 1-1-16,2-3 2 0,0 0 0 15,0 0 2-15,0 2-1 0,0-2-1 16,-4 0 3-16,4 2-3 0,0-2 1 15,0 0 3-15,-2 1-7 0,2-1 3 0,0 0-2 16,0 0-2-16,0 0 3 0,0 0-1 16,0 0 0-16,6 0 1 0,9 0-2 0,3 2 2 15,3-1 0-15,4 2-2 0,-5 0 1 16,5-2-3-16,-10 1 2 0,3-2-1 16,-5 2 2-16,-1-2 0 0,0 0-1 15,-1 0-1 1,1 0 0-16,-6 0-1 0,0 0 0 15,-6 0 0-15,0 0-2 0,5 0-2 16,1 0-3-16,0 0-5 0,-4 0-11 0,0 1-20 16,8 4-29-16,-3 1-68 0,1-2-142 15,-4 0 24-15</inkml:trace>
  <inkml:trace contextRef="#ctx0" brushRef="#br0" timeOffset="5914.15">23387 15784 10 0,'0'0'1'15,"0"0"1"-15,0 0-1 0,0 0 4 16,0 0-2-16,0 0 4 0,0 0 3 16,0 0 4-16,0 0 3 0,-22-13 7 15,22 13 1-15,0 0 3 0,-4-3 0 0,4 3-2 16,0-2-5-16,0 2-3 0,0-1-5 16,0 1-5-16,0-2 3 0,0 2 1 15,-3-1-4 1,3 1 0-16,0-1-2 0,0-1 0 15,0 2 1-15,-4-2 4 0,4 2 3 16,-2-1 7-16,2 1 0 0,-4-2 0 0,4 2 1 16,-2-1-5-16,2 1-1 0,-4-2-2 15,4 2-3-15,0-1-1 0,-2 1-1 16,2-2-1-16,0 2-3 0,0-1 0 0,-4 1-1 16,4-2-3-16,0 2 1 0,0 0 3 15,-2 0-4-15,2-1 1 0,0 1 1 16,-4 0 0-16,4 0 6 0,0 0 1 15,0-2 3-15,-3 2-1 0,3 0 1 0,0 0 0 16,0 0 0-16,0-1 2 0,0 1-1 16,0 0 1-16,0 0-1 0,0-2-1 0,0 2 0 15,0 0-3-15,0-2-3 0,0 2-2 16,3-1-1-16,-3 1-1 0,4-2-1 16,-4 2 1-1,2 0-1-15,4-1 0 0,0 1 0 0,0-2 0 0,7 2-1 0,-5 0 0 31,4 0 0-31,7 0 1 0,-7 0 1 16,7 0 1-16,0 0 0 0,-9 0 2 0,9 0 0 16,-1 0-1-16,-5-1 2 0,5 0-2 15,1-1-2-15,-9 1 0 0,9 1-3 16,-7 0 0-16,1 0 2 0,1 0-1 0,-2 0-1 16,1 0 0-16,-7 0 1 0,6 0-1 15,-5 0 1-15,5 0-1 0,0 1 0 16,-1 1 0-16,1-1 0 0,-2-1 0 0,5 1 0 15,-3-1 0-15,7 0 1 0,-7 0-3 16,5 0 3-16,1 0-1 0,1 0 1 16,6 0 2-16,0-1-3 0,-5 1 1 0,-5 0-1 15,3 0 0-15,1 0-1 0,0 0 3 16,1 0-2-16,-1 0 1 0,-5 3-1 16,5-2 0-16,0 1 0 0,-3 1 1 0,3-1 0 15,-1-1 0-15,-3 2 0 0,8 0 0 31,-9-1 0-31,1 1 1 0,3 0 0 16,1-2-1-16,6 3 0 0,-5-2 1 0,1 0-2 16,2-1 3-16,-3 1-2 0,-5 1 0 15,-1-1 0-15,5 1-1 0,-1 0 1 16,7-1 0-16,-6 3 0 0,2 0-1 0,-3-1 5 16,3 1-5-16,4-2 0 0,-5 0 0 15,5-1-2-15,0-1 6 0,-2-1-1 16,-5 0 2-16,1 0-1 0,1 0-1 0,1 0-1 15,8 0-1-15,-6-3-1 0,2 0 2 16,-1 0-2-16,1 0-1 0,-4 0 1 16,-2 0-3-1,-5 1 3-15,-2 1 0 0,1 1 2 0,1 0-2 0,-3 0-1 0,-1 0 1 16,-4 0 0-16,7 0 0 0,-7 0 2 16,0 0-2-1,-2 0 0-15,-4 0 1 0,0 0-1 16,6 0 2-16,-2 0 0 0,3 0-1 15,-1 0 1-15,-6 0-2 0,0 0 3 16,0 0 0-16,0 0-1 0,4 0-1 0,-4 0-1 16,2 0 0-16,-2 0 0 0,4 0 1 15,-4 0 1-15,0 0-3 0,0 0 1 16,2 0-1-16,-2 0-2 0,0 0 1 16,0 0-2-16,0 0-7 0,0 0-11 0,0 0-22 15,0-2-46-15,-2 0-81 0,-14 1-126 16</inkml:trace>
  <inkml:trace contextRef="#ctx0" brushRef="#br0" timeOffset="7180.56">23613 15613 231 0,'0'0'51'16,"0"0"3"0,0 0-1-16,0 0-1 0,0 0-2 15,0 0-3-15,0 0-5 0,0 0-1 16,0 0-7-16,-9-21-7 0,9 19-5 0,-4 1-5 16,4-1-2-16,0 1-3 0,0-1-3 15,0 2-2-15,-2-1-3 0,2 1-2 16,0-1 0-16,0 1-1 0,0-2 1 15,0 2 1-15,-4-2-2 0,4 2 1 0,0-1 1 16,0 1 2-16,0 0 0 0,0 0 1 16,-2 0-1-16,2 0 0 0,-4 0-2 0,-2 0-1 15,-7 0-1-15,3 6-1 0,-13 4 0 16,3 1-2-16,-1 1 2 0,-2-1 0 16,0-1-1-16,1 1 1 0,-1 1 1 0,4-3-4 15,3-1 4-15,1-1-1 0,9-2 0 31,-2 0 1-31,-2-1 0 0,3-2-1 16,5 0 1-16,2-2 0 0,0 0-1 16,0 0 2-16,-2 2-1 0,2-2-2 0,-4 2 2 15,4-2-1-15,-2 3 1 0,2-3-2 16,-4 0 1-16,4 0 0 0,-2 1 1 0,2-1 2 16,-4 2-1-16,4-2 0 0,-2 1 0 15,2-1 0-15,-5 2 1 0,5-2 0 16,-2 1 1-16,2-1 0 0,0 0-1 0,-4 2-1 15,4-2 1-15,-2 0-3 0,2 0 2 16,0 0-2-16,0 1 1 0,0-1 1 16,0 2-2-16,0 3 0 0,0-2 1 0,8 4-2 15,5 2 3-15,-3 0-1 0,-2-1 0 16,5 1 1-16,-5-1-2 0,2-4 0 16,1 4 1-1,1-2 2-15,-6-2-4 0,7 4 3 16,-7-4-3-16,0 2 0 0,0 1 1 15,1-3 1-15,1 2 0 0,-4-4-3 16,2 4 2-16,-4-3-1 0,4 5 1 0,1-2 4 16,-1 1-5-16,0-1 2 0,0 2-1 15,3 1-2-15,-3-2 2 0,4 3-1 16,-4-5 1-16,-2 0 1 0,3 2 0 0,-3-5-2 16,-2 1 0-16,-2-3 1 0,0 0 1 15,0 0 0-15,4 2 0 0,-4-2 0 16,2 1-1-16,-2-1 0 0,0 0 2 0,4 2 0 15,-4-2 1-15,0 0 1 0,0 2 0 16,0-2 1-16,0 0-2 0,0 0 0 16,2 0-1-16,2-4 0 0,-4-8 0 0,2 0-1 15,-2-7 1-15,0 0-3 0,5 6 4 16,-5-10-1-16,0 3 1 16,0 6-2-1,0-7 2-15,0 7 0 0,0 1 1 0,0-1-2 16,0 2-1-16,0 0 1 0,0 6-1 15,0-8 0-15,0 8 0 0,0 0 2 16,0 0-3-16,0 6 1 0,0-2 0 0,0 2-3 16,0-1 3-16,0-1 1 0,0-4-2 15,0-1 0-15,0 0-1 0,0 3 0 16,0 4 0-16,-5-1 1 0,5 1-1 0,0-2 1 16,0 1-2-16,0-1-2 0,-2 0 0 15,2 1-10-15,0 1-8 0,-4-2-37 16,2 1-88-16,-4-2-163 0,0 0-15 0</inkml:trace>
  <inkml:trace contextRef="#ctx0" brushRef="#br0" timeOffset="31057.86">21233 12896 303 0,'0'0'53'16,"0"0"-9"-16,0 0-2 0,0 0-4 0,0 0-3 0,0 0 0 16,0 0-2-16,0 0-1 0,0 0-3 0,0 0-5 15,9-39-6-15,-9 33-3 0,4 1-1 31,-4-1-2-31,2 1-1 0,-2 5-1 16,0-6-2-16,0 2-1 0,4-1-1 16,-4 0 1-16,0 5-2 0,0-1 1 0,0 1 1 15,0-2-3-15,2 1 0 0,-2 1-2 16,0-2-2-16,0 2-1 0,0 0-2 16,0 0 2-16,0 0 0 0,-6 5 0 0,-6 6 2 15,1 4-2-15,-5-1 1 0,1 1-1 16,1-2 1-16,-3 2-1 0,3-1 4 15,1-4-4-15,5-2 1 0,-2-1 0 0,4-2-1 16,-3 2 2-16,-1-1-2 0,0 3 2 16,3-4 0-16,-9 3-1 0,10-3 1 0,-3 0-1 15,3 0 0-15,0-3 0 0,4 1 1 16,2-3-1-16,-4 2 3 0,2 1-3 16,-5-1 1-16,3 0-1 0,4-2-1 15,-2 0 2 1,2 0 1-16,0 2-1 0,0-2 1 15,0 0-1-15,-4 1 0 0,4-1 1 16,0 0 0-16,0 2 0 0,0-2-2 0,0 1 0 16,0-1 0-16,0 2-1 0,0 1 2 15,4 4-1-15,9 3 0 0,-1 0 0 16,-2 2 0-16,3-1-1 0,-1 1 3 16,1-1-3-16,-5 0 2 0,-2-4-1 0,7 2-1 15,-3 0 1-15,-4-2 1 0,2 1-1 16,5 0 1-16,-5-2-1 0,4 2 0 0,-1 1 2 15,-7-3-4-15,6 4 5 0,-4-2-6 16,-4-2 3-16,5 2 0 0,-3-5 0 16,-2 1 0-16,-2-1 0 0,4 0-2 15,-2 0 3-15,2 2 0 0,-4-5-1 0,0 0 2 16,0 0-2-16,0 2 0 0,0-2 1 16,0 1-1-1,0-1 1-15,0 1-1 0,0-1-1 16,2 0 0-16,-2 2-3 0,0-2-10 15,0 0-19-15,4 1-31 0,-4-1-47 0,0 0-73 16,0 0-95-16</inkml:trace>
  <inkml:trace contextRef="#ctx0" brushRef="#br0" timeOffset="32091.5">21312 13050 192 0,'0'0'29'15,"0"0"-2"-15,0 0 2 0,0 0-1 16,0 0 0-16,0 0-3 0,0 0-1 16,0 0 0-16,0 0 0 0,0 0-1 15,-25-31 0-15,25 31-1 0,0 0 2 0,0-1-2 16,0 1 3-16,-2-2 0 0,2 2-1 0,0-2-1 15,0 2-3-15,0 0-2 0,0-1-4 16,0 1-3-16,0-2-2 0,0 2-4 16,0-1-1-16,0 1-3 0,0-2 2 15,0 2-3-15,2 0 1 0,15-1 1 0,-9 1 0 16,17 0 0-16,-5 0 2 0,5-2 0 16,6 2 0-16,-2-2 0 0,-2 0 0 0,4-1-1 15,0 0 2-15,2-1-2 0,-2 0 0 31,2 1 1-31,2 0-3 0,-4 0 1 16,3 1-1-16,-8 1 0 0,3 1-1 16,-2 0 1-16,-8 0 0 0,-1 0-1 15,3 0 1-15,0 0-1 0,4 0 1 0,-7 0 0 16,-1 0 0-16,1 0-1 0,5 0 2 16,0 0 0-16,2 0 1 0,-1-2-2 0,-9 1 1 15,6 0-1-15,-3-1-1 0,-1 1 1 16,3-1-1-16,1 0 1 0,-9 1 0 0,9-1 0 15,-9 1-1-15,1-1 0 0,-1 2 0 16,3-1 0-16,-3 1 1 0,1 0-2 16,-1-2 1-16,2 1 0 0,5-1-1 0,-7 2 1 15,7-1 0-15,-11 1 0 0,7-2 0 16,8 1 0-16,-11 1 0 0,4-2-1 16,-3 2 2-1,-3 0-1-15,1 0 0 0,-5 0 1 16,6 0-2-16,-6 0 0 0,1 0 1 15,5 0 0-15,-6 0 0 0,-4 0 1 16,4 0 0-16,1 0-1 0,-1 0 0 0,0 0 1 16,6-2-1-16,-5 2-1 0,5 0 1 15,0-1-1-15,-10 1 1 0,11 0 1 16,-7 0 0-16,9 0-2 0,-5 0 1 16,4 0 0-16,1 0 0 0,-3 0 2 0,11 0-2 15,-13 0 1-15,7-2-1 0,-5 2-1 16,1-1 1-16,-5 0 0 0,-2 1 0 0,2 0 0 15,-1 0 0-15,-1 0-1 0,0 0 1 16,-6 0 0-16,0 0 0 0,0 0 0 16,6 0 0-16,0 0 1 0,1 0 0 15,-5 0 0-15,-2 0 0 16,0 0-2-16,10 0 1 0,-8 0 0 0,4 0 0 0,0 0 1 16,-6 0-1-16,0 0 0 0,0 0 1 0,5 0-1 15,-5 0 2-15,2 0 0 0,-2 0 0 31,4 0-1-31,-4 0 0 0,2 0 0 16,-2 0-2-16,2 0-3 0,-2 0-3 16,4 0-13-16,-4 0-30 0,0 0-61 0,2 0-174 15,-2 0-7-15</inkml:trace>
  <inkml:trace contextRef="#ctx0" brushRef="#br0" timeOffset="41122.28">22083 12770 277 0,'0'0'53'0,"0"0"-11"0,0 0-7 16,0 0-5-16,0 0-5 0,0 0-3 0,0 0 3 15,0 0-4-15,0 0 3 0,0 0 0 16,0-11-1-16,0 11-1 0,0-1-3 0,0 1-3 16,0-1-3-16,0 1-2 0,0-2 0 15,0 2-4-15,0-2 2 0,-2 2-2 16,2-1 0-16,0 1-1 0,0-2-1 15,-4 2-2-15,4-1 0 0,0 1 0 0,0 0 0 16,0 0 0-16,-2 0-1 0,2 0 0 16,-4 0-1-16,2 0 1 0,-5 8 1 0,1-1 1 15,2 1 0-15,-2-1 1 0,4 2 0 16,-4 0 0-16,4-4 0 0,-3 2 1 16,3-2-3-16,2 0-1 0,-4-1-1 15,4-4 0-15,0 5 0 0,0 1 0 0,0-1-1 31,0 0 1-31,0-5 0 0,-2 0 0 16,2 0 2-16,0 2 1 0,0-1 1 0,0 1 0 16,0 0 0-16,0-1 1 0,2-1-1 15,-2 0-1-15,4 0 1 0,-4 0-1 16,2 0 1-16,3-3 0 0,-1-5-1 16,0 1-1-16,-4 2 1 0,0-7-1 15,0 6 1-15,0-6 1 0,0 1-2 0,-4 1-2 16,2 1-1-16,0 4-1 0,-3-2 0 0,3 3 0 15,-2 1 0-15,2 0 1 0,2 3-1 16,-6 0 0-16,0 0 0 0,-5 2-1 16,1 7 1-16,0 5 0 0,1 2 0 15,3 3 2-15,0 0-1 0,2-4-1 0,2 1 0 16,-2-6 0-16,4 1 0 0,0 1 0 16,0-3-1-16,0 1 1 0,0 0 0 0,4 0 0 15,2-2 2-15,-4-1-1 0,2-3-1 31,-2 0 2-31,-2-4-2 0,0 0 1 16,0 0 0-16,0 2 1 0,0-2-1 0,0 0 2 16,4 1-2-16,-4-1 2 0,2 0-1 15,-2 0 0-15,7 0 2 0,-1-4-2 16,0-4 2-16,0-4 0 0,0 4-1 0,-6-4-1 16,3 2 0-16,1-2 0 0,-4 1 1 15,0 5-2-15,2 1 2 0,-2 5-2 16,0-1-1-16,0 1 1 0,0-2-1 0,0 0-1 15,0 1-1-15,0 1-2 16,0 0 1-16,0 0 0 0,0 0 2 0,0 5 2 16,0 7 0-16,0 0 1 0,0 0-2 0,0 0 1 15,0-5-1-15,0 1 1 0,0-3 0 16,0 0 1-16,4 0-1 0,2-3 0 16,-4 0 0-16,9-1 1 15,-7-1 0-15,6 0 1 16,-2 0 0-16,-2-8 0 0,5-2-1 15,-5 2 1-15,0-7-1 0,-4-2 1 16,-2 4 0-16,2-8-1 0,-2 1 0 0,0 6-1 16,0-5 2-16,-2 8-2 0,2-2 1 15,-2 3 0-15,-2 5-1 0,4 1 0 16,0 4-2-16,0-2 0 16,0 2-1-16,0 0 0 0,0 0 0 0,-6 6 1 0,0 8-1 15,-1 6 1-15,1 3 1 0,0-1 1 16,4-5 0-16,-2 1 1 0,4-6-2 0,0 1-1 15,0-1 0-15,0-2 2 0,0 1-1 16,6-5 4-16,-2 2-4 0,-2-5 0 16,9-2 1-16,1-1-1 0,-2-1 2 0,9-9 1 15,-3 0-1 1,-5-3 1-16,-1-3 0 0,-4 2-1 0,-4-1 1 0,-2-4 0 16,0-1 1-16,0-8-1 0,0 6 0 0,-6-1 2 15,0 8-4-15,0-1 1 0,4 8 0 31,0 3-3-31,-2 0 2 0,4 5-2 16,0 0 0-16,0 0 0 0,0 0-3 16,-7 0 1-16,-1 8 1 0,-2 7 0 15,-3 6 2-15,5 2 0 0,0 0 0 0,2-2 1 16,-1-6 0-16,1 1 1 0,2-6-1 0,4-5 1 16,-2 1-1-16,2-6 0 0,0 0 0 15,0 0 1-15,0 1-2 0,0 1 0 16,0-1 1-16,0 1-1 0,0-2 2 15,0 2 1-15,0-2-1 0,0 0-1 16,6-7 2-16,0-2-1 0,-4 1 1 0,3 5-1 16,-5-2 1-16,0-2-1 0,0 1 0 0,0 0 1 15,0 6-3-15,0-1-1 0,0 1-3 16,0 0-5-16,0 0 5 0,0 0 3 16,0 10-1-16,-5 8 6 0,3 7-5 31,-2-3 2-31,2-3-1 0,2-3 1 0,0-3-1 15,0-1 2-15,0 0-3 0,2-4 0 16,2 1-1-16,-2-6 0 0,3 1 3 0,-3-4 0 16,4 0 2-16,4 0 0 0,5-7-1 15,-7-4 1-15,4 0 0 0,-5-1 0 16,-3 3 2-16,-4-5-2 16,0-5 1-16,0-1-1 0,-4 2 0 0,-3 1-1 15,5 7 2-15,-2 5-3 0,4 0 2 0,0 5-2 16,0-1 0-16,0 1-1 0,-6 0-3 0,-2 1 1 15,-5 11 0-15,1 8 0 0,-1 3 1 16,5 4 1-16,-2-1-2 0,4 0 3 16,4-8-2-16,0-7 2 0,2 0-2 0,0-6-2 15,0 2 2-15,0-1 0 16,0-6-1-16,0 0 5 0,0 0-3 0,0 0 2 16,0 0 1-16,0 0-1 0,2-9 1 0,4-8-2 15,-4 2 2-15,2-2-1 0,-4-3 1 31,0-1 0-31,0-6 0 0,-4 8 0 0,2 1 1 16,-2 6-1-16,2 2-1 0,0-1 3 16,-3 7-4-16,5 0-1 0,0 4-1 15,-2-1-5-15,2 1 2 0,0 0-2 16,-4-2-8-16,4 2-12 0,-2 0-24 0,2 0-37 16,0 0-85-16,0 0-112 0</inkml:trace>
  <inkml:trace contextRef="#ctx0" brushRef="#br1" timeOffset="46836.25">22091 12471 305 0,'0'0'55'0,"0"0"-8"0,0 0-8 16,0 0-13-16,0 0-3 0,0 0 5 0,0 0 0 15,0 0 1-15,0 0 3 0,13 1-3 16,-13-1-1-16,4 0-3 0,-4 0-2 16,0 0-3-1,2 0-5-15,-2 0-3 0,0 0-1 16,0 0-3-16,0 0 1 0,0 0-3 15,0-1-2-15,0-5 0 0,0 0-1 16,-6-3 0-16,4-2 0 0,-2 1-2 0,-5-5 2 16,7 4 0-16,-4-6 1 0,0 0 2 15,0 2-1-15,-7-6-2 0,3 1 1 16,2 0-3-16,-7 0 0 0,3 1 0 16,-7-1 0-16,0-1 0 0,-5 1-1 0,3-1 1 15,-4 1 1-15,-2 2-2 0,3 0 3 16,1 1-2-16,-4 0 2 0,2 2 0 0,0 0 1 15,1 2 1-15,3-1-1 0,-4 0-2 16,4 0 2-16,-3 1 0 0,3-2 0 16,0-1 2-16,3 1-4 0,-1-1-1 15,-2-3 0-15,3 1 0 0,-1-3-4 16,-2-2 9-16,1-1-8 0,-3-2 4 0,2 0-2 16,-3-1-1-16,1 0 1 0,0-1-1 0,-4 1 3 31,2 1-2-31,3 0-1 0,-7 2 1 15,6-1 0-15,-2 3 0 0,5-1 2 0,-3 0-1 16,8 2 0-16,-3 0 0 16,5-1 0-16,1 2 1 0,4-2 1 0,-1-2-1 15,-1 0 0-15,2-2-1 0,2-2 0 16,-1 0 0-16,1-1-3 0,4-3 4 0,-2 0-4 16,2-1 4-16,-2-1-1 0,2 1-1 15,-2-2 0-15,-3 0-1 0,1-2 3 16,4 3-3-16,-2 0 1 0,-2 1 0 15,2 2-1-15,-3 1 0 0,-3 1 1 0,2 1 0 16,-5 0-1-16,1 1 1 0,6 3 0 16,0 6 0-16,-3 1 1 0,5 6-1 0,2 0 1 15,-2 2 0-15,4 5-2 0,-2-1 2 16,2 5-1-16,0-2 0 0,0 2 1 16,0-1-3-16,0 0 0 0,0-1-1 0,0 1-2 15,0-1 1-15,0 2-1 0,-4-1 0 31,4 1-3-31,0-2-2 0,0 2-6 16,0 0-7-16,0 0-13 0,0 0-20 0,0 3-37 16,-2 12-85-16,-4 5-109 0</inkml:trace>
  <inkml:trace contextRef="#ctx0" brushRef="#br1" timeOffset="48070.42">21835 12218 423 0,'0'0'49'16,"0"0"-6"-1,0 0-5-15,0 0-5 0,0 0-2 0,0 0-6 16,0 0-4-16,0 0-4 16,0 0-3-16,0 0-2 0,-4-5 0 0,4 3-4 15,0 2-3-15,0 0 0 0,0 0-2 16,0 0 3-16,0 0-1 0,0 0-1 0,10 5 1 16,-2 4-4-16,5 3-1 0,-1 2 3 15,-3 1-1-15,3 0 0 0,0 1 1 16,1-1-1-16,-1 1 0 0,3-1 0 15,-3 1 1-15,2-3-1 0,-1 2-1 16,-5-5 0-16,2 0 1 0,3-2-2 0,-7-2 5 16,7 3-3-16,-9-4-2 0,2 1 1 15,4-2-2-15,-8-1 3 0,4 3 1 0,-1-3-2 16,-3 1 1-16,2-1 1 0,-4-3-1 16,0 0 2-16,0 0 1 0,2 0 1 15,-2 1 1 1,0-1 0-16,0 0 2 0,4 0-3 15,-4 1-1-15,0-1 1 0,0 0-4 16,0 0 2-16,2 0 1 0,-2 0-1 0,0 0 1 16,0-4-1-16,4-4-2 0,-4-5 1 15,0-7-1-15,2 8-1 0,-2-8 4 16,2 0-6-16,-2 2 2 0,4-6-1 16,-1 2-2-16,3 3 2 0,0-1 1 0,0 2-2 15,0 0 1-15,1 4 0 0,-3 1 0 16,0 3 0-16,0 1 0 0,2 1 0 0,-6 5 0 15,2 1 0-15,-2 2 0 0,0-2 1 16,0 2 0-16,4-1 0 0,-4-1-2 16,2 0 1-16,-2 1 0 0,5-1-1 15,-5 1 1-15,0-1-1 0,2 2 0 0,-2-1 1 16,0 1 0-16,0-2 0 0,0 2-1 16,0-1 0-16,4 1 0 0,-4 0-2 0,0 0 0 15,0-2 0-15,0 2-4 0,0 0-1 31,0 0-9-31,0 0-10 0,2-1-19 0,-2 1-36 16,0 0-77-16,0-2-130 0</inkml:trace>
  <inkml:trace contextRef="#ctx0" brushRef="#br1" timeOffset="50120.46">19406 9616 383 0,'0'0'64'16,"0"0"-8"-16,0 0-8 0,0 0-7 15,0 0-4-15,0 0-3 0,0 0-6 16,0 0-3-16,0 0-3 0,0-66-4 16,-2 65-4-16,2-1-5 0,0 1-6 15,0 1-2-15,0 0-2 0,0 3 1 0,0 15-1 16,0 9 2-16,0 13-1 0,2 1 0 0,8 2-2 15,-3-3 2-15,1 0 4 0,0-2-5 16,3-6 3-16,-5-3-4 0,2-7-1 16,-4-5 1-16,2-8 2 0,-6 0 0 15,2-4-1-15,-2 0 1 0,0-1 1 0,0-4 0 16,0 0 1-16,0 0 0 0,0 1 0 16,2 1 0-16,-2-2 0 0,0 0-1 0,0 0 1 15,0 0-1-15,-2-11 2 0,0-4-1 31,-4-6 1-31,2-2 2 0,-2-3-5 0,4-1 7 16,-2-3-3-16,4 1 1 16,-2-2 2-16,2 2-3 0,-5 4-1 15,5 5 2-15,0 2-2 0,0 8 1 0,0 3-1 16,0 1 0-16,0 6 2 0,0-1-3 16,0 1 1-16,-2-2-3 0,2 1-1 15,0-1 1-15,0 1 1 0,0-1-1 0,0 0 1 16,0 1-1-16,0-1-1 0,0 1 0 15,0-1 0-15,0 2-1 0,0 0 3 0,0 0-1 16,7 5-1-16,-1 8 2 0,2 6-2 16,2 1 1-16,-6-1 0 0,3 1-1 15,-1-2 0-15,-2-4 1 0,2 0 1 0,-6-4-1 16,2-5 1-16,-2 5 0 16,4-5-3-16,-4 0 3 0,2-1-1 0,-2-4 1 15,0 0-1-15,0 0 0 0,0 1 0 16,0 1 0-1,0-2 1-15,5 1-1 0,-5-1 2 16,0 0-1-16,0 0 2 0,2-1-2 0,2-13 2 16,0-7-3-16,0-5 2 0,2-2-1 15,0-1 2-15,1-3-1 0,-1-2 0 16,0 2-1-16,0 0-1 0,3 5 0 16,-3 9 1-16,0 3 0 0,-4 7 0 0,2 4 0 15,-2 1-1-15,-2 3-1 0,0-2 0 16,0 2 0-16,0 0 0 0,4 0 0 0,-2 5 0 15,9 7 0-15,-3 6 0 0,0 4 1 16,3 3 0-16,-5 2 0 16,0 4-1-16,0 0 2 0,-4 0-2 0,5 0 1 15,-5-1 0-15,2-3 0 0,2-1 4 16,0-2-4-16,-4-2 3 0,2-7-4 0,3 0-1 16,-5-5 3-16,-2 0-3 0,4 0 2 0,-2-5 1 15,-2 0 0-15,0-5 3 0,0 0-5 31,0 0 2-31,4 1-1 0,-4 0-2 0,0 1 3 16,0-2-4-16,2 1 2 0,-2-1 0 16,0 2 0-16,0-2 3 0,2 0-4 15,-2 1-1-15,4-1-2 0,-4 0-3 16,2 0-7-16,-2 0-13 0,4 0-23 16,-4 0-45-16,0 0-95 0,0-6-102 0</inkml:trace>
  <inkml:trace contextRef="#ctx0" brushRef="#br1" timeOffset="50853.09">19923 9515 404 0,'0'0'69'0,"0"0"-2"0,0 0-10 16,0 0-6-16,0 0-8 0,0 0-6 15,0 0-6-15,0 0-7 0,0 0-4 16,0 0-6-16,12-69-2 0,-12 67-4 0,0 2-2 15,0-1-3-15,0-1-2 0,0 2-3 16,0 0 0-16,0 3-1 0,7 17 2 16,-1 10 1-16,-2 11-2 0,2 6 2 15,-2 0-4-15,-2 3 1 0,-2-1-1 16,0-5-1-16,0-3 4 0,-2-7-1 0,-2-10 3 16,4-6-3-16,-2-6 0 0,2-7 1 0,0 1-2 15,0-6-1-15,0 0-1 0,0 0 0 31,0 0 0-31,-4 0 2 0,4-2 1 0,0-11 4 16,-2-9-2-16,-4-6 3 0,4 0-3 16,-5-1 4-16,7-1-1 0,-6-2 1 15,2-3 1-15,2-1 1 0,-4-2 2 16,2-2-1-16,-3 3 0 0,5 0-2 0,0 5 0 16,2 9-3-16,0 4 1 0,0 5-3 15,0 3 1-15,0 1-1 0,0 5 0 0,0 0 1 16,0 5-2-16,0-1 1 15,4-1-1-15,1 1 0 0,3 1 0 0,8 0 1 16,-3 9 0-16,3 8 1 0,1 3-2 16,-3 2 2-16,1 4-2 0,-3 1 1 15,5 2 0-15,-7 0 0 0,2-1-1 0,1-1 1 16,-1-3-1-16,-4-1 0 0,3-3 0 16,-5-7-1-16,2-1 0 0,-2-4 1 0,-1-2-1 15,1 1 1-15,-4-3-1 0,0 0 0 31,-2-4 1-31,0 0-1 0,0 0 2 16,4 2-1-16,-4-1 0 0,2 1-2 0,-2-1-5 16,4 1-6-16,-4-1-9 0,0-1-16 15,2 0-31-15,-2 2-43 0,0-2-101 16,0 0-58-16</inkml:trace>
  <inkml:trace contextRef="#ctx0" brushRef="#br1" timeOffset="51069.8">20014 9711 591 0,'0'0'50'16,"0"0"-15"-16,0 0-13 0,0 0-11 16,0 0-7-16,0 0-1 0,0 0-2 0,0 0 1 15,0 0-3-15,-6-1-1 0,14-5-4 31,4 1-8-31,1-2-18 0,1-1-26 16,-8 3-45-16,7-2-91 0,-3 1-56 0</inkml:trace>
  <inkml:trace contextRef="#ctx0" brushRef="#br1" timeOffset="51885.57">20278 9408 561 0,'0'0'54'16,"0"0"-11"-16,0 0-15 0,0 0-16 16,0 0-7-16,0 0-3 0,0 0-1 31,0 0 1-31,0 0-1 0,0 0 0 0,9 60 0 15,-1-38-1-15,-2-1 1 0,-2-4 0 16,-2-2-1-16,3-3 0 0,-3-2 0 0,2 3 0 16,-4-9 1-16,0 3 1 0,0-7 1 15,0 0 1-15,0 0 2 0,0 1 1 16,0 1 4-16,0-1 6 0,0 0 3 16,0 1 2-16,0-2-2 0,-6 0-3 15,-5 0-2-15,-3-4-2 0,1-7-3 0,5-6 0 16,2-1-2-16,0-3-1 0,2-4-1 0,4 3-3 15,0-3-3-15,0 3 1 0,10 1 0 16,-2 1 0-16,5 0 3 0,-1 1-2 16,2 3-4-16,3 1 2 0,-3 3-3 15,-1 3 2-15,-1 1-1 0,-4 3 0 0,5 4-1 16,-5-1 0-16,5 2 0 0,3 0 0 16,-8 2 1-1,5 6-2-15,-7-2 1 0,-4 3-5 0,4 0 2 0,-6 3-4 0,0 8-1 31,0-1-4-31,-8 6-1 0,-2-3 3 16,-3 1 1-16,-1-1 0 0,-5-1 2 16,5-2 3-16,-1-2 1 0,-1-3 5 0,3-3 1 15,3-3 1-15,0-3 0 0,1 0 1 16,-1-1 3-16,4-3-1 0,4 3 2 0,-2-4 1 16,-1 1-2-16,1 1 1 0,-2 0 1 15,6-2-1-15,0 0 3 0,0 0-5 16,-2 0-1-16,2 1 1 0,-4-1-1 15,4 0 0-15,-2 0 0 0,2 1-2 16,-4-1 0-16,4 0-1 0,0 0 0 0,0 0 1 16,0 2 1-16,12-2 0 0,1 1 1 0,5 1-2 15,1 1 2-15,-3 0-2 0,9 2 0 16,-6-1-2-16,5 1-3 0,-5-2 4 16,-4 0 2-16,-3 0-2 0,0-2 2 31,-3 0-2-31,3 3-2 0,-6-4 2 0,3 1 0 15,-3-1 0-15,-2 0 2 0,2 2-2 16,-6-2 0-16,0 0-1 0,0 0 1 0,2 0 0 16,-2 1 0-16,4-1 0 0,-4 0-1 15,2 0 1-15,-2 0 0 0,2 0-3 16,-2 0 0-16,7 0-7 0,-1 0-16 16,0 0-42-16,0 2-100 0,-6-2-132 0</inkml:trace>
  <inkml:trace contextRef="#ctx0" brushRef="#br1" timeOffset="53652.63">20721 9628 558 0,'0'0'55'15,"0"0"-4"-15,0 0-13 0,0 0-11 16,0 0-10-16,0 0-6 0,0 0-5 0,0 0-2 16,0 0-5-16,0 0 2 0,-4-18-1 15,4 18 0-15,0 0 0 0,0 0 0 16,0 9 0-16,0 8 1 0,0 5-1 16,0 4 1-16,0 1 0 0,0 1-1 0,0-1-1 15,-2-7 2-15,2 0 3 0,0-2-4 31,0-6 4-31,0 5-6 0,0-10 1 16,2-4-1-16,8 0 2 0,2-3 0 0,7-1-4 16,4-10 5-16,2-4-5 0,-5-3 4 15,5-3 0-15,-4 1-1 0,1-2-1 16,-7 4-1-16,-7 4 0 0,-2 1 0 0,1 6 0 16,-3 2-5-16,-4 2-14 0,0 3-29 15,0-6-49-15,0 1-137 0,-6-4-36 16</inkml:trace>
  <inkml:trace contextRef="#ctx0" brushRef="#br1" timeOffset="53918.53">20804 9420 603 0,'0'0'58'15,"0"0"-7"-15,0 0-16 0,0 0-13 16,0 0-8-16,0 0-4 16,0 0-6-16,0 0-4 0,0 0-5 0,-7-14-5 0,7 13-2 15,0 1-11-15,0 0-18 0,2 5-25 16,7 5-37-16,-3 1-81 0,4 1-70 0</inkml:trace>
  <inkml:trace contextRef="#ctx0" brushRef="#br1" timeOffset="54768.38">20950 9569 493 0,'0'0'50'16,"0"0"-11"0,0 0-11-16,0 0-11 0,0 0-11 0,0 0-2 15,0 0-3-15,0 0 1 0,0 0-1 16,-2 30-1-16,4-7 0 0,4-2 1 15,-1-6-1-15,-3 2 0 0,-2-6 0 0,0 1 0 16,4 0 0-16,-4-6 1 0,0 0 1 16,0-6-1-16,0 0 1 15,0 0 4-15,0 2 4 0,2-1 5 16,-2 0 3-16,0 1 2 0,0-1 0 0,0 1 0 16,0 0 0-16,0-2-1 15,0 0-2-15,0 1-3 0,0-1-3 16,0 0-2-16,0-1 0 0,0-7-2 15,0-4-1-15,0-7-1 0,0 1 0 16,0-2-3-16,6 0 0 0,0 1-1 0,0 1 0 16,3 3 0-16,1 3-1 0,-4 2-1 15,0 5 1-15,-3 2-1 0,1-1 0 16,-2 1-1-16,2 2 0 0,2-2 0 16,2 2 0-16,-6 1 1 0,9 0-1 15,-5 4 1-15,0 2 0 0,2 2-1 0,-3-3 1 16,1 4-1-16,-2-4 0 0,0 3 2 0,4-2-1 15,-4 0 1-15,-1-3 0 0,3 3-1 16,-6-3-1-16,6 5 1 0,0-1-3 16,-2 3 2-16,-2-2 0 0,-2 4 0 15,0-1 1-15,0 0-1 0,0 1 0 0,0-1 3 16,0-1-2-16,0-5 1 0,0 1 0 16,0-6 1-16,0 0 0 0,0 0-1 0,0 2-1 31,0-1 0-31,0 0 1 0,0 1 1 15,0-2 0-15,0 0 0 0,2 0 0 16,9 0 0-16,-3-4 1 0,9-4 0 16,-9-1 0-16,-2 3 2 0,6-5-2 15,-5 0 1-15,1-1 0 0,2-3 1 0,-4 0 0 16,3-2 1-16,-1 2-1 0,2-3-1 16,3 0 0-16,-5-2-1 0,4 2 0 0,-3-2 0 15,1 2-1-15,-4 4-1 0,0 5 0 16,-4 2 0-16,0 4 1 0,3-2-2 15,-3 2 1-15,-2 3-1 0,0-2 0 0,0 2 2 16,0 0 0-16,0-1 1 0,4 1-2 16,-4-2 0-16,0 2 1 0,0-1-1 0,0 1 0 15,0-2 0-15,2 2-1 0,-2-1-2 16,0 1-1-16,0 0-2 0,0 0-6 16,0 0-13-16,4 0-38 0,-4 0-116 15,0 0-129-15</inkml:trace>
  <inkml:trace contextRef="#ctx0" brushRef="#br2" timeOffset="67798.55">17279 11468 386 0,'0'0'54'0,"0"0"-10"16,0 0-6-1,0 0-8-15,0 0-6 0,0 0-3 0,0 0-3 0,0 0-2 0,0 0-3 31,0-45-4-31,0 44-1 0,-2 0-2 16,2 1 1-16,0-2-2 0,-4 2 1 0,4-1-1 16,0 1-2-16,0-2 0 0,-2 2 0 15,2-1-2-15,0 1 1 0,0-2 0 0,-4 2-1 16,4-2 0-16,0 2 1 16,0 0-1-16,0 0 0 0,-2 0 1 0,2 0-1 15,-5 0 2-15,3 0 0 0,-4 4 1 16,2-1 2-16,2 0 0 0,2-3 1 0,0 0 0 15,0 0-2-15,0 0 0 0,-4 1-4 16,4-1 1-16,0 0-1 0,0 1 0 16,-2-1 0-16,2 2-1 0,-2-2 0 15,2 6 0-15,-4-1 1 0,2 4 0 0,-3 6-1 16,-1 0 0-16,0 7-1 0,4-1 0 16,-4 3 0-1,2 2 2-15,2 3-2 0,2 3 1 16,0 4-1-16,0 3 1 0,2 4 0 15,4 1-2-15,0 1 4 0,0-1-3 0,5 1 3 16,-5-5-3-16,-2-1 1 0,2-6 1 16,0-1-2-16,-2-3 1 0,3-4-1 15,-5 0 1-15,4-2 0 0,-6-8 0 16,4 0 0-16,-2-5 0 0,-2 2-1 0,0-1 2 16,4 1-1-16,-4-1 0 0,0-5 0 15,0 4 1-15,0-3-1 0,0-2 1 16,0 0 1-16,0-5-2 0,0 0-1 0,0 0 1 15,0 2 1-15,0-1 0 0,0 1 2 16,0 0-3-16,0-1 0 0,0 5-1 16,0 0 0-16,0-1 1 0,0 1 0 0,0-2 0 15,0 3 0-15,0-2 0 0,0 1 1 16,0-1-1-16,0 1 0 0,0-1 1 0,0 1-1 16,0-6 0-16,0 0 1 0,0 0-1 31,0 1 1-31,0 1 0 0,0-1 0 15,0 1 1-15,0-1 2 0,0 1 0 16,0-1 2-16,0 1 0 0,0 0-1 0,-4-2 1 16,4 0-1-16,-2 1-1 0,-4-1 1 15,0 0-1-15,-5-3-3 0,5-2 1 0,-2-1 1 16,2 2-2-16,-1-4 1 0,1 2-1 16,-2-3 0-16,-2-3-2 0,3 3 2 15,-1-5-2-15,2 0 1 0,0 5 0 16,-3-4 1-16,5 5 1 0,-2-1 1 15,0 1 0-15,4 4 1 0,0-4 0 0,-2 3-1 16,4 1 1-16,-2 1-1 0,2 3 0 0,0-1-1 16,0 1 0-16,0-2 0 15,-5 1-1-15,5-1 1 0,0 0-2 16,0 1-1-16,-2-1 1 16,2 2 0-16,0-1-1 0,0 1 0 0,0-2-1 0,0 2 0 0,0 0 1 15,0 0 0-15,2 10 2 0,9 5 0 31,-1 5-1-31,3-2-1 0,-1 0 1 16,2 0-1-16,-1-1 1 0,-1-3 1 0,1-1-1 16,-5-2 0-16,2-2-1 0,-4-3 1 15,3-1 0-15,-3 1 0 0,-2-4 1 16,2 1-1-16,-6-3 0 0,0 0 1 0,0 0-1 16,0 2 1-16,2-2-1 0,-2 2 0 15,4-2 0-15,-4 1 0 0,2-1 2 0,-2 0-1 16,0 2 0-16,0-2-1 15,3 0 1-15,1 0 0 0,2-5 1 0,2-5 0 16,5-6-1-16,-1 1 1 0,0-3-1 16,1 1 0-16,-1-1 0 0,-4 1-1 0,1 4 0 15,-3 0 1-15,0 6 1 0,-6 2 0 16,4 2 0-16,-4 3-2 0,0-1 0 16,0 1-2-16,2-2 4 0,-2 1-4 0,0-1 1 15,0 1-1-15,0 1-4 0,4-2-8 31,-4 1-17-31,0-7-38 0,0 2-57 16,0-9-169-16,0-7-5 0</inkml:trace>
  <inkml:trace contextRef="#ctx0" brushRef="#br2" timeOffset="69120.73">16086 10709 533 0,'0'0'59'0,"0"0"-9"16,0 0-7-16,0 0-8 0,0 0-11 0,0 0-7 15,0 0-7-15,0 0-8 0,0 0-2 16,0 0-1-16,-6-24 0 0,6 49 2 16,4 13 0-16,-2 6-1 0,2 0-1 0,-1 2 2 15,1-4-2-15,-2-1 1 0,2-6 0 31,-2-6-1-31,-2-9 1 0,2-4 0 16,2-5 0-16,-4-7 0 0,2 1-1 0,-2-5 0 16,0 0 1-16,0 0 0 0,0 2 3 15,0-2 0-15,0 1-1 0,0-1 2 16,0-1-2-16,0-11 1 0,-6-7 3 0,-2-4-5 16,2-2 6-16,-1-3 2 0,1-1 2 15,-2-3 1-15,8 1-2 0,-4-3-4 16,2 4 0-16,2 0-2 0,2 4-1 15,2 0-2-15,8 3 1 0,1 2-3 0,-3 5 1 16,0 5-1-16,3 2 2 0,1 4-2 16,5 3 1-16,1 1-2 0,1 1-2 15,-2 6 3-15,-1 6-1 0,-3 3 1 16,1 3-1-16,-7 1 1 0,3-1-1 0,-6-5 2 16,-4-3 1-16,2-6-1 0,-4-4 0 15,0 5 1 1,0 0 0-16,0-1 1 0,3 0 0 15,-3 0 0-15,0 0 0 0,-7 2-2 16,-1 3 0-16,0-2 0 0,-5 0 1 0,1 1-2 16,0 1 1-16,-3 3-2 0,3-1 0 15,1-3 1-15,-1 2 0 0,8-4 0 16,0-3 1-16,2 0 2 0,2-3 1 16,-5 0-1-16,5 0 0 0,0 2-1 0,-2-2 0 15,2 1 0-15,-4-1 1 0,4 0-1 16,-2 2 0-16,2-2 0 0,-4 0-2 0,4 0 0 15,-2 1 1-15,2-1-1 0,-4 0 1 16,4 0-2-16,0 6 0 0,6 3 1 16,6 3 1-16,7 5 0 0,2-2 3 15,4 2-4-15,-1-3 2 0,3-1-1 0,-2-2-2 16,-2-4 2-16,-7 0-1 0,3-3 1 16,-11-1-1-16,-2-2 2 0,1 1 0 0,-7-2-1 15,0 0 0-15,0 0 0 0,0 0-1 31,2 2 1-31,-2-2 0 0,4 1-2 16,-4-1 0-16,2 2 2 0,-2-2-3 16,4 1 3-16,-4-1-1 0,0 2 0 15,2-1-2-15,2 1-7 0,-4-1-20 0,0-1-40 16,2 2-96-16,-2-2-133 0</inkml:trace>
  <inkml:trace contextRef="#ctx0" brushRef="#br2" timeOffset="69598.38">16539 10727 543 0,'0'0'60'0,"0"0"-3"16,0 0-11-16,0 0-14 0,0 0-14 15,0 0-9-15,0 0-5 0,0 0-3 16,0 0 1-16,0 0 1 0,8 3-1 0,-1 21 2 16,-1 1-3-16,-2-3 1 0,2-1-2 15,-4-6 0-15,4-1-1 0,-4-4 0 0,5-3-1 16,-3 1 1-16,-2-5 0 16,2 1-2-16,-4-4 1 0,0 0 0 0,0 0-4 15,0 2-5-15,0-1-12 0,0-1-8 16,0 0-4-16,0 0-1 0,-10-3 13 0,1-8 5 15,1-4 11-15,-2-1 6 0,1-3 3 16,5 4 2-16,2-1 2 0,-2 4-2 16,2 0 3-16,2-1 0 15,-4 7 0-15,4 0 4 0,0 6 3 0,0-2 1 0,0 2 5 16,0-5-2-16,0-2 1 0,0 3-3 31,0-1 1-31,0-1-2 0,4-2 0 0,-2 0 0 16,8-4-4-16,5 1 1 0,-1 0-2 15,9-2-2-15,0-1-4 0,2 0-2 0,-1 0-1 16,-3 2-2-16,4 3 1 0,-11 3-6 16,5 5-4-16,-9 1-11 0,-1 0-14 15,-3 3-29-15,-4 6-45 0,2 7-93 16,-4 1-74-16</inkml:trace>
  <inkml:trace contextRef="#ctx0" brushRef="#br2" timeOffset="69980.89">16539 10847 524 0,'0'0'48'0,"0"0"-6"0,0 0-9 15,0 0-10-15,0 0-9 0,0 0-5 0,0 0-4 31,0 0 0-31,0 0 0 0,0 0-1 16,-6 3-1-16,6-2 2 0,0-1 1 0,0 0 4 16,0 2 2-16,0-2 2 0,0 0 0 15,2 0 0-15,8-2-4 0,-1-4-2 16,7 0-1-16,-6-1-3 0,7 1 0 0,-5-1-1 16,3 0-2-16,-3 1 0 0,3 0 0 15,3-2-1-15,-5 2 0 0,1 2-1 16,3-3 1-16,-7 4 0 0,7-1-1 0,-9 1 0 15,4 0 0-15,1 0-4 0,-11 1-1 16,4 2-3-16,-6 0-9 0,0-2-6 16,6 2-13-16,0 0-18 0,-2 0-17 15,3 5-38-15,-5 0-67 0,-2 4-65 16</inkml:trace>
  <inkml:trace contextRef="#ctx0" brushRef="#br2" timeOffset="70274.47">16599 11017 557 0,'0'0'52'16,"0"0"-10"-16,0 0-8 15,0 0-11-15,0 0-5 0,0 0-5 0,0 0-3 16,0 0-2-16,0 0-3 0,0 0-1 0,33-32-2 15,-16 26-1-15,-3 1 0 0,7-1 0 16,1 0-1-16,-1 0 1 0,4-1 0 16,-4 1 0-16,3-1 0 0,-3 1-2 15,-6 2-1-15,-3 1-1 0,-6-1-2 0,0 3-4 16,-1 0-7-16,-3-1-15 0,-2 2-21 16,0-1-29-1,0 1-69-15,0 0-106 0</inkml:trace>
  <inkml:trace contextRef="#ctx0" brushRef="#br2" timeOffset="70864.16">17033 10611 569 0,'0'0'59'16,"0"0"-7"-16,0 0-17 0,0 0-17 15,0 0-8-15,0 0-5 0,0 0-3 0,0 0-1 16,0 0 1-16,-2 58-2 0,-8-24 3 16,-3 2-3-16,3 0 1 0,-2-1-2 0,-1-3 0 15,3-3-2-15,2-11 1 0,8-7 0 31,-3-5 1-31,3-6-1 0,0 0 1 16,0 0-1-16,0 2 1 0,0-2 1 16,0 1 1-16,0-1 0 0,3-10 1 0,5-7 1 15,4-8 0-15,-1 3 1 0,-5-3 1 16,0 1 2-16,-4 0 0 0,2-1 3 16,-2 1 0-16,-2 6 1 0,0-2-1 0,0-1 0 15,0 7-2-15,0-8-1 0,0 8-3 16,2 0 0-16,2 2 0 0,-2 0-5 15,3 1 3-15,-3 2-4 0,2 0 3 16,-2 6-1-16,4-2 0 0,0 4 3 0,5-1-3 16,3 2 3-16,1 2-3 0,3 6-2 15,-3 2 1-15,3 1 2 0,-5 1-1 0,1 2-1 16,-1 1 1-16,-1 0 0 16,0 0 0-16,-3 0-1 0,-5-4 2 0,2 3-3 15,0 1 3-15,0 2-1 0,1-2 1 0,-5 0-1 31,2-1 0-31,0-5-2 0,2 5 1 16,0-7 0-16,-2 1-1 0,3 1 1 0,-5-6-1 16,2 4-2-16,-2-4-3 0,2 0-8 15,-2 2-9-15,-2-5-12 0,0 0-14 16,0 0-19-16,0 0-36 0,0 0-100 16,0 0-51-16</inkml:trace>
  <inkml:trace contextRef="#ctx0" brushRef="#br2" timeOffset="71114.73">17134 10772 631 0,'0'0'55'0,"0"0"-15"0,0 0-18 0,0 0-9 16,0 0-3-16,0 0-4 0,0 0 1 15,0 0 1-15,0 0-5 0,2-13 2 0,9 8-3 16,-3 1-2-16,4-1 0 0,-3 2-2 16,1-2-1-16,-2 3-2 0,5-1-1 15,-11 1-1-15,8 0-13 0,-4 2-23 16,1 0-36-16,-1 0-76 0,-6 0-120 16</inkml:trace>
  <inkml:trace contextRef="#ctx0" brushRef="#br2" timeOffset="71892">17436 10522 624 0,'0'0'48'15,"0"0"-7"-15,0 0-13 0,0 0-8 16,0 0-7-16,0 0-4 0,0 0-5 0,0 0-1 16,0 0-1-16,0 0-2 0,-4-6 2 15,4 18-2-15,4 8 4 0,0 6-6 16,-2 0 1-16,-2-1 1 0,0 1-2 16,4-8 1-16,-4 0-1 0,0-5-1 0,0-1 1 15,3-2 0-15,-3-5 1 0,0 1 1 16,0-6 0-16,0 0 1 0,0 0-1 15,4 2-1-15,-4-1 0 0,0 0-2 0,0 1-1 16,0-1-1-16,0-1 0 16,0 0 1-16,0 0 3 0,0 0 2 0,0-7 3 0,0-7 1 15,-7-5 3-15,3 1 1 0,-2-2 1 16,2-2 0-16,0 1 0 0,2-2 0 16,-2 7-3-1,4-3 2-15,0 7-4 0,0 0 4 16,0 0-4-16,0 1 0 0,0 1-1 15,0 0 0-15,6 2 0 0,-2 0-2 16,0 1 0-16,2 0 0 0,1 1 0 0,3 2-1 16,-4-1 0-16,0 3-2 0,3 1 0 15,3 1 0-15,-4 0 1 0,11 0 1 16,-7 0-1-16,-3 1 1 0,7 4-2 0,-8 1 1 16,7 3-2-16,1 0 2 15,-3 1 0-15,-1 0 0 0,-2 1 3 0,3 1-5 16,-3-3 4-16,-2 0-4 0,-1-1 0 15,-5 1 1-15,4 0 1 0,-6-4 1 0,4 3-1 16,-2-1 0-16,-2-3 0 0,0 9-1 16,0-5 0-16,-6 6 1 0,0 3 0 0,-5-3-1 15,-1-2 1-15,0-2 1 0,-3 1-1 16,-1 1 0-16,1-1 1 16,1 1-1-16,1 0 0 0,1-1 2 0,2-4-2 31,-3 2 0-31,5-1 1 0,0-2-4 0,-3 3 3 15,5-3 0-15,4-3-1 0,-2 0 3 16,4-3-2-16,0 0-1 0,0 0 1 0,0 2 0 16,0-2 0-16,-2 2 1 0,2-2 0 15,0 1-1-15,0-1 0 0,-4 1 1 16,4-1-1-16,0 0 1 0,0 2-2 16,-2-2-1-16,2 0-2 0,0 1-2 0,0-1-17 15,0 0-33-15,0 0-127 0,0 0-126 16,0 0 7-16</inkml:trace>
  <inkml:trace contextRef="#ctx0" brushRef="#br2" timeOffset="101822.9">22891 7069 279 0,'0'0'61'0,"0"0"-10"16,0 0-6-16,0 0-5 0,0 0-2 15,0 0-1-15,0 0-2 0,0 0-3 0,0 0-5 31,-18-20-3-31,18 18-7 0,-4 1-3 16,4 0-1-16,0-1 0 0,0 1-4 0,-3-1 3 16,3 0 0-16,0 1-2 0,0-1-1 15,-4 2-2-15,4-1 0 0,0 1-5 0,0-2-2 16,0 2-1-16,0 0 0 0,0 0-4 16,0 0 3-16,0 10 1 0,7 6 0 15,5 5 1-15,0 0 0 0,1 3 0 16,1-3 3-16,3 0-3 0,-1-1 6 0,1-2-6 15,1-1 1-15,-3-5 1 0,-3-3 1 16,1-3 1-16,-5-2 0 0,0 0-1 0,3 0 2 16,-5-3-1-16,-4 1 1 0,-2-2 1 15,4 1-3-15,2 1 0 0,-4 0-1 16,4-1-1-16,-6-1 1 0,0 0 1 16,0 0 0-16,0 0 0 0,3 2-2 0,-3-2 1 15,4 0 1-15,-4 0 2 0,2 0 1 16,-2 0-1-1,6 0 0-15,0 0 1 16,7-3-1-16,3-4 0 0,-6 0 0 0,9-5-1 16,0-1 0-16,-5-2 0 0,9-4-2 15,0-6 1-15,6-2-4 0,4-6 4 16,0-4-5-16,6-1 2 0,4-1 1 0,-1-1-3 16,7 1 3-16,-1 3-1 0,4 1 1 15,-7 6-1-15,0 3 1 0,-5 5-2 0,-7 4 0 16,-2 5 1-16,-6 1 0 0,-7 5 0 15,-7-1 1-15,-1 2 0 0,-8 2 0 16,2 1-1-16,-4 2 1 0,0-1 0 16,0 1 0-16,2 0 0 0,-2-2 0 0,4 2-1 15,-4-1 2-15,2 1-1 0,-2-1 3 16,5 1-3-16,-5-2-1 0,2 2 0 16,-2-2-2-16,0 2 2 0,4-1 0 0,-4 1-2 15,0-2 1-15,0 2-2 0,0 0-2 31,0-1 0-31,2 1-1 0,-2 0-2 16,0 0-4-16,0 0-6 0,0 0-12 0,0 0-19 16,0 0-45-16,2 0-101 0,-2-2-105 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4:02:32.443"/>
    </inkml:context>
    <inkml:brush xml:id="br0">
      <inkml:brushProperty name="width" value="0.05292" units="cm"/>
      <inkml:brushProperty name="height" value="0.05292" units="cm"/>
      <inkml:brushProperty name="color" value="#C00000"/>
    </inkml:brush>
  </inkml:definitions>
  <inkml:trace contextRef="#ctx0" brushRef="#br0">23166 13031 29 0,'0'0'12'0,"0"0"1"31,0 0 0-31,0 0 1 0,0 0 0 15,0 0 3-15,0 0 3 0,0 0 0 16,0 0 2-16,0 0 2 0,0-3-2 16,0 3-3-16,0 0-1 0,0 0-2 15,0 0-3-15,0 0 2 0,0 0-2 0,0-2-1 16,0 2-2-16,0 0 0 0,0-1 0 0,0 1-2 16,0 0-1-16,0-2 0 0,0 2-4 15,0-1 2-15,0 1-1 0,0-1 2 16,0 1 1-16,0 0 1 15,0-2 0-15,0 2 0 0,0 0-1 0,-2-1 0 16,2 1 0-16,0 0-2 0,0-2 0 0,0 2 0 16,0-2 2-16,-4 2-1 0,4-1-1 0,0 1 0 15,0 0-3-15,0-2 0 0,0 2 0 16,0 0 1 0,0-1-3-16,0 1 2 0,0 0 1 0,0-2-2 0,-2 2 2 0,2 0 0 31,0-1 0-31,0 1 1 0,0 0 0 15,0 0 0-15,0-2 2 0,0 2-3 16,0 0 1-16,0 0-2 0,0 0-2 0,0-1-1 16,0 1 0-16,0 0-2 0,0 0 0 15,0 0 2-15,0 0-1 0,0 0 1 16,0 0 1-16,0 0 0 0,0 0 0 16,0 0 1-16,0 0 1 0,0 0-1 15,0 0 1-15,0 0 2 0,0 0-2 0,0 1 1 16,0-1 0-16,0 2-2 0,0-1 1 0,0 1-1 15,0-1-1-15,0-1 0 0,0 2-1 16,0-1 1-16,0 1 0 0,0 0 1 16,0-1-1-16,0 1 1 0,0-1 1 15,0 0-1-15,0 1 0 0,0-1 1 16,0 1 0-16,0 0-1 0,0 4 3 0,0-1-3 16,0 2 0-16,0 3 0 0,0-3-2 0,0 3 3 31,-4 1-2-31,4-1 3 0,-2-1-2 15,2-4-1-15,-4 6 0 0,4-5 1 16,0 4 2-16,0 1-3 0,0-6 4 0,-2 5-4 16,2-4 0-16,0 0 1 15,0 1-1-15,0-2 0 0,0 2 0 0,0-1-1 16,0 4 2-16,0-4 1 0,0 0 0 0,-5 6-1 16,5-5 1-16,0-1-2 0,0 6 1 15,0-5 0-15,0 6-1 0,0-1 0 16,0-7 1-16,0 0 0 0,0 0 0 0,0 1 0 15,0 0 2-15,0 0 0 0,0-6 1 16,0 0 3-16,0 0-1 0,0 2-1 16,0 5 0-16,0-1-1 0,0 1 0 0,0-2-2 15,0 0 0-15,0 1 0 0,0-2-1 16,0 3 0-16,0-7-2 0,0 6 2 16,0 0-1-16,0 0 1 0,0 0 2 15,0-2-2 1,0 3-1-16,0-1 1 0,0 0-1 15,0-6 1-15,0 0 0 0,0 0 1 16,0 1-1-16,0 7 0 0,0-2 0 0,0 0 0 16,0 4 0-16,0-3-1 0,0-3 1 15,0 9 0-15,0-8 2 0,0 6-3 16,0 1 1-16,0-7 2 0,0 5-6 16,0-3 6-16,0-2-1 0,0 6-1 0,0-6 1 15,0-1-1-15,5 3-1 0,-5-3 2 16,0 0-2-16,0 1 2 0,0 5-1 0,0-3-1 15,0-3 1-15,2 9-1 0,-2-8 1 16,0 8 0-16,0-1-1 0,0-7 1 16,0 0 0-16,0 1 0 0,0 1 1 15,0-2-1-15,0 6 0 0,0-5 1 0,0-1-1 16,0 5 0-16,0-3 0 0,0-3-1 16,0 2 0-16,0 0 0 0,0 0 0 0,0 0 1 31,0 1-1-31,0-2 2 0,0 2-2 15,0-1 0-15,0 4 1 0,0-3-1 16,0-3 0-16,0 2 0 0,0 0 0 0,0 0 1 16,0 0 1-16,0 6 0 0,0-5 3 15,0-2-4-15,0 2 6 0,0-1-7 16,0-1 1-16,0 2-1 0,0 3 0 0,0-3 1 16,0-3-2-16,0 7 1 0,0-5-1 15,0 0 1-15,4 4 1 0,-4-5 0 16,0 0-1-16,2 5 0 0,-2-4 1 15,0-1-2-15,0 5 1 0,4-3 0 16,-4-3 0-16,0 7 0 0,0-5 0 0,2 3 0 16,-2 1 0-16,4 1 0 0,-4-2 0 0,0-4 0 15,2 5 0-15,-2-3 0 0,0-3 0 16,4 7 1 0,-4-6-1-16,0 0 1 0,0 6-1 15,0-5-1-15,0 0 1 0,0 6 0 16,0-6 1-16,0 7-1 0,0-2 1 15,0 0-1-15,0 0-1 0,0-1 1 16,0 1 0-16,0 1-1 0,0-1 3 0,0-5-2 16,0 4 0-16,0-3 0 0,0-2-1 15,0 6 2-15,0-5-1 0,0 1-1 16,0-2 2-16,0 0-2 0,0 1 2 16,0 0-1-16,0 5 0 0,0-5 1 0,0 5-1 15,0-1 0-15,-4-5 1 0,4 5 0 16,0-4-1-16,-2 5-1 0,2 0 0 0,-4-1 2 15,2-1-2-15,2 1 2 0,-4 0-1 16,2-5-1-16,2 3 1 0,-4-3 1 16,4 4-1-16,-2 2 1 0,-3-2-1 15,3 1 1-15,2-2-2 0,-4 2 1 0,2-6 1 32,2 5-1-32,-2-3 6 0,2 5-6 0,-4 1 5 0,4-7-5 0,-2 5 0 0,2-4 0 31,-4 5 1-31,2-1 0 0,2-5-3 15,-4 6 3-15,1-7-1 0,3 1 0 16,0 4 0-16,0-3 0 0,-4-1-2 16,4 5 3-16,0-5 0 0,-2-1-1 15,2 7 1-15,0-5-1 0,-4 0 0 0,4 5 0 16,0-5 1-16,-2-2-1 0,2 7-1 0,0-5 0 16,-4-2 1-16,4 7 2 0,0-5-1 15,0 0-1-15,0 6-1 0,0-5 1 16,0-1 0-16,0-1 1 0,0-5 2 15,0 7-2-15,0-1-1 0,0 0 0 16,0 2 0-16,0-4 0 0,0 2 1 0,0 0-1 16,0 0 0-1,0-1 1-15,0 1-1 0,0-2 0 0,0 2 0 0,0-1 0 0,0 1 0 16,0 3-1-16,0 2 1 0,0-6 0 16,0 5 0-16,0-4 1 0,0-1 0 0,4 5-1 15,-4-4-1-15,0-1 1 0,0 1 0 31,0-1 0-31,0 0 0 0,0 2 1 16,2-1-1-16,-2-2 0 0,0 3-1 0,4 3 0 16,-4 1 1-16,0-7 0 0,2 8 1 15,-2-6-1-15,0 5-2 0,4 1 2 16,-4-6-1-16,0 6 2 0,0-6 3 16,0 1-4-16,0 3 0 0,0-4 0 15,0 0-2-15,3 0 2 0,-3-6-2 0,0 5 2 16,0 1 0-16,0 0 1 0,0 0 1 0,0-6-1 15,0 4-1-15,0 3-1 0,0-1 2 16,0 4-2-16,0-3 2 0,0-3 0 16,0 2-1-16,0-1-1 0,0 0-1 0,0 2 2 15,0 5 4-15,0-6-3 16,0 0 3-16,0 6-4 0,0-6 2 0,0 5-2 16,0 1 0-16,0-7 1 0,-3 5-3 0,3-3 2 15,0-3 0-15,0 7 0 0,0-6 0 31,0 2 1-31,-4 3-1 0,4-4 0 16,0-1-1-16,0 1 1 0,-2-2 2 0,2 3-3 16,0-2 0-16,0 2 1 15,0-1-1-15,0 0 1 0,0 0-1 0,0 4 1 16,0-3 0-16,0-1 0 0,0 5 1 0,0-6-1 16,0 0 0-16,0 1 0 0,0 0 0 15,0 0-1-15,0 6 2 0,2 0 0 16,-2-1-2-16,4 1 1 0,-4-7-2 15,0 5 3-15,0-3-1 0,0-3 1 16,0 7 0-16,3-7-1 0,-3 1-3 0,4 1 3 16,-4-6-1-16,0 0 1 0,0 0 3 0,0 6-2 15,2 0-2-15,-2-1 1 0,0 5 0 16,4-5 1-16,-4 0 1 0,0 5-2 16,0-4-1-1,0-2 0-15,2 7 1 0,-2-5 0 16,0 0 0-16,0 1 0 0,0-3-1 15,0 2 1-15,0-1 0 0,4 0 0 16,-4-5 0-16,0 0-1 0,0 0 0 0,0 2 1 16,0 0-1-16,0-1 2 0,0 1 0 15,2-1-1-15,-2 1 1 0,0 0 0 16,0-1-1-16,0 0 1 0,0 1-2 16,2-1 1-16,-2 1 0 0,0-1-1 0,0 1 4 15,0-1-3-15,0 1-2 0,0 0 3 16,0-1-2-16,0 1 1 0,4-1 5 0,-4 0-5 15,0-1 0-15,0 2-1 0,0-2 0 16,0 1 1-16,0-1-1 0,0 2 2 16,0-2-1-16,0 0 1 0,0 2 2 15,0-2-3-15,0 0 1 0,0 1 0 0,0-1-1 16,0 0 0-16,0 0 0 0,0 2 0 16,0-2 0-16,0 0-1 0,0 1 0 0,0-1 1 31,0 0-2-31,0 0 1 0,0 0 2 15,0 2-1-15,0-2-1 0,0 0 1 16,0 0-1-16,0 0 1 0,0 0 0 0,0 0-3 16,0 0-4-16,0 0-16 15,-4-3-50-15,0 0-145 0,-8-4-70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3:54:44.46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14569 8497 135 0,'0'0'30'15,"0"0"-2"-15,0 0-2 0,0 0-4 0,0 0-2 0,0 0-3 16,0 0-2-16,0 0 1 0,0 0-3 16,6-39 0-16,-6 37-2 0,0 0 1 0,0 1-3 15,0-3-1-15,0-3-4 0,0 3-3 16,-2 1-1-16,-2 3-1 0,-2 3 1 16,-2 9 0-16,-9 8 2 15,3 4-2-15,-5 3 1 16,0 3-1-16,-3 2 0 0,-3-1 0 15,-2-4 0-15,8-4 1 0,5-6-1 16,1-5-1-16,3-5-2 0,8-4-3 0,-2 1 3 16,4-4 0-16,0 0 7 0,16-2 0 15,9-8 2-15,2-7 1 0,6-6-1 0,0-4-2 16,0-2 3-16,5-2-4 0,-5 1 2 16,0 1 1-16,-6 1-2 0,2 3 5 15,-9 2-1-15,1 4 0 0,-9 6-1 16,-5 6-2-16,-1 4-2 0,-6 3 0 0,0-2-4 15,0 2-2-15,0 0 0 0,0 2 2 16,0 16 2-16,-11 14 2 0,-5 13 1 16,-15 12-1-16,-6 5-1 0,-5 1-1 0,-1 0-1 15,-3-7 3-15,13-9-1 0,0-12 2 16,13-12-2-16,9-11-2 0,5-8 1 16,6-4-2-16,0 0 4 0,12-1 0 0,13-14 3 15,8-10-1-15,11-13 0 0,3-7 0 31,7-5-1-31,2-2 0 0,2 1 1 0,-5-1-2 16,3 2-3-16,-8 4 3 0,-5 4-2 16,-4 5 4-16,-5 7 0 0,-10 7-2 15,-9 10 1-15,-7 5 0 0,-4 5 0 16,-4 3-1-16,0 0-4 0,0 0-2 0,0 5 0 16,-6 16 0-16,-13 17 5 0,-14 17-2 15,-10 13 2-15,-9 11-2 0,-8 9 1 0,0 3-2 16,-2-2-1-16,2-7 2 0,9-15-2 15,5-15 4-15,9-17-1 0,16-15 0 16,9-10-2-16,6-5 0 0,6-5-1 16,0 0 0-16,18-13 4 0,9-11 2 0,17-17-1 15,7-12 0-15,7-8 0 0,8-5-2 16,1 0 1-16,1 3 1 0,-8 3 0 16,-2 6-2-16,-7 4-2 15,-9 4 3-15,-1 7-4 16,-14 5 3-16,-4 10-1 0,-7 7 0 15,-10 10-1-15,0 4-2 0,-6 3-2 16,0 3 4-16,-4 18-2 0,-8 18 3 0,-15 22 3 16,-14 19-6-16,-17 16 3 0,-6 12-2 15,-9 4-2-15,-1-3 4 0,8-11 1 16,8-18 0-16,10-17 2 0,17-21-4 0,11-15 0 16,9-14 0-16,9-8 1 0,4-5 1 15,23-12 2-15,12-13 0 0,23-18-3 16,11-13 1-16,5-11-2 0,9-8 1 0,0-2 3 15,-5 0-2-15,1 1 3 0,-13 5-3 16,0 4 2-16,-8 6-1 0,-8 3-3 16,0 8 3-16,-11 6-3 0,-4 9 1 0,-12 8 0 15,-6 12-1-15,-13 5-1 16,-4 8-2-16,-2 2-2 0,0 2 3 0,-8 22 0 16,-15 18 1-16,-12 26 4 0,-17 19-2 0,-16 17-1 15,0 13 0-15,-11 2 0 0,-2-5 0 31,7-14 2-31,4-15 1 0,10-18-3 0,14-17 1 16,15-17-1-16,13-15 0 0,9-8 0 16,9-9-2-16,23-4 3 0,14-17 2 15,17-15 0-15,8-13 0 0,13-14-3 16,5-10 2-16,5-5-1 0,0-2 2 0,1 0 3 16,-3 1-1-16,-6 6 1 0,-11 3-2 15,-6 9 2-15,-11 3-1 0,-7 9-1 16,-7 5 1-16,-12 12-2 0,-11 11 1 0,0 8 1 15,-7 9-2-15,-5 3-2 0,0 3-1 16,-17 22 1-16,-6 21-2 0,-18 25 2 16,-15 22-2-16,-18 16-4 0,-5 11 0 0,-8 8 0 15,-2 1-1-15,7-5 0 0,9-15 3 16,9-17 0-16,19-24 4 0,16-29 0 0,12-17-1 16,17-18 2-16,11-10 0 0,18-21 2 31,20-19-1-31,24-18 4 0,11-15-2 15,18-10-3-15,5-6 2 0,3 0-2 16,3-1 0-16,-7 3 3 0,-9 4-3 0,-8 9 4 16,-11 7-3-16,-9 11 1 0,-14 10 0 15,-13 11 0-15,-11 11-1 16,-17 12-5-16,-3 7 0 0,-5 8-4 0,-6 5 3 0,-11 20 4 16,-9 23-2-16,-20 25 3 0,-11 25-3 15,-19 21-3-15,-9 16 1 0,-8 11-3 16,-4 6-2-16,0-2-3 0,2-10 2 0,7-19 6 15,16-22 5-15,14-28 6 0,19-28-2 16,18-21-2-16,15-19-2 0,21-18-3 16,18-23 3-16,21-25 0 0,19-18 3 0,12-13 1 15,12-8 1-15,7-3-6 0,-1 1 2 16,1-1-2-16,-7 3 1 0,-12 4 4 16,-12 5-3-16,-9 9 2 0,-16 13-2 0,-11 11 1 15,-10 11 2 1,-8 9-2-16,-13 16 7 15,-5 10 1-15,-5 11 2 0,-2 6-2 16,0 0-5-16,0 0-6 0,0 1-3 0,-13 22 2 16,-12 23-1-16,-14 25 5 0,-15 23-3 15,-10 14-1-15,-6 7 1 0,-4 2 0 16,-3-5-3-16,7-7 0 0,10-14 1 0,8-16-3 16,19-21 0-16,10-21 2 0,23-20 0 15,13-15 2-15,26-27 3 0,23-19 0 16,17-18-2-16,12-12 0 0,8-12 1 0,4-7-1 15,7-4 3-15,-7-5 1 0,-6 3-1 16,-6 5 1-16,-12 5 0 0,-13 9-2 16,-10 9 1-16,-17 11 0 0,-8 14 1 0,-10 13 2 15,-9 16 1-15,-6 9-1 0,-4 9-5 16,-2 3-2-16,-2 14-5 0,-16 18 2 0,-13 25 3 16,-17 25 1-16,-20 25-3 0,-11 20-1 15,-12 16-3-15,-2 9-4 0,-4 5-2 31,2 0-4-31,10-9 1 0,13-19 9 16,8-24 4-16,18-26 10 0,20-27-3 0,7-24 0 16,19-17-1-16,6-11-1 0,21-19 0 15,16-18-2-15,11-16 2 0,12-15-3 16,11-12 2-16,5-4 3 0,-1-4-2 0,6 2 3 16,-9 1-3-16,-5 3-3 0,-3 2 2 15,-6 1-3-15,-10 5 3 0,-2 2 1 16,-9 9-1-16,-8 8 2 0,-4 11-2 0,-10 12 1 15,-7 11 1-15,-3 10-1 0,-9 8-2 16,-2 6 2-16,-9 22-2 0,-9 20-1 16,-13 26 2-16,-11 16-5 0,-13 16 4 0,-5 10-1 15,-11 11-4-15,-1 5 1 16,2 0-45-16,6-11 2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3:54:44.74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17922 9463 419 0,'58'-70'1'16,"6"-9"-2"-16,-4-5 45 15,8-6-2-15</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3:55:06.65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18453 8389 120 0,'0'0'56'15,"0"0"1"-15,0 0-8 0,19-44-11 16,-19 34-7-16,0 5-3 0,0 0-5 16,0-3-4-16,0 3-3 0,-2 0-3 0,-4-1-1 15,1 3-1-15,3 0-2 0,-2 0-3 16,-2 3-3-16,-2 2-3 0,-5 11-1 16,-7 13 3-16,-5 15-2 0,-6 16 3 0,-8 13-3 15,-9 19 0 1,-4 9 0-16,-10 13-2 15,0 6-1-15,-6 3 2 0,-4 1-1 16,-5-2-2-16,5-10 3 0,6-13 0 0,8-20 1 16,12-23 5-16,22-21-5 0,9-16 0 15,11-10-2-15,4-6 0 0,12-15 4 16,15-14 2-16,10-13-2 0,7-13-1 0,3-5 1 16,5-6-3-16,0 1 2 0,-1 1-1 15,-5-1-2-15,-7 0 2 0,-2-1-1 0,-8 1 1 16,0 1 3-16,-8 2-1 0,-2 3 5 15,-1 7-2-15,-7 8 2 0,1 8-1 16,-6 11 3-16,-2 10 1 0,-2 11 5 16,-2 4 1-16,0-1-3 0,0 1-5 0,0 0-10 15,0 0-2-15,0 10-1 0,-6 16 5 16,-6 13 2-16,-3 16 1 0,-5 9-6 16,-9 7 2-16,2 5-2 15,-2 0 3-15,-2-9 2 0,0-10 0 0,10-14 4 16,3-16-2-1,9-14-2-15,5-6-2 0,4-7 0 16,6-14 0-16,11-13-4 0,10-17 3 0,6-11-2 16,8-10 0-16,5-8 5 0,3-4-2 0,-1-4 2 15,1 1-1-15,-3 1 1 16,-7 1 2-16,-6 6-4 0,-6 2 3 0,-8 9-1 16,-3 10 1-16,-7 11 4 15,-3 16-1-15,-4 10 0 0,-2 10 0 0,0 4-8 16,0 0-4-16,-6 15 0 0,-11 16 1 0,-14 23 3 15,-12 18 3-15,-9 22 0 0,-8 18-2 16,-6 12-2-16,-4 8 2 0,-3-3-1 0,5-9 0 16,8-19 4-16,8-19-1 0,13-22 3 15,12-22 1-15,9-17-2 0,11-10-3 16,5-11-1-16,2-6 0 0,13-14 3 16,7-14 0-16,7-11 2 0,6-10-1 0,7-9-4 15,-3-3 4 1,-2-2-3-16,0-3 2 0,-8 2 3 15,-6 2-2-15,-7 3 2 16,-1 6-2-16,-3 4 1 0,-4 8-1 0,-6 15 1 16,0 8-2-16,0 10 2 0,0 8-4 15,0 1-5-15,0 5-2 0,-12 14-1 16,-9 17 0-16,-10 20 3 0,-6 16 5 0,-5 16-2 16,-7 9 2-16,-5 3 2 0,2-2-2 15,-3-5 4-15,3-9-4 0,6-9-2 0,7-11 5 16,10-12-2-16,4-12 3 0,11-14 0 15,8-9 0-15,2-12-2 0,4-12 0 16,14-18-2-16,11-16 0 0,8-11 1 16,6-10-2-16,7-8-3 0,3-2 4 0,-3 0-2 15,-1-2 3 1,-5 1 2-16,-7 4-1 0,-2 2 2 0,-7 8-1 0,-7 7 2 16,-5 9 2-16,-5 8-5 0,-1 14 3 15,-6 11-7-15,0 10 0 0,0 5-5 0,-6 7-1 31,-9 15 3-31,-12 22-1 0,-10 22 4 16,-10 18-4-16,-11 18-2 0,-11 10 2 0,1 5 0 16,0 2 1-16,6-5 0 0,6-11 0 15,11-17 2-15,12-17 4 0,8-21 1 16,10-19 2-16,9-15-3 0,2-8 0 0,4-6 1 16,4-15 1-16,15-16 3 0,8-14-1 15,6-13 2-15,6-7-4 0,6-5 1 16,1-3-1-16,-1 0-2 0,-1 1 2 0,-5-3-3 15,-6 2 2-15,-2 2 3 0,-10 2-3 16,-3 7 1-16,-3 9 0 0,-5 9 1 0,-6 17-3 16,-4 12 1-16,5 8-3 0,-5 7-4 15,0 0-1-15,-13 20-2 0,-12 18 3 16,-10 25 0-16,-10 22 4 0,-11 16-1 16,-8 17-3-16,2 8-1 0,-9 5 0 0,5-2-5 31,2-11 6-31,8-17 4 0,11-23 3 15,12-23 9-15,14-24-5 0,11-21-1 0,8-14-2 16,19-29-7-16,14-26 3 0,14-21 0 16,21-20 2-16,13-11 2 0,10-6-1 15,6-1-2-15,7-2 0 0,-7 5 0 16,-6 1 0-16,-2 6 2 0,-13 7 1 0,-8 5-3 16,-6 6 1-16,-10 11 0 0,-7 12 0 15,-16 17 2-15,-6 18-3 0,-13 16-1 16,-5 10-2-16,-5 8 0 0,-7 22 1 0,-13 21 2 15,-13 29-1-15,-13 25 2 0,-12 23-3 16,-6 14-2-16,-2 10 1 0,-8 1-1 16,7-6 1-16,3-12 1 0,11-17 0 0,9-19-1 15,11-22 3-15,12-21-2 16,9-21 1-16,8-15 0 0,2-8 1 0,4-6 2 16,14-15 4-16,9-14 2 15,10-18-2-15,5-14 1 16,3-8-4-16,3-7 2 0,1 0-2 15,-1-1-3-15,-3 0 2 0,-4 3-2 16,-1 0 0-16,-5 4 4 0,-7 2-1 0,-1 7 0 16,-4 6-1-16,-7 11 2 0,-3 16-1 15,-3 11-3-15,-4 11-2 0,-4 6-3 0,0 1-2 16,-6 21 3-16,-6 17 2 0,-11 26 1 16,-6 20 2-16,-4 17-1 0,-11 9-2 15,-1 3-1-15,-3-4-2 0,5-10-3 16,4-14 6-16,12-21 0 0,4-20 2 0,15-18-2 15,2-14 1-15,6-13 2 16,12-15 2-16,13-20 4 0,14-22 0 0,9-14-1 0,14-14-2 16,4-6-5-16,6-5 2 0,0-1-2 15,3 2 1-15,-7 1 4 0,-6 4-3 16,-4 5 2-16,-6 7 0 0,-7 7-3 16,-10 9 4-16,-4 12-6 0,-10 12 4 0,-4 15-5 15,-13 11-4-15,0 9-2 0,-4 8 2 31,-4 20 2-31,-11 24 4 0,-5 26 2 0,-14 20-5 16,-15 21-2-16,-5 16 1 0,-10 7 0 16,-2 4-2-16,-4-5 4 0,5-14 0 15,12-20 2-15,7-24 4 0,15-22 1 16,13-26-2-16,9-16-2 0,9-14 3 0,2-8-1 16,23-20 2-16,8-18 2 0,17-17-5 15,10-13 3-15,4-8-4 0,6-3-3 0,3-5 5 16,-3 1-5-16,-2-3 2 0,-4 3 3 15,-2 1-2-15,-12 6 3 0,-5 8 0 16,-3 9 2-16,-13 8 0 0,-7 12-3 16,-7 15 5-16,-7 13-1 0,-4 11-1 0,-4 6-1 15,0 0-5-15,-10 16-4 0,-7 18-1 0,-14 23 3 16,-8 19 0 0,-4 18 0-16,-9 14 2 0,-2 7-1 0,-8 7-1 15,6-3-2 1,-2-6 1-16,7-14-1 0,7-18 4 15,11-24 1-15,13-21 0 0,9-19-2 16,11-14 1-16,7-9 1 0,21-19 1 0,12-20 3 16,11-17-2-16,9-14 2 0,11-9-3 15,3-3-2-15,3-3 1 0,-5 0 0 16,2 1 0-16,-12 2 4 0,-4 6-3 16,-8 6 2-16,-11 8-1 0,-8 9 4 0,-10 10-1 15,-7 11-1-15,-8 14 4 0,1 12-2 16,-5 8-5-16,-2 4-2 0,-2 12-7 0,-13 18 2 15,-8 22 2-15,-10 22 0 0,-12 20 4 16,-9 17-6-16,-8 10 2 0,-6 8-2 16,0 2 0-16,2-5 1 0,6-11 1 0,8-18 3 15,8-24 3-15,16-23 0 0,5-21-3 16,15-15-1-16,8-14 0 0,14-17 0 16,13-19 3-16,23-23 3 0,9-18-3 0,12-10 3 15,7-8-3-15,5 1-2 0,-2 0 2 31,-1 2-2-31,-7-1 2 0,-14 5 3 16,-3 5 0-16,-14 8 3 0,-9 13-1 0,-11 10 3 16,-7 15-1-16,-7 12 3 0,-4 13-2 15,-2 7-5-15,-2 5-5 0,-6 8-5 16,-8 18 0-16,-7 21 1 0,-12 23 4 0,-10 22-1 16,-9 18 1-16,-2 11-2 0,-10 3-2 15,2-1 1-15,2-10 0 0,8-18 1 16,13-17 5-16,8-24-2 0,15-20-3 0,5-18-2 15,11-11 1-15,17-8 1 16,10-20 3-16,18-18 4 0,13-15-3 0,8-14 2 16,4-7 0-16,-1-2 0 0,-1 2-1 0,-8-1-2 15,-4 3 3-15,-11 2-2 0,-10 2 3 16,-4 6 4-16,-10 9-3 0,-7 9 1 16,-3 16 0-16,-9 13-2 0,-2 13 0 0,0 5-3 15,0-2-6-15,0 5-1 0,-13 19 1 31,-9 21-1-31,-9 24 6 0,-7 14-4 16,-1 9 4-16,-2 7 0 0,-5-1-3 0,3-3 3 16,8-13-1-16,4-14-1 0,6-16 1 15,13-21-4-15,3-13 1 0,9-10 0 0,0-6 4 16,15-14 2-16,12-13 1 0,16-17 1 16,3-14-3-16,7-7 2 0,3-5-1 15,2 1-3-15,-4 0 2 0,-5 4-1 16,-7 3 1-16,-5 2 4 0,-10 8-1 0,-7 7 2 15,-7 9-2-15,-7 13 0 0,-2 11 0 16,-2 8-4-16,-2 4-3 0,0 1-4 16,-12 20-1-16,-9 17 1 0,-10 20 5 0,-4 12-1 15,-8 9 1-15,1 7 1 0,-1 1-6 16,4-5 4-16,8-9-1 0,4-16 0 16,8-13 4-1,13-16 0-15,0-14-3 0,6-7 2 0,4-7 1 0,10 0 3 0,11-14 0 31,2-13 1-31,10-10-2 0,2-6 2 0,7-6-1 16,-1-3 2-16,1 2-1 0,-7-2-4 16,-6 6 4-16,-6 2-4 0,-4 7 1 15,-7 8 4-15,-3 11-1 0,-7 9-2 16,-2 6-4-16,-4 3-2 0,0 3-1 0,-6 18 1 16,-6 14 5-16,-3 18 2 0,-8 6-3 15,1 8 2-15,-3 3-5 0,0 1-4 16,4-4 1-16,3-9 0 0,9-19 2 0,5-10 2 15,4-14 1-15,0-12 1 0,13-3 1 16,7-9 2-16,11-15 0 0,2-14 0 16,5-6-1-16,-3-6 0 0,2 0-1 0,2 0 1 15,-8 3 0-15,-2 2 1 0,-6 5 1 16,-9 6-4-16,-5 10 3 0,-5 10-2 0,-2 10 3 16,-2 4-3-16,0 0-3 0,0 0 1 15,-2 11-5-15,-11 9 7 0,-7 12-2 31,-3 6-2-31,0 2 1 0,1 2-3 16,5-2 2-16,-2-5-1 0,3-6 1 0,10-11 0 16,2-8-1-16,-1-5-2 0,5-5 2 15,0 0 2-15,7-6 3 0,5-9 2 16,2-8-1-16,5-6 3 0,0-3-1 0,-1-3 2 16,-3-2-1-16,-3-1 2 0,-4-1-1 15,-1 4-5-15,-1 10 4 0,-6 10-5 16,4 8 2-16,-4 7-1 0,0-1-6 0,0 1-6 15,0 0 4-15,0 0 0 0,0 12 5 16,-6 9 5-16,-5 10-6 16,5 1 3-16,0-2-5 0,4-9 0 0,-2-7 0 0,4-8 0 15,0-1 0-15,0-1 3 0,0 0 2 16,0-2 4-16,10-4 1 0,-2-10 1 16,5-7 2-16,-3-5 1 0,-6-4 0 0,0-2-4 31,-4-2 4-31,0-2-7 0,0 2 2 15,-4-1 1-15,0 1-2 0,-2 0 1 0,0 2-2 16,0 2-1-16,-1 0-1 0,1 4-1 16,0 5 1-16,2 11 0 0,2-2 1 15,2 6 0-15,-2-1-1 0,-2 2-1 16,2-2 3-16,-5 2 0 0,7 1 2 0,-6-6 1 16,2 5 1-16,-2-4 1 0,0 0-1 0,4-2-1 15,-5-6-2-15,5-2-1 0,-2-6-2 16,2-1 1-16,2 0 1 0,-4 0 1 15,2-1-2-15,2 9 1 0,-6 1-2 16,1 4-1-16,5 6-1 0,-2 1-5 16,-4 4-1-16,-4 0-2 0,-7 10 1 0,-7 8 3 15,3 9 2-15,-4 3 0 0,0 0 2 16,5 0 0-16,1-5 2 0,7-8 2 16,5-7-2-1,5-5 0-15,2-5 0 0,0 0-2 16,0 0 2-16,0 0 0 0,0 0 3 15,0-10 1-15,15-6-2 0,-1-7 1 16,5-3-2-16,-3-3 1 0,-1 2-1 0,-7 0 2 16,2-1-2-16,-7 3 2 0,-3 2 0 15,-3 0 1-15,-7 4 0 0,-6 0-5 0,-3 4 3 16,-4 1-5-16,-6 5 2 0,2 3 2 16,-1 2-1-16,-6 1 1 0,8-1-1 15,-5 0 2-15,2 0 0 0,-7-3 1 16,3-2 1-16,0-2-2 0,0-2-1 0,0-2 1 15,2-2-1-15,-2 0 0 0,0 1-1 16,0 0-1-16,0 5 0 0,-2 2-1 16,0 5 0-16,-9 4-1 0,3 2 1 0,-9 10-1 15,3 5 2-15,-5 2 0 0,9 2 2 16,-3-1-1-16,5-3 1 0,4-2 1 16,-1-4 0-16,5-5 1 15,6-1 0-15,1-5 0 0,5 0-1 16,2-2-1-16,1-7-2 0,-1-5 1 15,5-1 0-15,-7-6 1 0,-2-2 0 16,0-3 0-16,-8-1 1 0,-6 1-1 16,2 2-2-16,-8 4 0 0,-1 8-1 15,-1 7 0-15,-1 5-1 0,-1 14 2 16,-7 9-1-16,2 7 0 0,-6 5 2 0,-4 1-3 16,5 1 4-16,3-2 1 0,8-3-2 15,3-7 3-15,14-3-3 16,6-10 1-16,15-5 0 0,2-4 0 0,6-3-2 0,-2 0 0 15,2 0 2-15,0 0 0 0,0 0 1 16,0-12-3-16,0-6 3 0,0-5-5 16,0-1 5-16,0 1-1 0,0 4 1 0,-4 1 0 15,-5 2 0-15,-3 2-2 0,0 5-1 16,-3 5-2-16,-8 4-1 0,-4 3 0 0,-8 10 1 16,-4 9 1-16,-4 3 2 0,-3 6 2 31,3 1-2-31,1-2 1 0,3-4-1 15,6-5 0-15,2-4 1 0,12-8 3 16,11-4-2-16,2-2 0 0,6-3-1 0,-4 0-3 16,-2-5 0-16,-1-5 0 0,-1-9 1 15,6-2 1-15,-4-3 1 0,0-2-4 16,-7-3 5-16,-3 0-4 0,-7-1 3 0,-4-1-1 16,-4 7 0-16,-6 4 0 0,-2 10 0 15,-1 5-1-15,-5 5-1 0,-3 8-1 16,-1 10 2-16,-5 3-1 0,-2 7 3 0,2-1-1 15,3 2 0-15,-5-1 2 0,8 2-4 0,3-5 5 16,2-5-4-16,9-3 4 0,14-8-2 16,5-5 1-16,11 0 0 0,4-4-1 15,-2 0 0-15,-2-2 0 16,2-9 0-16,-2-7-4 0,4-3 5 0,4-6-4 16,-2 2 4-16,2 7-1 0,-2 1 2 0,-2 5-1 15,0-1 0-15,0 0 0 0,0 7-1 31,-2-1-1-31,-2 4-1 0,2 0-2 0,-11 1 0 16,1 2 1-16,-9 6-1 0,-8 8 2 16,3 1 0-16,-1 2 1 0,0-2-1 15,6-1 2-15,3-6 0 0,5 0 0 16,3-3 2-16,6-4-1 0,0 1 0 0,4-2 1 16,0 0-1-16,0 0-1 0,-2 0 0 0,-5 0-1 15,1 0 0-15,-4-3 0 0,-5-2 0 16,7 2-1-16,-9-2-2 0,3 3 1 15,-5 0-1-15,-7 2 1 0,1 0 0 16,-2 3 0-16,-6 5 1 0,0 1 4 16,2 2-4-1,0-3 5-15,-2 2-5 0,8-5 1 0,-2 2 0 0,8-4 0 0,5-1 1 16,6-1 0-16,-5-1 1 0,-5 0 0 16,3-5 0-16,-8-4-5 15,5-3 6-15,7 0-6 0,-1 3 3 0,0 0 1 0,5 2-3 31,1 5 2-31,0-4 1 0,4 2-1 16,-2 1 1-16,-2 2-1 0,6 1 0 0,0-2-1 16,0 2-2-16,0 0-1 0,0-1 1 15,0-5 1-15,4-3 1 0,10-5 0 0,13-6 1 16,6 2 0-16,11-2-1 0,3-1 1 16,5 1 0-16,6-1 0 0,0 3 3 15,-1 1-3-15,-5 5-1 0,-6 3 0 16,-7 3 0-16,-6 2 1 0,-8 2 0 0,-7 0 0 15,-5 1 0-15,-7 1 1 0,2-2-1 16,1 2 1-16,1-3 1 0,8 0 0 16,-3-1-1-16,4-4 1 0,-5 2-1 0,-2 0-1 15,1 0 0-15,1-2 0 0,-3 4 0 16,3-4-1-16,-6 5 0 0,3 2 0 16,7 1-1-16,-1 1 0 0,6 11 1 0,-1 3 0 15,1 5 0 1,0 3 1-16,0 1 0 15,-3-1-2-15,1-2 4 0,2-4-4 0,-1-5 2 16,9-4 0-16,2-7 2 0,5-1-2 16,1-9 1-16,6-9 0 0,1-3 2 15,-1-7-2-15,1-2 1 0,-1-1-1 16,-5 1-2-16,-3 3 2 0,-8 5 1 0,-11 7-1 16,-5 8 0-16,-7 4-1 0,-6 3-3 15,0-2 1-15,0 2 0 0,0 0-1 16,2 0 3-16,2 12-1 0,-2 8 2 15,2 6-2-15,-4 2 1 0,2-3-1 0,3 0 1 16,1-6-1-16,6-2 2 0,3-5-1 16,5-5 0-1,7-3 1-15,4-4-2 0,2-9 1 0,7-8 0 0,3-6 1 16,-4-1 2-16,0-2-3 0,-5 0 0 0,-1 0 1 16,-7 5-2-16,-3 3 2 0,-10 4-1 0,-5 8 1 31,-4 3 0-31,-4 3-1 0,0-2-1 15,0 2-2-15,0 0 1 0,0 0 0 16,2 16 2-16,-2 5 0 0,2 9 1 0,-2 1-2 16,0 0 1-16,4-3-2 0,2-4-2 15,7-4 2-15,-1-5 2 0,9-6-1 16,4-6 1-16,4-3 0 0,4-3-1 0,4-11 2 16,0-2 0-16,-2-5 1 0,-4-2-1 15,-4 0 0-15,-2 2 0 0,-10 0 2 16,-3 2-2-16,-6 4 1 0,0 6-1 0,-6 6 2 15,0 3-2-15,0-1 0 0,0 1-3 16,0 0-1-16,-8 1 0 0,-11 11-1 16,-1 11 2-16,-9 8 0 0,2 3 1 0,-6 2 0 15,2-1 1-15,4-4-1 0,2-7 0 16,11-7 1-16,-1-3 0 0,9-7 0 16,2-4-1-16,2 0-1 15,2-3 1-15,0 0 1 16,0 0 1-16,0 0 0 0,0-10 0 15,0-5 0-15,2-8 0 0,4 1-1 0,-2 0 1 16,-2 5 1-16,-2-1-2 0,0 1 2 16,0 4-2-16,-2-4 1 0,-2 7-1 15,-4 5-3-15,-9 0 0 0,3 5-2 16,-7 1 0-16,-4 11 2 0,5 5 1 0,-1 1 0 16,2 1 2-16,7-7-1 0,2-1 2 15,3-4-2-15,5-4 0 0,0 0-2 16,2-3 0-16,-4 0-1 0,4 0 4 0,8-4 2 15,5-8 2-15,10-8-1 0,-1-6-1 16,7-5 1-16,-2-1 0 0,2-1 1 16,2 0-3-16,0 1 1 0,0 1-2 0,-2 6 0 15,-2 3 0-15,-2 6-1 0,-5 2 0 16,-3 7-2-16,-3 2 0 0,1 5-1 16,1 0 2-16,5 0 0 15,0 2 1-15,2 2 0 16,-1 1 1-16,3 1 1 0,0-3 1 15,2-2 0-15,0 1 0 0,-3-2 0 16,-3 0 0-16,-2 0 0 0,-5-5 2 0,-1 4-1 16,-3-2-1-16,2 0 0 0,-10 1-1 15,5 0 0-15,-7 2-2 0,0-1-1 0,0 1-3 16,2 0-1-16,4 3 3 0,0 8 2 16,4 5 1-16,-3 3-1 0,-1 2 0 15,2 0 0-15,-2 0 1 0,0 1 0 16,1-4 0-16,-1-5-1 0,0-2 0 0,0-3 0 15,-4-5 0-15,2 2 0 0,-4-5 1 16,0 0 1-16,0 0 2 0,3 0-1 16,-3 0 2-16,0-2-2 0,0-9-2 0,-3-6 1 15,-9-1-1-15,-4 2 0 0,-1 2 0 16,-2 3-1-16,-3 2 0 0,1 2-1 16,-4 2-1-16,-2 3 0 15,0 2 0-15,-4 0 0 16,5 0 1-16,-5 0 1 0,-3 3 0 15,6 2 1-15,-3 1 0 0,-3-1 1 16,8-2 0-16,-3-2 1 0,12 1 1 0,-2-2 0 16,3 0 2-16,14 0-1 0,-4 0 0 15,6 0 0-15,0 0-2 0,0-3-2 16,0-6 1-16,8-4 0 0,11-2-1 0,3 3 1 16,5 0 0-16,2 1 0 0,2 4 0 15,0-1 0-15,2 4-1 0,0 1 0 16,0 1 1-16,5 2-1 0,-3 0 1 0,2 0-1 15,0 3 0-15,2 0 0 0,1-1 0 16,-1 1 2-16,-2-3-2 0,2 0 1 16,-3 0 0-16,1 0-1 0,-4 0 1 0,-2-3-1 15,-4 0 0-15,-7 1-1 0,-1 1 0 16,-7 1 0-16,1 0 1 0,-1 0-2 16,-1 0 0-16,-1 3 0 0,-2 0-1 0,2 0 1 15,-3 1 0-15,-1 1 0 16,0 1 2-1,-2-2 0-15,0 0 0 0,5 0 1 16,-5-1-1-16,-2 0 0 0,-2 0 0 0,0-3 0 16,0 0 1-16,6 2 0 0,0-2 1 15,0 1-1-15,1 1 0 16,-5-2-2-16,4 0 1 0,0 0-1 0,0 2 1 0,-2-1-1 16,3 0-1-16,-1 2 1 0,2 5-1 15,0-1 1-15,3 7 0 0,1 3 2 16,-4 1-2-16,1 5-1 0,1-2 2 0,2 2-2 15,1-3 1-15,1-2-1 0,5-5 1 16,2-3 1-16,5-6 0 0,7-4 2 16,11-4-1-16,-1-9 0 0,5-2-1 0,1-3 1 15,-3 0-1-15,-5 1 0 0,-4-1 3 16,-3 3-2-16,-10 0 1 0,-3 1 1 16,-7 5-1-16,-3-2 1 0,-5 5-2 0,-4 3-1 15,0 0-1-15,-2 3-1 0,0-2 0 31,0 2-2-31,4 0 2 0,-4 0-3 0,2 0 2 16,-2 0 1-16,5 0 1 0,-3 2 0 16,2 1 0-16,-2 2 0 0,-2-5 0 15,0 0 0-15,0 0 1 0,4 1 2 16,-4 1 0-16,2-1 3 0,-2-1 1 0,0 0-2 16,0 0 0-16,0 0-1 0,-6-3-3 15,-7-6-1-15,-3-3 0 0,-7 2-2 16,2 0 1-16,-5 1 1 0,-1 1 1 0,-4 3 1 15,0-2-1-15,-2 3-1 0,-3-1 0 16,-5 4-3-16,2-1 3 0,0 1-2 16,-1 1 2-16,5 0 2 0,-2-2-2 0,0 1 3 15,4-3-1-15,2 2 0 0,2-1 2 16,-2-3-1-16,6-1 1 0,8 3 2 16,5 1-1-16,8 1 0 0,4 2-3 0,-2-1-2 31,2 1-2-31,0-2 1 0,0-1-1 15,2-1 2-15,16-1-1 0,3 2 0 16,4 3 1-16,0 0 0 0,4 0 2 0,2 5 0 16,-4 1-1-16,8 1 1 0,-6 1-1 15,4 0 0-15,2-1 0 0,0-1-1 0,-2 0 2 16,4 0 0-16,-4-3 1 0,0 2 0 16,0-2-1-16,1 1 3 0,7 1-2 15,-6 1 0-15,2 2 0 0,-2 3-4 16,1 1 2-16,-8 1-1 0,-1 1 1 0,-2-1-1 15,-6-2 1-15,-5-4-3 0,-1 1 3 16,-7-3 0-16,-2-4 1 0,-2 2 2 16,-2-3-2-16,0 0-1 0,0 0 1 0,4 2-2 15,-4-2 2-15,2 1-1 0,-2-1 2 16,4 0 0-16,-4 2 0 0,0-2 0 16,2 0 0-16,-2 0 1 0,0-2-2 0,2-4 2 31,3-6-2-31,-5 2 1 0,0-1-1 15,0 0-1-15,0 1 0 0,0 0-1 16,-7 3 0-16,1-1 0 0,0 3-1 0,0-2 1 16,-2 3 0-16,-3-1 1 0,5 1 0 15,-2-1 0-15,-1 0 0 0,-1 1-2 16,4-2 2-16,-9-2-2 0,3-1 1 0,-7-4-1 16,1 1 1-16,1-2 1 0,-5 0 0 15,-1 0 1-15,-8 2-2 16,0 2 3-16,-4-1 0 0,-5 5-4 0,-3 1 4 0,-5 4-4 15,-3 1-2-15,-5 3 4 0,-2 6-4 16,4 0 4-16,-1 3-1 0,3-1 1 16,0 1 0-16,5-1 0 0,-5-1 1 0,4 0-1 15,-1-2 2-15,1 2 0 0,-1-3-2 16,1 2 1-16,3 0-2 0,-1-1-1 0,1 1 3 16,1 0-1-16,1-1 1 0,1 1 1 15,-1-1-2-15,2 0 1 0,-3 2-1 31,3-1 0-31,-2 2 0 0,1-1-1 16,-1 2 1-16,-5-1 0 0,-1 0 0 0,1-1 1 16,-4 1-1-16,3-1 0 0,1 1 0 15,-1 1 1-15,3-1-1 0,-1-1 0 16,1 0 1-16,-3-2-1 0,1 3 1 0,-2-2-1 16,-1 0 0-16,-1 1-1 0,-2-2 1 15,-1 3 0-15,1-2 0 0,2 2-1 16,-2 0 0-16,-4-3 0 0,1 3 1 0,-1-2 0 15,-4 1 0-15,6-1 2 0,-2 0-2 16,2-2 1-16,9-1 1 0,1-1-4 16,7-2 4-16,6-3-1 0,4 0 0 0,2 0 2 15,6-3-1-15,-3-3-1 0,3-2 0 16,2-1-1-16,-1 0 0 0,-3 0 1 16,-4 0-2-16,6-2 0 0,-6 2-1 0,1 2 0 31,-3 2 0-31,2 2 0 0,0 2 0 15,0 1 1-15,-2 0 0 0,0 0 0 0,2 2 1 16,-4 3-1-16,0 3 1 0,-2-1 1 16,2 2-2-16,2 0 2 0,-4 2 0 15,2 0-1-15,0 1 0 0,2 0-1 16,-8 2 1-16,4-1 0 0,-4 1 0 0,-3 0-1 16,1-1 1-16,0 1 0 0,0-1 0 15,1 3 4-15,-1-1-5 0,2-1 4 0,4-1-4 16,0-2 0-16,4-2 1 0,4-3 0 15,6-1 1-15,1-2-2 0,10 0 2 16,-5-2-1-16,3 1 0 0,-1-1 4 16,1 1-3-16,-2-1-1 0,3 1 0 0,3-2-1 15,-6 1 1-15,6-1 2 0,-7 0-1 16,-5 0 1-16,1 0-1 16,-1-1-3-16,3-4 3 0,-4 0-1 15,1-2 1-15,-1-2 0 16,1-2 1-16,-1 2-2 0,5-3 1 15,1 5-5-15,-1-4 4 0,5 5-3 16,3 0 4-16,-4 0-1 0,8 3 0 0,-2 1 1 16,-3-1-2-16,1 1 1 0,4 1-1 15,-10 0-1-15,6 1 1 0,-7 0-2 16,-1 4 2-16,-5 8 3 0,1 6-5 0,-3 4 6 16,8 2-5-16,-1 2-1 0,-3 1 3 15,7 2-2-15,-2 3 1 0,1 1 1 16,-1 4 0-16,4 1-2 0,-5 1 2 0,5 2-1 15,-4 0 0-15,-1 2-1 0,1-4 2 16,-1-1-1-16,5-3 1 0,-2-3 0 16,2-2 0-16,8-2 2 0,-7-3-3 0,7-2 3 15,0-6-4-15,4-3 1 0,-1-6-2 16,5 0 1-16,-2-2 0 0,4-1-2 16,-1-1 3-16,-5-2 0 0,2 0 1 0,-4-2 3 15,4 0-1-15,0 0 2 0,1 0 0 31,-1-7-1-31,2-6-2 0,-4-6-3 16,2 4 2-16,-6-1-4 0,0 4 4 0,0 5-1 16,2 1 1-16,-2 6 1 0,0-1-1 15,0 1-2-15,0-2-2 0,0 1 0 16,0 1 0-16,0 1 5 0,5 15-1 0,-3 6 2 16,4 8-2-16,2 2-2 0,2 0 1 15,5 2-1-15,-1 0-1 0,3 0-1 16,2-1 2-16,1-1 0 0,-1-3 2 15,-3-3 0-15,1-6 0 0,-5-5 0 0,1-5 0 16,-7-2 0-16,-4-5 0 0,0 0-1 16,-2-3 0-16,0 0 1 0,0 0 1 0,6 0 2 15,5-2 0-15,1-11-1 0,0-10 2 16,-1-6-3-16,1-4-1 0,-6-5 4 16,1-2-4-16,-1-2 1 0,-2-2-1 0,-4 0-5 31,0 0 5-31,0 3-4 0,-10 3 4 15,1 6 1-15,-1 6-1 0,2 9 2 16,4 9-1-16,1 4-1 0,3 4 1 0,-2-1-3 16,-2 1-2-16,-2 5 2 0,-6 8 0 15,-1 9 0-15,7 3 1 0,2 5 4 16,-2 4-4-16,6 1 4 0,0 0-3 0,0 1-1 16,0-1 0-16,0 0 1 0,8-2-1 15,-2 4-1-15,7 1 2 0,-1 3-4 16,2 3 5-16,5 1-2 0,-4 1 1 0,5-1 0 15,-1 1 0 1,4-3 5-16,-7-4-3 0,3-3 3 0,1-4-1 0,-1-4-7 16,2-9 5-16,-3-5-1 0,7-7 0 0,0-5 1 15,0-2-1-15,2-5 0 0,1-5 0 16,3-7 1-16,-4-3-2 0,4-2-2 16,-4-4 2-16,-6-1-4 0,-2-4 4 0,-1-1 2 15,-5-1-2-15,-7 0 3 0,0-1-2 31,-6 1 1-31,0 3 0 0,-6 2-2 0,0 8 1 16,-1 5 0-16,1 6 0 0,4 4 1 16,-2 2-4-16,4 3-2 0,-2-1-2 15,2 1-2-15,0 1 2 0,0 12 4 16,0 6 2-16,0 7-1 0,12 0 1 0,3-2-1 16,3-1 0-16,3-4 0 0,6 0 0 15,6-4 1-15,4-3 0 0,7-1 0 0,1-5 0 16,3-2 1-16,3-4 0 0,3 0 3 15,4-7-2-15,-2-5 1 0,-3-4-2 16,3-2 0-16,-10 2-1 0,-5-1 0 16,-4 0 0-1,-8 3 0-15,-4 1 0 0,-6 6 2 0,-11 0 1 0,-4 6 2 0,-4 1 0 16,0-2 0-16,0 2-4 0,0-4-1 16,0-1-1-16,-6-1-1 0,-9 0 0 0,-3 5-1 31,-7 1 1-31,0 0-2 0,-2 5 2 15,-4 8 1-15,2 2 0 0,-4 3 1 16,-2 3-1-16,6 4-1 0,-4 0 1 0,2 3 0 16,6 1 0-16,5-2 1 0,5 0-2 15,3 1 5-15,6-4-4 16,6-1 2-16,6-2-2 0,8-3-1 0,7-4 1 0,8-7 1 16,4-3 1-16,6-4 1 0,3-7-2 15,1-6 1-15,4-7-2 0,-1-4-5 16,-1-2 5-16,-1-3-2 0,-5 2 1 0,-2-1 4 15,-10 3-2-15,-2 0 2 0,-8 3-1 16,-7 3 1-16,-8 3 1 0,-2-1 0 16,0 5-1-16,-2-3 0 0,-4 7-4 0,-7 3 1 15,-1 3-2-15,-5 2 0 0,-8 5 1 16,-2 9 1-16,7 3 1 0,-3 1 0 16,4 3 0-16,-2-1-2 0,9 0 1 0,2-5-1 15,5 0 0-15,5-6 0 0,-2 3 0 31,4-1 1-31,0-1 0 0,4 4 1 0,5-2 0 16,7 1 0-16,-1-6 2 0,3-2-2 16,5-4 2-16,2-1 1 0,0-5 0 15,1-5 0-15,-1-3-1 0,0-3-1 16,-2 0 1-16,-5-3 0 0,1 3 1 0,-7-1 1 16,-3 3 0-16,-3 6-1 0,-2 5 1 15,-4 3-1-15,0-1-1 0,0 1 0 16,0-1-2-16,0-1-2 0,0 2-3 0,-10 3 0 15,1 12 1-15,-5 8 1 0,4 7 2 16,-3 2 4-16,7 1-3 0,4-1 3 16,2-3-2-16,2-1-3 0,10-6 1 0,7 0 0 15,2-6-1 1,5-2-2-16,10-5 4 0,-1-3-1 0,8-6 2 0,3 0-1 16,1-7 0-16,3-10 1 0,-3-3 1 0,-1-1 1 31,-1-3-2-31,-5 1-4 0,-3 2 4 15,-10 3-6-15,-3 1 8 0,-11 5 0 16,-1 1 1-16,-6 3-1 0,-6 4-1 0,3-5 0 16,-3 3 0-16,0-5 0 0,-3 2-2 15,-1 4-2-15,-4 2 0 0,-8 3-1 0,-5 8 0 16,-6 5 1-16,-4 6 0 0,8 4 6 16,-6 2-5-16,9 3 5 0,-1-2-4 15,4-4-4-15,9-5 0 0,2-6-3 16,6-2 2-16,0-5 0 0,0 4 2 0,4-1 1 15,6-7 2-15,13 0 1 0,-2-4 0 16,10-8-1-16,2-5 0 0,-4-3-1 16,2-1 1-16,-4 0-4 0,2-1 3 0,-9 3-3 15,1 2 5-15,-7 5 0 0,-3 2-1 16,-3 3 2-16,-4 4 2 0,-2 0 0 16,-2 3-1-16,0-1-2 0,0 1-2 0,0 0-1 31,-8 0 1-31,-11 9-3 0,-1 6 3 15,-5 2 6-15,0 3-5 0,0-1 4 16,5-1-3-16,-1-2 0 0,7-6 0 0,-3-2 0 16,11-2 0-16,0-5-1 0,4 3-2 15,2-4-1-15,0 0 0 0,0 0 0 16,0 0 2-16,0 1 1 0,0-1 0 0,6 0 0 16,2 0-1-16,15 0 1 0,-15 0 0 15,11 0 0-15,-7 0-1 0,2 0 0 16,-1 0 1-16,-1 0 0 0,3 2 1 15,-3-2-1-15,1 0 1 0,-5 0-2 0,4-2 2 16,-4-3-1-16,3 2 0 0,-5 2 4 16,-4-1-4-16,-2 2 1 0,0-7-2 0,0-4-4 15,-8-3-8-15,-7-1-8 0,-7 5-2 16,-5 3 0-16,-6 4 7 0,-7 2 4 16,-5 1 3-1,-7 0 0-15,-4 0 3 0,1 3 2 16,-3 5 0-16,0-1 3 0,0 1 2 15,6-1-1-15,3-1 2 0,3-1 0 16,5-2 0-16,2-1 1 0,-1-2 1 0,1 0 0 16,-4 0 0-16,-1-3 0 0,3 0 0 15,-5-2 2-15,-3 0 0 16,-3 3 0-16,0-2-2 0,-1 0 1 0,5 1 1 0,3 0-1 16,-1-3 0-16,3 1-6 0,4-2 4 15,1-1-4-15,5-1 3 0,2 1 2 16,2 1-2-16,7 1 0 0,5 1-1 0,5 2 0 15,1 0 0-15,5 2 0 0,4 1 0 16,2 0 0-16,0-2-3 0,0 2-1 0,0 0-4 16,-2 0 2-16,2 0 3 0,0 0-1 15,0 0 4-15,0 0-1 0,2 4 0 16,10 7 6-16,3 3-6 0,3-1 5 16,-3 2-4-16,10 1-1 0,-5-1 3 0,5-1-1 15,2 1-2-15,2-1 1 0,-2 1-2 16,0 0 1-1,0 0 1-15,6 2-1 16,0-1 0-16,4 1 0 0,0-2-1 16,-2 0 1-16,9-1 0 0,-3-3 0 0,0-1 1 15,1-3 0-15,1-2 0 0,-4-2 0 16,3-3 0-16,-3 0 0 0,0 0 0 0,5-6 1 16,-7 2-1-16,-2-2-1 0,4 1 1 15,-1 1 0-15,-5-1-1 0,4 0 1 16,-4 2-1-16,0 2 0 0,-2 0 0 0,-2 1 0 15,2 0 0-15,0 0 0 0,-4-2 1 16,0 2-1-16,4-1 1 0,-2 1-2 16,6-2 1-16,0 2 0 0,-2-2 0 0,4 1 0 15,0-2 1-15,-1 1-1 0,1-1 0 16,2 2 1-16,0 0-1 0,1 1 0 16,-3 0 1-16,-2 0-1 0,0 0 0 0,-6 0-1 15,-2 0 1-15,2 1 0 0,-2 0 0 31,-2 2 0-31,-3-1 1 0,3-2-1 16,2 1 1-16,0 1-1 0,4-2 1 0,2 0 1 16,0 0-1-16,2 0 0 0,-2-2 0 15,0-1 2-15,5-1-3 0,-5 1 0 16,0 0 0-16,2 0 0 0,0-1 0 0,-2 0 0 16,-4 1 0-16,2-2 1 0,0 2-1 15,-4 0 2-15,4 1-2 0,-4-1-2 16,0-1 2-16,4 1-1 0,-5 0 1 0,5 0 0 15,3 0 1-15,-3-1 1 0,2-1-1 16,0 1 0-16,0 1 0 0,0-1 0 16,6 1 0-16,-2 2 0 0,-4 1-1 0,5 0 1 15,-9 0-1-15,4 3 0 0,-2 3 0 16,-7 0 0-16,3 2 0 0,-6-2 0 16,2 0 0-1,-9-1 0-15,1-1 1 0,1 0-1 16,-8-1 1-16,7 1 0 0,-3-1 0 0,-1-3 0 15,3 1-1-15,1-1 1 0,3 0 1 16,1 0 1-16,1 0 0 0,5-1 0 16,-4-2 0-16,0-2 0 0,1 0-3 15,-1 3 2-15,0-3 0 0,-3 0-1 16,3 2 1-16,-2-1-1 0,1 1-1 0,3 0 1 16,2-2-1-16,-5 2 0 0,5 0 1 15,-2 0 0-15,2 0 0 0,-4-2 0 16,1 2 1-16,-1-3 0 0,0 2-1 0,-1-2 1 15,-1 0-1-15,2-2 1 0,1 1 0 16,-1-3-1-16,4-2-1 0,-5 0 0 16,5-1 2-16,0-3-6 0,-4 2 8 0,4-1-7 15,-5 1 3-15,-1 1 1 0,-3 3-1 16,1-1 1-16,-5 3 1 0,1 0-1 0,-3 1 0 16,-4 1-1-16,7-2 0 0,-7 4 2 15,4-3-2-15,-2 2 0 0,1 0 0 31,3-3 0-31,0 3 0 0,1-3 0 16,5-1 0-16,1 1 0 0,2-2 1 0,-3 0-1 16,3 0 0-16,-2-1 1 0,-1-1 0 15,-3-2 1-15,3-3-2 16,1-1 1-16,-3-3 0 0,1 0 0 0,2-3 2 16,-5 1-2-16,1 1-1 0,-5 6 2 0,-2 2-2 15,-2 5 1-15,-4 5-2 0,5-4 2 16,-3 5-1-16,-4-1 0 0,2 0 1 0,-2 4-1 15,0-1 0-15,0 1 0 0,4-5 0 16,-2 1 0-16,4-2 1 0,0 0 0 16,1-2-1-16,-5 2 1 15,4-1-2-15,0 0 2 0,0-2 1 0,0-3 1 0,5 0 1 16,-5-5 1-16,0 0-2 0,-2-1 1 16,1-3-1-16,-3-2 1 0,4-1-2 0,-2-2-5 31,4 1 4-31,-2-2-6 0,5 2 6 15,-7 0 0-15,2 4-1 0,0 5 0 16,-2 0-1-16,-2 7 0 0,5-1 1 0,-3-1-1 16,-4 7 1-16,6-7 1 0,-6 6-1 15,2-1 1-15,-2-4 0 0,4 3 0 16,-4-3 0-16,2-1 1 0,-2 5-2 0,0-6 1 16,0 6-2-16,0-6 1 0,0-1-1 15,0 0 1-15,0-1 0 0,0-1 1 16,0-5-1-16,0 7 0 0,0-7 0 0,0 0 0 15,0 6 0-15,0-5 2 0,2-1-2 16,-2 8 1-16,0-8 0 0,4 8 0 16,-4-2 1-16,0-5 1 0,-4 3 0 0,-4-2 0 15,0 2-3 1,-3 2 2-16,3 5-1 0,-2-2 0 16,2 0 0-16,-5 1-1 0,5-1 3 0,-2 1-1 0,1-2 1 15,7 4-6-15,-8-7 3 0,4 1-5 0,-3-1 5 31,3 0 0-31,0 1 1 0,0 5 2 16,0 0-1-16,-1-4 1 0,1 4-1 0,-2-2 0 16,2 4-1-16,0 0 0 0,-7-5-1 15,5 1 1-15,-5-3-1 0,1 3 1 16,2 1-1-16,1 0 0 0,-3-1 0 16,4-1 1-16,-9-4-1 0,7 1 1 0,-7-2-1 15,5 2 1-15,0 2 0 0,3 1-1 16,1 1 0-16,-2 0 1 0,4 4 0 0,-7-5 0 15,3 3-1-15,-1 1 2 0,3-2-2 16,-2-1 0-16,4 3 1 0,-3-2-2 0,1-1 2 16,4 2-2-16,-4-3 1 15,1-2 1-15,-3 0-2 0,4 1 3 0,2-1-2 16,-2 6 2-16,1-1-2 0,3 2 0 16,-2 4 0-16,2 0 0 0,-2-2 1 0,2 2 0 15,-2 0-1-15,2 0 2 0,-2 0-1 31,2 0-1-31,-3 0 0 0,3 0-1 0,0-1 1 16,-2 0 2-16,-4-5-1 0,-2-3 0 16,1 0 0-16,-7-3-1 0,5-2 2 15,-5 2-5-15,4 2 6 0,1-1-6 16,-1 3 3-16,1 4 0 0,-3-1 0 0,6 3-1 16,-5-1 1-16,1 3-1 0,0 0 1 15,-1 1-1-15,1 1 0 0,-9 1 0 16,11 0-2-16,-7 0 3 0,-1 1-3 0,3 4 2 15,-4 0 1-15,3 0-1 0,8-1 1 16,-1-1-1-16,-3 2 1 0,2-3 4 16,1 1-4-1,-1 0 2-15,2 1-2 0,-5-1 0 0,-1 1-2 0,4-1 6 0,-7 2-4 16,1 0 0-16,-5 0 0 0,-4 3-1 16,2-1-2-16,-2 3 5 15,-1 0-4-15,1 2 1 16,-2 1 1-16,2-1-2 0,-2 1 3 15,-2 1-1-15,2-2 1 0,1 0-1 16,-1 0 3-16,2-1-3 0,-2-2 0 0,2 0 0 16,-2-1 1-16,3-1-1 0,-1 3 1 15,-2-3-1-15,0 2-1 16,0 2 1-16,-4-2 0 0,0 0 0 0,2 0 0 16,-4 0 1-16,2 0-1 0,-2 2-1 0,2-4 1 15,4 1 0-15,0 0-1 0,2-2 2 16,1 1 0-16,-1-1-2 0,2 2 2 0,-2-4-1 15,5 3 1-15,-5-2 0 0,0-1-1 16,-2 0 0-16,-4 1 0 0,2 0 0 16,-6-1-1-16,2 1 2 0,-6-1-1 0,-1-1 1 15,-5 0-1-15,-1 2-1 0,-1-2 2 16,-3 0-1-16,5 1 0 0,-1 1 0 16,5 0 0-16,-2-2-1 0,3 1 0 0,-3-1 1 15,2 0-1-15,1-1 2 0,-3 1-1 31,2-2 0-31,-3-1 1 0,-1 0-1 0,1 0 1 16,5 0-1-16,0-6 1 0,4 0 0 16,4 0-1-16,0-3 2 0,4 0-2 15,0-2 1-15,6 0-1 0,-4-1 0 16,1 2 0-16,3-3 0 0,0 3 0 0,-2 1 0 16,5 1-1-16,3 2 0 0,1 2 1 15,4 1-1-15,-5 0 1 0,-3-1-1 16,5 4 0-16,-8 0-1 0,3 0 1 15,-5 0 0-15,-6 7 1 0,2 0 0 0,2 1 0 16,3-2-1-16,-3 0 1 0,4 0 1 16,-4 0-1-16,5-1 0 0,-9-1 1 0,6 1-1 15,-6-1 1-15,6-1-1 0,-6 2 0 16,7 0-1-16,-5-1 1 0,2 4 0 0,-2-1-1 16,-2 3 0-16,0-2 1 0,-2 2 0 15,4-1 0-15,-4-3 1 0,5 0-1 31,5-2 1-31,-4 1-2 0,-2 1 1 16,2-2 0-16,1 3 0 0,-1-4 1 0,2 0-1 16,-6-2 0-16,6-1 0 0,-1 1 1 15,3-1-1-15,2 0 1 0,9 0-1 16,2 0 0-16,-1 0 0 0,3 0-1 0,0 0 1 16,-6 0 1-16,5 0-2 0,-1-1 2 15,-2 0-2-15,2 1 0 0,3 0 2 16,-7-2-1-16,6 2 0 0,-5-1 0 0,1-1 1 15,2 1-2-15,-2 1 1 0,1 0-1 16,1-2 1-16,-4 2-1 0,-5-1 0 16,7 1 1-16,-3 0 0 0,-3 0 1 0,3 0-1 15,-7 0 0-15,1 0 0 0,5 0-1 16,-7 0 2-16,2 0-1 0,1 0 0 16,-7 0 0-16,2 3 0 0,0-2-1 0,1 1 1 31,-1 1 0-31,2-1-2 0,-3 2 2 15,3-1 0-15,-4 1 2 0,4 1-2 16,1-1 0-16,-7 0 0 0,4 0-2 0,2-1 2 16,3-2 0-16,-1 3-1 0,3-1 2 15,-3 0-2-15,3 0 0 0,-1 1 0 16,-2 1 0-16,3 0 0 0,-5 0 0 0,1 2 0 16,-1-1 2-16,-2-1 0 0,7 2-1 15,-3-1 0-15,0-2-1 16,1 3 0-16,-1-2 2 0,1 2-1 0,3-3 0 0,1 1-1 15,3-2 1-15,1 0-1 0,-2 1 1 16,5 0 1-16,-5-2 0 0,8 0-1 16,-4 1 0-16,3-2-1 0,-3 4 0 0,0 0 0 15,-5-1 1-15,1 4-1 0,-2 1 1 16,-5 3 4 0,0 0-5-16,-1 0 6 0,-3-1-6 0,2 1 1 0,1-1 1 0,-1-2-2 31,-2 0 2-31,7 0-1 0,3-3-1 15,1 0 0-15,6-2 0 0,-5 3 0 16,7-1 0-16,-6 1 0 0,2 4 0 0,3-3 0 16,-3 4 0-16,2-3 0 0,2 0 1 15,-2 0 0-15,6 0-1 0,-2 2 1 0,-5 0-1 16,7 1 1-16,-2 0-1 0,2 0 1 16,0 2-1-16,-4-1 0 0,4 1 1 15,0 7 0-15,0-7 0 16,0 6 0-16,0-1 0 0,0-1-1 0,0 5 1 0,0-8 0 15,0 2 0-15,6-2 0 0,-6 2 0 16,7-2-2-16,-5-1 2 0,4-1 0 0,-2-2 0 16,2 3 0-16,0 1 1 0,1-6-2 15,-1 6 2-15,-4-1-1 0,2-3 0 16,2 4 0-16,-2-2-1 0,0 4 5 16,3 4-3-1,-5-1 2-15,4 0-2 0,-6-6-1 16,6 2 0-16,-2 0 0 0,-2 0 0 15,5 4 0-15,-1-1-1 0,-4 0 1 16,4 1-1-16,0-2 2 0,0-1-1 16,-1-4-1-16,-3 2 1 0,2-1-1 15,2 1 1-15,0 3 0 0,-4-6-1 0,4 2 1 16,1 1-1-16,-1-1-1 0,0 4 1 0,0-1 0 16,0-5 2-16,3 0-1 0,-3 0 1 15,-4-4-2-15,8 4 1 0,-4-6 0 16,-6-3 0-16,3 1-1 0,1-1 0 0,-2 1 2 15,2-1-1-15,-2 1 1 0,-2-4 0 16,0 0-1-16,0 0 0 0,0 0 0 16,0 0 1-16,0 2-1 0,4-1 1 0,-4 1 1 15,2-2 1-15,-2 0 0 0,0 1 0 16,0-1-1-16,4 0 0 0,-4 0-1 16,0-1-1-16,0-13 2 0,-4-6-2 0,-2-4 0 15,0 1 1-15,0 1-1 0,-1-1 0 31,-1 3 0-31,2 0 0 0,0 7 1 16,-3-4-2-16,5 2 2 0,-2-2-2 0,4 0 2 16,-4 1 0-16,0-3-1 0,1 3 0 15,3-1 0-15,-4-1 0 0,4 1 1 16,-2 1 0-16,-2-7-2 0,4 0 1 0,-2 2-4 16,-3-2 4-16,5 6-4 0,-2 0 4 15,2 6 1-15,-2-3-1 0,2 2 0 16,-2 1 0-16,2 1 1 0,2 5-1 0,-6-4 2 15,6 4-2-15,-7 0 0 0,7 2 0 16,-2-1 0-16,-2 1 1 16,2-2-1-16,-2-2 1 0,-2-2-1 0,0 1 0 0,-1-6 1 15,3 7-1-15,0-2 1 0,-4-5-1 16,4 5-1-16,-3-6 0 0,1 5 1 16,4 2-1-16,-2-2 1 0,2 6-1 0,2-1 1 31,0 5 0-31,0-1-2 0,0-5 0 15,0 0 1-15,0-5-3 0,0-4 3 0,12-1 1 16,1-2-1-16,1 0 2 0,1-1-1 16,10 1 0-16,-1-2 1 0,1 0-2 15,2-1 2-15,2 1-1 0,0-1 1 16,0 1-1-16,0 2 0 0,-2 0 0 0,0 1 1 16,-3 2-1-16,-1 2 0 0,0 3 0 15,-3 1-2-15,1 3 3 16,-2-1-1-16,-1 0-1 0,1 1 2 0,0-2-2 0,1 1 1 15,5-2 1-15,-2 0-5 0,0-2 3 16,3-1-3-16,1 1 3 0,4-1 1 16,2 0 0-16,0 1 2 0,5-1-1 0,-5 0-1 15,0 0-1-15,-6 1 2 0,4 2-1 16,-4 0 1-16,-3 2 0 0,-3 0-2 16,0 1 1-16,-5 2-1 15,-1 1 0-15,3 0 1 16,3 1 0-16,4-1-1 0,2 3 1 15,-3-1 0-15,3 1 1 0,4-3-1 16,-4 0 0-16,6-2 0 0,0 0 0 0,0 0 1 16,5-4 0-16,-5 4 0 0,0-3-1 15,0 1 0-15,-2-1-1 0,0 2 2 0,-4-2-1 16,-2 0 1-16,1 1-1 0,-5-1 0 16,4 1 1-16,-4 1-1 0,-1-2 0 15,3 1-1-15,-2-1 0 0,-1 2 2 16,3-2-1-16,0 1 1 0,0 1 0 0,-3-2-1 15,1 2 1-15,0 0-1 0,3 0 0 16,-3 0 0-16,-2 3 0 16,-1 0 0-16,1 1-1 0,-1 1 1 0,-1-1-1 0,2 1 1 15,3-2-2-15,-1-1 3 0,6 1-1 16,0-1 0 0,4-2 2-16,0 0-1 0,-2-2-1 0,2-1 1 0,0 2-2 0,2-3 2 15,-4 1 0-15,2 0-1 0,0-2 1 31,0 3-1-31,-4-2 0 0,-1 1 0 16,-1 2-1-16,-2 1 2 0,2-1-1 0,-5 1 0 16,3 1 2-16,-2 0-2 0,-3 0-1 15,1-1 2-15,-2 2-3 0,5-2 3 16,-1 0 0-16,4-1-1 0,-2 2 1 0,6-2-1 16,-3 0-1-16,1-1 1 0,0 0 1 15,2 3 0-15,-6-3 1 0,0 2-2 16,-7 0 0-16,1 1 0 0,-3-1 0 0,-6 3 0 15,3 0 2-15,-3-2-2 0,-2 4 1 16,5-2-4-16,-9 2 0 0,2-1 3 16,0 1 0-16,2-1 1 0,0 0 1 0,-2 1-2 15,9 1-3-15,-7 0 6 0,6 0-3 16,-1 0 0-16,1 0 0 0,7 0 0 16,-1 0-2-16,7 0 2 0,-4 0 3 0,4-2-2 31,1 1-1-31,-1-1-1 0,2 1 2 15,-6-1-3-15,4 1 3 0,-1 1 0 16,-3-1-1-16,-2 1-2 0,-3 0 2 0,7 0 0 16,-4 0-3-16,7 0 7 0,-5 1-7 15,-6 0 5-15,3 1-1 0,-1-1-1 16,-1 1 2-16,9-1-1 0,0 1-3 0,-4-2 3 16,-1 0-1-16,-1 0 0 0,2 0 2 15,-3 0-1-15,-1 0-3 0,3 0 2 16,-1 0 0-16,-7 0-3 0,5 0 5 0,-5 0-2 15,1 0-2-15,-1 0 4 0,0 0-5 16,1 1 3-16,-5-1 0 0,5 2 0 0,-7-2 0 16,6 2 1-16,-6-2 0 0,7 0-1 15,1 0 0-15,1 0 1 0,1 0 1 16,-1-5-4-16,-1 0 5 0,-1 2-5 16,3-1 2-16,-8 1-2 0,5 1 2 0,-1-1 0 15,-10 1 0-15,11 1 2 0,-7 1-2 31,0-1-1-31,6-1 2 0,-9 2-2 16,9 0 1-16,0 0 2 0,1 0-2 16,-1 0 0-16,1 0 0 0,3-1-2 0,7-1 2 15,0 1 0-15,6-3 0 0,-7 1 1 16,3 0-1-16,0-1 1 0,0-1-1 0,2-1 1 16,-3 2-1-16,-3 1 0 0,-2 0 0 15,-5 1 1-15,-1 0-2 0,-1 1 1 0,0 1 0 16,-1-2-2-16,-1 1 1 0,2 0 1 15,1-1 0-15,-1 2 0 0,5 0 0 16,-5 0-1-16,9 0 1 0,-3 0 0 16,1 0 0-16,8 0 0 15,-4 0 1-15,-1-1 0 0,3-1-2 0,-4-1 3 0,-3 1-2 16,1 1 0-16,-7-1 1 0,1 1-1 16,-5-1 1-16,2 2-1 0,-1-1 0 0,-3 1 0 15,-4-1 0-15,4 1-1 0,-6 0 2 31,6-2-2-31,1 2 1 0,-1 0 0 16,0 0 0-16,-6 0 1 0,6-2-1 0,0 2 0 16,1 0 0-16,-1 0-1 0,-6 0 1 15,2-1 2-15,4 1-3 16,0 0 2-16,3-2-1 0,1 2-2 0,-8 0 2 0,10-1 0 16,-5 1 0-16,-1 0 0 0,6 0 0 15,-6 0-1-15,7 0 1 0,5 0-1 16,-3 3 0-16,3 3-1 0,1 0 1 0,-9-2 1 15,7 1 0-15,-5 2 0 0,1 0 0 16,1 3-2-16,1 0 2 0,-3 0 3 16,0 0-4-16,-3 2 6 0,1-4-7 15,-2 2 2-15,3 0 1 0,-3-1-3 0,0 0 2 16,5 0 0-16,-3 1-1 0,-4-3 2 16,2 2-1-16,5 0 1 15,-7-2-1-15,2 3-1 0,3 1 1 0,-1 1-1 0,6 3 1 31,-1 2 1-31,4 0-1 0,-5-1 0 0,5-1 0 16,-5 1-2-16,3-3 0 0,-3 1 2 16,-1-2-1-16,-1 3 2 0,-4 0-2 15,3 1 0-15,-3 0 2 0,-2-4-1 16,0 2 0-16,0-1 0 16,1 1 0-16,-5 1-1 0,4-2 1 15,0 0-1-15,0-5 2 0,0 6-2 0,-1-5 1 16,-1-2-1-16,2 2 2 0,0-3 1 0,-2 2-3 0,-2-5 2 15,2 5-1-15,-1-4-2 16,3 5 3-16,0 5 0 16,-2 0-1-16,4 4 0 0,-1-1 0 0,-1-1-1 0,0 3 2 0,0-1 2 15,0 0-5-15,-4 0 4 0,3-4-4 16,-1 1 2 0,0-1 0-16,-2-4-1 0,2 5 1 0,2 0-2 0,-4-5 2 0,2 5 0 31,-2-6-1-31,3 2 2 0,-3-2-1 15,2 0 1-15,-2 2 0 0,2-3-1 16,-2 2 0-16,2 0-1 0,-2 7 0 0,0 0 1 16,3-2 0-16,-3 1-1 0,2 3 1 15,-4-1-2-15,2 0 2 0,-2 0-1 16,0 2 1-16,0 0 1 0,0 6-1 16,0-4-1-16,-2 0 1 0,-4-2-1 0,1-2 2 15,1 1 0-15,-2-1-1 0,0 1-1 16,2-6 1-16,2 1-1 0,-3-3 1 0,-1-1 0 15,4 5 0-15,-4-5-1 0,2 6 1 16,-2 1 0 0,-3 0 0-16,3 5 4 0,0 0-5 0,-2-2 5 0,-3 0-4 15,3-1-1-15,2-6 2 0,-2 0-2 16,1-1 1-16,1-3 0 0,-4 3 0 0,8-4 1 16,-4-2-1-16,-1 1 0 0,5 0 0 0,-4 0 0 31,2-4 1-31,-2 3-1 0,4-1-1 15,-2-2 0-15,2 4 0 0,-3-3 1 0,3 3 0 16,-4 1 0-16,6-5 0 16,-4 1 0-16,2-1 0 0,2 2 0 15,-2-1-1-15,2 1 1 0,0-5-1 0,0 0 0 16,0 0 1-16,0 1-1 0,0 1 0 0,0-1 1 16,0 1-1-16,0 0 2 0,0-1-1 15,0 1 1-15,0-1 0 0,0-1 0 16,0 0 2-16,0 0-2 0,8 0 1 0,0-1 0 15,5-6-1-15,-1-2 0 0,-1 0 0 16,-1 0 0-16,2-2-1 0,1 1 1 16,-3-1-1-16,5-2 0 15,-1 0-1-15,-2 1 2 0,3 0-1 0,1 1 1 0,-1-1-1 16,-1 0 1-16,3 0-2 0,-5 0 2 16,1 4 0-16,-5-1 1 15,0-2-1-15,3 5-6 16,-3-6 6-16,-2 5-5 0,-2-3 4 15,0 2 0-15,3 0 0 0,-1 1 0 16,-2 0 0-16,2 0 0 0,-6 4 0 0,6-5 1 16,-4 3-1-16,5-2 2 0,-1-1-1 15,0-1 1-15,0 2-1 0,0-2-1 16,-4 1 0-16,5-1 0 0,-1 0-1 0,0-2 2 16,-2 2 0-16,2 0-2 0,-2 0 2 15,1 0-1-15,-3 1 0 0,4-2 1 16,-2 0 0-16,-4 0 2 0,6-1-3 0,-4-1 2 15,2-7-2-15,-2 8 1 0,-2-9 0 16,5 1 1-16,-5 6-1 0,0-7 0 16,0 2-1-16,2 4-1 0,2-4 1 0,-4 7 0 15,0 5 0-15,0-6 1 16,0 6-1-16,0 0 3 16,2 1-4-16,-2 5 2 0,0-5-1 0,0-2-3 0,0 1 4 0,0-6 0 31,0 6 1-31,0 0 0 0,0-6-1 15,0 6 1-15,0-6-2 0,0 1 1 0,-2 0 0 16,-4 1 0-16,6-1 0 0,-5 1 0 16,-1-2-1-16,4 1 2 0,-2 0-2 15,2 1-2-15,-4-1 2 0,2 0 1 16,-3 1-1-16,3-5-2 0,0 5 4 0,-4-5-5 16,4 8 5-16,2-2-1 0,-4 1-1 15,-1 0 1-15,3 2 0 0,-2 1 0 0,2-2-1 16,-2 0 1-16,2 1-1 15,-3-2 1-15,1 2 1 0,0-3-1 0,-2-2-1 16,-3-1 1-16,1-4-3 0,-2 0 1 16,-1 2 1-16,1 1 0 0,-1 4 0 0,5 0 0 15,-4-1 0-15,6 4-1 0,-7-3 0 16,5 4 1-16,-3 0-1 0,5-1 0 0,-6 1 1 16,4-1-1-16,-1 1 1 0,-1-1 1 31,2 2-1-31,-3-1 1 0,3-1-1 15,-4-1 0-15,6 2 0 0,-7-4 0 16,1 1 1-16,3 2 0 0,-3-3-1 0,4 0 1 16,-3 3-2-16,-1-3 0 0,8 5 1 15,-6-3 0-15,1 2 0 16,5 3 0-16,2 0-1 0,-4-1 0 0,0 2 1 0,2-1 0 16,-1-3 1-16,1 4 0 0,-2-1-1 15,0-2 1-15,0 1-1 0,-3-3 1 16,-5-2-1-16,-3 0 0 0,-3 0 0 0,7 1-1 15,-1 1 1-15,1 0 0 0,-3-2 1 16,-1-2-1-16,5 4 0 0,-5-1-1 16,9 3 2-16,-4 0-1 0,4-1 0 0,-5 2-1 15,1 0 0-15,10 2 0 16,-2 1 0-16,4 0 1 0,-3-2 0 0,3 2-1 16,0 0 0-1,-4 0 0-15,4-2-1 0,-2 2 1 16,-2 0 0-16,4-1 0 0,0 1-2 15,-2 0 2-15,2 0 0 0,0 0 1 16,0 0-1-16,-4 0 0 0,4 0 1 16,0 0 0-16,0 0 0 0,0 0 0 0,0 0 0 15,0 0-1-15,0 0 1 0,0 0 0 16,0 0-1-16,4 0 1 0,4 5-1 0,3-1 0 16,-1 4 1-16,2 0 0 15,-5-4 0-15,5 3-1 0,0 1 1 16,-5-4-1-16,5 4 1 0,-4 1 0 0,-2 2-1 15,7 4 0-15,-5 1-1 0,-2 2 1 16,5 4 0-16,-5 3 1 0,-4 2 0 0,2 2-2 16,-2 3 2-16,2 0-1 15,-4-2 0-15,0 1 1 0,0-4 0 16,0-8 3-16,0 3-4 0,0-4 5 0,0 0-6 16,-4 5 2-16,-2-3 0 0,4-2-2 0,-8 0 2 15,1 1 0 1,-1 0 1-16,0 2-2 0,-9 2 2 15,0 3-1-15,5-1 0 0,-9 3-1 16,0 1 1-16,1 1-2 0,-1 0 2 0,-6 2-1 16,2-2 1-16,-4 0 0 15,-2-5 1-15,0 0-2 0,-2-3 1 16,-6 0 0-16,5-4 1 0,-7 0-1 0,2-3 1 0,-5 1 0 16,3-4-2-16,1-1 2 0,3 2 0 15,-2-4-1-15,2 0 1 0,-1-3 0 16,5 0-1-16,-4-1 1 0,2-2-1 0,-3-2 0 15,1-1 0-15,0 0 1 16,-5 0 0-16,-1-3 1 0,-1-1-2 0,-1-2 1 16,1 1-1-16,-3-1-2 0,3 2 2 15,1-3 0-15,-1 1 1 0,1 0-1 0,-1-3 0 16,3 0 1 0,-2 0-1-16,-1 0 1 0,1 0-1 0,-1-1 0 15,5 2 0-15,-5 0 0 16,1 2 1-16,6 0 0 0,-1 2-1 15,3 2 0-15,4-1-1 0,2 3 1 0,4 0 0 16,2 0 0-16,0 0-1 16,3 0 1-16,-1 0-1 0,0 0 0 0,1 1 1 15,-1 2-1-15,-2-2 1 0,0 3 0 16,0-3-1-16,-1 3 1 0,-3-2 0 0,-7 1 0 16,1 2 1-16,-4 0-1 0,-4 1 0 15,1-1-1-15,-1 2 1 0,-3-1-1 0,3 1 0 16,-3-1 0-16,5 2 1 0,-4 1 0 15,-1-1 1-15,1-2-1 0,-1 0 0 16,1-3-1-16,-5 0 1 0,3 0 0 16,-5 0-1-1,0-2 2-15,1 1-1 0,-1-2-1 0,0 1 1 0,5-1 0 0,-3 0 0 16,3 2 0 0,-3-2 1-16,4 0-1 0,-1 0 1 0,3 0 0 0,1 0-1 15,4 0 0-15,4 0-1 0,-3 0 1 0,7-2 0 31,2-1 0-31,3 1-1 0,3-1 1 16,0-2 0-16,0-1 0 0,3 1 1 0,-1-3-1 16,-2 3 1-16,1-3-2 0,-3 0 1 15,0 1 0-15,-2-2-1 0,0 1 2 0,2 1-3 16,-1 1 2-16,1 1-1 0,0 2 1 16,2 1 0-16,-2 2 0 0,1 0-1 15,3 0 0-15,-4 0-1 0,4 3 1 16,1 0 1-16,-3 2-1 0,4 0 1 0,3 0 0 15,-7 2 0-15,0-1 0 0,5 0 0 16,-3 1 0-16,-2 1-1 0,3 3 0 0,-1-1 0 16,-2 4 0-16,3 1 0 0,-1 2 5 15,0 1-6-15,-1 0 6 0,1 1-4 16,0 0 0-16,1-1 0 0,1 0-1 16,0 1 1-16,-5-1-1 0,5 0 1 0,2-1-1 15,5-2 1-15,2-3-1 0,1 0-1 31,3-4 1-31,2 2 0 0,2 0-3 0,0-6 1 16,2 7 0-16,0-5 0 0,0 2 1 16,4 1 0-16,-4-6 0 0,10 1 0 15,-8-2 0-15,11-2 1 0,3 0 1 16,-5-8-1-16,14-2 3 0,-7-2-2 16,-3-4 1-16,1-2 0 0,-1-3-1 15,-1-2 1-15,3 0 0 0,-9 0-1 16,0 2 1-16,-2 6 0 0,-1-2 0 0,-3 7-1 0,-2-4-4 15,0-6 4-15,0 8-3 0,0-6 3 16,-2 8 1-16,-3-1-1 0,3 2 0 16,-2 4-1-16,2 0 0 0,0 3 0 0,-2-1 1 15,2-1-1-15,-2 3 0 0,4 1 1 16,-7-2 0-16,5 1-1 16,-4-1 1-16,2 1-1 0,-4 1-1 15,0 0 2-15,-3 1-2 16,-1 7 4-16,-1-1-3 0,5 4 1 15,-6 3 5-15,3-4-6 0,5 3 5 16,0-1-3-16,-2-3-2 0,4 4 1 0,-1-3 0 16,1-6-1-16,4 0 1 0,-2 0 1 15,-2-1 0-15,2 0 0 0,-2 0 0 0,4-3 0 16,0 0 1-16,0 0-2 0,-6 0 1 16,-1 0-1-16,-1-1 1 0,-6-9-1 15,3 0 0-15,3-5 0 0,-4 1-5 16,1-1 5-16,3 4-5 0,2 0 5 0,0 4 0 15,-3 1 2-15,3-1-2 0,2 4-1 16,-4-1 0-16,6 3 0 0,-4-2-1 16,6 1-1-16,0 2 2 0,-5-2-4 0,-1 2 3 15,4 0 2-15,-8 4-1 0,2 1 1 16,1 1-1-16,-5 4 1 0,6-3 4 16,0 4-2-16,-1-2 2 0,5-2-4 0,-4 3 0 15,0-4-1-15,0 1 2 0,6-3-1 31,-7 0 1-31,5-1 0 0,-2 0 0 0,2 0 0 16,2-3 0-16,-4 0 0 0,4 0 0 16,0 2 0-16,0-2 0 0,-2 1 0 15,2-1 0-15,-4 0 0 0,2 2-2 16,-4-2 0-16,1 0 0 0,-3-5 0 0,0-5 1 16,2 3-1-16,-5-5-3 0,5 4 3 15,0 1-2-15,0-1 3 0,4 5 1 16,2 0 0-16,0 3-1 0,-6-2 1 15,3-2-1-15,-1 1-1 0,2 0 1 0,2 3 1 16,0-1-2-16,0 1 3 0,-4 0-2 16,4-2 0-16,-2 2 0 0,2-1 0 0,-4-1 2 15,4 1-3-15,-2-4 2 0,-2 0-1 16,2 2 0-16,-5-4 1 0,3 2 0 0,2-4 0 16,-4 0 0-16,4 5 0 0,-2-4-1 31,2 3 0-31,-2-4 0 0,-3 2-1 15,5 2 1-15,-2-4 0 0,2 3 0 16,-4-5 0-16,2-4 0 0,-2 6 1 0,2-6-1 16,-1 6 2-16,3-2-1 0,-4-2-1 15,0 3 1-15,2-3-1 0,-2 4 0 0,6 4 2 16,-2 2-2-16,-3-2 0 0,5 1 0 16,-2-1-3-16,2 2 2 0,0 3 1 15,-4-1-1-15,4 1-1 16,0 0-1-16,0-2 0 0,0 2 0 0,-2 0 2 0,2 0-1 15,-6 8 1-15,4 6 1 0,-9 4 0 16,5 0-2-16,-2 0 2 16,2 2-1-16,0-1 1 0,-1 1 0 0,1 0-1 0,0 1 1 15,0-1 1-15,0 0-2 0,-1 1 2 16,5 0 5-16,-4 0-6 0,2 1 3 16,0-1-5-16,0 0 2 0,2 2 0 0,-5 1-1 31,1 1 4-31,6 0-4 0,-6 0 1 15,2-1-1-15,2 1 0 0,2-3-1 0,0-5 2 16,0 2-1-16,0 0-1 0,0-3 0 16,2 6-1-16,4-5 1 0,4-2 1 15,3-3-1-15,-3 0 2 0,3-3-1 16,-3-2 2-16,4-2-2 0,1 0 1 0,-3-3 0 16,7-1 0-16,0 0 0 0,-7-1 0 15,9 0 0-15,-1 2 0 16,-7-2 0-16,7 0 0 0,-1 0 0 0,0 0 0 0,-1 0 0 15,3 0 1-15,-1 0 0 0,-1 0-2 16,8 0 1-16,-2 0 0 0,0 0-1 16,-1 0 1-16,3 0 0 0,-2 0 0 0,-2 0 1 15,6-2-1-15,0 2 1 0,2-1-2 16,-4 0 1-16,4-1 0 0,0 0 0 0,-5 1 1 16,1-1 0-16,0 0-1 0,0 1 0 15,2-1-2-15,0 1 3 0,-2 1-1 31,4 0-1-31,2 0 3 0,0 0-2 16,2 0 1-16,-6 0 0 0,4 0-1 0,2 0 0 16,-6 1-2-16,4 1 2 0,-2-1 0 15,0 3-1-15,2-1 1 0,0-1 0 0,-2 0 1 16,-2 0-1-16,7-1 0 0,-10 1 0 16,1-1 1-16,4 1-1 0,-4 1 0 15,0 0 0-15,0 0-2 0,4 1 2 16,2 1 0-16,0 1 1 0,0-2-1 0,2 1 0 15,0-2 2-15,5-1-2 0,-1-2 0 16,0 0 1-16,5 0-2 0,1-5 1 0,-1-1 1 16,-3-3 0-16,2 0-1 0,-1-2 1 15,1 1-3-15,-2-1 4 0,3 0-2 16,-5 3 0 0,0-2 1-16,1 1 0 0,-7 0 0 0,4 0 1 0,-6 0-1 0,2 0 1 15,0-2-4-15,4 2 2 0,-2-3 2 31,5 0-2-31,3 0 0 0,-2-1 1 16,9 0-2-16,-2 1 2 0,3-2-1 0,5 2 1 16,-2 0 3-16,4 1-4 0,-7 0 1 15,1 4-1-15,-6-1-1 0,-1 2 1 16,-2 2 0-16,-7-1 1 0,3 1-1 0,-6 1 1 16,-2 0-3-16,-4 1 3 0,4-1-1 15,-4 1 0-15,4-1 1 16,2 2-1-16,0 0 1 0,4-1-1 0,-2-1 1 0,2 0 0 15,3-2-3-15,-1 1 2 0,0-3 0 16,0 3 1-16,1 0 1 0,-1-3-1 16,2 3 0-16,-6-1-1 0,3 2 0 0,-5 0 0 15,0 0 0-15,0 0 0 16,0 1 1-16,2 1-1 0,-6 0 1 0,4-2-1 0,-2 1-2 16,0-1 1-16,-4 0 1 0,-2 1 1 15,-2-2 2-15,1 1-1 0,-3-2-1 31,2 0-1-31,-3 0 0 0,1-2 1 16,2 0-1-16,-2-1 1 0,3 1 0 0,-3 1 0 16,0-1 0-16,-1 2-5 0,3-1 3 15,-2-1-3-15,-1 3 2 0,3 1 2 0,0 0 0 16,2 1 0-16,2-1 1 0,4 2-1 16,0-2 0-16,2-2 0 0,2 2 0 15,-2-2 0-15,4 1 1 0,-4-2 0 16,-2 1-1-16,0-1 1 0,-8 0-1 0,2 0 1 15,-7 0 0-15,-3 2 0 0,1-3-1 16,-5 3 1-16,-1 1-1 0,4-3 2 16,-3 3-1-16,-9 1 0 0,6-2 0 0,-4 2 0 15,5-4-1-15,-3 2 1 0,4-2 0 16,-2-4 0-16,5 0-1 0,1-4 2 16,-1 1-2-16,3-4 0 15,-5-1 1-15,7-4 1 16,-1 0-1-16,-3-3 1 0,-1-2-1 15,-1 1 2-15,-4 0-2 0,-2 2 1 0,1 6-1 16,-5 1-1-16,2 8 0 0,-4 3 0 16,0-5 0-16,0 7 0 0,0-1 0 15,0 1-1-15,-4-1 2 0,2 2-2 16,-5-4 1-16,-1 0 0 0,-2 1-1 0,-5-1 3 16,-3 1-3-16,-1-2 1 0,-6 2-1 15,-2 2-2-15,-6-1 2 0,-6 2-1 0,-6 0 0 16,-9 3 1-16,-10 0-2 0,-6 0-1 15,-7 3 2-15,5 7-1 0,-1 3 2 16,1 2 0-16,4 3 0 0,8 0 0 16,6 2 0-16,4-4 0 0,11-2 1 0,14-4 1 15,5-5-2-15,11 0 0 0,3-4-2 16,2 1-2-16,4-2-3 0,0 0 1 0,0 0 2 16,0 0 3-1,10-6 2-15,7-6 3 16,8-7-1-16,2-2-1 0,6-1 0 15,4-3-1-15,2-1 1 0,0 2 2 16,1 2-1-16,-1 0-1 0,0 2-1 0,-1 5 2 16,-5 3-1-16,0 2 0 0,2 2-1 15,-6 3-2-15,2 3 1 0,-4 2-1 0,4 0 2 16,-2 4 0-16,6 4 1 0,-2 2-2 16,-4 1 1-16,6 1 0 0,-6 2 0 15,2-1 0-15,0 1 0 0,-2 1 0 16,2-1 0-16,-6 1-2 0,-3 0 1 0,1 0 2 15,-4 2-2-15,-5 0 1 0,-1 4 0 16,-5 3-3-16,-2 3 4 0,-6 7-1 16,0 1 0-16,-2 3 0 0,-8 1 2 15,-3 1-2-15,-1-2-2 0,-5-6 1 0,7-5 1 16,3-9-3-16,3-4 3 0,0-5 0 16,4-6-1-16,2 1 1 0,0-4-1 0,-4 0 0 31,4 0 0-31,0 7 1 0,0-2-1 15,0 5 5-15,6 3-5 0,0-2 5 0,3 2-3 16,1-3-2-16,-2-1 0 0,9-1 0 16,-7-1 0-16,9 2 1 0,-1-3 1 15,1 0 0-15,1-1 0 0,1-1-2 16,2 1 2-16,0 0-2 0,-1-1 1 0,-1 2-1 16,0 0 1-16,-3 2-1 0,-5-4 1 15,-1 4-1-15,-6-2 1 0,1 0 0 16,1 2 0-16,-4-1 0 0,0 1 0 0,2-2 1 15,-2 2 0-15,-2-5-1 0,3 1 0 16,-3-3-2-16,2 3 2 0,-2-1 1 16,2 0 0-16,-4-3 1 0,2 0 0 0,4 0 1 15,5 0-1 1,5-6 1-16,-3-3-1 0,5-4 1 0,-5-2-1 0,-1 0 1 0,0-2-1 16,-1-1 2-16,-1-2-2 0,-4-1-1 15,0-2 1-15,1 2-4 0,-5 6 4 31,4-2-2-31,-2 0 0 0,2 2 1 16,-2-4-1-16,3 1 0 0,-1-1 0 0,0 3 0 16,4-3 0-16,3 1 1 0,-5 1-1 15,0 2 0-15,3 5 0 16,-5-4 0-16,2 1 0 0,0-2 1 0,-1 2-1 0,3-1 2 16,-4 5-2-16,-4 5 0 0,-2 1 1 15,0 3-3-15,0 0 3 0,0-2 1 16,4 2-2-16,-2-2 2 0,-2 1-2 0,0-1-2 15,4 1 2-15,-4-1 0 0,0 1 2 16,0 0-2-16,3 1 0 0,-3-2 0 16,0 1 0-16,0-1 0 0,4 2 0 0,-4-2 0 15,0 2 1-15,0-1-1 0,2-1 0 16,-2-4 1-16,0 0 0 0,0-6 1 16,4 1-1-16,-4-4 1 0,0-6-1 0,0 3 0 31,0-2 0-31,-4 3 0 0,2 2-1 15,-2 5 0-15,1-6 1 0,-1 7-1 0,-2-1 1 16,4-1 0-16,2 7-2 0,-6-6 1 16,6 6 0-16,-4-1 0 0,2-4 0 15,2 5 0-15,-4-1 1 0,4 2 0 16,-3-3-1-16,3 2 1 0,-4-6-2 0,2 1 1 16,0-2 0-16,-2 2 0 0,2 0 0 15,-2-2 3-15,2 1 0 16,-2-7-5-16,2 5 3 0,-3-6-5 0,3 7 4 0,2 6 0 15,-4-5 1-15,4 6 0 0,-2-1-1 16,2 0 1-16,-4 1 0 0,2 1 0 16,-2-2 0-16,4 2 0 0,0 3-1 0,-2-1 1 15,2 1 0-15,-2-5-1 0,-2 1 1 16,2-1-1-16,2 2 0 0,0 3 1 16,-5-2 0-16,5 2 0 0,0-1 0 0,-2-1 1 15,2-3-2-15,0 0 0 0,-4 0 2 31,2-5-1-31,-2 5-1 0,-2-4 1 16,4-2-2-16,-4 2 1 0,1 0 1 0,1 2-1 16,-2-1 1-16,2 5-1 0,-2-3-1 15,4 3 2-15,-5-3-1 0,-3 0 1 16,4 0-1-16,-2 1 0 0,1 1 0 0,1-1 0 16,-2-1 2-16,-9-3 0 0,7 0-1 15,-9-5 0-15,3 0 1 0,-1 0-2 16,1 1 2-16,-3-1-1 0,3 1-2 0,-7 1 2 15,2-1-2-15,3 1 1 0,-3 2 0 16,0 0 0-16,5 3 1 0,1 1-2 0,1 1 1 16,-3 0 1-16,3 0-2 0,-1-2 1 15,-1 3 0-15,1-2 0 0,-3-2 2 16,3 1-1-16,-3-2 0 0,-1 0-1 16,1 0-1-16,1-1 1 0,-6 0 0 0,3-1 1 15,-7 0-1-15,2 3-1 0,-2-2 0 31,0 1 1-31,-2 1 0 0,6 1 1 0,-8-1-1 16,5 3-1-16,-7-2 1 0,-1 3 0 16,-1-1 0-16,2 2-1 0,0 2 1 15,2-1 0-15,2 1 0 0,6-1 0 16,7 2 1-16,4-2-2 0,5 2 1 0,-5 0-1 16,6 0-1-1,0 0 1-15,-1 0-1 0,7 0 0 0,-2-1 0 0,2 1-3 0,0 0-4 16,-4 0-12-16,2 0-17 0,-8 1-28 15,1 6-49-15,3 3-163 16,0 4 1-16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3:56:25.48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22804 8303 443 0,'0'0'46'16,"0"0"-3"-16,0 0-2 0,0 0-3 0,0 0-5 15,0 0-4-15,0 0-6 0,0 0-4 16,0 0-4-16,-22-25-2 0,18 21-2 16,4 0-1-16,0-1-1 15,0 5-2-15,-2-2-2 16,2 2-1-16,0-1-1 0,0-1-2 15,0 0 0-15,0 1 0 0,0 0 0 16,0-1 1-16,0 1-2 0,0 1 0 0,0-2-1 16,0 2-3-16,0-1 4 0,0 1 0 15,0-2 1-15,0 2 0 0,0-1-1 16,0 1 0-16,0-2-1 0,0 2 2 0,0-2 0 16,0 2-1-16,0-1 0 0,0 1-1 15,0 0 0-15,0 0 0 0,0 0 1 16,0-2-1-16,0 2 1 0,0 0-2 0,0 0 2 15,0 0 0-15,0 0 0 0,0 0 0 16,0 0-1-16,0 0-1 0,0 0 2 16,0-1 0-16,0 1 2 0,0 0-2 0,0 0-2 15,0 0 1-15,0-1 1 0,0 1 0 16,0 0 1-16,0 0-1 0,0-2-1 16,0 2-1-16,0 0-1 0,0 0-3 0,0 0-6 15,0 0-31-15,0 0-45 0,0 0-88 31,0 0-112-31</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3:53:24.630"/>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2060"/>
    </inkml:brush>
  </inkml:definitions>
  <inkml:trace contextRef="#ctx0" brushRef="#br0">18424 13689 111 0,'0'0'33'0,"0"0"-8"0,0 0-2 16,0 0-2-16,0 0 4 0,0 0 3 15,0 0 4-15,0 0 0 0,0 0 3 0,-16 2 2 16,16-2-2-16,-2 0-2 0,-2 2 0 16,4-2-4-16,-3 0 0 0,3 0-3 15,0 0-2-15,-4 0-1 0,4 0-5 16,0 0-4-16,0 0-6 0,-2 0 0 0,2 0-3 15,0 0 1-15,0 0 0 0,-4 0 0 16,4 0 1-16,0 0-1 0,0 0 2 0,0 0-2 16,0 0 2-16,0 0-1 0,0 0 1 15,0 0 0-15,0 0-1 0,0 0 1 16,0 0-2-16,0 0 3 0,0 0-2 16,0 0-1-16,0 0 2 0,0 0-1 0,0 0-1 15,0 0 1-15,6 0-2 0,-2-2 0 31,3 1 0-31,1-2-1 0,-2 2 1 16,-2-1-3-16,5 0-2 0,-3 1 1 0,2-1 1 16,4 0-1-16,-1 2 1 0,-1 0-2 15,0 0 0-15,11 0 0 0,-2 0 1 16,1 2 0-16,3 0 1 0,-8 1-1 0,3-1 0 16,-10-2 0-16,7 0 0 0,-3 1 1 15,1-1 1-15,-1 0 0 0,3 0 0 16,-3 0-1-16,-6 0 2 0,7 0-3 15,-7 0 0-15,0 0 0 0,6 0-1 0,-5 0 0 16,1 0 1-16,4 0-1 0,-3 2 1 16,9 0-2-16,-8 0 1 0,7 1 0 0,0 0 1 15,-5-1 0-15,2 1-2 0,5-2 1 16,-11 1 0-16,11 0 1 0,-1 0-1 16,-9 0-1-16,9-1 1 0,-5-1 0 0,-1 0 0 15,1 2 1-15,-7-2-1 0,4 0 1 31,-4 0-1-31,1 0 0 0,9 0 0 16,-14 0 0-16,13 0 2 0,-3 0-2 0,0 0 1 16,1 0-1-16,-1 0-2 0,1 0 3 15,-1 0-3-15,2 0 2 0,-1 0 0 16,1 1 0-16,-1-1 3 0,1 0-2 0,-1 0-1 16,-1 0 0-16,0 0-1 0,3 0 0 15,-3 0 3-15,5 0-3 0,-7 0 2 16,3 0-2-16,-9 0-1 0,8 0 2 0,-6 0 0 15,7 0 1-15,1 0 0 0,-6 0 0 0,5 0-1 32,-1 0 0-32,-3 0 0 0,-3 0 0 0,6 0 0 15,-6 0 0-15,1 0 0 0,1 0-1 0,-2 0 0 0,0 0 1 16,0 0-2-16,-6 0 3 0,5 0-1 16,1 0-1-16,0 0 5 0,0 2-4 0,-6-2 0 15,0 0 1-15,0 0-1 0,0 0 0 31,2 2 0-31,-2-2 0 0,4 0 0 16,-4 0 0-16,2 0 2 0,-2 0-2 0,0 0-1 16,0 0 0-16,2 0-2 0,-2 0 1 15,0 0-1-15,5 0-3 0,-5 0-7 16,0 0-8-16,0 0-13 0,0 0-14 0,0 0-16 16,0 0-26-16,-7-4-49 0,1-4-120 15</inkml:trace>
  <inkml:trace contextRef="#ctx0" brushRef="#br0" timeOffset="834">19133 13584 506 0,'0'0'71'16,"0"0"-11"-16,0 0-9 0,0 0-10 15,0 0-6-15,0 0-5 0,0 0-5 16,0 0-3-16,0 0-5 0,0 0-2 0,-37-27-3 16,37 27-3-16,0-2 0 0,0 2-2 15,0-2-2-15,-2 2 1 0,2-1-2 16,0 1-2-16,0-2 3 0,0 2-3 0,0-1-1 15,-2 1 0-15,2 0-3 0,0 0 0 16,0 0 2-16,0 0-2 0,0 0 0 16,8 1 2-16,0 7-3 0,5-1 4 0,-1 1 0 15,1-1 0-15,1 3-1 0,5 0 0 16,-1-1 0-16,-3 1-1 0,3-2 1 16,-3 0 1-16,-3-2 0 0,1 0 0 0,1 1-1 15,-3-3-2-15,3 4 2 0,-2-2 0 31,-1-2-1-31,-1 2 2 0,0-2-1 0,-1 0 0 16,1 0 1-16,-2-1-1 0,1 2 0 16,-5-3 0-16,4 1 0 0,-2-2 1 15,-2-1-1-15,2 1 1 0,-6-1-1 16,0 0 0-16,0 0 1 0,0 0 0 0,3 2 0 16,-3-2 1-16,4 0-1 0,-4 0 0 15,2 0 2-15,-2 0-2 0,0 0 2 0,2 0-1 16,2 0-1-16,-4 0 3 0,0 0-1 15,0 0 1-15,0 0-1 0,0 0-2 16,0-2 0-16,0 2-2 0,0-1 2 16,0 1-1-16,0-1 2 0,0 1-3 0,-4-2 1 15,2 2-2-15,2 0 0 0,0 0 1 16,-6 0-1-16,-7 0 2 0,1 6-1 16,-3 4 1-16,1 3 0 15,-5 1-2-15,5 2 2 16,-5 1-1-16,3 3 0 0,-5 0 5 15,2 0-2-15,1 0 1 0,1 0-4 16,-1-1 0-16,-1-1 0 0,4-3 0 0,5-5 2 16,4-2 0-16,4-5-2 0,2-3 0 15,0 0 1-15,0 0 0 0,-4 1 1 16,4 1 0-16,-2-2-2 0,2 1 3 0,-4-1 0 16,4 2-1-16,0-2 2 0,0 2-1 15,0-2 0-15,0 0-1 0,-3 1 0 16,3-1-1-16,0 0 0 0,0 2 0 0,-2-2-2 15,2 0 0-15,0 0-1 0,0 0-2 16,0 0-5-16,0 0-4 0,0 0-8 0,0 0-12 16,0 0-20-16,2-10-58 0,11-2-108 15,-1-6-89-15</inkml:trace>
  <inkml:trace contextRef="#ctx0" brushRef="#br1" timeOffset="6483.19">18724 13280 574 0,'0'0'54'16,"0"0"-8"-16,0 0-11 15,0 0-11-15,0 0-8 0,0 0-5 16,0 0-5-16,0 0-3 0,0 0-3 0,0 0-2 16,-14-15 1-16,14 15 0 0,0 0-1 15,2 3 2-15,6 6 0 0,4 5-1 0,1-1 2 16,-1 2-1-16,0 2-1 0,1 1 0 16,1 1 0-16,-1 1 1 0,-1-2-1 15,3 0 1-15,-3-1 0 0,-4-5 0 16,3 0 0-16,-5-6 1 0,-4-3-1 0,2 1 2 15,-4-4-1-15,0 0 0 0,0 0 2 16,0 2-1-16,0-1 2 0,2 1 0 16,2 0 1-16,-4-2 3 0,0 1 0 0,2-1-1 15,-2 2-1-15,0-2-1 0,0 0-1 16,4 1 1-16,-4-1-3 0,2 0 1 16,3 0 1-16,-3-3-1 0,4-5 0 0,2-4-1 15,2-1 2-15,3-4-1 0,-1 0 0 31,-3 1-2-31,-1-1 0 0,2 5-2 0,-4-1 2 16,3 1-2-16,-3 4 0 0,-4-2-1 16,2 7-1-16,-4 3 0 0,0-1 0 15,0 1-3-15,2-2-1 0,-2 1-4 16,4-1-10-16,-4 2-12 0,0-1-28 0,0 1-38 16,2-2-85-16,-2 2-91 0</inkml:trace>
  <inkml:trace contextRef="#ctx0" brushRef="#br1" timeOffset="7348.87">18920 13369 491 0,'0'0'63'0,"0"0"-14"0,0 0-10 0,0 0-8 16,0 0-5-16,0 0-1 0,0 0-2 15,0 0-1-15,0 0-1 0,0 0-4 16,-14 8-2-16,12-14-3 0,-2-6-1 0,2-6-2 15,2-4 1-15,0-3-2 0,0-3 0 16,0-1 0-16,0 1-4 0,0-4 3 16,0-2-4-16,0-2 2 0,0-2 0 0,-5-3 1 15,-1-1 0-15,-2-3-5 0,-2 3 2 16,1 1-3-16,3 3 2 0,-2 2-3 16,2 2 3-16,0 4-1 0,1 3 0 0,-1 2 1 15,4 1-2-15,2-2 0 0,0 2 0 31,0-2 2-31,0 1-5 0,0-2 7 16,0 2-5-16,0-1 0 0,2 0 2 0,2-1-4 16,-4 1 4-16,2 2-1 0,-2-1 1 15,0 1 0-15,0 6 0 0,0-2-1 16,0 0 1-16,0 7-1 0,0-8 0 0,0 1 0 16,0 8 1-16,0-9-1 0,0 2 0 15,0 6 0-15,0-9 1 0,0 4-1 0,0 4 1 16,0-7-1-16,0 1 0 0,0 8 1 15,0-7-1-15,-2 6 1 0,2 1 0 16,0-1-1-16,0 1 0 0,0-2 0 16,0 2 1-16,0 0-2 0,0 1 2 0,0-2-1 15,0 2-3-15,0-1 5 0,-4-1-1 16,4-1 1-16,-2 2 0 0,2 1 0 0,-4 0-2 16,2 0 3-16,-2 2-1 0,4 0 0 15,-2 4-1-15,0-5-1 0,2 5 0 31,-4 1 1-31,4-1-1 0,-3-1 0 16,3 2 0-16,-4-1 0 0,4 0 1 0,0 5 0 16,0-1 0-16,0 1 0 0,0-2-1 15,-2 1 1-15,2-1 0 0,0 1 1 16,0-1 1-16,-4 1-1 0,4-1-2 0,0 1 2 16,0-1-1-16,0 0 0 0,0 1 4 15,0 0-5-15,-2-1-1 0,2 1 1 16,0-1-2-16,0 2 1 0,0-1-1 0,0 1 0 15,0-2 1-15,0 2 0 0,-4-2 1 16,4 2-3-16,0-1-2 0,0 1-1 0,0 0-3 16,0 0-8-16,0 0-11 0,0 0-34 15,0 0-135-15,0 0-119 0,0-6-5 16</inkml:trace>
  <inkml:trace contextRef="#ctx0" brushRef="#br1" timeOffset="10998.06">17711 10799 483 0,'0'0'74'0,"0"0"-12"16,0 0-11-16,0 0-11 0,0 0-9 15,0 0-5-15,0 0-3 0,0 0-6 0,0 0-1 0,-25-48-4 16,25 48-3-16,-4-1-2 0,4-1-5 16,0 2-2-16,-2 0-1 0,-2 0-1 15,4 16 0-15,0 9 2 0,0 12-2 0,0 4 2 31,0 3-2-31,6 3 2 0,-2-2 0 0,-2-4 0 16,-2-3-1-16,4-6 1 0,-4-11 3 16,3-2-4-16,-3-8 6 0,0-4-4 15,0-1 0-15,0-6 1 0,0 0 0 16,0 0 2-16,0 1 0 0,0-1-1 16,0 0-4-16,0-9 4 0,-7-6-5 0,1-8 5 15,0-2 0-15,0-4-1 16,2-2 3-16,-3-1 1 0,-3-3 1 15,4-1 0-15,-2 0 0 0,1-3-3 0,1 5-1 16,0 3-1-16,4 10 0 0,-4 9 1 0,6 1 0 16,0 6-2-16,0 1 0 0,0 0-3 15,0 4-2-15,0-2 2 0,0 2-2 0,0 0 2 16,12 2 0-16,3 8 0 0,3 5 2 0,-1 2-1 16,1 3 0-1,-5-2 2-15,-1 0-2 16,-4 1 1-16,-1-7 1 0,-1 0-1 15,-2-4 1-15,-4-5-2 0,2 1 1 16,-2-4 1-16,0 0 1 0,0 0 2 16,4 1-2-16,-4-1 1 0,0 0-1 0,6 0 1 15,1-1-2-15,1-10 1 0,4-4 0 0,1-1 0 16,-5-4 0-16,4-2 0 0,-3 0 1 16,3-4-1-16,-2-1 0 0,-1 0 0 15,3 0 0-15,-4 3-2 0,-2 8 2 16,1 1-2-16,-1 5-1 0,-6 6 0 15,4-1 0-15,-4 5-1 0,0-1 0 0,0 1 0 16,8 0-1-16,1 0 2 16,7 9-1-16,5 6 2 0,-7 4 0 0,3 6 3 0,-5 2-5 15,-4 3 2-15,1 1-2 0,-5 1 0 16,2-2 1 0,-4-1 1-16,-2-3 0 0,4-2 0 0,-4-7 0 0,2 0 2 15,-2-5-2-15,4-2 0 0,-4 1 0 0,2 0-1 31,-2-2 0-31,5-5 2 0,-5 7-1 0,2-5 0 16,-2-1-2-16,4 5 1 0,-2-5 0 16,-2-1 0-16,4 4 1 0,-4-4-1 15,2 0-1-15,0 0-2 0,-2-4-5 16,0 0-7-16,0 0-14 0,4 4-27 16,-2 1-67-16,2 0-151 0,-1-1-31 15</inkml:trace>
  <inkml:trace contextRef="#ctx0" brushRef="#br1" timeOffset="11649.87">18201 10765 694 0,'0'0'47'0,"0"0"-12"0,0 0-8 16,0 0-9-16,0 0-6 0,0 0-5 0,0 0-3 16,0 0-2-16,0 0-2 0,-8-3 2 15,8 13-1-15,0 9-2 0,0 2 2 16,0 2 0-16,2-1-1 0,-2-5 2 0,4 0-3 16,-2-5 1-16,-2 0-1 0,4 0 1 15,-4-6-1-15,0 0 1 0,0-6 0 16,0 0 0-16,0 0 1 0,0 2 1 0,2 0 0 15,-2-1 0-15,0 1 2 0,0-1-2 16,0-1 2-16,0 0 0 16,0-11 1-16,-2-6 1 0,-4-8 1 0,0-2-1 0,4-3 4 15,-5 2-1-15,3-2 2 0,2-1-5 16,2 2-1-16,0 3-4 0,2 4 2 16,2 6-1-16,3 1 1 0,-3 3 1 0,2 5-3 31,0-4-1-31,0 5-3 0,5 2 0 15,5-1 2-15,3 3-2 0,4 2 3 0,-1 0-1 16,3 3-1-16,-6 5 1 16,-1 1-1-16,-1 0 0 0,-5 2 1 0,-1-2 1 15,-3 2-1-15,-2 2 2 0,0 3-2 16,1-1 2-16,-7 3-3 0,0 2 1 0,0 2 0 16,-3 7 1-16,-3-1 1 0,-4-5 0 15,2 2-1-15,-3-4-2 16,3-1 2-16,-4-2 0 0,-1-1 0 0,7-6 1 0,-2-1 0 15,2-4-1-15,1-3 0 0,3 2 2 16,0-4-1-16,-4 1 0 0,2 0 1 16,2 0-1-16,-4 0 0 0,2-1 1 0,-3 1-2 15,5-1 0-15,2-1-2 0,-4 0 0 16,2 2 0-16,-4 0-2 0,4 1-2 16,-2-2-7-16,4-1-8 0,-2 0-15 15,2 0-40 1,0 0-62-16,0 0-157 0,0 0-10 15</inkml:trace>
  <inkml:trace contextRef="#ctx0" brushRef="#br1" timeOffset="12400.01">18509 10642 523 0,'0'0'34'0,"0"0"-3"16,0 0-5-16,0 0-6 0,0 0-3 0,0 0-3 16,0 0-3-16,0 0 0 15,0 0-1-15,0 0-1 0,66 59 2 0,-66-48-2 16,0-1-2-16,0 1 1 0,0-2-2 16,0 2 0-16,0-7 0 0,0 7 1 0,-2-7 2 15,2 1 1-15,0 0 3 16,0-5-1-1,0 0 1-15,0 0 0 0,-4 1 3 0,4 1 1 16,0-2 1-16,0 0-1 0,-2 0-4 16,-2 0-4-16,2-10-4 0,-5 0 0 15,3-7-1-15,2-1-2 0,2 1 1 16,0-1-3-16,0 1 0 0,2 1-1 0,5 0 0 16,3-2 0-16,0 1 1 0,7 4-2 15,-3 1 0-15,1 2 0 16,-3 5 0-16,5 0 0 0,-9 3-2 0,4 2 0 0,7 0 2 15,-11 0-2-15,11 0 3 0,-11 4-1 16,2 0-1-16,-3 0 0 16,-5-2-1-16,4 6 0 0,-2-4 0 0,-4 7-1 0,0 4-1 15,0-1 1-15,-6 2-1 16,-5-2 3-16,3-5 1 0,-4 0 1 0,-1-1 1 0,1-2 0 16,-2 2 1-16,1-3 1 0,5 0-1 15,-3-3 1-15,3 1-1 0,2-3 1 31,-6 2 0-31,10-2 1 0,-5 0 1 16,1 1 0-16,6-1-1 0,0 0 0 0,0 0-1 16,-4 0-1-16,4 1-1 0,-2-1-1 15,-2 0 0-15,4 0 1 0,0 2-1 16,0-2 1-16,0 4 0 0,0-1-1 0,10 4 2 16,3 0 0-16,-5-2 0 0,6 2-1 15,-1-1 1-15,1-1-1 0,9 2 0 16,-9 0 1-16,5-1-1 0,-5-2 0 15,3 2 0-15,-3-1-1 0,-5-2 1 0,7 1 0 16,-7-1 0-16,-3-1-1 0,2 0 1 0,-2-1 0 16,0-1 0-16,5 2 1 0,-5-1-1 15,-4-1 0-15,4 1-1 0,0 1 1 16,1-1 0-16,-5 1 0 0,4 0 1 16,-6-2-2-16,0 0 0 0,0 0 1 0,6 3-2 15,0-2-3-15,0 1-23 0,-1 1-61 31,-5-3-206-31,0 0-30 0</inkml:trace>
  <inkml:trace contextRef="#ctx0" brushRef="#br1" timeOffset="14013.87">19073 10879 574 0,'0'0'57'0,"0"0"-9"16,0 0-11-16,0 0-14 0,0 0-8 0,0 0-6 16,0 0-6-16,0 0-3 0,0 0-1 0,-4-12 0 15,4 12 3-15,6 9 0 0,1 6 0 31,3 3-1-31,-6-6 0 0,0 2-1 16,2 0 1-16,-4-4 1 0,5 2-1 0,-3-3 1 16,-4-6 1-16,2 5 0 0,2-5 0 15,-4 0 2-15,2 1-2 0,2-2-1 16,-2 1 1-16,2 0 0 0,-2 0-1 16,-2-3 1-16,3 0-2 0,3 0-2 0,6 0-1 15,7-1-6-15,-5-5-15 0,5-5-53 16,-3-1-109-16,-1-3-109 0</inkml:trace>
  <inkml:trace contextRef="#ctx0" brushRef="#br1" timeOffset="14230.48">19179 10690 602 0,'0'0'37'0,"0"0"-11"16,0 0-16-16,0 0-13 0,0 0-9 0,0 0-10 15,0 0-18-15,0 0-42 0,0 0-84 16,25-1-81-16</inkml:trace>
  <inkml:trace contextRef="#ctx0" brushRef="#br1" timeOffset="14649.33">19290 10760 465 0,'0'0'38'0,"0"0"-9"0,0 0-2 16,0 0-5-16,0 0-3 0,0 0-3 16,29 79-4-16,-29-69 0 0,2 0-2 15,3 2 4 1,-3-7 1-16,-2 1 2 0,0-6 3 15,0 0 0-15,0 0 0 0,4 1 3 0,-4 1 0 16,0-1 0-16,0 1-3 0,0-1-3 16,0 1-1-16,2-2-2 0,-2 0-2 15,0 0-2-15,0 0-3 0,0-2-1 16,2-10-3-16,4-3 0 0,0-3-3 0,0 3 0 16,5 0-1-16,-3 5 0 0,0 0-1 15,-1 1 1-15,3 1-1 0,-2 2 0 16,2 3-3-16,-3 3 1 0,-5-1 0 15,10 1 0-15,-4 0 1 0,5 5 0 0,3 8 1 16,-7-1-1-16,-3 0 1 0,0 1 0 16,-6 4 1-16,6-6-1 0,-4 7 1 0,2-1 1 15,-2-5 0-15,3 3-1 0,-5-4-3 16,0-7-4-16,2 1-7 16,-2-5-11-16,0 0-16 15,0 0-45-15,0 1-75 0,0 1-128 16</inkml:trace>
  <inkml:trace contextRef="#ctx0" brushRef="#br1" timeOffset="14897.88">19611 10648 646 0,'0'0'25'0,"0"0"-8"16,0 0-7-16,0 0-2 0,0 0-1 0,0 0-2 0,0 0-1 16,0 0-3-16,27 89 2 0,-25-72-5 15,2-6 1-15,-2-1 0 0,-2 2-1 16,4 0 1-16,-2-2-3 0,-2-5 0 16,0-1-2-16,0-4-4 0,0 0-12 0,0 4-31 15,0 1-47 1,0 1-76-16,0-2-81 15</inkml:trace>
  <inkml:trace contextRef="#ctx0" brushRef="#br1" timeOffset="15080.53">19617 10642 621 0,'0'0'70'15,"0"0"-17"-15,0 0-17 0,0 0-8 0,0 0-8 16,0 0-3-16,0 0-4 0,0 0-5 0,0 0-1 15,0 0-3-15,29-62-2 0,-10 51 0 16,-1 0-2-16,-3 2 0 0,3 0-8 16,-3 2 1-16,1 3-13 0,-8 3-23 0,5 1-45 15,-5 3-117-15,2 5-100 0</inkml:trace>
  <inkml:trace contextRef="#ctx0" brushRef="#br1" timeOffset="15313.67">19656 10769 671 0,'0'0'55'0,"0"0"-15"16,0 0-8-16,0 0-10 0,0 0-7 15,0 0-5-15,0 0-1 0,0 0-5 16,0 0-2-16,79-42-2 15,-61 36-4-15,-7 2-1 0,1-3-2 0,-2 4-10 0,-3 1-17 16,1 0-36-16,4 2-49 0,-3 0-103 16,3 0-57-16</inkml:trace>
  <inkml:trace contextRef="#ctx0" brushRef="#br1" timeOffset="15647.56">19685 10961 683 0,'0'0'52'16,"0"0"-14"-16,0 0-8 0,0 0-11 0,0 0-6 15,0 0-2-15,0 0-4 0,0 0 1 16,0 0-3-16,0 0-1 0,23-25-1 15,-9 19-2-15,1 0 1 0,8 0-1 0,-7-1-1 16,3-1 0-16,1 1 0 0,5-1-1 16,-4 0 1-16,4 0 0 0,0 1-1 15,-1 1 0-15,-7 1-2 0,-1 2 0 0,-3 1-2 16,-11 0-3-16,4 2 0 0,-6 0-4 16,0 0-6-16,4 0-13 0,-2 0-12 0,4 2-27 15,-3 0-44-15,-3-2-158 0,0 0 3 31</inkml:trace>
  <inkml:trace contextRef="#ctx0" brushRef="#br1" timeOffset="47089.66">28276 8761 327 0,'0'0'45'16,"0"0"-6"-16,0 0-8 0,0 0-5 0,0 0-5 15,0 0-1-15,0 0-5 0,0 0-2 16,0 0-2-16,-12-7-2 0,12 5-2 16,0 0 2-16,0 1-2 0,0-1 2 0,0 1 1 15,0 0 2-15,0-1 1 0,0 1 2 31,0-1-1-31,0 1-1 0,0-1-2 0,0 0-1 16,0 1 0-16,0-1-1 0,0 1-1 16,0-5 0-16,0 0 0 0,0 0 0 15,0 1 0-15,0 5 1 0,0-1-2 16,0 1 0-16,4-2-2 0,-4 0-1 0,0 1 0 16,0-1-1-16,2 1 1 0,-2-1 0 15,0 1-2-15,0 0 0 0,4-1-1 16,-4 1 0-16,6-4 1 0,-4 2-2 0,2 0 1 15,3-3 0-15,-1 4 1 0,-4-1 1 16,6 0-2-16,-4 1 1 0,3 1-1 16,5 1 0-16,-6 0 0 0,7 0 1 0,3 0-2 15,3 0 2-15,6 0-1 0,-5 0-1 16,5 0 3-16,0 0 0 0,2 0-2 0,0 0 2 16,6 0-1-16,0 0 0 0,2 0 0 31,0 0 0-31,2 0-1 0,-2 0-1 15,3 0 0-15,-5 0 0 0,-2 0 1 16,0 0 0-16,-5 0-1 0,1 1-1 0,0 2 2 16,-2-1-1-16,0 1-1 0,-2 0 4 15,6 0-4-15,-3 0 1 0,1-1 1 16,4 1-2-16,2-2 2 0,5-1 0 0,3 0-1 16,2 0 1-16,-1 0 0 0,1-1 1 15,-2-2-2-15,-1 0 1 0,-1 0-2 16,2 0 1-16,-8 1-1 0,0 1 2 0,-4 1-1 15,-4-2 0-15,-6 2 0 0,-1 0-2 16,1-2 3-16,-2 1-1 0,1-1 0 0,1 0 1 16,-1-1-1-16,3 0 1 0,4-2-1 15,2 0 1-15,-3-1 2 0,8 0-2 16,-6-1 1-16,3 1 1 0,0-2-3 16,-2 2 0-16,-2-2 0 0,-2 3 0 0,-1-2 0 15,-1 0 0-15,4-1 0 0,-2 2 1 31,1-2-1-31,1 0 0 0,2 0 0 0,0 0-5 16,2-1 4-16,-2 0 1 0,-4 1 0 16,1 2 0-16,1-1 0 0,-4-1-4 15,-9 2 4-15,3 0 1 0,-5 3 1 16,-2-3-1-16,3 1 1 0,-3-1 1 0,0 1-2 16,-2 0 1-16,5-2-1 0,-5 1 1 15,0 2 0-15,-4-4 0 0,4 2 1 16,1-2 0-16,-3 1-1 0,-2-2-1 0,4 0 1 15,-4-3-1-15,2-5 0 0,-2 4 2 16,2-3-1-16,-2 5-1 16,-2-2 1-16,5 1 0 0,-5-1-1 0,0 1 0 0,0 0 1 15,0 0 0-15,0 1 1 0,0 1-1 16,0-1-1-16,0 0 0 0,-5 1-1 16,3-1 2-16,-2 2-2 0,2-1 1 0,-2-1 0 15,-2-3 0-15,4 4 0 0,-6-5-1 31,1 1 1-31,3 5 0 0,-2-6 1 16,-2 1-1-16,-3 2 0 0,5-1 0 0,-4 1 0 16,-1 0 0-16,3 2 0 0,-8-6 0 15,1 3-1-15,1 1 3 0,-3 0-3 0,3 1 2 16,1 0-1-16,-1 1 0 0,1 2-1 16,1 1 1-16,-2-3-1 0,-3 0-4 15,-4-2 4-15,3-1-3 0,1 3 2 16,1-1 2-16,-3 0 1 0,3 1-4 0,-7-1 4 15,0 1-2-15,-2-1 0 0,-2 0 2 16,-2 1-2-16,3-1 1 0,1 2-2 0,-2 0 1 16,4 1-1-16,0 3 0 0,3-2-1 15,5 3 1-15,-1-2 1 0,1 1 0 16,3 2 1-16,-3-3-1 0,-1 2 2 16,1-1-2-16,-5-1 0 0,1 0 0 0,1-1 0 15,-3 2 0-15,0-2 0 0,-2 1 0 16,3 1 0-1,-7 0 0-15,0 0 0 16,-2 1 0-16,0-1 0 0,-2 0 1 0,0 0-2 16,-2 0 2-16,6 2-1 0,0 0 1 15,3-2-1-15,9 4 0 0,-1-2-1 16,5 0 2-16,-1 1-1 0,1 1-1 0,-1 1 1 16,0 0-1-16,-3-2 1 0,3 2 0 15,-1 0 0-15,3-2 0 0,-2 2-2 16,-1-1 2-16,-3 1 0 0,-5-1 0 0,2-1 2 15,-1 1-2-15,1 1 0 0,-2 0 0 16,3 0-2-16,-3 0 4 0,3 0-2 16,-3 0 0-16,9 0 1 0,-9 0-2 0,2 0 1 15,7 0 0-15,-9 0 0 0,3 1 0 16,3 2 0-16,-10 2 0 0,0 1-3 16,1 0 3-16,-3 2-1 0,0-1 1 0,-4 1 1 15,2-1-1-15,4-2 0 0,0 1 1 31,5-3-2-31,-5 0 1 0,4 1 0 16,3-2 0-16,3 1 0 0,-3-1 0 0,7-1 0 16,-5 1 0-16,5-1-2 0,5-1 2 15,-2 2 0-15,2-1 1 0,-7 0 1 0,5 1-2 16,2-2 0-16,-5 2-1 0,5-1 0 16,-6 1 1-16,-3 1 0 0,3 0-1 15,-2 1 1-15,-1 1-1 0,3 1 3 16,-5 0-3-16,3 0 1 0,5-3 0 0,-3 2-1 15,2-1 0-15,1 1 2 0,1-1-1 16,-2 1 0-16,1-1 0 0,3 3-4 0,-4-3 4 16,4 2 0-16,-3 0-1 0,3 0 3 15,-2 2-2-15,2-2 0 0,-5 0 0 16,5 0 0-16,-2 0 0 0,2-1 1 16,-2 1-1-16,-3 0 0 0,5-2 0 0,-2 3 0 15,-7-2 0-15,9 0-1 0,-10 3 2 31,9-4-2-31,-1 2 6 0,2-1-4 0,-2 1 3 16,1-1-3-16,1 1-2 0,-4-1 1 16,4 2 0-16,-3 0 0 0,7-2 0 15,-4 1 0-15,-4 0 0 0,8 0-1 16,-5 0 1-16,1 0 0 0,2-3 0 0,-4 4 0 16,6-5 0-16,-4 4 0 0,-1 1 0 15,3-4-2-15,-2 2 2 0,4 0-1 16,-4 3 1-16,-5 4 0 0,7-5-2 0,-8 6 3 15,6-3-2-15,0-2 1 0,-5 4 0 16,5-5 0-16,4 3-1 0,-4-1 1 16,4 0-1-16,-5 0 1 0,3 1 0 0,2 1 1 15,-2 0-2-15,2-1 0 0,-2 1 0 16,2 6 0-16,-2-5 0 0,2 6 3 0,2 1-3 16,0-7 1-1,0 8 1-15,0-2-2 16,0-5 0-16,0 6 2 0,0-7-2 15,0 1 1-15,0-1 0 0,0 1-3 16,0-1 3-16,0-2 1 0,0 2-2 0,0-7 2 16,0 6-1-16,0-5 0 0,0 0-1 15,0 0 2-15,0-2-2 0,0 3 1 0,0-3 1 16,0 7-1-16,0-7 0 0,0 5 0 16,2 2 1-16,2-3-1 0,-2 0 0 15,2 2 0-15,-2-1-1 0,4 0 2 16,1 5-1-16,3-2 1 0,0 1 4 0,1 1-4 15,1-3 4-15,-4-4-5 0,0 3 0 16,3-2 0-16,1 2 0 0,1-1 0 16,-5 0 0-16,4 0 0 0,1-2 0 0,-1 1 0 15,-4 0 0-15,5 1 0 16,-7-4 0-16,6 3 0 0,-3-3 0 0,-3 1 0 16,2-2 0-16,2 3 0 0,-3-3 0 0,1 2 0 15,2-1 0-15,-1 0 0 0,-3 0 0 16,2 0 0-1,4 1 0-15,5-2 0 0,-3 4 0 16,5-2 0-16,2 0 0 0,-3-1 0 16,7 1 0-16,-4-2 0 0,4 0 0 15,-11-1 0-15,5 0 0 0,-7-2 1 16,-2 1-1-16,3-1 0 0,-3-1 0 0,-4 2-1 16,-4-2 1-16,5 0 0 0,-1 0 0 15,0 1 1-15,-6-1-1 0,0 0-1 16,0 0 2-16,0 0-2 0,0 2 1 0,0-2 0 15,2 0 0-15,-2 0 1 0,4 0-1 16,-4 0-1-16,8 1 1 0,-1-1 0 16,-1 0-2-16,0 0 0 0,0 0-4 0,0 0-7 15,7 2-14-15,-5 0-21 0,-2-1-52 16,-2 0-114-16,3-1-91 0</inkml:trace>
  <inkml:trace contextRef="#ctx0" brushRef="#br1" timeOffset="50504.35">14491 8628 386 0,'0'0'54'0,"0"0"-5"0,0 0-10 15,0 0-9-15,0 0 0 0,0 0 3 16,0 0-1-16,0 0-3 0,0 0-8 16,0-70-9-16,0 70-6 0,0-2-3 0,0 1-1 15,0-1-6-15,0 0-1 0,0 2 2 16,0 0-2-16,0 13 6 0,0 8-2 16,6 9 1-16,-4 4 0 15,2 2-6-15,2 2 5 0,2 0-2 0,-3 0 2 0,3-3 0 16,-2-3 1-1,0-4 1-15,0-1 0 0,3-6-2 16,-5-6 2-16,2-1-4 0,0-7 3 16,-4 1 1-16,2 1 0 0,-2-6 0 15,1 2 1-15,-3-5-3 0,0 0 2 16,0 0 0-16,4 1 2 0,-4 1 3 0,0-1-2 16,0 0 2-16,0 1 1 0,2-2 3 15,-2 2 4-15,0-2 4 0,4 0 1 0,-4 0-5 16,2 0-4-16,-2 0-3 0,4-12-2 15,-2-5 0-15,2-5-1 0,-2 0 0 16,-2 7-1-16,4-5 0 0,-4 2 0 16,0 4-1-16,3-4 0 0,-3 7-1 0,0 5 1 15,0-5-1-15,0 7 0 0,0-2 1 16,0 1-2-16,0 5 0 0,0-1-2 0,0 1 2 16,4-6-1-16,-2 1 2 0,-2 0-1 15,4 1-1 1,-4 4 1-16,0-1-1 15,0 1 0-15,0-2 0 0,2 2-2 16,-2-2 1-16,8 2 0 0,5 0 1 0,3 2-1 16,1 7 1-16,1 3 0 0,-1 2-2 15,-1 1 2-15,-3 2 0 0,3 1-1 16,-5 2 0-16,5-1 2 0,-1-2-4 0,-3-2 4 16,0-4 0-16,-3-2 0 0,1-3 1 15,-8-3-1-15,4 1 2 0,1-2-2 16,-3 0 1-16,0 1 0 0,-4-3-1 0,0 0 1 15,0 0 1-15,0 2 0 0,0-2 0 16,4 0 1-16,-4 1-1 0,2-1 1 0,2 0 1 16,-4 2 0-16,0-2 1 15,0 0 0-15,6-2-1 0,-4-9 1 0,3-6 1 16,1-3-1-16,-4-4 1 0,-2 0 0 16,0-3-1-16,0-4-1 0,0 1 1 0,0-3-2 15,0 1 1-15,0-2-2 0,-2 3 0 31,-2 0-2-31,2 4-2 0,2 8 3 0,-5 2 0 16,5 6 1-16,0 5-2 0,0 1-2 16,0 5 1-16,0-1-2 0,0 1 1 15,0-2-1-15,0 2 0 0,0-2-2 16,0 2 5-16,0 0-2 0,0 0-3 0,0 0 1 16,0 0-4-16,0 2-6 0,5 8-11 15,1 6-19-15,2 2-51 0,-2 8-91 0,0 0-110 16</inkml:trace>
  <inkml:trace contextRef="#ctx0" brushRef="#br1" timeOffset="51435.7">15297 8813 355 0,'0'0'69'15,"0"0"-5"-15,0 0-6 0,0 0-6 16,0 0-3-16,0 0-7 0,0 0-8 0,-11-78-6 15,5 65-5-15,2 5-3 0,-4-1-4 16,2 0-5-16,-1 1-2 0,1 2-2 0,0 3-1 16,0-3-4-16,0 5-1 0,3-1-1 15,-7 0-3-15,4 2 2 0,-6 0-2 16,1 5 1-16,-5 4-1 0,3 6 1 16,3 2 0-16,-2 1 0 0,1 4 1 0,3 0-1 31,2 3 0-31,0-1 0 0,-1 0-1 15,1 1 0-15,4-1 0 0,-2-6 1 0,2 0-2 16,2-6 1-16,0 0-1 0,0-1 1 16,0-6 0-16,0 1-1 0,6-5 0 15,-4 3 1-15,2-1 1 0,5-3 1 16,-1 0 1-16,8-8 0 0,3-4 2 0,-9-2 1 16,3-1 3-16,-3 0-1 0,-2-3 2 15,-2-2-2-15,1 0 2 0,-1 0-1 16,-4 5 2-16,2 0-2 0,-2 3 0 0,-2 5-2 15,0-5 1-15,0 6 0 16,0 1-1-16,0-2 0 0,0 7-2 0,0-1-2 16,0 1-3-16,0-2 0 0,0 2-2 0,0 0 1 15,0 0 1-15,4 6 2 0,2 8-1 16,3 3 2-16,-3 1 0 0,0 0-1 16,0-6 0-16,1 0-1 0,-1-4 1 0,0-1 0 31,0 0 0-31,-4-4 0 0,9 0-2 15,-9-2 2-15,6-1 0 0,2 0 1 16,-2-1 1-16,5-9 0 0,-7 5 1 0,2-8 1 16,3 0 0-16,-9 4 1 0,4-6-1 15,-2-1-1-15,-2 5 2 0,4-5-3 0,-1 5 1 16,-5 1 0-16,2-1 0 0,-2 5 0 16,4 2-1-16,-4 4 0 0,0-2 0 15,0 2 0-15,0-2-1 0,0 1 0 16,0-1-1-16,0 1 0 0,0-1-1 0,0 1-1 15,0-1-1-15,0 2 0 0,0 0 2 16,0 0 1-16,2 0 0 0,0 13 2 16,2 5-2-16,-4 3 0 0,6 0 0 15,-4 1 0-15,2-9 0 0,3 2 0 0,-5-4 0 16,2-2 0-16,2 1-1 0,-6-5-1 16,6 3-3-16,-4-6-1 0,-2 2-2 0,6-1 0 15,-6-3-1-15,0 0-5 0,0 0-5 31,0 0-11-31,3 2-18 0,3-2-15 16,-2 0-25-16,2 0-57 0,0 0-92 16</inkml:trace>
  <inkml:trace contextRef="#ctx0" brushRef="#br1" timeOffset="51637.58">15419 8561 657 0,'0'0'45'0,"0"0"-17"16,0 0-20-16,0 0-10 0,0 0-7 0,0 0-7 0,0 0 0 0,0 0-7 31,0 0-13-31,0 0-25 0,16-8-56 15,-8 22-130-15</inkml:trace>
  <inkml:trace contextRef="#ctx0" brushRef="#br1" timeOffset="51972.21">15574 8459 541 0,'0'0'62'16,"0"0"-15"-16,0 0-14 0,0 0-19 0,0 0-10 15,0 0-4-15,0 0-3 0,0 0 4 16,0 0 2-16,0 0-1 0,37 23 2 16,-25-1 1-16,-3 6-5 0,-1 1 3 0,2 1-4 31,-4 1-1-31,1 0 1 0,-5-2-2 15,4 2-2-15,-6-2-1 0,4-2-1 0,-2-3 0 16,0-6 1-16,2-1 2 0,-4-6 2 16,2-1-3-16,2-1-1 0,-1-4-2 15,-3-1-5-15,0-4 0 0,0 0 0 16,0 0-7-16,6 0-13 0,4-1-39 0,-4-4-61 16,3-5-101-16</inkml:trace>
  <inkml:trace contextRef="#ctx0" brushRef="#br1" timeOffset="52220.58">15594 8708 613 0,'0'0'59'15,"0"0"-15"-15,0 0-20 0,0 0-11 0,0 0-7 31,0 0-2-31,0 0-1 0,0 0-2 16,0 0 0-16,19-20-2 0,0 13 0 0,5 2-2 16,-9 2-1-16,3 2-3 0,-3 1 0 15,-3 0-2-15,7 0-4 0,-11 0-9 16,-2 0-22-16,5 0-30 0,-3 1-76 0,0 1-108 16</inkml:trace>
  <inkml:trace contextRef="#ctx0" brushRef="#br1" timeOffset="52921.12">16487 8533 553 0,'0'0'57'16,"0"0"-4"-16,0 0-13 0,0 0-5 0,0 0-7 16,-39-83-7-16,35 75-2 0,2 4-3 15,2 1-4-15,0 3-1 0,-4-2-5 16,4 2-5-16,0 0-5 0,0 0-1 16,0 13 1-16,0 9 1 0,4 10 4 0,4 4-4 31,2 4 2-31,3-2-3 0,-3 1-2 15,3-2-4-15,-1-1-3 0,-2-5-7 0,-1-3-12 16,-1-9-17-16,-4-7-38 0,-2 0-83 16,-2-6-101-16</inkml:trace>
  <inkml:trace contextRef="#ctx0" brushRef="#br1" timeOffset="53170.74">16444 8473 655 0,'0'0'61'0,"0"0"-18"15,0 0-16-15,0 0-8 0,0 0-7 0,0 0-4 0,0 0-3 16,0 0-2-16,0 0 0 0,37-59-3 16,-16 51 0-16,2 3-2 0,-1 4-1 0,3 1-2 15,2 0-3-15,0 0-6 0,2 4-6 31,-6 3-8-31,-1 2-25 0,-1 3-23 16,-9 3-54-16,-3 3-112 0,-3 2-1 0</inkml:trace>
  <inkml:trace contextRef="#ctx0" brushRef="#br1" timeOffset="53352.62">16566 8633 660 0,'0'0'55'16,"0"0"-20"-16,0 0-14 16,0 0-7-16,0 0-4 0,0 0-4 0,0 0-2 15,0 0-3-15,0 0-3 0,0 0-6 0,58-33-9 16,-40 33-13-16,1 5-43 0,-5 5-79 16,-1 0-130-16</inkml:trace>
  <inkml:trace contextRef="#ctx0" brushRef="#br1" timeOffset="53986.78">16973 8668 657 0,'0'0'41'0,"0"0"-13"0,0 0-14 16,0 0-6-16,0 0-7 0,0 0-4 0,-83-15 2 16,71 27-2-16,-2 2 2 15,7 4 1-15,-1 4-1 0,-2 1-2 0,8-1 2 0,-2-4-1 16,4 1 1 0,0-3 1-16,0-4-1 0,0 7-1 15,4-9-1-15,2-2-1 0,-4 1 0 16,2-6 0-16,-2 0 4 0,2-3 3 15,3 0 2-15,-3-2 4 0,8-6-3 16,-2-3 2-16,-1-1-1 0,1 0 0 0,-8-2 2 16,0 5 2-16,4-7 1 0,-2 1-1 15,-4 3 0-15,3-6 0 0,-3 8-3 0,4-1 0 16,-4 0-3-16,0 1-1 16,2-1-1-16,2 2 0 0,4-3-1 0,2 1-2 15,1-1 0-15,7 2-3 0,1 2 1 16,0 3 1-16,1 2-2 0,1 2 0 0,2 1-3 15,-3 0-4-15,-1 4-3 0,-5 5-1 16,-1 3 0-16,-1 3 1 16,-3 5 0-16,-5 0-2 0,-2 3 3 0,-2 0 2 15,0-1 6-15,-6-1 2 0,-1-5 3 0,1-4 0 16,0-3 0-16,2-3 2 0,-2 2 0 16,1-5 3-16,-1 2 2 0,0-4 4 0,4 0 0 15,-8-1 3-15,1-1 0 0,1-10 0 31,-4 2-2-31,5-4-2 0,1-3-2 0,0 0-1 16,2-2-1-16,2-1-3 0,2 1-2 16,0-2-2-16,8-4 0 0,2 3 1 15,3 2-2-15,1 1 0 0,5 3-3 16,-5 3-4-16,-1 4-8 0,5 5-10 0,-3 3-24 16,-3 0-43-16,7 0-113 0,-7 5-85 15</inkml:trace>
  <inkml:trace contextRef="#ctx0" brushRef="#br1" timeOffset="55336.83">17628 8538 481 0,'0'0'72'0,"0"0"-11"15,0 0-12-15,0 0-12 0,0 0-7 16,0 0-10-16,0 0-8 0,0 0-8 16,0 0-9-16,0 0 0 0,-4-39-2 0,4 39 5 15,0 14 4-15,0 8-5 0,6 8 4 16,-1 2-6-16,-3 2 2 0,2-2 1 16,-4 0-2-16,2-2 2 0,-2-3 1 0,4-9 2 15,-4-6-2-15,0-1 2 0,0-5 1 31,0 0 1-31,0 0 2 0,0-6 3 16,0 0 0-16,0 0 3 0,2 2 1 0,-2-2 1 16,0 0-2-16,0 0-1 0,0-2-2 15,0-10-2-15,0-6 1 0,0-6-3 16,-2-1 2-16,-2 0-2 0,2-4 1 0,-4-3 0 16,1-1 0-16,3-4 0 0,-2 2-4 15,4 2 3-15,0 2-4 0,0 10 1 16,0 3 1-16,4 9 0 0,-4 4-2 0,9-2-2 15,1 7-1-15,4 0-2 0,7 4 1 16,2 13 1-16,0 6-1 0,-1 4-2 16,-1 3 5-16,-2 3-6 0,-1 2 5 0,-7-1-3 15,1-4 0-15,0-1 0 0,-5-5 3 16,-1-5 0-16,-2-9 2 16,-4-5 2-16,0-5-1 0,0 0 1 0,0 0 3 0,2 2 2 15,-2-1 0-15,0-1 1 0,0 0-2 31,2 0-2-31,-2-12-1 0,4-9 0 16,-4-8 0-16,0-3-2 0,2-3 1 0,-2-3 0 16,6 1-3-16,-1 1 3 0,1 6-3 15,0 2 0-15,0 12 2 0,-4 5-1 0,-2 8-1 16,0 3 2-16,0-1-3 0,0 1-2 16,9 0 1-16,3 6-2 0,7 10 2 15,1 10-1-15,-1 4 4 0,-3 4-4 16,-5 2 4-16,-1 0-1 0,-2-2-1 0,-2 0 1 15,-1-4-1-15,-3-4 1 0,2-6 0 16,-4-2-1-16,2-6-1 16,-2-6-4-16,0 4-4 0,4-5-4 0,-4-1-11 0,0 1-15 15,0-5-33-15,0 0-51 16,0 0-151-16,2 0 11 0</inkml:trace>
  <inkml:trace contextRef="#ctx0" brushRef="#br1" timeOffset="55719.75">18195 8813 562 0,'0'0'26'16,"0"0"-4"-16,0 0-8 0,0 0-5 0,0 0-3 15,0 0-1-15,0 0-1 0,89-90 1 16,-75 74 0-16,-4 1 8 0,-3 2 4 16,-1-2 7-16,-4 0 4 0,2-3-2 0,-4-3-5 15,-4-1-4-15,-4 2-7 0,-3 2-8 16,-1 3 3-16,2 4-8 0,-3 2 3 16,3 7-2-16,2 2-2 0,-5 0 3 15,5 5-5-15,-2 9 5 0,1 5-3 0,3 3 2 31,2 4 2-31,4 0-1 0,0-1 0 16,0 1 0-16,0-2-1 0,6-1 1 0,0-3-2 16,-1-6-2-16,1-2 0 0,2-2-2 15,-2-2-3-15,7 1-4 16,-7-4-8-16,6-4-30 0,-4 1-35 0,5-2-94 0,5 0-87 16</inkml:trace>
  <inkml:trace contextRef="#ctx0" brushRef="#br1" timeOffset="56319.55">18480 8591 442 0,'0'0'39'15,"0"0"5"-15,0 0-8 0,0 0-9 16,0 0-6-1,0 0-7-15,23 85-3 16,-23-66-6-16,0-1-2 0,0-5-3 0,0 7 0 16,0-8-1-16,0-6 1 0,0 0 2 15,0-6 1-15,0 0 6 0,0 0 12 16,0 2 6-16,2 0 11 0,-2-2-5 0,0 1-6 16,0-1-7-16,0-1-7 0,0-13-1 15,0 0-2-15,0-6-3 0,0 1-3 16,0 5-1-16,0-6-3 0,0 4 1 15,4 0-1-15,-2 3-1 0,4 0 0 0,0 8 0 16,1-2-1-16,1 3-2 0,-4 2 0 16,8 1-2-16,1 1-1 0,-3 1-2 0,13 7 0 15,-11-2-1-15,-1 3 2 16,-1 2 2-16,-8-4 1 16,4 7 1-16,-2-5 2 0,-2-5-1 0,-2 9 4 0,0-7-1 15,0 0 2 1,0 0-1-16,0-6 1 0,0 0 3 15,0 0 3-15,0 1 0 0,0-1 1 16,0 2-2-16,0-2-2 0,-2-2 0 0,-4-8-1 16,2-1 0-16,2-7-3 0,-2 0 1 15,4 6-2-15,0-6 0 0,0 5 0 0,4 2 0 16,-2 1 2-16,2-1-3 0,2 2 2 16,1 3-2-16,-1 0-2 0,2 5 1 15,7 1-4-15,1 0 1 0,-3 3-4 16,-3 4 0-16,0 4 0 0,-2 1 1 0,5 5 0 15,-7 0-1-15,0-5-2 0,-4 3-2 16,2 1-5-16,-1 3-8 0,1-3-9 16,2 1-21-16,-4 0-21 0,4-7-68 0,-2 5-103 15</inkml:trace>
  <inkml:trace contextRef="#ctx0" brushRef="#br1" timeOffset="56686.53">19009 8614 570 0,'0'0'52'15,"0"0"-10"-15,0 0-11 0,0 0-11 0,0 0-9 16,0 0-4-16,0 0-3 0,-78 18-1 15,67-1-1-15,3-1 0 0,4-2-1 16,2 2 0-16,0-6-2 0,2 4 1 16,0 2-4-16,0-5-1 0,0 4-3 0,2-7-3 15,0-5-1-15,4 3 4 0,0-5 2 16,5 1 6-16,3-2 2 0,1 0-1 16,1-7 2-16,-3-1 3 15,-3-3 3-15,0 1 0 16,-4 0 2-16,1-5 1 0,-1 6 3 15,-6-5 1-15,0 2 2 0,0 0-3 16,0 2-5-16,0 4-7 0,0 1-5 0,-4 0-9 16,-2 3-12-16,-1 2-26 0,-5 0-60 15,4 7-155-15,-1 4-26 0</inkml:trace>
  <inkml:trace contextRef="#ctx0" brushRef="#br1" timeOffset="56828.32">19009 8614 613 0</inkml:trace>
  <inkml:trace contextRef="#ctx0" brushRef="#br1" timeOffset="57085.98">19009 8614 613 0,'110'-32'53'0,"-110"32"-9"0,0-1-18 0,0 1-7 0,0-2-9 0,6-1-4 0,-4 0-1 0,2 0-3 0,4 1-1 15,-5 2 0-15,9 0-2 0,0 3-3 0,-1 5-2 16,1 4-2-16,-2 0 1 0,-3 3 2 16,-1-2 0-16,0 1 1 0,-2-4-1 15,-4-5 2-15,2 0 3 0,-2-5 2 16,0 0 2-16,0 0 0 0,0 2 6 0,0-1 2 16,0 1 5-16,0 0 3 0,0-2 1 15,0 1 0-15,-2-1-3 0,-2 0-2 16,-4-5-6-16,2 0-3 15,1-5-2-15,3 2-3 0,-2-5-2 0,2 3 0 0,2-1-1 16,0-4-2-16,2 5 1 0,4-3-2 16,5 4-5-16,-5 1-3 0,8 1-19 0,-5 4-23 15,1 0-44-15,-2 0-79 0,-2 1-113 16</inkml:trace>
  <inkml:trace contextRef="#ctx0" brushRef="#br1" timeOffset="57736.1">19336 8546 540 0,'0'0'62'0,"0"0"-14"0,0 0-12 0,0 0-13 16,0 0-8-16,0 0-5 16,0 0-5-16,0 0-1 0,0 0-2 15,29 39 1-15,-23-38 0 0,-4 3 0 16,4-4 0-16,0 0 0 0,7 0 1 0,-5 0 1 15,5-5 1-15,-5 2 0 0,-2 0 3 16,0-1 0-16,-2 2-1 16,-2-1 1-16,5 1 0 0,-7 2-3 0,0 0 2 15,0 0-2-15,0-1 0 0,4 1-3 0,-4 0 1 16,2-2-1-16,-2 2-1 0,0-1 0 16,0 1 2-16,4-1 0 0,-4 1 0 0,0-2 1 15,0 2-2-15,2-2 3 0,-2 2-2 31,0-1 0-31,0-1-2 0,4-4 3 0,-4-1-5 16,0 0 3-16,2 3-2 0,-2 0 0 16,0-1 0-16,4 0-1 0,-4 1 0 15,0 4-1-15,0-1-1 0,0 1-2 16,0 0-2-16,2 0 1 0,-2 0 3 0,0 1-2 16,0 13 8-16,2 7-7 0,5 11 2 15,3 1 2-15,2 5-1 0,5 5 3 16,6-1-3-16,-3 2 1 0,5 1-2 0,0 1 0 15,-8 0-1-15,1 2 2 0,-5 1-2 16,-7-2 1-16,2 0 1 0,-8-2-2 16,0-2 2-16,-6-7-3 0,-2-5 0 0,-5-7 2 15,5-8-1-15,-5-5 3 0,7-6 1 16,-6-4 0-16,-7-1 3 0,1-4-1 0,-3-9 3 16,2-5 0-1,5-4-4-15,-1-7 3 0,3-5-5 0,2-3 2 0,1-6-1 31,7 0-2-31,2-2 0 0,0 1 0 16,11 1-1-16,5 1 1 0,3 1 0 0,1 3-1 16,7 2 4-16,4 1-4 0,2 1 1 15,1 4-1-15,-1 1-4 0,-2 3-4 0,0 5-7 16,-9 3-16-16,-5 5-28 0,-9 8-42 16,-2 2-99-16,-6 3-90 0</inkml:trace>
  <inkml:trace contextRef="#ctx0" brushRef="#br1" timeOffset="58752.73">14703 9383 545 0,'0'0'57'16,"0"0"-10"-16,0 0-16 0,0 0-18 0,0 0-8 16,0 0-7-16,0 0 5 0,0 0 0 15,0 0 0-15,13 93 0 0,-5-54-2 0,0 3-4 16,-1 0 2-16,-1-2-2 0,-2-3-4 16,-2-2-6-16,2-4-9 0,-4-10-19 15,0 0-31-15,0-7-72 0,0-2-109 16</inkml:trace>
  <inkml:trace contextRef="#ctx0" brushRef="#br1" timeOffset="58952.14">14679 9400 612 0,'0'0'63'15,"0"0"-11"-15,0 0-18 0,0 0-13 31,0 0-7-31,0 0-7 0,0 0-4 16,0 0-3-16,0 0 1 0,64-82-1 0,-35 78-1 16,6-1-2-16,0 4-4 0,2 1-8 15,2 0-7-15,-1 3-31 0,-9 6-28 16,-5 2-82-16,-5 2-109 0</inkml:trace>
  <inkml:trace contextRef="#ctx0" brushRef="#br1" timeOffset="59168.91">14737 9585 638 0,'0'0'47'0,"0"0"-12"0,0 0-13 16,0 0-7-16,0 0-3 0,0 0-3 15,0 0-4-15,0 0-2 0,78-41-5 0,-57 40-5 31,-5 0-7-31,1 1-12 0,1 5-24 16,-1 6-47-16,4 6-160 0,-9-5-17 0</inkml:trace>
  <inkml:trace contextRef="#ctx0" brushRef="#br1" timeOffset="59610.56">15133 9499 629 0,'0'0'39'15,"0"0"-14"-15,0 0-10 0,0 0-6 0,0 0-3 16,0 0 1-16,0 0-2 0,0 0 0 16,13 77 0-16,-7-52-2 0,-4-1-2 0,8-3-1 15,-3-1-1-15,-5-5 1 0,4-2-1 31,-2-3 0-31,-2-1-1 0,4 0 0 0,0-2 0 16,1 0-1-16,-5-4 1 0,4 0 1 16,0-2 1-16,7-1 3 0,-1 0 2 15,2 0-1-15,3-7 1 0,-5-5-2 16,-1-5 0-16,-1-1-1 0,-4-2 1 0,7-2-1 16,-7 0 2-16,2-2 0 0,-2 1 4 15,-4 0 1-15,3 6 1 0,-3 7 0 0,-2 5 2 16,0 5-2-16,0-1-1 0,0 1-3 15,0-2-4-15,4 1-5 0,-4 1 1 16,0 0-1-16,0 1 2 0,0 14 1 16,2 7 1-16,2 3-1 0,-2 1 0 0,2-2-1 15,2-2-1-15,3-2 1 0,-1-2-3 16,-2-4-2-16,6-4-7 0,-5-2-7 0,5-6-29 16,7 1-38-16,-5-3-92 0,7-3-111 15</inkml:trace>
  <inkml:trace contextRef="#ctx0" brushRef="#br1" timeOffset="59968.92">15559 9496 533 0,'0'0'35'0,"0"0"-3"0,0 0-1 15,0 0-4-15,0 0-2 0,0 0-6 16,0 0-5-16,0 0-4 0,0 0-6 0,0 0 0 15,13 86-1-15,-11-67 1 0,2-9 0 16,-2 1 1-16,0-1-1 0,-2-5 1 16,0 0 1-16,0-5 4 0,0 0 8 0,0 0 3 15,0 0 1 1,4 1 0-16,-4-1-7 0,0-1-4 0,0-12-4 0,0 1-3 16,0-8-2-16,0 1-1 0,0-1 0 0,6-4-2 15,0 4 1-15,3 5-1 0,7 1 0 31,-5 5-2-31,1 1-1 0,5 5 0 16,-3 3-2-16,5 0 1 0,1 5-2 0,-1 6 0 16,-5 1 1-16,-1 2-1 0,1 1-3 15,-3 3-5-15,-5 0-10 0,0-2-13 16,-6 0-31-16,2-5-43 0,-2 0-123 0,0 1-40 16</inkml:trace>
  <inkml:trace contextRef="#ctx0" brushRef="#br1" timeOffset="60301.73">16039 9478 636 0,'0'0'58'0,"0"0"-12"16,0 0-21-16,0 0-10 0,0 0-5 0,0 0-5 16,0 0-2-16,0 0 0 0,-89 0-2 15,70 18 1-15,7 3-1 0,2 2 0 16,-3-1-1-16,7 3 1 0,0-8-1 0,2-1 1 16,2-4-1-16,2-1 1 0,0 2-1 15,0-5-1-15,0 2 0 0,6-3-1 16,2 4 0-16,2-7-1 0,1 4-2 0,-1-4-4 15,-2-1-5-15,5 0-12 0,3-3-30 16,1 0-37-16,-1-4-108 0,1-4-75 16</inkml:trace>
  <inkml:trace contextRef="#ctx0" brushRef="#br1" timeOffset="60685.13">16188 9324 631 0,'0'0'62'15,"0"0"-11"-15,0 0-16 0,0 0-8 0,0 0-7 0,0 0-6 16,0 0-7-16,0 0-6 0,0 0-3 16,-36-31-1-16,36 42 1 15,0 11 2-15,0 5 2 16,7 3-3-16,3 1 0 0,-2-1-5 15,3-1-6-15,-1 1-11 0,0-2-20 16,-4-1-31-16,3-1-46 0,-5-8-157 0,-2 0 4 16</inkml:trace>
  <inkml:trace contextRef="#ctx0" brushRef="#br1" timeOffset="60984.96">16138 9663 613 0,'0'0'53'16,"0"0"-15"-16,0 0-13 0,0 0-10 0,43-87-6 0,-30 72-5 15,-3 1 0-15,7 2-3 0,-3 0 0 16,5 2-1-16,-5-1 0 0,3 3 0 16,-7 2 0-16,7 0 0 0,-9 2 0 0,4 1-2 15,-8 1 0-15,-4 2 2 0,0-1-3 16,5 1 3-1,-1 0-3-15,4 0 1 0,2 3 0 16,-3 1-1-16,1 2 2 0,-4 2-1 16,2 4 1-16,-4-3-1 0,4 6-1 15,-4 0 1-15,3 2-1 0,-3 0 0 16,2 1 1-16,-2 2 1 0,2-2-5 0,-4 2-2 16,2-2-13-16,2-6-15 0,-4-2-27 15,0 2-53-15,0-8-138 0</inkml:trace>
  <inkml:trace contextRef="#ctx0" brushRef="#br1" timeOffset="61185.31">16347 9297 643 0,'0'0'50'16,"0"0"-16"-1,0 0-19-15,0 0-9 0,0 0-9 16,0 0-4-16,0 0-9 0,0 0-20 0,0 0-28 16,0 0-88-16,89-24-112 0</inkml:trace>
  <inkml:trace contextRef="#ctx0" brushRef="#br1" timeOffset="62168.34">16826 9505 558 0,'0'0'55'0,"0"0"-12"0,0 0-11 16,0 0-11-16,0 0-6 0,0 0-4 15,0 0-5-15,0 0-3 0,-78-53-3 0,72 51 1 16,-7 2-2-16,7 2-1 0,-4 7 1 16,-3 5-1-16,7 3 3 0,0 4-1 15,6 3 2-15,-4 1-2 0,4 3 2 16,0-2-2-16,0 0 2 0,4-5-2 0,2-5 0 15,0-2-1-15,-4-6-1 0,2-3 1 16,3 0 1-16,-5-2 0 0,2 1 2 16,0-1 0-16,0-3 1 0,9-2 2 0,-1-4 0 15,2-6-1-15,-5 0 3 0,1-2 1 16,-4 2 4-16,0-2 0 0,-4-3 0 16,3-1 1-16,-3 0-3 0,2 1 0 0,-4 7-2 15,0-2-3-15,2 1-2 0,-2 2 0 31,2 0-3-31,2 4-1 0,4 2 0 16,5 3-1-16,10 2 1 0,-1 5-2 0,5 4-1 16,-2 4-3-16,0 0-2 0,-5 5-2 15,-1 0-2-15,-5-1 2 0,-1-1 3 16,-7-4 0-16,0-6 7 0,-6-3 0 0,0-5 2 16,0 4 3-16,0 2 2 0,0-1 2 15,0 0 3-15,0-5 0 0,-2 0 0 16,-8 0 0-16,-3-2-3 0,-1-11-1 0,6-3-3 15,-3-5 0-15,5-5-3 0,6-5 0 16,0 0-1-16,0 2 0 0,6 1-1 16,7 7 1-16,-1 3-1 0,3 4 0 0,3 3-1 15,-5 6-1-15,1 3 1 0,5 2-2 16,1 2 1-16,5 7-1 0,-4 3 1 16,2 3 0-16,-5 2-2 0,-3 1 0 0,-3 0-2 15,1 2 1-15,-5 0-1 16,0-1-3-1,-2-3-9-15,-2 0-22 0,-2-5-36 16,-2-6-111-16,5 5-98 0</inkml:trace>
  <inkml:trace contextRef="#ctx0" brushRef="#br1" timeOffset="62767.78">18044 9288 600 0,'0'0'52'16,"0"0"-11"-16,0 0-6 0,0 0-9 0,-19-77-11 0,7 61-1 0,2 4-5 16,-1 3 1-1,-3 2-2-15,1 0-4 16,1 3-2-16,-7 1-1 0,1 3-1 15,-3 1-2-15,-4 9-1 0,5 5 0 16,-1 6 3-16,4 5-1 0,1 2 4 0,3 6-3 16,-3-1-1-16,8 2 2 0,-1-1-1 15,3-1 1-15,2-1-1 0,2-3-1 0,2-2-3 16,0-3 2-16,6-2-2 0,0-5-1 16,7-2 1-16,1-3-3 0,5-2-3 15,2 1-3-15,-1-4-18 0,3 4-29 16,0-2-50-16,-1 0-132 0,-5-3-26 0</inkml:trace>
  <inkml:trace contextRef="#ctx0" brushRef="#br1" timeOffset="63068.2">18102 9487 489 0,'0'0'29'0,"0"0"-7"0,0 0-4 0,0 0-5 16,-54 97-2-16,48-80-4 0,0-1-1 16,1-5-3-16,5-5-2 0,0 4-2 15,0-3-2-15,0-2-2 0,0 3 1 16,5-5 4-16,3 1-1 0,-2-1 2 0,6-3-2 16,3 0-1-16,2-8 1 0,-3-1 4 15,-2-1 1-15,-3 0 2 0,-3 1 6 0,0-3 6 16,-2 3 6-16,-4-2 5 0,0 0-2 15,0 0-5-15,0-2-6 0,-4 4-7 16,2 0-7-16,-2 4-9 0,4 2-10 16,-8 3-31-16,-5 5-54 0,-5 7-168 0,-1 6-9 15</inkml:trace>
  <inkml:trace contextRef="#ctx0" brushRef="#br1" timeOffset="63670.61">18302 9499 595 0,'0'0'69'15,"0"0"-18"-15,0 0-22 0,0 0-14 0,0 0-8 16,0 0-2-16,0 0-2 0,0 0 1 0,0 0 0 16,27 61-3-16,-21-39-1 0,-4-5 0 15,3 0-1-15,-5-5 0 0,2-1-1 16,-2-1 0-16,4-5 1 0,-4-1 2 16,0-4 2-16,0 0 1 0,0 0 6 0,2 0 0 31,-2 2 2-31,0-2 0 0,4-2 0 15,-4-12-1-15,2-4 0 0,2-6-3 0,-2 0-2 16,-2 0-1-16,4 7-2 0,-4-1-1 16,2 7 0-16,3 0-2 0,-3 1-1 15,4 2-2-15,-4 1-1 0,2 3-1 16,4 3-1-16,5 1 0 0,3 8-3 0,1 4 1 16,-5 4-3-16,1 1 1 0,-3 1-4 15,-6 1 0-15,0-6-2 0,-2 4 2 16,-2-7 2-16,0-3 6 0,0 3 5 0,0-5 5 15,0 0 3-15,0 0 2 0,0-5 3 16,0 0 3-16,0 0-2 0,0 0-1 16,-2-4-3-16,-4-11-3 0,0-5-1 0,0-3-1 15,4 0-1-15,-3 5-2 0,5-1 0 16,0 6-2-16,0 1 1 0,0 0-2 16,0 6-1-16,0 2 0 0,0 4-1 0,0-2 1 15,7 2-1-15,5 0 0 0,2 7-3 31,5 6 0-31,-4 2-2 0,-5 0 0 16,2 2-4-16,-6-4-1 0,-3 1-23 0,3 1-32 16,0-6-84-16,0 5-129 0</inkml:trace>
  <inkml:trace contextRef="#ctx0" brushRef="#br1" timeOffset="63950.84">18714 9373 695 0,'0'0'52'16,"0"0"-16"-16,0 0-12 0,0 0-9 16,0 0-9-16,0 0-3 0,0 0-2 0,0 0 3 15,0 0 0-15,0 67-1 0,6-31-3 16,-2 3 1-1,2 4-1-15,-4 3 0 16,4 2-1-16,5 2-1 0,-3 1-4 0,-2-1 0 16,3 0 0-16,-3-3-6 0,0 0-5 15,-2-5-23-15,-4-5-37 0,0-4-68 16,0-11-138-16</inkml:trace>
  <inkml:trace contextRef="#ctx0" brushRef="#br1" timeOffset="64218.17">18712 9514 768 0,'0'0'36'0,"0"0"-15"0,0 0-10 0,0 0-4 16,0 0-4-16,0 0-2 0,0 0-2 15,0 0-1-15,0 0-2 0,0 0-1 31,88-46-1-31,-77 63-2 0,-1 3 1 16,-4 3 0-16,-6 1 2 0,0 3-3 0,-4 2 3 16,-4-3-4-16,-4-2 2 0,-3-4 2 15,5-6 1-15,-3-4 2 0,9-4 0 0,-2-4-11 16,0-2-26-16,-5 0-57 0,5-6-101 16,-2-9-81-16</inkml:trace>
  <inkml:trace contextRef="#ctx0" brushRef="#br1" timeOffset="64467.49">18836 9274 762 0,'0'0'41'15,"0"0"-18"-15,0 0-10 0,0 0-7 0,0 0-6 0,0 0 0 0,0 0-1 31,0 0 2-31,0 0-2 0,51 84 2 0,-45-52-1 16,1-1 0-16,-1 3-2 0,-4-2 0 16,4 0-2-16,-2-4-1 0,-2-3-2 15,2-7-1-15,-1-1-2 0,1-7-2 16,-4 1-13-16,2 0-25 0,-2-7-42 0,4 0-100 16,-4-4-88-16</inkml:trace>
  <inkml:trace contextRef="#ctx0" brushRef="#br1" timeOffset="64785.53">19094 9617 525 0,'0'0'47'0,"0"0"1"16,0 0-3-16,0 0-14 0,0 0-8 15,0 0-7-15,79-71-2 0,-67 50-4 16,0-2 2-16,-3 0 0 0,-3 1 1 0,0-2-1 16,-2 6-3-16,-4 0-3 0,0 7 0 15,0 6-1-15,0-6-2 0,0 6-2 0,0 1-1 16,-10 1-1-16,4 3-2 0,-7 7 3 16,3 7-2-16,-3 6 1 0,3 1-1 15,8 3 2-15,-4 0 0 0,6-5 0 16,0 1-4-16,0-2-2 0,0 0-5 0,2-1-5 15,2-2-19-15,2 0-32 0,0-6-44 16,3 4-168-16,-3-3 5 0</inkml:trace>
  <inkml:trace contextRef="#ctx0" brushRef="#br1" timeOffset="65034.07">19379 9291 759 0,'0'0'31'15,"0"0"-12"-15,0 0-9 0,0 0-1 16,0 0-3-16,0 0 0 0,0 0-2 0,0 82-2 16,0-49 0-16,0-1 0 0,6 0-3 15,1-2 0-15,5 1-2 0,-4-4-2 0,5-1-2 16,-1-8-5-16,-4-3-16 0,3-1-41 15,-5-6-83-15,0-1-141 0</inkml:trace>
  <inkml:trace contextRef="#ctx0" brushRef="#br1" timeOffset="65200.74">19400 9546 726 0,'0'0'41'31,"0"0"-12"-31,0 0-11 0,0 0-6 16,0 0-6-16,0 0-4 0,0 0-2 0,0 0-8 16,0 0-11-16,0 0-29 0,56-67-59 15,-44 64-116-15,-4-1-70 0</inkml:trace>
  <inkml:trace contextRef="#ctx0" brushRef="#br1" timeOffset="65500.63">19689 9552 513 0,'0'0'72'15,"0"0"-18"-15,0 0-10 0,0 0-11 16,0 0-10-16,0 0-3 0,79-91-2 16,-73 71 0-16,0-3-5 0,-4 8-2 0,2-3-5 31,-4 0 0-31,0 6-1 0,-6-2-1 15,2 6-1-15,2 6-4 0,-10 0 0 16,-1 2 0-16,-7 9-1 0,-5 9 1 16,4 5 3-16,3 4-3 0,5 2 2 0,5 1-1 15,2-1-1-15,6-1 0 0,2-6-2 16,8-1 1-16,2-5-1 0,3-3 0 0,6-5 3 16,-1-3-3-16,5-5-8 0,2-2-35 15,-2-6-71-15,-5-4-169 0,3 2-20 0</inkml:trace>
  <inkml:trace contextRef="#ctx0" brushRef="#br1" timeOffset="70116.95">14517 8349 310 0,'0'0'53'16,"0"0"-10"-16,0 0-1 0,0 0-9 15,0 0-3-15,0 0-3 0,0 0-1 0,0 0 4 16,0 0-3-16,0 0-1 0,0-74-1 16,0 69-4-16,0-2-6 0,0 1-1 15,0 6-4-15,0-1-1 0,0 1 0 16,0-2-3-16,0 1 1 0,0-4-1 0,0 0 0 15,0 1-1-15,0 1 0 0,0 3 0 16,-8-3-1-16,4 1-1 0,-4-1-1 16,-3 0-1-16,1 3-1 0,-9 0-1 0,1 3 0 15,-7 5 1-15,6-1 1 0,3 3-1 16,-3-3 1-16,1 1-1 0,-1 1 1 16,5 0-1-16,-5 0 1 0,5 0 0 0,-3 0 0 15,7-2 1-15,-3 0-2 0,3-1-1 31,4 0 1-31,-7 4 0 0,9-5 0 0,-8 6 0 16,1 0 0-16,-1 1-1 0,0 1 1 16,1 3-1-16,-1-1 2 0,2 0-2 15,-3 0 2-15,3 2-2 0,-1 1 2 16,-1 2 2-16,4 1-4 0,0 0 5 0,1 1-6 16,1-1 2-16,0 0 0 0,0 1 1 15,0-2-1-15,1 3 0 0,3 2 0 0,-2 1-1 16,2-1 2-16,-2 4-2 0,2 3 2 15,0 0 0-15,-2 0-1 0,2 1 0 16,-2-1 1-16,1 0-3 0,-1-2 2 16,2 1-1-16,-2-3 2 0,4 0-2 0,-2-1 2 15,2 0 3-15,0-1-5 0,0-2 4 16,6 1-3-16,-4-3 0 0,5 1 1 0,3-1-2 16,-2 0 0-16,0 0-1 0,3 0 2 15,-3 1-1-15,9 2 2 0,-9-1 0 31,6 2 0-31,3-1-2 0,-7 2 0 16,7 1 1-16,-5-1 0 0,3-1-1 0,-3 0 1 16,2-2-1-16,3-1 2 0,-3-2 0 15,1-1-1-15,4-1 0 0,-1 0 0 16,3-2 0-16,-3 1 2 0,3-1-1 0,-2-2 0 16,5 0 0-16,-3-2 0 0,-2 1-1 15,1 1 1-15,1-1 5 0,2 0-5 16,-7-1 4-16,7-1-5 0,-4 2 1 0,-3-3 0 15,7 1 0-15,-6-3 0 0,5 2-1 16,-1-2 1-16,0 0 0 0,1 1 0 16,1 1 1-16,2 0-1 0,2-1 0 0,0 1 1 15,4 0 0-15,0-2 0 0,4 0 2 16,2-2-1-16,0 1-2 0,5-1 1 16,-3 1-1-16,4-1 1 0,-3 0-2 0,-1 0 1 15,0-1 1-15,0-1-1 0,1 1 2 31,-1-3-2-31,0 2 0 0,-2-4 0 0,1 2 0 16,1-1 0-16,-4-1 1 0,8-1-1 16,1 2 1-16,1-2-1 0,-3 0-3 15,3 0 3-15,-1 1-1 0,-5 1 1 16,0-1-1-16,-4 2 1 0,2 2-1 0,-4-1 1 16,1 3 0-16,-3-1-1 0,0-2 0 0,-5 2 1 15,1-1-1-15,0-1 1 0,-2 1 2 16,2-2-2-16,4-1 2 0,0-1-1 15,2-1 0-15,0 0-1 0,4 0 2 16,-2-5-2-16,5 1 0 0,-3 1 0 16,0-1-1-16,-4 0 1 0,2-1-1 0,-4 3 1 15,0-1 0-15,-2 0-1 0,0 1 1 16,-2-1 0-16,-2 1-1 0,-9 1 0 16,3 1 0-16,2 0 1 0,3-2 1 0,3 2-1 15,2-1 0-15,-2-2 0 0,0-2-2 31,6 2 2-31,0-1 1 0,0 1-1 16,2 0 1-16,1 0-2 0,-3 0 1 0,2-1-1 16,-6 3 0-16,2 0 1 0,0-1-2 15,-4 1 2-15,-1-1-2 0,-1 1 1 0,-2 1 0 16,2 0 0-16,-5 0-1 0,5 0 1 16,-2-2 0-16,0 0 0 0,0 1 2 15,-1-1-2-15,1 1 0 0,4-2 0 16,0 2 0-16,0-1 0 0,-1 2 1 0,5 0-1 15,-4 0-1-15,2 0 1 0,-2 0 0 16,-6 0 0-16,6 0 0 0,-11 0 1 0,1 0-2 16,1 0 2-16,3 0-1 0,4 0 0 15,2 0 0-15,-2 0 0 0,-1 0 0 16,3-1 0-16,-2 1 0 0,2-2-1 16,4 0 3-16,-4-1-2 0,4 1-1 0,-2 1 2 15,4-2-1-15,-2 2 2 0,0-1-1 31,2 2-1-31,-6 0 0 0,4 0 0 16,-4 0-1-16,0 0 1 0,-3 0-2 0,1 0 2 16,0 0 0-16,-2 0 2 0,1 0-2 15,3 0 0-15,-2 0 0 0,6 0 0 16,-2 0 0-16,2 0 0 0,0 0 0 0,-2 0 0 16,2 0 0-16,0 0 0 0,2 0 0 15,2-3 0-15,2 0 0 0,1-2 2 16,-3 3-1-16,2-3-1 0,-4 2 0 0,0-2-1 15,-2 2 2-15,0-1-2 0,-2-1 2 16,2 0-1-16,0 1 0 0,-2-2 0 16,4 0 0-16,-2 0 0 0,2-4 0 0,-2 3 1 15,0-2-1-15,-2 2 0 0,0-3 2 16,-2 3-2-16,0-1 1 0,-2-1-1 0,-5 1 0 16,5 1 0-16,-6-2 0 0,1 1 0 15,-1 0 1-15,-7 4 0 0,3-2 0 31,-3 0 0-31,-3 3-2 0,3-5 2 16,-4 4-2-16,3-2 1 0,-3 1-3 0,-2-3 3 16,6 0-4-16,-5 1 5 0,5-3-2 15,-4 1 2-15,5-2 0 0,-1-3 0 16,3-1 0-16,1 0-2 0,-1-2 2 0,3 1-3 16,1-4 2-16,2 1 1 0,-1 0-1 15,1-1 0-15,2-1 1 0,-3-1-2 16,-1 1 2-16,-1-1 0 0,-3-3-1 0,-1 3 0 15,3-1 0-15,-3 0 0 0,1 0 1 16,-3-1 0-16,5 0 0 0,-7-2 0 16,7 0 0-16,-5 1-1 0,3 0 0 0,-1-1 0 15,3 2 0-15,-3 0 0 0,1-1-3 16,1 3 3-16,-4-1-2 0,-3 1 3 16,3 3 0-16,-6-1 0 0,3 0-1 0,-5 2 1 31,2-2 0-31,-4 1-1 0,2-2 2 15,-4-4-2-15,0 0 1 0,2-3 1 0,-2-1-1 16,0-1-1-16,0-2 2 0,-2 0-2 16,-2 2 1-16,2 0 1 0,-4-1-2 15,0 2 0-15,-1 2 0 0,3 0-3 16,-4 2 4-16,2 0-2 0,0 0 3 0,-3 3 1 16,-1-3-5-16,2 1 3 0,-5-1-4 15,5 1 3-15,-2 0 1 0,1 0-1 0,-1-1 1 16,-2 1-1-16,1-2 0 0,-1 1 0 15,-5-3 0-15,5 2-1 0,-3-1 2 16,1-1-1-16,2 3 1 0,-3-1 1 16,-1 2-1-16,1 1-2 0,1 0 2 0,-3 2-3 15,5 0 3-15,-5 1-1 0,1 2-1 16,-3 0 2-16,3 1-2 0,-3 2 1 0,0-2 1 16,-1 2-2-1,1 0-1-15,-2 0 4 16,-1 1-5-16,1-2 4 0,0 3-1 15,1 1 0-15,-5 0 1 0,0 1-1 16,0-1 1-16,2 2-1 0,1-3 0 0,-1 2 0 16,0 1 0-16,3 1 0 0,-1-2 0 15,-2 2-1-15,2 0 1 0,3 1-1 0,-5 1 1 16,0-1 0-16,1 1-2 0,-3-1 1 16,0 2 0-16,-2 0 0 0,0 1 3 15,-2-1-2-15,0 2 1 0,-2-1 0 16,5 1-1-16,-5-1-1 0,0 2 2 0,2 0-2 15,-2-2 1-15,0 3 0 0,2-3-2 16,-4 0 2-16,2 2-2 0,-3 0 1 16,3 0 1-16,5 2 0 0,-1-1 3 0,-2 0-3 15,2 1 0-15,4-2 0 16,-2 2-2-16,1-1 3 0,-3 2 1 0,2-1-2 16,0-1 0-16,2 1-1 0,-1-3-2 0,3 1 3 15,-4 2 1-15,0-2-1 0,0 1 1 31,3 1-1-31,-7-1-1 0,2 1 1 0,0 1 0 16,0 0 0-16,0 0 1 0,-2 0-1 16,0 0-1-16,0 0 1 0,3 3-1 15,-3-2 0-15,0 2-1 0,0 0 2 16,-2 0-1-16,0 2 1 0,2 0 1 0,-6 0-1 16,2 2-1-16,0-1 1 0,-1 1-2 15,1-1 2-15,2 2-1 0,-2-2 0 16,2-1 1-16,2 1 0 0,-4-2 1 0,-2 1-1 15,6 1 0-15,-4-1 0 0,-2 0-1 16,6 0 2-16,-2 1 2 0,4-1-3 16,0 1 1-16,2 0-2 0,1-2-3 0,-1 1 4 15,4-1 0-15,1 3 0 0,-1-3 1 16,4-1-1-16,3 2 0 0,-5-2 1 16,7-2-2-16,-7 2 1 0,7-1 1 0,-3-1-1 15,-3 2 0-15,3-1 1 0,-3 0-2 31,-1-1 2-31,9 1-3 0,-9 0 2 16,1 0 0-16,-1 1 0 0,4 0 2 0,-3 0-2 16,-1-1 0-16,1 1 0 0,-5 1-2 15,0 1 3-15,3-2 0 0,1 1-2 0,0-1 2 16,-1 2-1-16,-1 0-1 0,0-2 1 16,-1 1 1-16,1-1-1 0,-4 2-1 15,2-1 1-15,1 0 0 0,-1 1 0 16,-2 2-1-16,-2-2 1 0,2 2 3 0,1 0-4 15,-1 1 4-15,2-2-4 0,-2 0 0 16,0-2 2-16,5 1-1 0,-1-2 1 16,-4 0-1-16,0-2 0 0,1 1 0 0,1 0 0 15,-6-1-1-15,2 1 1 0,2 1 1 16,-2-2-2-16,1 2 0 0,1 0 0 16,10-1 1-16,-3 1 0 0,-1 0 3 0,7-1-3 15,-9 0 1-15,9 0-1 0,-1-1-2 31,3 2 3-31,-3-3 1 0,1 2-3 16,0 0 2-16,-1-2-2 0,1 1-1 16,-1-1 2-16,1 0 0 0,2 2 0 15,-7-2 1-15,-3 0-1 0,7 0 2 0,-8 0-2 16,3 0 0-16,5 1 0 0,-7 1-2 16,-1-1 2-16,-4 0 0 0,-6 2-1 15,4 1 1-15,-4-1 0 0,7 0-1 16,-3 0 1-16,0 0 0 0,2 0 1 15,2 0 0-15,-6 0-2 0,9 0 1 16,5 0-1-16,-3 2 1 0,-1-2 0 16,7-2 0-16,-7 2 0 0,9-1 0 15,-3-1 1-15,-5 0 0 0,5 1-1 16,-5 0 0-16,5-2 0 0,1 0-1 0,-9 1 1 16,9-1 1-16,-7 2-2 0,3-2 1 15,-1 1 0-15,1 1-1 0,3-1 0 16,1 1 1-16,-1-1 0 0,1 2 0 15,4-1-1-15,4-1 2 0,-9 3-1 16,7-3-1-16,0 2 1 0,-3 0-2 16,3-2 2-16,-2 2 0 0,4-1 1 15,-4 0 0-15,-5 1 0 0,9-2-1 16,-6 1 1-16,-1-2-1 0,-3 1 0 16,-5-1 1-16,1 2 0 0,-3-1-1 0,7 1 0 15,-5 1-1-15,-2-2 0 0,-1 3 2 16,-5-2-1-16,2 3-1 0,4 1 1 15,3-3-2-15,3 1 2 0,-3-1 0 0,9 1 1 0,-7 0-1 16,7-2 0-16,-3 1 0 16,0-2 0-16,10 1-1 0,-3-1 1 0,-1-1-1 15,0 2 1-15,4-2 1 0,-4 1-1 16,6-1 1-16,-4 0-1 16,2 2-1-16,-5-2 1 0,5 2 1 15,-10 1-1-15,8-2-1 0,-9 2 1 16,5 0-1-16,-4 0 1 0,3 2 0 15,-3-4 1-15,0 2-2 0,3 0 1 0,-1-1 0 16,-2 1 0-16,3-2 2 0,-1 3-1 16,2-3-1-16,2 0 1 0,-3 2-2 15,3-1 1-15,-6-1 0 0,3 3-1 16,-3-1 1-16,-5 0 0 0,5 1-1 16,-9 2 1-16,3 2 0 0,10-4-1 0,-7 3 1 15,-1-3 0-15,7-1 1 0,-5 3 0 16,-3-1-1-16,9-1-1 0,-4 1 0 15,3-1 1-15,3-2-1 16,-4 2 2-16,8-2 0 0,-11 1-2 0,3 0 1 16,8-2-1-16,-6 3 0 0,1-3 0 15,1 1-2-15,2-1-1 0,4 2-2 0,-2 0-3 0,-4 3-3 16,0 1-7-16,6-2-13 16,0 4-31-16,0-4-72 0,6-2-157 0,6-3-9 15</inkml:trace>
  <inkml:trace contextRef="#ctx0" brushRef="#br0" timeOffset="195649.96">22782 8385 452 0,'0'0'52'15,"0"0"-10"-15,0 0-5 0,0 0-3 16,0 0-5-16,0 0-4 0,0 0-8 16,0 0-3-16,0 0-3 0,-23-25-2 0,23 24-3 31,-2-1-1-31,2 1-2 0,0-1-2 15,0 2 0-15,0-1-2 0,0 1 1 0,0 0 1 16,6 7 0-16,7 9 1 0,1 3-1 16,0 3 0-16,3-1 1 0,-3 0-1 15,1-1 3-15,4-2-3 0,-1-1 3 16,1-2-4-16,-7-4 2 0,1-2 0 0,-5-5 1 16,-2-1 3-16,-4 0 1 0,4-3 1 15,1 0 5-15,3 0-1 0,4 0 2 16,1-10 2-16,3-6-6 0,7-6 3 0,6-6-6 15,2-8 1-15,9-7-2 0,7-5-2 16,3-5 1-16,6-3-4 0,2-1 1 16,4 1-1-16,-4 6-1 0,2 5 0 0,0 5 0 15,-6 7 0-15,-9 6 0 0,-8 3-1 16,-3 9-2-16,-16 5-1 0,-7 4 3 16,-7 4 0-16,-4 2 4 0,4 0-3 0,0 0 0 15,1 0 0-15,-1 0 0 0,-4 0 1 31,4 0-1-31,0 0-1 0,-2 0-1 16,-2 0-1-16,5 2-2 0,-3-1-9 0,-2 2-15 16,4 6-25-16,0 1-54 0,0 3-143 15,-6-2-52-15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3:57:10.506"/>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2060"/>
    </inkml:brush>
  </inkml:definitions>
  <inkml:trace contextRef="#ctx0" brushRef="#br0">23028 9426 438 0,'0'0'44'0,"0"0"-4"16,0 0-6-16,0 0-8 0,0 0-1 0,0 0-4 15,0 0-2-15,0 0-2 0,0 0-1 16,-4-63-2-16,4 56 1 16,0 2-3-16,0 5-2 0,0-1-4 0,0 1-2 0,0 0-2 15,0 0-1-15,4 0 0 0,4 8 1 16,4 7 1-16,1 5-2 16,1 1 0-16,-1 0-1 0,-1 1 1 0,-4-3-1 0,3-1 1 15,-5-4-1-15,-4-7 2 0,2 1-2 31,-2-5 3-31,0 0-1 0,2 2 2 16,-4-5 3-16,2 1-1 0,3 2 2 0,-3-1 2 16,4 1-1-16,-6-3 1 0,4 0 0 15,8-1-2-15,-1-7 0 0,11-4-1 16,1-5 1-16,2-3-2 0,6-5 2 0,6-7-2 16,2-3 0-16,7-5-2 0,6-2 1 15,1-1-2-15,5-1-6 0,2-1 4 16,-2 2-7-16,4 4 6 15,-8 2 2-15,-2 5-2 0,-5 5 3 0,-4 2-3 0,-3 6 0 16,-7 2 0-16,-6 5 0 0,-9 3 0 16,1 3 1-16,-7 3-2 0,-10 1 1 0,5 1 0 15,-1 0-2-15,-2 1 1 0,2-2 2 16,0 2 1-16,-6 0-4 0,0 0 4 16,0 0-1-16,6 0-2 0,-1 0 2 0,-1-1-2 15,2 1-2-15,-6 0 2 0,0 0 0 31,0-2-3-31,2 2-2 0,-2 0-4 16,4 0-8-16,-4 0-10 0,0 0-31 0,2 2-53 16,-2 3-179-16,0 9-14 0</inkml:trace>
  <inkml:trace contextRef="#ctx0" brushRef="#br0" timeOffset="7931.11">20981 13828 166 0,'0'0'35'16,"0"0"-4"-16,0 0-6 0,0 0-8 15,0 0 2-15,0 0-3 0,0 0 1 0,0 0 1 16,0 0 1-16,-14-14-4 0,10 13 1 16,4 1-5-16,-2-2 0 0,2 2 0 15,-5-1-1-15,5 1 1 0,-2-2-1 16,2 2 0-16,-4-1 0 0,4 1-2 0,0-2-1 15,-2 2 3-15,2-1 2 0,0 1 1 16,0-2 1-16,-2 2 2 0,2-1 2 16,0 1 1-16,0-2-1 0,0 2-4 0,0-1-3 15,0 1-1-15,0-2-3 0,0 1-1 16,0-4 1-16,2 2-2 0,4-3-2 16,1 1 1-16,1 1 0 0,-2 0-1 0,4 0-1 15,-1 1-1-15,3 0 0 0,-4 0 1 31,5 2-2-31,-1-1 0 0,1 1 0 16,-1-1 0-16,0 1 1 0,1-1-1 0,-3 2 3 16,3 0-3-16,-1 0 0 0,0 0 1 15,1 0-1-15,-1 0 0 0,1 0 0 16,-3 0 1-16,2 0-1 0,7 0 0 0,-1 2 0 16,3 1 0-16,2 1 1 0,-7-1-1 15,1 0 0-15,-3 2 0 0,1-2 0 16,-3 0 1-16,5 1-1 0,-3-2 0 0,-1-1-1 15,5 3 1-15,-7-4 0 0,1 1 1 16,0-1-1-16,1 2 0 0,-1-2 1 16,1 0-1-16,-1 1 1 0,0-1-1 0,-1 0 1 15,1 0-1-15,1 2 0 0,-1-2 0 16,-4 0-1-16,5 0 2 0,-1 0-2 0,0 0 2 16,7 0-1-16,-4 0 0 0,3 0 1 15,-5 0-1-15,1 0 0 0,9 0 0 31,-13 0 0-31,9 0 0 0,-1 0 1 16,-9 0-1-16,9 1 0 0,-7 0-1 0,1 3 0 16,-4-3 1-16,0 2 0 0,5 0 0 15,-3-1 0-15,-2 1 0 0,1-2 0 0,1 2 1 16,2-3 0-16,5 2 2 0,2-2-2 16,-3 0 1-16,5 0-1 0,-3 0-1 15,-5 0 2-15,1 0-2 0,-1-2 1 16,-7 2-1-16,6 0 0 0,-5 0-1 0,-3 0 2 15,8 0-1-15,-6 0 0 0,0 0-1 16,5 0 1-16,-5 0 0 0,0 0 1 16,5 0 0-16,-5 0-1 0,0 0 0 0,6 0 0 15,-5 0 0-15,5 0 0 0,0 0 1 16,-5 0 0-16,1 0-1 0,-2 0 1 16,6 0-1-16,1-1 1 0,-1-1-2 0,-4 2 0 31,5-1 1-31,-1-1 0 0,-10 1 1 15,11-1 0-15,-7 2-1 0,0 0-1 0,7 0 2 16,-7 0-1-16,0 0 1 0,8 0 1 16,-7 0 0-16,5-1-1 0,7-1 0 15,-5 1 3-15,5-2-1 0,-1 1 0 16,1-1 1-16,-3 0-1 0,3 2 0 0,-7-1 1 16,1 1-2-16,-1-1-1 0,1 0-1 15,-1 1 0-15,-2-1 1 0,3 1-1 0,-9 1 0 16,8-2 1-16,-5 2 1 0,-3 0-2 15,2 0 0-15,0 0 1 0,0 0 0 16,0 0-1-16,1 0 1 0,-1-1 1 16,0 1 0-16,0-1-1 0,7-1 1 0,-7 2-3 15,-4 0 2-15,10 0 0 0,-5 0-1 16,-1 0 1-16,0 0-1 0,0 0-1 16,0 0 2-16,7 0-2 0,-1 0 2 0,-4 0-1 31,1 0-1-31,-5 0 0 0,8 0-1 15,-6 2 2-15,1-2 1 0,1 1-1 16,-2 0 2-16,0-1-2 0,7 2 1 0,-7-2 0 16,-4 0-1-16,4 1 1 0,-6-1-1 15,6 0 1-15,1 0-1 0,-1 0 1 16,0 0 0-16,0 0 0 0,-4 0 1 0,9 0-1 16,-5 0 1-16,-6 0 0 0,0 0 3 15,2 0-2-15,4 0 1 0,0 0-1 16,0 0 0-16,-6 0-1 0,0 0 0 0,0 0 0 15,0 0-1-15,3 0-1 0,-3 0-1 0,4 0 0 16,-4 0-2-16,2 0-2 0,-2 0-2 16,4 0-8-16,-4 0-5 0,0 0-10 15,0 0-19-15,2 0-21 0,-2 0-33 16,0 0-44-16,-2 0-78 0</inkml:trace>
  <inkml:trace contextRef="#ctx0" brushRef="#br0" timeOffset="8747.5">22519 13689 367 0,'0'0'50'0,"0"0"-4"0,0 0-2 0,0 0-3 15,0 0 1-15,0 0-3 0,0 0-2 16,0 0-4-16,0 0-5 0,0 0-5 16,-20-62-2-16,20 58-2 0,0 4-5 0,0-6-1 15,0 1-4-15,-3 0-3 0,3 0-1 16,0 5-2-16,0-2 0 0,0 2-2 16,0-1 1-16,0-1-2 0,0 1 0 0,0-1 0 15,0 2 0-15,0-1 0 0,0 1-1 31,0-2 1-31,0 2 0 0,0 0 1 16,7 0 0-16,-5 0 0 0,8 0-1 0,-2 0 1 16,1 3 0-16,1 0-2 0,2 2 0 15,3 1 1-15,-3 0 0 0,3 0 0 16,-3 0 1-16,3 0-1 0,-9-3-1 0,10 3 2 16,-3 0-1-16,-5-1 0 0,4 1 1 15,1 0-1-15,-5-1 0 0,4 1 0 16,-3-2 0-16,1-1 0 0,-2 2-1 0,3-1 1 15,-3-1 0-15,0 2-1 0,5-2 3 16,-7 0-2-16,4 1 1 0,-4-2-1 16,-4 0 0-16,0-1 1 0,3 1-1 0,1-1 2 15,0 1-2-15,-6-2 1 0,0 0 0 16,0 0 1-16,0 0-1 0,2 2 1 16,-2-2 0-16,0 0 0 0,4 0-1 0,-4 0 1 15,0 1-1-15,2-1 0 0,-2 0 0 31,0 0 0-31,0 0-1 0,0 0 1 0,0 0 1 16,0 0-2-16,0 0-2 0,0 0 2 16,0 0 0-16,0 0 0 0,0 1 3 15,0-1-4-15,0 2 0 0,0 2 1 16,-6 6-3-16,-6 2 3 0,1 6-1 0,-5-1-1 16,1 1 1-16,-1 1 1 0,-1 1 5 15,-1 2-5-15,-3-3 3 0,2 2-4 0,1-3-2 16,-1-1 3-16,5-2 0 0,-3-1 1 15,7-3-2-15,-1-2 1 0,3-4-1 16,4-2 1-16,2 0 1 0,-2-2-1 16,2 2 0-16,-2 0 1 0,2 0-1 0,2-3 2 15,-2 0 0-15,2 0-1 0,0 2-1 16,0-2 1-16,0 1 0 0,-5-1-2 16,5 2 2-1,0-2-1-15,0 0-1 0,0 1 0 16,-2-1-2-16,2 0-2 0,0 0-3 15,0 0-8-15,0 2-10 0,0-2-18 16,0 0-38-16,-4 0-47 0,4 0-154 0,-2 0 8 16</inkml:trace>
  <inkml:trace contextRef="#ctx0" brushRef="#br1" timeOffset="16244.67">21779 13538 365 0,'0'0'35'16,"0"0"-5"-16,0 0-9 0,0 0-5 0,0 0-6 15,0 0-3-15,0 0 0 0,0 0-1 16,0 0 2-16,0 0 2 0,6-8 6 16,-6 7 6-16,0 1 5 0,0-2 6 15,0 2 1 1,0-1 0-16,5 1-6 0,-5-1-8 15,0-1-4-15,0-4-5 0,0 0-2 0,0-5-1 16,-5 2-1-16,3-2-1 16,-2 2 0-16,2-3-1 0,-4-6-1 0,2 1 2 15,2-6-1-15,-2 1 0 0,2-1 0 16,2-1-2-16,0-1-1 0,-5 1 0 16,5-2 0-16,-2-1 0 0,2 1-2 15,0 0 3-15,-2 1-4 0,-2 0 3 16,-2 1-1-16,0 1-1 0,0 2 2 15,-3 0-2-15,-1 0 1 0,0-1 0 0,-3-1 0 16,1-1-1-16,-3-3 1 0,3-4-3 0,-1-2 3 16,1 1-1-16,0-3 1 0,-1 1 1 0,5-3 0 15,-9 0-1-15,7-2 1 0,-2 1 0 16,-5-2-2-16,3 3 7 0,-1-1-6 16,-1-2 2-16,-3 3-1 15,3-3-4-15,-3 1 4 16,0 1-2-16,-1-4 1 0,-1 3-1 15,-2-1 1-15,-2 1-1 0,3 0 1 16,-3-4-1-16,0-1 1 0,2-2-1 0,-6-1-2 16,7-1 5-16,-7-1-5 0,2-1 4 15,0 0-1-15,0-2-3 0,-2 2 3 16,0 2-1-16,-2 1 1 0,-2 1-1 0,0 3 1 16,0 1-2-16,0 2 2 0,-2 1-2 15,0 1 2-15,2 1 1 0,-5 0-5 16,1-1 4-16,2 3-4 0,2-1 3 0,-2-1 1 15,2 2 0-15,0-1 1 0,4 0-2 16,-2-1 1 0,4 2-1-16,-2 2 2 0,2 3-3 0,2 1 2 15,3 3 0-15,-3 2 1 0,4 2 1 0,2 1 2 0,-1 0-4 16,1 0-1-16,-1-1 2 0,1 2-2 16,2 2 2-16,1 0 3 0,3 1-3 15,-3 1-4 1,8 3 3-16,-1 1-6 0,5 5 5 15,-2-2 0-15,0 1 1 0,4-1 0 0,-4 0-1 16,1 4 1-16,5 2 0 0,-2-1 0 16,-2-1 0-16,4 1 1 0,-2 0-1 15,2 4 3-15,-4-4-1 0,4 1-1 16,-2-1 0-16,0 0-2 0,2 4 1 0,-4-1 1 16,4 1-1-16,0-2 0 15,0 1 0-15,-2 1-3 0,2-2 2 0,-4 2 0 0,4-1 0 16,0 1 2-16,0-1-2 0,-3 1-1 15,3-2 1-15,-4 2 1 16,4-2 0-16,-2 2 0 0,2-1 1 0,-4 1-2 16,4-2 0-16,0 2 0 0,-2-1 0 15,2 1 0-15,-4-2 0 16,4 2 0-16,-2-2 0 0,2 2 1 0,0-1-1 0,-4 1-1 0,4-1 1 16,0 1 0-16,0-2-2 15,-2 2 1 1,2-1-2-16,0 1 0 0,0 0-2 15,-4 0-2-15,4 0-4 0,0 0-9 16,0 0-14-16,0-2-34 0,-3 2-58 0,-1 0-167 16,-4 2-11-16</inkml:trace>
  <inkml:trace contextRef="#ctx0" brushRef="#br1" timeOffset="17628.73">18433 9631 309 0,'0'0'46'0,"0"0"-5"0,0 0-1 15,0 0 0-15,0 0 3 0,2-84-1 16,2 75-2-16,-4-3-1 0,2 1-5 16,2 1-6-16,-4-1-1 0,0 7-5 0,2-1-2 15,-2 5-1-15,0-1-6 0,0 1-4 31,0-2-4-31,0 1-4 0,0-1-3 16,0 2-1-16,0 0 2 0,0 3 1 0,0 17-1 16,0 10 3-16,-2 13-2 0,2 1 1 15,0-2 0-15,0 1-1 0,0-4 0 16,0-2 1-16,2-4 3 0,2-4-5 0,-2-3 5 16,-2-8-6-16,4-7 2 0,-4-2 0 15,2-5 0-15,-2 1 2 0,5 1 0 16,-5-6-1-16,0 0 2 0,0 0 1 0,0 1 1 15,0 1 6-15,0-2 2 0,0 0 0 16,0 0-2-16,0-9-6 0,-5-8-5 16,-1-7 0-16,0-3-4 0,0-4 4 0,4-2 1 15,-4-1 0-15,3-2-1 0,-3 1 0 16,2 1 2-16,2 2-2 0,-2 4 0 16,4 6 2-16,-2 4-2 0,2 6 1 0,0 6-1 31,0 0-3-31,0 6 3 0,0-1 0 15,0 1-2-15,0-2 0 0,0 0-1 16,0 1-2-16,0 1 3 0,2 0 1 0,8 6 0 16,5 8 3-16,3 7-3 0,-3 2 0 15,-1 1 0-15,-1 2 1 0,-1 0-1 16,0-2 1-16,-3-1 0 0,1-2 0 0,-4-6-1 16,0 1 1-16,-3-8 0 0,-3-3 0 15,6 4 0-15,-2-6 0 0,-4 0 0 16,2 2 0-16,-2-5 1 0,0 0 0 0,0 0 0 15,4 0 3-15,-4 0-2 0,2 0 0 16,6-10 1-16,3-5-2 0,-3-7 1 16,4-6 0-16,-3 0 0 0,-3-4-2 0,4-2 0 15,-2 2-2-15,-1 2 3 0,3 4-1 16,-8 8 0-16,4 9 1 0,-4 0 0 16,-2 4-3-16,5 1 2 0,-5-1-1 0,0 5 1 15,0-1-2-15,0 1-1 0,6 0 0 31,0 6 0-31,2 7 1 0,5 10 0 0,-1 3 1 16,-4 4 0-16,3 2 1 0,-5 0-1 16,-4 0 2-16,2-3-1 0,-2-4 0 15,2-5 0-15,-4-3 0 0,0-5-1 16,0 0 2-16,0 2-1 0,0-8 0 0,2 0 0 16,-2-6 0-16,0 0 0 0,0 0 0 15,0 2 0-15,0-1-1 0,0 1 0 16,0-1-1-16,0 1-2 0,0-1-4 0,0 1-8 15,0-1-14-15,0 1-29 0,2-1-58 16,-2-1-107-16,0 0-72 0</inkml:trace>
  <inkml:trace contextRef="#ctx0" brushRef="#br1" timeOffset="18311.59">18854 9525 538 0,'0'0'19'0,"0"0"-2"16,0 0-5-16,0 0-4 0,0 0-3 0,0 0 0 16,0 0 5-16,0 0 0 0,0 0 4 15,19 67-1-15,-17-45 2 0,2 4-2 16,-4 0 1-16,0 0-4 0,0-2 0 0,0-4-4 15,0-2-2-15,0 2-1 16,0-8 1-16,0 0-2 0,0-2 0 16,0-3-1-16,0-1 1 0,2 0 0 15,-2-6 1-15,0 0 2 0,0 0 4 0,0 1 4 0,4 1 4 16,-4-1 4-16,0-1-3 0,0 2-5 16,0-2-3-16,0-9-5 0,-6-8-2 0,0-6 1 15,0-3-2-15,-1-1 1 0,-1-2-2 31,2 1 2-31,0 0-1 0,2 2-1 16,-3 7 0-16,7 2 0 0,-2 5-1 0,2 5 3 16,0 3-1-16,0 4-1 0,0-6-1 15,0 0-2-15,0 0 0 0,0-3 0 16,0 6 0-16,9-3 1 0,-3 1-2 0,6 4 1 16,7 1 1-16,-1 0 0 0,3 7 0 15,0 2 2-15,-5 2-2 0,1 1 0 16,1 2 1-16,-5-1-1 0,-1 1 2 0,1 1-2 15,-5-4 1-15,-2 1-1 0,0 0 1 16,1-3 1-16,-5 5-1 0,2-3 0 16,-4 0-1-16,0 6 0 0,-4 1 2 0,-1 4-2 15,-7-4 1-15,0 0 0 0,-5-4 1 16,7 0 0 0,-7-4 0-16,3 1 0 0,-1-5 0 0,5 0 1 0,2-3 0 0,-5 0-1 15,3 0 2-15,6-2-2 0,-7 1 0 31,5-2 0-31,0 0 0 0,4 2 0 16,2-2-1-16,-6 0 1 0,0 0-1 0,-1 0 1 16,1 0-1-16,6 0 0 0,0 0-1 15,0 0-1-15,-2 0 0 0,2 0-1 0,-4 0-2 16,4 0-3-16,-2 0-10 0,2 0-12 16,0 0-33-16,0 0-51 0,0 0-113 15,0-4-60-15</inkml:trace>
  <inkml:trace contextRef="#ctx0" brushRef="#br1" timeOffset="19162.09">19177 9550 567 0,'0'0'40'16,"0"0"-6"-16,0 0-10 0,0 0-11 15,0 0-7-15,0 0-4 0,0 0 0 16,0 0-1-16,0 0 0 0,0 0 2 0,-4 87-2 16,4-57 3-16,0-1-2 0,0 0 1 15,0-1-4-15,0-5 3 0,-3-6 0 16,-1-6 0-16,4 0 1 0,0-5-1 0,-2-2 0 15,2 2 2-15,0-6 3 0,0 0 7 16,0 0 6-16,0 2 6 0,0-2 0 16,0 0-6-16,-4 0-5 0,4-11-6 0,-2-5-2 15,-2-7-1-15,-2-3-1 0,4-2-2 16,-2 1 1-16,1-3-4 0,1 1 2 16,2 2-2-1,0 1 0-15,0 10 0 0,0-1 0 16,2 2-1-16,1 5 0 0,7-2-1 15,-4 6 0-15,2 3 1 0,11-1-1 16,-11 0 0-16,11 3-1 0,-1 1-1 0,1 0 1 16,2 0 0-16,-7 5 0 0,-3-2 0 15,-5 4-3-15,2-1 2 0,-2 3 0 16,-2 1 1-16,-4-6 2 0,0 5-1 0,0 1 0 16,0 4 1-16,0 1 0 0,-10-2 1 15,2-4 3-15,-9 0-2 0,7-2 0 16,-3 0 0-16,1-4 0 0,2-2 1 0,-1 0 0 15,5-1 0-15,-6 0-1 0,6 0 1 16,-1 0-1-16,1 0 1 0,6 0 0 0,0 0-1 16,0 0 0-1,-2 0 0-15,2 0 0 0,-4 0-1 16,4 0-1-16,-2 0-1 0,2 0-1 0,0 0 2 0,-4 0 0 16,4 3 1-16,0 2 2 0,4 4-2 0,-2-1-1 15,4-1 1-15,2 4 0 0,5-2 1 31,-1 3 2-31,3 1-3 0,-3-5-1 16,5 2 1-16,-3-1-2 0,-6-3 2 0,3 1-1 16,1 1 2-16,-6-2-1 0,9 2 0 15,-9-4 3-15,-4-2-3 0,8 2 1 16,-8-1 0-16,3 1-2 0,1-1 2 0,-6-3 1 16,0 0-2-16,0 0 3 0,0 1-3 15,2-1 1-15,-2 2 0 0,4-2 0 16,-4 1 0-16,2-1-1 0,-2 1 0 0,4-1 2 15,-4 0-2-15,2 2-1 0,-2-2 1 16,2 0-2-16,-2 1 1 0,4-1 1 16,-4 0-2-16,3 0 2 0,-3 0-6 0,0 2-7 15,0-2-12-15,0 0-32 0,0 0-62 16,0 0-168-16,0 0-15 0</inkml:trace>
  <inkml:trace contextRef="#ctx0" brushRef="#br1" timeOffset="22210.83">19540 9784 460 0,'0'0'41'16,"0"0"-4"-16,0 0-8 0,0 0-7 16,0 0-4-16,0 0-4 0,0 0 1 15,0 0 1-15,0 0 0 0,0-31-2 16,0 29 0-16,0 0-5 0,0 1-1 0,0-1-2 15,0 1-3-15,0 1 1 0,0-2-4 16,0 2 1-16,-4 0 0 0,4 0 1 0,-2 6 1 16,2 6-1-16,-4 1 0 0,4 0 0 15,-2 6-2-15,2-6 3 0,0 5-3 16,0-4 4-16,0-2-5 0,0 2 0 16,0-2-1-16,2 3 1 15,2-4 1-15,2 4 0 0,1-5 1 0,-1-2-2 0,2 1 1 31,-2-2-1-31,3-3 1 0,-3 0 0 16,4-1 1-16,-2 2-1 0,-1-3 2 0,3-1-1 16,-8 1 0-16,4-2 1 0,3 0 0 15,-3 0 2-15,4 0 0 0,5-6 0 16,-9 1 2-16,6-4-3 0,-4-2-1 0,-1 4 1 16,-1-5-1-16,0-4 1 0,-4 7 2 15,2-9-5-15,-2 8 7 0,-2-6-7 16,0-3 7-16,0 2-1 0,-2-2 1 0,-4 6 0 15,4 4-3-15,-4 0 0 0,0 1-2 16,-1 4 0-16,1-3-1 0,2 4-1 16,2 1 0-16,-2-1 0 0,4 3 0 0,-2-4-1 15,-4 3 0-15,3-1 0 0,-1 1-1 16,4 1 0-16,-8 0-3 0,2 0-2 16,-7 0-4-16,1 0-12 0,4 3-13 0,-3 2-29 15,9-2-31-15,-2-1-69 0,4 5-107 31</inkml:trace>
  <inkml:trace contextRef="#ctx0" brushRef="#br1" timeOffset="22810.92">19807 9768 504 0,'0'0'36'0,"0"0"-2"16,0 0-6-16,0 0-12 0,0 0-3 15,0 0-3-15,0 0 4 0,0 0 3 0,0 0-2 16,0-10-1-16,2 10-2 0,2 10-5 16,-2-2 0-16,5 9-3 0,-3 0 0 0,-2 1 1 15,4 5-5-15,-2-2 4 0,-2-6-4 31,2 1 1-31,-2-6 0 0,3 1-1 0,-3 0-1 16,0-7 1-16,2 5 0 0,-2-4 1 16,-2-2-1-16,4 1 0 0,-4-4 2 15,0 0-1-15,6 0 2 0,7 0 1 16,-1 0-1-16,5-7 0 0,-1-2 0 0,-3-3 1 16,-5-1 0-16,0-2 1 0,-2 0 2 15,-2 1-6-15,3-1 7 0,-5 0-7 0,-2 3 3 16,4-6-1-16,-4 7 0 0,0 5 2 15,2 0-2-15,-2 6 1 0,0-2 1 16,0 2-1-16,0-1 1 0,0-1-3 16,0 1 0-16,0-1-3 15,0 1 1-15,0-1 1 0,0 1-2 0,0 1 1 0,0-2 1 16,0 2-2-16,0 0 1 0,4 0 0 16,-4 2 1-16,2 4-1 0,2 4 0 0,-2 5-1 31,4 1 1-31,-3-3 4 0,3 1-6 15,0 0 7-15,-2-5-6 0,2 4 0 16,0-5 1-16,-6-3-1 0,7 2 0 0,-5-4 0 16,-2 1-1-16,6 0-1 0,-4-4 0 15,4 1 0-15,-2 1 0 0,9-2-2 0,-7 0-4 16,2 0-12-16,0-5-23 0,-1-4-41 16,-1 0-80-16,-6-3-117 0</inkml:trace>
  <inkml:trace contextRef="#ctx0" brushRef="#br1" timeOffset="23161.18">20144 9596 528 0,'0'0'53'0,"0"0"-3"0,0 0-13 16,0 0-12-16,0 0-14 0,0 0-2 0,0 0-1 16,0 0 0-16,0 0 1 0,0 0 0 15,21 30-2-15,-17-9-1 0,2 3-2 16,-4-1 0-16,2 4-3 0,-2-3 2 0,5 2-1 16,-5-2-2-16,2-1 5 0,-2 1-5 15,-2-3 3-15,4-6-4 0,-2 0 1 16,2-4 0-16,2-2 0 0,-4 0 0 0,3-1-2 15,1-1-1-15,-4-4 1 0,4 1 0 16,0-4 1-16,9 0-1 0,3 0-1 16,-3-7-1-16,10-3-3 0,-7-2-6 0,-3 0-13 15,-3 1-16-15,-6 1-18 0,0 2-26 16,-6-3-54-16,0 2-72 0</inkml:trace>
  <inkml:trace contextRef="#ctx0" brushRef="#br1" timeOffset="23497.07">20061 9754 563 0,'0'0'62'0,"0"0"-6"0,0 0-13 15,0 0-16-15,0 0-9 0,0 0-3 16,0 0-3-16,0 0-1 0,0 0-4 16,-12 0-1-16,12 0 0 0,0 0-2 0,0 0 3 15,12-5-3-15,7-1 0 0,6-3 0 16,0 1-2-16,4 0 0 0,0-2 1 16,-1 1-1-16,10 0-2 0,-9 0 0 0,2 0-4 31,0 0 2-31,-5 2-1 0,-5-2-2 15,-2 5-4-15,-5 1-7 0,-3 0-9 16,-5 2-13-16,0 1-28 0,-4 0-35 16,2 0-92-16,2 3-85 0</inkml:trace>
  <inkml:trace contextRef="#ctx0" brushRef="#br0" timeOffset="31525.39">23501 15405 49 0,'0'0'11'0,"0"0"-8"0,0 0-2 0,0 0 1 15,0 0 1-15,0 0 3 0,0 0 5 16,0 0 2-16,0 0 5 0,-29-11 10 16,27 10 7-16,2 1 3 0,0-2-2 15,0 2-8-15,-4-1-4 0,2-1-3 16,2 1 0-16,0 0-1 0,0-1 0 0,0 1-2 15,0-1 0-15,-2 0-2 0,2 2 3 16,0-1 0-16,0 1 3 0,-4-2 1 16,4 2 4-16,-2-1-2 0,2-1 1 0,0 1 0 15,-5-1-5-15,5 1-2 0,-2-1-3 16,-2 1-2-16,4-1-1 0,0 1-1 16,-2-1 0-1,2 0-2-15,0 1-1 0,-4 0-1 16,4-1 0-16,0 1-1 0,0-1 1 15,-2 1-2-15,2 1-1 0,0-2 0 16,0 2-2-16,-4-2 1 0,4 2-2 16,0-1 2-16,-2 1 0 0,2-2 1 0,0 2 3 15,0-1-2-15,-4 1 0 0,4-2-1 16,0 2-3-16,-2-1 2 0,2 1 1 0,0-2-2 16,0 2 0-16,-5-1 1 0,5 1-4 15,0-1 3-15,0 1-1 0,-2-2-1 16,2 2 2-16,0-2-2 0,0 2 3 0,-2-1-1 15,2 1-1-15,0-2-1 0,0 2-2 16,-4-1 3-16,4 1 0 0,0-2-1 16,0 2 1-16,-2-1-1 0,2 1 0 0,0-2 1 15,-4 2-2-15,4 0 1 0,-2-1 0 16,2 1-3 0,-4-2 2-16,4 2-1 0,-2-1 0 15,-2 1 2-15,4 0 0 0,0-2-1 16,-2 2 2-16,2-1-2 0,-5 1 0 15,5 0 0-15,-2-2 0 0,2 2 1 16,-4 0-1-16,4-2 0 0,-2 2 1 0,-2 0 0 16,4-1-2-16,0 1 2 0,-2 0-3 15,2 0 1-15,-4-2 1 0,4 2 0 0,-2 0 1 16,2 0 0-16,-2-1 1 0,2 1 0 16,-4 0-2-16,1-1 1 0,3 1 0 15,0 0 0-15,-4 0 0 0,4 0 0 16,-2 0-1-16,2 0-1 0,-4 0 1 0,4 0-1 15,0 0 0-15,0-2 0 0,-2 2 2 16,2 0-2-16,0 0 1 0,0 0 0 16,0 0-1-16,0 0 2 0,0 0 1 0,2 0-3 15,8 0 2 1,1 0 0-16,7 2-3 0,1-1 4 0,0 2-1 0,7-2 0 16,-1-1 1-1,2 2-1-15,-2-2 2 0,2 0-2 0,0 0 0 0,0 0 0 0,-3 0-3 31,1 0 2-31,2 0 1 0,-2-5 0 16,2 3 2-16,-7-3-3 0,5 0-2 0,0 2 4 16,-4 0-2-16,4 0 0 0,-1 0 4 15,-1 0-5-15,0 2 1 0,4 1 0 16,-7-2-1-16,1-1 2 0,4 2-1 0,-5-2-1 16,5 1 1-16,-6 1 1 0,-1 1 1 15,1-2-2-15,-2 2 1 0,-1-2-1 16,3 2 0-16,-5-1-1 0,1 1 2 0,1 0-1 15,-5 0 0-15,7 0 0 0,-5 0-2 16,5 0 2-16,1 0 1 0,-7 0-2 16,5 0 1-16,1 0-1 0,-5 0 3 0,7 0 0 15,-1 0-2-15,-7 0 0 0,9 0-2 16,-2 0 2-16,-7 0 1 0,7 0-1 16,-7 0 0-16,1 0 0 0,-3 0-2 0,-4 0 2 15,6 0 1-15,-5 0-1 0,3 0 0 31,2 0 0-31,-3 0-1 0,3 0 1 16,-10 0-1-16,11 0 2 0,-7 0 0 0,-2 0-1 16,6 0 0-16,-4 0 0 0,1 0-2 15,5 0 3-15,-2 0 0 0,1 0-1 16,1 0 1-16,-6 0-1 0,7 0 2 0,-7 0-1 16,0 0-1-16,2 0 0 0,-1 0-2 15,-1 0 1-15,0 0 1 0,-2 0-1 16,2 0 2-16,1 0-1 0,-3 0 0 0,2-2 1 15,0 2-2-15,0 0 2 0,0 0 0 16,1 0-1-16,-1 0 1 0,0 0-1 16,0 0 1-16,-6 0 0 0,0 0 1 0,2 0-2 15,5 0 1 1,-1 0 0-16,0 0 0 0,-6 0-1 0,0 0 0 0,0 0-1 16,4 0 0-16,-4 0 1 0,2-1 0 0,-2 1 0 31,4 0 0-31,-4-2-1 0,2 2-1 15,-2 0 2-15,4 0-1 0,-4-1 0 16,3 1-1-16,-3 0-3 0,4 0-3 0,-4 0-9 16,0 0-13-16,0 0-18 0,0 0-38 15,0 0-47-15,-7 0-134 0,-3 0-19 16</inkml:trace>
  <inkml:trace contextRef="#ctx0" brushRef="#br0" timeOffset="33158.14">24671 15121 343 0,'0'0'63'16,"0"0"-7"-16,0 0 0 0,0 0-6 15,0 0-4-15,0 0-5 0,0 0-5 16,0 0-6-16,0 0-6 0,0 0-4 0,-64-33-2 16,64 33-2-16,-2-2-3 0,2 2-2 15,0 0-3-15,-2-1-3 0,2 1 0 16,-4-2-2-16,4 2-2 0,0 0 0 0,-2 0-1 15,2 0 1-15,0 0 1 0,0 0 0 16,0 0 1-16,6 7-1 0,-2-2 1 16,8 5-1-16,-1-4 1 0,-3-2 0 0,6 4 0 15,-1-2-1-15,-3-3 1 0,5 3-2 16,-1-1 1-16,-4-3-1 0,9 3-1 16,-4 0 1-16,-3-1-1 0,2 2 6 0,-1-1-5 15,-1 0 3-15,-3-3-2 0,7 4-1 31,-8-2-1-31,5-1 1 0,-5 1-1 0,4-3 0 16,-1 3-1-16,-5-3 1 0,2 1 0 16,-6-1 1-16,4 1-1 0,1 0-1 15,-7-2 2-15,0 0 0 0,0 0 0 16,4 0 1-16,-4 1-2 0,2-1 3 0,-2 0-2 16,4 0 1-16,-4 0 0 0,2 0 0 15,-2 0 1-15,4 0-1 0,-4 0 1 0,2 0-1 16,-2 0 0-16,4 0 1 0,-4 0-3 15,2 0 1-15,-2 0-1 0,5 0 1 16,-5 0-2-16,2 0 1 0,-2 0 0 16,2 0 0-1,-2 0 2-15,4 0 0 0,-4 0 1 16,2 0-1-16,-2 0-1 0,0 0 0 0,4 0-1 16,-4 0-1-16,0 0 2 0,0 0-2 0,0 4 1 15,0 6 0-15,-10 2 1 16,1 4-2-16,-3 3 2 0,-2-1-2 15,-1 0 1-15,-1 0 1 0,1-1-1 16,3 0 0-16,3-7 1 0,-1 1 0 0,4-5-1 16,-2 1 0-16,-3 0 1 0,9-1-2 15,-4 1 3-15,0 0 0 0,0-2-1 0,-1 1 0 16,1 1 2-16,0 0-2 0,0-1 0 16,-2 0 0-16,1 2 1 0,5-5 0 15,-2 0 1-15,2 0-3 0,-2 0 0 16,2 0 0-16,-2 0 0 0,4-3 2 0,0 0-2 15,0 0 1-15,0 2-1 0,-2-1 0 16,2-1 1-16,0 2 0 0,0-2 1 16,-4 0-1-16,4 1-1 0,0-1 1 0,-3 0 0 15,3 1-1-15,0-1 1 0,0 0-2 16,0 2 1-16,0-2 0 0,0 0 1 16,0 2-1-16,0-2 1 0,0 0 0 0,0 0 0 15,0 0 0-15,0 0 0 0,0 0 0 31,0 0-1-31,0 0 0 0,0 0-1 0,0 0 1 16,0 0 0-16,0 0 1 0,0 0-1 16,0 0 1-16,0 0 0 0,0-2 0 15,0 2-2-15,0 0 0 0,0-2 1 16,0 1-1-16,0 0 1 0,0 1 0 0,0-2 0 16,0 1-1-16,3-4 1 0,1 0-1 15,-2-2 1-15,4 1 2 0,0-2-1 16,5-1-1-16,-7 3-2 0,6-5 3 0,-2 3-2 15,5-2 1-15,-1-2 1 0,-4 3-2 16,5 0 1-16,-7 3 0 0,4 0-1 16,-1-2 3-16,-3 2-2 0,0 0 0 0,-4 3 0 15,4 0 0-15,-6 3 0 0,0-2 3 16,0 2-3-16,0-1-1 0,4 0-1 0,-4-1 2 31,2 0 0-31,-2 2 1 0,0-1 1 0,5 1-3 16,-5-2 1-16,0 2-1 15,0-1 1-15,2-1 1 0,-2 1 0 16,0-1 0-16,0 1-1 0,4-1 0 0,-4 1 1 16,0-1-2-16,0 1 1 0,0-1 0 15,2 0 1-15,-2 1-1 0,0-1 1 16,0 1 0-16,0 0-3 0,0-1 2 0,0 1 0 16,0-4-1-16,-2 0 2 0,-2 1-2 15,-3-4 1-15,5 5 0 0,-4-3-1 16,2 0 2-16,-4 0-2 0,2 0 0 0,-3 0 0 15,-7-2 0-15,3 5 1 0,-1-3 1 16,-1 1-2-16,3 3 0 0,-7-1-1 16,7 0 2-16,-3 1 0 0,3 0 1 0,0-1 0 15,-1 2 0 1,5-1-2-16,-4 0-5 0,7 0 7 0,-5-1 0 0,6 1 0 16,-8-3-1-16,3 3 1 0,3-3-6 0,-2 0 5 15,4 4 1-15,-5-4-1 0,5 4 1 31,2-2-2-31,-8-2 1 0,8 4-1 16,-2-2 1-16,2 1 0 0,2 2 0 0,-4-1 1 16,4 1-1-16,0 0 2 0,-3-2-2 15,3 2 0-15,-2-1 0 0,2 1-3 16,-4-2 3-16,4 2-1 0,-2-1 2 0,2 1 0 16,-4-2 0-16,4 2-2 0,-2-1 2 15,2 1-2-15,-4-2 1 0,2 2 2 16,2 0-2-16,0-2 0 0,0 2-1 0,0 0 1 15,-4-1-1-15,4 1-1 0,0 0 1 16,0-2-2-16,-2 2-1 0,2 0 0 16,0 0-5-16,0 0-7 0,0 0-8 0,0 0-14 15,0 0-31-15,0 0-77 0,0 5-155 16,2 7-7-16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4:02:41.857"/>
    </inkml:context>
    <inkml:brush xml:id="br0">
      <inkml:brushProperty name="width" value="0.05292" units="cm"/>
      <inkml:brushProperty name="height" value="0.05292" units="cm"/>
      <inkml:brushProperty name="color" value="#C00000"/>
    </inkml:brush>
  </inkml:definitions>
  <inkml:trace contextRef="#ctx0" brushRef="#br0">23193 13912 22 0,'0'0'8'31,"0"0"1"-31,0 0 3 0,0 0 1 16,0 0 9-16,0 0-2 0,0 0 7 0,0 0 1 16,0 0 1-16,0-11-1 0,-2 11-6 15,2-1-2-15,0 1-6 0,0-2-2 16,-4 2 2-16,4-2 0 0,0 2 3 16,0-1 4-16,0 1-2 0,-2-2 0 15,2 1-2-15,0-1-1 0,-4 1-1 0,4-1-2 16,0 2-2-16,0-1-3 0,0-1-1 0,0 1-3 15,0-1 1-15,0 1-2 0,0-1 0 16,0 0 0-16,0 1 0 0,-2-1 1 16,2 1-1-16,0 0 3 0,0-1-1 15,0 1 4-15,0-1-2 0,0 1 2 0,0-1-5 16,0 0 3-16,0 1-3 0,0-1 3 16,0 1 2-16,0-1-2 0,-2 1 1 0,2-1-1 15,0 1-1-15,0 0 0 0,0-1-1 31,0 0-1-31,0 1 1 0,-5-1-1 16,5 0 1-16,0 1 1 0,0 0-1 0,0-1 0 16,0 1 0-16,0-1-1 0,0 1 0 15,0-1 2-15,-2 1-4 0,2-1 0 16,0 0 0-16,0 1-3 0,0-1 3 0,0 1-2 16,0 1 0-16,0-1-1 0,0 1-1 15,0-2 2-15,0 2-1 0,0-1-1 16,0 1 1-16,0-2 0 0,0 2-1 15,0 0 5-15,0 0-3 0,0 0 0 0,0 0-1 16,0 0-2-16,0 0 4 0,0 0-1 16,0 0 2-16,0 0-2 0,0 0 4 0,0 2-3 15,0-1 3-15,0 5-3 0,0 0-1 16,0 0 1-16,0 0-1 0,0-1 0 16,0 1 0-16,0-2-1 0,0 7 1 15,2-5 1-15,3 3-1 0,-5 2 0 0,2-6 0 31,-2 3 0-31,2-1 0 0,-2-3 1 16,0 7-2-16,4-5 1 0,-4-2 0 0,2 7-1 16,-2-5 0-16,0-1 1 0,0 1 0 15,0-2 1-15,0 2-1 0,0 0 1 16,0 0-1-16,0-6-1 0,0 5 2 16,0 1-1-16,0-2 1 0,0 3-1 0,0-7 0 15,0 4-1-15,0 2 1 0,0 1 0 16,0-2 1-16,0-5 0 0,0 5-1 0,0 1 0 15,0 0 1-15,0 0-1 0,0-6 0 16,0 7 2-16,0-2-3 0,0 2 1 16,0-1 0-16,0-2-1 0,0 2 2 0,0-1-2 15,0 1 1-15,0-2 1 0,0 3-1 16,0-3 2-16,0 7-2 0,0-6 1 16,0 0-1-16,0 6 0 0,0-5 0 0,0-1 0 31,-2 5 0-31,2-4 2 0,0-1-3 15,-4 6 1-15,4-6 0 0,0 1 0 16,0 5 0-16,0-5 1 0,0 0-1 16,-2 5 1-16,2-5-1 0,0 0 1 0,0 5-2 15,0-5 1-15,0-2 0 0,-2 7 0 16,2-5 1-16,0-1 0 0,0 0-1 0,0 2 0 16,0-1 1-16,0 6 0 15,0 0-1-15,0-6 1 0,0 5-1 0,0-5 0 16,0 0 0-16,0 5-1 0,0-6 1 15,0 0-1-15,0 1 2 0,0-2-1 0,0 3 0 16,0-2 3-16,0 0-3 0,0 0 0 16,0 1 2-16,0 0-5 0,0 0 3 0,0 0 3 15,0 0-3-15,0 1 0 0,0 5 5 16,0-6-6-16,0 7 5 0,0-1-3 16,0 0-3-16,0 1 1 0,0-9 2 31,0 7-2-31,0-5 1 0,0 0 1 0,0 4-2 15,0-3 2-15,0-3 0 0,0 2 0 16,0 1 0-16,0-1 0 0,0-1-1 0,0 6 0 16,0-5 0-16,0-1 1 0,0 1-1 15,0-2 1-15,0 3-1 16,0-1-1-16,0 0 2 0,0-6-1 0,0 6 0 0,0 0-1 16,0 0-1-16,0 7 2 0,0-6 0 15,0 5 2-15,0 0-1 0,0-6-1 16,0 6-1-16,0-6 1 0,0 8-1 0,0-2 2 15,0 0 0-15,0 1-1 0,0-3-1 16,0 2 1-16,0-7 0 0,0 5 0 16,0-4 1-16,0-1-1 0,0 1 0 0,0-6 0 15,0 4 0-15,0 3 0 0,0 3 2 16,2 1-1 0,-2-7 0-16,0 7-1 0,2-5 0 0,-2 0 1 0,0 0-1 0,0 0 1 31,0 0 1-31,0 0-2 0,0 1 1 15,0-1 1-15,0 0-1 0,0 0 0 16,0 0 0-16,0-2-1 0,0 3 0 16,0-3 0-16,0 2 1 0,0-1 0 0,0 1 0 15,0-2-1-15,0 3 0 0,0-3 1 16,0 2-1-16,0-1 2 0,0 0-4 0,0 0 2 16,0 1 2-16,-2-1-2 0,2 1 0 15,0-6 0-15,0 4 0 0,0 2 1 16,0 0 0-16,0 1 1 0,0-7-1 15,-2 4 0-15,2 2 1 0,0 1 0 0,-5 3-1 16,5-5 1-16,0-1-1 0,0 2-1 16,-2-1 1-16,2-1 0 0,0 0 0 0,0 3-1 15,-4-2 0-15,4 0 1 0,0 2 5 16,-2 4-4-16,2-4 5 0,0-1-7 16,0 1 0-16,0-7 0 0,0 0 1 31,0 7-4-31,0-3 2 0,0 2 2 0,0 0-1 15,-4-2 2-15,4 1 0 0,0 0-1 16,0 1-1-16,-2-2 1 0,2 3-1 0,0-3 1 16,0 2 1-16,0-6-1 0,-4 0 0 15,4 0-1-15,0 2-1 0,0-1 1 16,0 1 0-16,0-1 1 0,0 1 0 16,0-1 0-16,0 1-1 0,0-1 1 0,0 1-1 15,0-1 2-15,0 1-1 0,0-1 0 16,0 1 3-16,-2 0-1 0,2-2 1 0,0 1 0 15,0-1-1-15,0 2 0 0,0-2-1 16,0 1 0-16,0-1 0 0,0 0-2 16,0 1 0-16,0-1-1 0,0 0 0 0,0 2 0 15,0-2 0-15,0 0-4 0,0 0-9 16,0 0-30-16,0 0-77 0,0 0-162 16,-11 0-14-16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3:59:31.620"/>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2060"/>
    </inkml:brush>
  </inkml:definitions>
  <inkml:trace contextRef="#ctx0" brushRef="#br0">23482 15325 76 0,'0'0'23'15,"0"0"2"-15,0 0 3 0,0 0 1 16,0 0 1-16,0 0 3 0,0 0 0 0,0 0 2 16,0 0-6-16,0 0 0 0,-18 0-2 15,18 0-4-15,0 0-2 0,-2 0-4 16,2 0-3-16,-4 0-4 0,-3 0 0 16,1 0-4-16,0 0-2 0,-6 0-1 0,5 1-1 15,5-1 1-15,-6 2 1 0,2-1-1 31,2 1 0-31,-2-1 2 0,6-1 3 0,0 0 4 16,0 0 2-16,-2 0 3 0,2 2-2 16,-5-2 0-16,5 0-3 0,-2 0-1 15,2 0-1-15,-4 0-3 0,4 0-3 16,-2 0-1-16,-2 0 0 0,4 2-3 0,0-2 0 16,-2 0 0-16,2 0-1 0,-4 0-1 0,4 0 1 15,0 0 0-15,-2 0 1 16,2 0 3-16,0 0 0 0,0 0 5 0,0 0 0 15,0 0-1-15,6 0 1 0,-4 0-3 16,8 0-3-16,-1 0-1 0,1 0 1 16,2 0-2-16,-1 0 2 0,5 0-2 0,3 0 0 15,-9 1 0-15,9 0 1 0,-1-1-1 16,-5 0 0-16,7 0 2 16,1 0-2-16,-2 0 1 0,6 0 0 0,-11 0 0 15,5 0-1 1,-1 0 2-16,-3 0-4 0,7 0 1 15,-5 0 1-15,-1 0 0 0,3 0 0 16,2 0 0-16,-3 2 1 0,5-1-1 0,0 2 0 16,-7 0 0-16,7 1 0 0,-2-1-1 15,4 0 2-15,-3-2-1 0,3-1 0 0,0 0 2 16,-4 0-1-16,5 0 0 0,3-6 0 16,-6 1 0-16,2-1 1 0,0 1-1 15,0-2 0-15,-5 1-1 0,-5 2 0 16,1 1-1-16,-5-1 2 0,1 3-2 0,0-1 0 15,1 1 0-15,-1 0-1 0,1 1 2 16,7 0 1-16,-1 0 1 0,6 0-1 0,-3 0 0 16,3 0 1-16,0 0 0 0,2 0-1 15,0-3 1-15,4-2-2 0,0 0 1 16,-2 1 1-16,6-2-2 0,-6 1 1 16,2 1 1-16,-4 1-1 0,-3 0 0 0,3-1-2 15,-2 1 2-15,2 2 0 0,-2-1 0 31,0 0-1-31,2 0 0 0,-1-1 1 16,1 1 1-16,0-1 0 0,2 0 1 0,-6 0-1 16,2 2 1-16,-7-1 2 0,1 1-1 15,-7-1 0-15,-1 1 1 0,5-1-1 16,-10 0 0-16,3 1 0 0,-3 1 0 0,0 0-1 16,0 0 0-16,-6 0 3 0,2-2-4 15,4 1 1-15,-1 0 1 0,1 1-3 0,-6 0 0 16,0-2 0-16,0 2-2 0,0 0 1 15,0 0-1-15,2 0-2 16,-2 0-2-16,4 0-5 0,-2 0-5 0,-2 0-8 16,4 0-23-16,-4 0-35 0,0 0-102 0,0 0-90 15</inkml:trace>
  <inkml:trace contextRef="#ctx0" brushRef="#br0" timeOffset="1166.46">23582 15183 322 0,'0'0'46'0,"0"0"0"15,0 0-8-15,0 0-1 0,0 0-3 16,0 0-4-16,0 0 2 0,0 0-3 16,0 0-1-16,25-51-2 0,-25 49-5 0,0 2-1 15,0-1-3-15,0-1-3 0,0 1-3 16,0 0-3-16,0-1-6 0,0 0 0 16,0 1-1-16,0-1-1 0,0 2 0 0,-3 0-1 15,-7 0 1-15,-4 2 0 0,-5 5 1 31,0 4-1-31,1-1 5 0,1 3-4 16,-1 1 5-16,-1-1-4 0,-2-1-3 0,3 0 2 16,3-2-2-16,-1-3 2 0,8-1-1 15,-3-1 1-15,5-4 0 0,0 4 0 0,4-2 0 16,-4-2-1-16,3 3 1 0,3-4 1 16,0 0 2-16,0 0-1 0,-4 1-1 15,4-1 2-15,-2 2-2 0,2-2 0 16,-4 0 0-16,4 1-1 0,0-1 0 0,0 0-1 15,-2 0 1-15,2 1-2 0,0-1-1 16,0 0 2-16,0 2-2 0,0 1 3 0,0 0 0 16,6 5 0-16,3 1-1 0,3-2 0 15,0 6 1-15,-3-6-1 0,3 1 0 16,0 2 0-16,1-1-2 0,1 5 3 16,3-3-1-16,-7-1 0 0,0 0 0 0,3-3 0 15,-5 4-3-15,-2-5 3 0,3 5 0 31,1-1 0-31,-4-4 3 0,2 5-3 0,-1-5 0 16,-3 0 0-16,4 2-1 0,-6-5 1 16,2 2 2-16,-2-2-1 0,2 1-2 15,-1 0 1-15,-3-4-2 0,0 0 3 16,0 0 1-16,4 2-1 0,-4-1 0 0,2 0 0 16,-2 1 3-16,0 0-2 0,4-1 1 15,-4-1 0-15,0 2-2 0,0-1 4 0,2 1 0 16,-2 0 0-16,0-2 1 0,0 0-2 15,0 0 0-15,0 0-1 0,0 0-2 16,0 0 1-16,0-5-2 0,0-2 0 16,0-5 1-16,0-6-1 0,-2 8 1 0,-2-10-1 15,4 2 2-15,-2-2-2 0,-2 2-1 16,4-2 2-16,0 2 0 0,0 4-1 0,-3-7 0 16,3 7 0-16,0 1 1 0,-4-1-1 15,4 0-5-15,0 0 4 0,0 3-4 31,0-1 4-31,0 5 2 0,0 2 0 16,0 5 1-16,0-5 0 0,0-2-1 0,0 1 1 16,0 2-1-16,0 4 0 0,-2-1 0 15,2 1-1-15,0-2-1 0,0 0-1 0,0 1-1 16,0-1-5-16,0 1-10 0,0 1-25 16,0 0-108-16,0 0-149 0,2 3-10 15</inkml:trace>
  <inkml:trace contextRef="#ctx0" brushRef="#br0" timeOffset="4265.46">21174 12902 273 0,'0'0'49'0,"0"0"-6"15,0 0-4-15,0 0-4 0,0 0-7 16,0 0-4-16,0 0-3 16,0 0-2-16,0 0 3 0,0-36 2 0,0 29 0 0,0 2 2 15,0-2-5-15,0 7-2 16,0-1-4-16,0 1-2 0,0-2 0 15,0 1-3-15,0-1-2 0,0 1-3 0,0 0-2 16,0-1-2-16,0 0-2 0,0 1-1 16,0 1 0-16,0-2 1 0,-5 2 1 15,-3 2 2-15,-8 7-2 0,1 3 0 16,-3 5 1-16,-1 0-2 0,4 1 1 0,-3 0 1 16,-1-3-1-16,3-1 1 0,3-5 0 15,3-1 0-15,4-4 0 16,2-3-1-16,-1 2 1 0,5-3 1 0,0 0-1 0,0 0 1 15,-2 2-1 1,2-2 0-16,-4 2 0 0,4-2-2 0,-2 1 3 0,2-1-1 16,-4 2 1-16,4-2 0 0,-2 1 0 0,2-1-1 15,-4 2 1-15,4-2-1 16,-2 1-1-16,2-1 3 0,0 0-3 0,0 1 1 0,-4-1-2 16,4 0 0-16,0 2 1 0,0-2-3 31,0 5 4-31,0 2-1 0,6 2 2 15,6 5-1-15,1-2-1 0,-1 1 1 16,3-1-1-16,1 0-2 0,-6 1 3 0,3 0 1 16,-1-4-2-16,-1 0 0 0,-5-3 1 15,-2 0-3-15,2 1 2 0,-2-4 1 0,5 2 0 16,-5-2 0-16,-2 0 0 0,-2 0 1 16,0-3-1-16,0 0 0 0,0 0 0 15,4 2-1-15,-2-2 1 0,-2 1 0 16,4-1-1-16,-4 2 1 0,0-2 0 0,0 1 0 15,2-1 0-15,-2 2 0 0,0-2-1 16,0 1 1-16,4-1-2 0,-4 2-4 16,0-2-3-16,0 1-8 0,2-1-18 0,-2 2-36 15,0-1-84-15,0-1-116 0</inkml:trace>
  <inkml:trace contextRef="#ctx0" brushRef="#br0" timeOffset="5231.5">21085 13087 341 0,'0'0'50'0,"0"0"-3"0,0 0-5 16,0 0-3-16,0 0-3 0,0 0-2 16,0 0-3-1,0 0-3-15,0 0-5 0,0 0-5 0,-15-14-4 16,15 14-3-16,-4-1-4 0,4 1-4 0,0-1 0 0,-2 1-2 0,2-2 0 16,0 2 0-16,0-1-2 0,-4 1 0 15,4-2 0-15,0 2 2 0,0-1 1 31,0 1 1-31,0-2 0 0,4 0-1 16,2 1 0-16,7-2-2 0,-3 1 1 0,2 2-1 16,7 0 1-16,-7 0 0 0,7 0-1 15,0 0 2-15,-9 0-3 0,13 0 1 0,-5 0 0 16,-7 0-1-16,11 2 1 0,-1-2 0 16,-2 0 0-16,7 0 0 0,-5 0 1 15,2-2-1-15,-3 0 1 0,5 0-1 16,-10 1 2-16,3-3-2 0,1 3 1 0,-9 1 0 15,9-2-1 1,0 2 1-16,-7 0-1 0,7 0 0 0,-5 0 0 0,0 0 0 0,3 0 0 16,-5 2 0-16,-1-2 0 0,7 1 1 31,-5-1-1-31,7 0 1 0,-1 0 0 0,0 0-1 0,1 0 1 0,-1 0-1 16,2 0 0-16,1-1 1 0,-3-1 0 0,2 0-1 31,-3 1 1-31,-7 0-1 0,7 1 2 15,1 0-2-15,-7 0 0 0,7 0 0 0,-1 0-2 16,-7 0 1-16,7 0 1 0,1 1 1 16,-1-1 1-16,7 0-2 0,-2 0 0 15,2 0 0-15,2-1 0 0,-2-2 0 16,1-2 0-16,-1 0 0 0,2 0 0 16,0 0 1-16,-2 0-1 0,0 2 1 0,-7 2-1 0,1-1-1 15,-5 1 0-15,-1 1 1 0,-1 0-3 16,0 0 2-16,3 0 1 0,-7 0-1 15,5 0 0-15,-1 1 1 0,0 1 0 16,1-2 0-16,5 0 1 0,-7 0 0 16,11 0-1-16,-3 0 1 0,-2 0 0 0,7-2 1 15,1 1-2-15,-4 0 0 0,-3-1 1 16,-3 0-1 0,8-1 2-16,-13 2-1 0,9-1 1 0,-7 0-1 0,-6 1-1 0,0 1 0 15,-3-1 1-15,3 1 0 0,-2-2 0 31,2 2-1-31,-6 0 1 0,0-1 0 16,0 1 1-16,2 0-1 0,-2 0 1 0,4 0-1 16,-4 0 2-16,2 0 0 0,-2 0 1 15,4 0 1-15,-4 0-1 0,3 0 0 0,-3 0-1 16,4 0 0-16,-4 0 0 0,2 0-1 16,-2 0 0-16,2 0 0 0,-2 0 1 15,4 0 0-15,-4 0 1 0,2 0-2 16,-2 0 2-16,4 0-2 0,-4 0 1 0,2 0-1 15,-2 0-3-15,4 0 0 0,-4 0-6 16,2 0-14-16,-2 0-74 0,5 0-191 16,-5 0-29-16</inkml:trace>
  <inkml:trace contextRef="#ctx0" brushRef="#br1" timeOffset="13713.24">21699 12741 436 0,'0'0'31'0,"0"0"0"16,0 0-1-16,0 0-3 0,0 0-7 16,0 0-7-16,0 0-5 0,0 0-3 15,0 0 0-15,0-13-1 0,0 11 2 16,0 2 1-16,0 0 3 0,6 4-2 0,2 7-1 16,4 5-1-16,1-3 0 0,-5-3-1 15,-2 1 0-15,3-3-2 0,-5 1 2 16,2-2-2-16,-4-2-1 0,4 3 2 0,-2-5-1 15,-2 0 0-15,3 0 1 0,-5-3 1 16,0 0 2-16,0 0 0 0,0 0-1 16,2 2 3-16,-2-2-1 0,0 0 0 0,4 1 0 15,-4-1 0-15,2 0-1 0,2 0 2 16,-2-1-1-16,6-7 1 0,3-1-3 0,-5 1-2 16,0 2-1-16,0-2-3 0,-6 4 2 31,6-1 0-31,-4-2 0 0,1 2 0 15,1 1-1-15,2-4 0 0,-4 5 0 16,2 0-1-16,-2 0 1 0,-2-2-1 0,4 2 0 16,-2 0-1-16,2 0 2 0,-4 3-1 15,0-1 2-15,0 1-2 0,3-2 2 0,-3 1-2 16,4-1 1-16,-4 1 1 16,2-6-1-16,-2 3-1 0,4 0 1 15,-2-1-3-15,-2 5 1 0,0-2-1 0,0 2-2 16,0-1-3-16,0 1-3 0,0-2-9 0,0 2-14 15,2-1-34-15,-2-1-47 0,0 2-97 16,4-1-63-16</inkml:trace>
  <inkml:trace contextRef="#ctx0" brushRef="#br1" timeOffset="14396.28">21847 12752 456 0,'0'0'32'0,"0"0"8"16,0 0 5-16,0 0-1 0,0 0-6 0,0 0-7 16,0 0-7-16,0 0-4 0,0 0-1 15,0 0 0-15,-6-5-5 0,6 4 0 0,0-1-5 16,0-5-2-16,0-1-1 15,0-6 1-15,0-4-2 0,0 6 0 0,0-8 3 16,0 2-2-16,0 6 0 0,0-9-1 16,0 1 0-16,0-1 0 0,-4-8-4 0,-2 3 4 15,-7 0-6-15,1-1 3 0,2-1 0 16,-7-2-2-16,3 0 1 0,-5 0-1 16,1-4 1-16,3-1-1 0,1-1 1 0,-3-2-1 15,-2 0 1-15,5-2-1 0,-1 1 1 31,-3-1-2-31,-1 0 3 0,-1-3-2 16,1 1-2-16,-6-2 2 0,2-1-4 0,-5 1 5 16,1 3-1-16,-4 0 0 0,2 2 2 15,-4 0-2-15,2 0 1 0,-7 3-2 0,5 1 2 16,-2 2 0-16,-2 1 0 0,4 0-1 16,-4-1 0-16,2-2-1 0,-1 0 1 15,-3-2 0-15,6 1-3 0,0-2 5 16,0 0-5-16,0-2 4 0,0 3 0 0,-2-1-2 15,2 0 3-15,-1 3-2 0,3 2 1 16,5 1 0-16,-1 0-1 0,0 3 0 0,0 3 1 16,2 0-3-16,5 2 3 0,-5 3-2 15,6-2 1-15,-2 4 3 0,5-1-2 16,1 0-1-16,3 1 1 0,0 1-2 16,3 6 2-16,3-1-1 0,0 3 2 0,4 1-2 15,-4 0 0-15,2 5 0 0,4 1 0 31,0 3 0-31,-3-2 0 0,3 2-2 0,0-2 1 16,0 1-1-16,0 0 0 0,-4-1-2 16,4 1 0-16,0-1-4 0,0 1-1 15,-2 1-9-15,2-2-13 0,0 2-37 16,0-2-83-16,13 1-141 0,-5-1-7 0</inkml:trace>
  <inkml:trace contextRef="#ctx0" brushRef="#br1" timeOffset="15798.33">19028 9745 413 0,'0'0'21'0,"0"0"-7"16,0 0-5-16,0 0-4 0,0 0 1 16,0 0 5-16,0 0 8 0,0 0 8 0,23 103-4 15,-13-64 2-15,2 3-7 0,-3-2-3 16,1-3-3-16,-6-6 1 0,2-1 1 16,-2-12 1-16,-2-6 0 0,3-1-2 0,-5-7-2 15,0 1 0-15,2 1-2 16,-2-6 0-1,0 0 1-15,0 0 1 0,0 1 4 16,0-1 0-16,0 0-1 0,0 0-4 0,0-9-4 16,-7-9-4-16,-1-6 1 0,0-5 0 15,-4-3-2-15,5-3-2 0,-3-2 2 16,2-2-4-16,4 1 4 0,2 0-1 0,2 2 0 16,0 3-1-16,0 3 1 0,0 11 1 15,0 8 0-15,0 2 0 0,2 5-3 16,-2-1-2-16,4 3 0 0,8 2 0 0,1 10 2 15,1 5 1-15,5 6 1 0,-7 5-1 16,5 0 1-16,-5 0 0 0,0 1 0 16,1-1 3-16,-1-4-2 0,-6 0 2 0,1-7-3 15,-1-6 1-15,-6-5 0 0,0-4 0 16,0 0 2-16,0 0-1 0,2 2 1 16,-2 0 2-1,0-1 0-15,4-1 4 0,-2 0 0 16,4-8-3-16,-2-8 0 0,-2-10-6 15,5-6 3-15,-5-1-4 0,2-4 1 16,-2-1 1-16,2 2-2 0,2 1 1 0,0 3-1 16,1 5 1-16,-1 10 0 0,-4 6 0 15,-2 7-1-15,0 4 1 0,0-2-4 0,0 2 1 16,6 0-1-16,0 5 1 0,3 10 3 16,1 8-1-16,-2 4 2 0,3 5-1 15,-3 0 0-15,-2 0-2 0,2 1 3 16,-2-1-2-16,-1-2 3 0,1-1 3 0,0-3-5 15,-4-6 2-15,2-3-1 0,-4-6-1 16,2 2 1-16,0-1 0 0,-2-2-1 16,4 2-1-16,-4-5 0 0,0 3 1 0,3-5-1 15,-3 0-1-15,0 0-3 0,0-5-5 16,0 0-13-16,4 5-23 0,-2 0-33 16,2-1-54-16,2 2-107 0,-4-3-31 0</inkml:trace>
  <inkml:trace contextRef="#ctx0" brushRef="#br1" timeOffset="16296.26">19580 9719 537 0,'0'0'58'0,"0"0"-6"0,0 0-9 16,0 0-10-16,0 0-11 0,0 0-6 15,0 0-7-15,0 0-4 0,0 0-4 16,-15-21 1-16,9 37 0 0,0 12 2 16,0 5 2-16,-1 3 0 0,3 3 3 0,2-2-4 15,2 0 2-15,0-2-6 0,0-3-1 16,0-4 0-16,0-8-2 0,0-8 1 16,0-1 1-16,0-5-1 0,0-1 1 0,0 1 1 15,0-6 1-15,0 0 1 0,0 0 2 31,0 0 0-31,0 0-1 0,0-11-1 16,0-7 0-16,-4-10-2 0,-2-3 1 0,4-4-2 16,0-3-4-16,-4-3 4 0,6 3-5 15,0 0 6-15,0 5-1 0,0 4 0 0,0 8 0 16,0 9-2-16,0-1 3 0,0 7-1 16,0 0 0-16,0 1-1 0,0 5-4 15,0-1 2-15,0 1-2 0,0 0 2 16,10 3 2-16,6 8 0 0,3 4 1 0,-4 5 0 15,3 1 0-15,-3 2 0 0,3 2 0 16,-3 3 0-16,3 1 4 0,-5-1-4 0,5 3 4 16,-3-3-2-16,-3-1-4 0,1-4 2 15,-5-1-1-15,-2-9 0 0,0 1 0 16,0-6-1-16,-6-5-3 0,5 1-6 16,-3-1-18-16,0 2-30 0,2-2-56 0,-2 2-124 15,-2-5-43-15</inkml:trace>
  <inkml:trace contextRef="#ctx0" brushRef="#br1" timeOffset="16479.38">19476 10051 552 0,'0'0'30'0,"0"0"-2"0,0 0-5 0,0 0-10 16,0 0-6-16,0 0-4 0,0 0-6 15,0 0-3-15,0 0-5 0,89-52-6 16,-60 44-6-16,-2 2-15 0,4 0-45 16,-4 1-114-16,2 0-42 0</inkml:trace>
  <inkml:trace contextRef="#ctx0" brushRef="#br1" timeOffset="17145.27">19886 9734 594 0,'0'0'45'16,"0"0"-11"-16,0 0-13 0,0 0-7 15,0 0-4-15,0 0-2 0,0 0-2 0,0 0 1 16,0 0-1-16,0 0-1 0,-13 94 1 16,13-71 1-16,4-2-6 0,-2-4 4 15,5-2-6-15,-7-6 2 0,4-4-1 16,-4 1 3-16,0-6 0 0,0 0 5 0,0 0 8 15,0 1 4-15,2-1 2 0,-2 2-5 16,0-2-5-16,-6-8-6 0,-7-8-2 16,1-5-4-16,4-5 2 0,-5 0-4 0,7-1 2 15,-2-1 1-15,4 2-1 0,2 6 0 16,2 1-1-16,0 1 0 16,0 5-1-16,0-3 1 15,2 7 1-15,4 2-2 0,0 2-1 16,6 2 1-16,3 1-1 0,3 2 2 15,5 0 0-15,-2 6 0 0,0 3 0 0,-3 2-2 16,-3-2-1-16,-3-2 0 0,-4 1 1 16,-1-2 0-16,-3-3 0 0,-2 7-1 15,-2-5 0-15,0 8 1 0,0 2 0 16,-9-3 1-16,-3 3 2 0,-2-3 0 0,3-6 1 16,-3-1 0-16,6-2 0 0,1-2 0 15,-5 1-1-15,6-2 2 0,0 0 0 0,1 1 0 16,5-1 2-16,-2 0-3 0,2 0 0 15,0 0 0-15,-2 2-3 0,2-2 1 16,-4 0-1-16,4 0 1 0,0 5 0 16,4 2 1-16,5 5 2 0,3 2-2 0,0 0-1 15,5-1 5-15,1 1-6 0,-1-2 6 16,-7-3-3-16,3 0-1 0,-3-4 1 0,-2 0-1 16,3-1-1-1,-3 0 2-15,0 0-1 0,-4-3 0 0,5 4 0 0,-5-4 0 31,-2 0 0-31,4 2 0 0,-6-3 0 16,0 0-1-16,4 4 2 0,-2-1-1 0,2 0 0 16,-2 0 0-16,-2-3-1 0,2 3 0 15,3 0-2-15,-5 0-2 0,2 0-12 16,2 1-19-16,-2 1-26 0,2 0-39 0,4 2-72 16,-4-2-104-16</inkml:trace>
  <inkml:trace contextRef="#ctx0" brushRef="#br1" timeOffset="17445.5">20278 10000 673 0,'0'0'38'15,"0"0"-6"-15,0 0-8 16,0 0-9-16,0 0-7 0,0 0-6 0,0 0-1 15,0 0 1-15,0 0 1 0,5-6 1 16,-1 6 3-16,-4 5-3 0,0 5-1 16,2 0 0-16,2 1-2 0,-2 0 1 15,-2-1 1-15,4 1-2 0,-2-2 1 16,2 2-2-16,-4-7-2 0,2 7 1 0,3-7 1 16,-5 1 0-16,6 3 0 0,-4-5-3 15,2-1 0-15,-2 2-3 0,-2-4-3 16,6 0-12-16,0 0-17 0,3 0-26 0,3 0-30 15,-6-4-62-15,0-1-75 0</inkml:trace>
  <inkml:trace contextRef="#ctx0" brushRef="#br1" timeOffset="17612.16">20334 9869 489 0,'0'0'63'0,"0"0"-4"0,0 0-12 15,0 0-9-15,0 0-18 0,0 0-10 16,0 0-7-16,0 0-9 0,0 0-3 0,0 0-7 16,-16-26-10-16,16 26-28 0,6 0-83 0,2 8-126 15</inkml:trace>
  <inkml:trace contextRef="#ctx0" brushRef="#br1" timeOffset="18212">20334 9869 585 0,'50'84'18'16,"-50"-83"3"-16,0-1 3 0,2 2-4 16,-2-2-6-16,0 1-3 0,4-1-2 0,-4 2 2 15,2-2-1-15,-2 1 1 0,0-1-2 31,4 2-2-31,-2-2 0 0,-2 2-1 16,4-2-1-16,-1 4 2 0,1 0 0 0,-2 4 3 16,4-1-1-16,-2 3 0 0,-2-1-1 15,0 0-4-15,2 0 0 0,-4-4-1 16,2 3 0-16,-2-3 2 0,5 0-3 0,-5-1 0 16,0-4-1-16,0 0-1 0,0 0 2 15,2 2 1-15,-2-2-1 0,0 1 0 0,0-1-1 16,0 0-1-16,4 2 3 0,-4-2 0 15,0 0 0-15,2 0 0 0,2-9-1 16,-2-5 0-16,4-5 0 0,0 0-1 16,1-1 1-16,-1-1-1 0,0 2 0 0,6-1 0 15,-5 6-6-15,-1 2 4 0,0 3-3 16,-4 4 2-16,2 2 2 0,-4 3-1 0,2-1-1 16,5 1 2-16,1 0-1 0,4 0 0 15,1 6 4-15,-5 2-4 0,2 2 5 31,-4 1-3-31,-4-2-2 0,5 3 0 16,-3-3 0-16,-2 0 0 0,4 0 1 0,-6-4 1 16,4 0-1-16,-4-1-1 0,0 0 1 15,2 1 2-15,2 3-2 0,-4-4 0 0,2-1 0 16,-2 2-2-16,0-5 2 0,0 0 0 16,3 4 0-16,1-1 1 0,-4 2-1 15,2 0 0-15,-2-5-2 0,0 0 0 16,0 0 1-16,6 0-6 0,6 0-5 0,1-10-13 15,-1 3-28-15,1-4-34 0,-7-1-65 16,0 5-131-16</inkml:trace>
  <inkml:trace contextRef="#ctx0" brushRef="#br1" timeOffset="18795.38">20274 9667 516 0,'0'0'55'0,"0"0"-6"0,0 0-5 15,0 0-7-15,0 0-11 0,0 0-12 16,0 0-6-16,0 0-7 0,0 0 1 16,0 0 2-1,-14-38 3-15,10 43 1 0,2 7 1 0,2 0-3 0,-4-6 0 0,4 5-5 16,0-7 0-16,0 1-1 0,0 0 2 0,0-4 0 16,4 2 0-1,-2 0 0-15,2 0-1 16,2-3-1-16,2-1 1 0,1-4 1 15,3-4 0-15,-6 3 1 0,-2-1-1 16,3-3-1-16,-5 6 1 0,-2-7 0 0,0-1-1 16,-2-3 1-16,-5-2-1 0,-3 7-1 15,4 5 3-15,4 2-1 0,-2 1-1 0,-1 2 1 16,-5 0-1-16,-2 2 0 0,-1 6-1 16,5 2 1-16,6-2-1 0,-4-1 0 15,6-2 0-15,0-5 0 0,0 4 1 16,0 2-1-16,0 1 1 0,0 0-1 0,2-4 0 15,2-1 1-15,4-1-1 0,-6-1 1 16,9 0 0-16,-3-5 0 0,2 0 0 0,-4 0 2 16,-3 2-2-1,-1 0 0-15,-2 3 0 0,0 0-3 0,0 0 3 0,0 0-3 16,0-5-4-16,0 1-6 0,-2 4-27 16,-7 2-84-16,-1 16-172 0,-2 4-12 0</inkml:trace>
  <inkml:trace contextRef="#ctx0" brushRef="#br0" timeOffset="29463.38">23090 6929 533 0,'0'0'26'0,"0"0"-2"0,0 0 1 16,0 0-8-16,0 0-7 0,0 0-5 0,0 0-1 16,0 0 2-1,0 0 4-15,-6-3-3 0,16 15 1 0,-2 3-2 0,2 3 1 16,3 1 0-16,-5 2 2 0,5-1 0 31,-5-2-2-31,-2-4-1 0,0 0-2 0,0-6 3 16,-1 0 2-16,-1-1 2 0,-4-3-1 15,6 0 0-15,-2-4 0 0,2 2 1 0,2-2-1 16,11 0-1-16,2-10-1 0,10-6-4 16,0-5-1-16,-2-5-1 0,4-5-1 15,2-4 1-15,0-1-2 0,2-2 2 16,-2-1-2-16,3-1 0 0,1 4 1 0,0-1-1 16,-2 4 0-16,3 3 1 0,-7 2-2 15,-2 6 1-15,-4 2-1 0,-1 3 1 0,-3 3-1 16,-6 1-1-16,1 1-1 0,1 2-5 15,-5 4-6-15,-3 2-31 0,-3 4-69 16,-2 0-178-16,3 0-17 0</inkml:trace>
  <inkml:trace contextRef="#ctx0" brushRef="#br0" timeOffset="162926.41">23278 13177 73 0,'0'0'22'0,"0"0"0"31,0 0-3-31,0 0-3 0,0 0-2 0,0 0-5 16,0 0 3-16,0 0-4 0,0 0-2 15,-8-14 0-15,8 14-4 0,0-1 2 16,-2 1-1-16,2-2 0 0,0 2 0 16,0-1 3-16,-5-1 0 0,5 0 2 0,0 1 3 15,0 0 2-15,-2-1 5 0,2 1 0 16,0-1 0-16,0 1 0 0,-4-1-4 0,4 2-1 15,0-2 2-15,-2 2 1 0,2-1 2 16,-6-2 1-16,2-2-5 0,2 3-3 0,-2 0-7 16,4 2-1-16,-2-2 0 0,2 2-2 15,0 0 2-15,-5-1-2 0,5 1 3 16,-2-2-2-16,-2 0-1 0,0 0 3 16,0 0 0-16,2 1 0 0,2 1 1 0,-4-2 1 31,4 2-3-31,0 0 4 0,-2-1 0 15,2 1 1-15,-5-2-1 0,5 2-1 16,-2-1-2-16,-2 1 1 0,4-2-1 0,0 2-2 16,-2-2 1-16,2 2-1 0,0-1-2 15,-4 1 1-15,4 0 0 0,0-2-1 16,0 2-2-16,-2 0 2 0,2-1-3 0,0 1 2 16,0 0 0-16,-4 0-1 0,4 0 1 15,0 0 0-15,0 0 0 0,0-1 1 16,0 1 2-16,0 0-1 0,0 0 3 0,0 0-1 15,0 0 0-15,-2 0 1 0,2 0-1 16,0-2 0-16,0 2-2 0,-4 0 1 16,4 0 0-16,0-1 0 0,0 1 0 0,0 0 1 15,0 0-6-15,0 0 5 0,0-2-1 16,0 2 0-16,0 0 4 0,0 0-3 16,0 0-2-16,0-2 0 0,0 2 0 15,0 0 0 1,0 0 2-16,0 0-1 0,0 0 1 15,0 0 1-15,0 0-1 0,0 0 2 16,0 0-2-16,0 0 1 0,0 0-1 0,-2 0 0 16,2 0 0-16,0 0-2 0,0 0 0 15,0 0-1-15,0 0-1 0,-2 2 2 16,-3 3-1-16,3 5 0 0,2 0 2 0,-4-5-2 16,4 7 0-16,0-5 1 0,0 3-1 15,0 2 1-15,-2 1 3 0,2 5-5 16,0-6 2-16,0 6-3 0,-4-6 1 0,4 2 2 15,0-1-2-15,0 0 3 0,0 1-2 16,0-3 1-16,0 1 2 0,0-5-2 16,0 3 0-16,0-4-1 0,0-1 0 15,0 6 2-15,0-7-1 0,0 0 0 16,0 3 0-16,0-3 0 0,4 2 0 0,-4-1 2 16,0 1-1-16,0-6 0 0,0 6 1 0,0 0 0 31,0 6 0-31,0 0-1 0,0-7 0 15,0 6-1-15,0-6-2 0,0 8 3 16,-4-2-2-16,4-6 1 0,-2 8 1 0,2-8-2 16,0 2 0-16,0 6 2 15,0-6-1-15,0 5 0 0,0 1 1 0,0-2-2 16,0 1 1-16,0-1 0 0,0 1 1 0,0-8-1 16,0 7 1-16,0-5 0 0,0 6-1 15,0-1 0-15,0 1 1 0,0 0-1 16,0-6 1-16,0 6-1 0,0-5-1 0,0 3 1 15,0 2 1-15,0-7-1 0,0 5 0 16,0-4 0-16,0 1-1 0,0 3 1 16,0-4 0-16,0 0 0 0,-4 6 1 0,4-6 0 15,0 1 0-15,0 5-1 0,0-6 4 16,0 6-3-16,-2 2 3 0,2-4-4 16,0 2 0-16,0-1-1 0,-4-1 0 15,4-5 1-15,0 7 0 16,0-6 1-16,0 0-1 15,0 7 0-15,0-7 1 0,0 0-1 16,0 4-1-16,0-4 2 0,0 1-1 0,0 3 0 16,0-4 0-16,0 0 0 0,0 6 0 15,0-6 0-15,-2 5 1 0,2 1-1 16,0-7 0-16,0 6 0 0,0-6 1 0,0 0-1 16,-5 7 1-16,5-6 0 0,0 5-1 15,0 1 0-15,-2-8 0 0,2 3 0 16,0-7 0-16,0 0 0 0,0 0 0 0,0 7-1 15,0-1 1-15,0 2 1 0,0 2-1 16,0-3 0-16,0-2-1 0,0 6 2 16,0-5-1-16,0 5 0 0,0 1 1 0,0-7-1 15,0 7 1-15,0-6 0 0,0 5 1 16,-4 1-1 0,4 0 1-16,0 0-1 0,0-6-1 0,-2 6 2 0,2-6-2 0,0 6 1 31,-2 1 0-31,2-3-1 0,0 2 1 15,0 0-1-15,-4-1 0 0,4-5 1 0,0 7 0 16,0-8-1-16,0 6 2 0,-2 1-1 16,2-6 1-16,0 6 0 0,0-6-2 15,-4 5 1-15,4 1-2 0,0-7 1 16,-2 5 0-16,2-3 1 0,0 3 5 0,-4 1-6 16,1-1 5-16,3 1-3 0,0-6-2 15,0 5 2-15,0-4-1 0,0 6-2 16,0-1 1-16,0 1 0 0,0-1 0 0,0-1 0 15,0 3 1-15,0-3 0 0,0 1 0 16,0 1 0-16,0-1-1 0,0-5 1 16,0 4-1-16,0-4 1 0,0-1 0 0,0 1 0 15,0-1-1-15,0 0 0 0,0 2 0 16,0 5 0-16,0-6-1 0,0 0 3 16,0 0-2-1,0-1-1-15,0 0 2 0,0 2 0 16,0 3 0-16,0-4 1 0,0 1-3 15,0-2 1-15,0-5-1 0,0 0 1 16,0 0 0-16,0 2 0 0,0-1 1 0,0 1-1 16,0 0 0-16,0 5 1 0,0-1-1 15,0 1 1-15,0-2 2 0,0-5-5 16,0 5 2-16,0 1 2 0,0-2-2 16,0 3 1-16,0-3-2 0,0 2 1 0,0-1 0 15,0 1 0-15,0-6 0 0,0 4 0 16,0 2-2-16,0-1 2 0,0 1 2 0,0-6-2 15,0 5 0-15,0 1 0 0,0-2 1 16,0 2-1-16,0-1 0 0,0 1 1 16,0-2-2-16,3 3 2 0,-3-7-1 15,0 0 0-15,0 0 1 0,0 1 0 0,4 1-1 16,-4-1 0-16,0 1-1 0,0 5 2 16,0-1 0-16,0 2-1 0,0-2 2 0,0-6-1 31,0 0-1-31,0 0 1 0,0 2 0 15,0-1-1-15,0 1 3 0,0-1-1 16,0 0-2-16,0 1 1 0,0 0-1 0,0-1 0 16,0 1 1-16,0-1-1 0,0 1 1 15,0-1 1-15,0 1 0 0,0-1 1 16,0-1-1-16,0 2-1 0,0-2 1 0,0 1 1 16,0-1-2-16,0 2 2 0,0-2-1 15,0 1-1-15,0-1-1 0,0 0 1 16,0 2-1-16,0-2 0 0,0 0-1 0,0 1-6 15,0-1-15-15,0-4-39 0,-7-7-153 16,1-1-71-16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4:02:51.807"/>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2060"/>
    </inkml:brush>
  </inkml:definitions>
  <inkml:trace contextRef="#ctx0" brushRef="#br0">23081 8354 284 0,'0'0'46'0,"0"0"4"31,0 0-8-31,0 0-8 0,0 0-8 0,0 0-2 16,0 0-2-16,0 0 0 0,0 0-2 15,-20-34-1-15,16 32-4 0,4 2 0 16,0-1-3-16,0-1-2 0,0 0-2 0,-2 1 0 16,2-1-2-16,0 2-3 0,0-1-2 15,0 1-2-15,0-2 0 0,0 2-1 16,0-1-1-16,0 1 1 0,0 0 1 16,0 0 1-16,0 0 1 0,0 0 1 0,0 0-1 15,0 0 3-15,0 0 0 0,0 0 0 16,0 0 1-16,0 0 0 0,0 0-1 0,0 0 2 15,0 0-2-15,0 0-2 0,0 0 1 16,0 0-1-16,0 1 0 0,0 4 0 16,2-2-1-16,2 7-1 0,2 3 2 15,-4 0 0-15,4 1 0 0,0 0 2 0,1-2-1 16,-5 1 1 0,4 1 0-16,0 1-1 0,0 1 2 0,5-1-2 0,-5 6 5 0,2-3-5 31,-2 0 4-31,1-4-4 0,-1 0-1 15,-4-5 0-15,4 0 0 0,-2 0 0 16,-2-6 0-16,2 1 1 0,-4-4 0 0,0 0 0 16,0 0 1-16,2 2 0 0,-2-2 0 15,5 1 1-15,-5-1 0 0,2 0 0 16,-2 2 1-16,6-2 0 0,2-5-1 16,9-8 0-16,3-8-3 0,1-5 1 15,4-6-4-15,6-6 4 0,-2-3-1 0,8-3-3 16,0-2 2-16,-2 2-5 0,2 2 4 0,-3 4 0 15,-1 5 1-15,-2 6 1 0,-7 3-1 16,-1 5-2-16,0 2 2 0,-7 2-1 16,-3 6 0-16,-1 0 1 15,-6 4-1-15,1-1 1 0,-1 0-1 0,0 3 1 16,0-3-1-16,-4 3 0 0,2 0 1 0,3 1-1 16,-7 2 1-16,0-1 1 15,0 1-1-15,0-2 0 0,2 2-1 0,-2-1 0 0,4 1 0 31,-4-2 0-31,2 2-1 0,-2-1 2 16,0 1-2-16,0-2 0 0,4 2 2 0,-4-1-1 16,0 1 0-16,0-2 0 0,0 2 0 15,0-2-1-15,2 2 0 0,0-1 1 16,-2 0 0-16,4-1-1 0,-4 1 0 0,2 1 0 16,-2-2 0-16,5 2-2 0,-5-1 2 15,2 1-3-15,-2-2 3 0,0 2-1 16,0-1 1-16,0 1 1 0,4-2-2 0,-4 2 1 15,0 0-2-15,0-2-3 16,0 2-6-16,0 0-16 0,0 0-31 0,2 0-60 16,-2 0-171-16,0 0-1 0</inkml:trace>
  <inkml:trace contextRef="#ctx0" brushRef="#br0" timeOffset="7530.48">25297 15632 125 0,'0'0'36'16,"0"0"-1"-16,0 0-3 0,0 0-2 0,0 0-3 16,0 0-2-16,0 0 0 0,0 0 3 15,0 0-3-15,0 0-1 0,-22-49 1 0,20 44-4 16,2 1 2-16,-5-1-2 16,1-4-1-16,4 6-3 0,-4 0-2 15,2 0-1-15,-2-1 0 0,4 0 1 0,-2-1 2 16,-2 3 0-16,4 2 0 0,-2-5-2 0,-2 2-1 15,4-2-3-15,0 2-2 0,0 3-1 16,-2-1-1-16,2 1-2 0,0 0-1 16,-5-1-1-16,5 1-1 0,-2 0-2 15,2 0 0-15,-4 0 0 0,4 0 0 16,-2 0-3-16,-2 1 2 16,0 8-1-16,0 5 0 0,2-4 2 0,-2 8 0 0,4 1 0 0,0-1 1 15,-3 2 0-15,3-2-1 0,0-6 0 31,0 2-2-31,0-1 3 0,0 1-2 16,0 1 2-16,0-2 2 0,0-2-3 16,0-4 1-16,0 3-1 0,0-5 0 0,0-1 0 15,0 4 1-15,0-8 1 0,0 0 0 16,0 0 1-16,3 0 0 0,-3 2 0 0,0-1 1 16,0 1-1-16,4-1-1 0,-4 1 0 15,0-1 0-15,0 0-1 0,2 1 0 16,-2 3 0-16,4-1 5 0,-2 1-5 15,4 2 0-15,-4-3 0 0,4 0-1 0,1 0 0 16,5-1 0-16,2 2 0 0,-3-3 2 16,7-1-1-16,-9 1 2 0,3-2-1 0,0 0-2 15,3 0 1-15,2 0-2 16,-9 0 1-16,12 1 1 0,-7-1 0 0,1 3 2 16,5 0-3-16,-9-1-1 0,7 3 0 0,1-3 1 31,-1 0 1-31,6-1-2 0,-1-1 1 15,1 0-2-15,0 0 2 0,0 0 1 16,1 0 0-16,1 0 3 0,-6 0-4 0,-3 0-1 16,7 0 1-16,-4 0-2 0,3 2 0 15,-5 1 2-15,-3 0-2 0,-5 0 1 16,1 0 1-16,2 0-1 0,-3-2 1 16,3 3-1-16,-10-4 2 0,11 1-2 0,-3-1 1 15,2 0 1-15,5 0-2 0,-1 0 2 16,3 0-1-16,-9 0 1 0,1 0-1 0,1 0 0 15,1 0 1-15,-5 0-1 0,-2 0 1 16,6 0-3-16,-5 0 1 0,5 0 0 16,-2 0-1-16,-3 0 1 0,3 0 0 15,-4 0 0-15,0 0-1 0,7 0 1 16,-9 0 1-16,2 0-3 0,6 0 3 0,-5 0 0 16,9 0 0-16,-6 0 3 0,3 0-3 0,-1-1 0 15,1-1 0-15,1 2-2 0,-4-2 2 31,3 1 2-31,-7 1-4 0,4 0 2 16,-3 0 0-16,3 0 2 0,2 0-4 16,-5 0 1-16,1 0 1 0,-2 0-2 0,6 0 1 15,1 0-1-15,-11 0 3 0,10 0-1 16,-5 0 2-16,7 0 0 0,-2 0-2 0,1 0 1 16,-1 0-1-16,1 0 0 0,-1 0 2 15,-4 0-4-15,5-2 4 0,-7 1-2 16,2 0 0-16,-2 1 2 0,1-2-3 0,5 1 0 15,-6-1 1-15,-4 1-2 0,4 1 2 16,-1-2-5-16,1 0 5 0,-4 1-1 16,4-1 1-16,-6 2 6 0,0 0-6 0,0 0 2 15,0 0-1-15,4 0-2 0,-4 0 1 16,2 0 0-16,-2 0 1 0,4 0-2 16,-4 0 1-1,2 0-3-15,-2 0 2 0,5 0 1 16,-5 0-1-16,2 0 1 0,-2 0-1 15,2 0 2-15,-2 0-1 0,4 0 0 16,-4 0 0-16,2 0-6 0,-2 0 6 0,0 0 1 16,4 0-1-16,-2 0 5 15,-2 0-5-15,4 0-5 0,-4 0 5 0,2 0 0 16,-2 0 2-16,4 0 6 0,-4 0-8 0,7 0-4 16,-1-1 3-16,0-1 1 0,-2-2 1 15,2 2 1-15,-2-1 0 0,-1 2-4 16,1-4 5-16,-2 1 1 0,2-6-1 0,-2 2 0 15,-2 3-1-15,0-7 0 0,0 4-2 16,0-4 0-16,0-5 0 0,0 4 0 16,0-1 0-16,0 0 0 0,0 2-3 0,0 6-2 15,0 2-7-15,0 4-18 0,0-2-39 16,0 2-68-16,0 0-136 0</inkml:trace>
  <inkml:trace contextRef="#ctx0" brushRef="#br0" timeOffset="8662.98">25744 15607 456 0,'0'0'28'0,"0"0"-11"16,0 0-8-16,0 0-4 0,0 0 2 0,0 0-4 16,0 0 0-16,0 0-2 0,0 0-1 15,10 84 0-15,-10-66 0 0,0-6-1 16,0 0 3-16,0 2-2 0,0-8 2 16,0 0 5-16,0-6 2 0,0 0 8 0,0 0 12 15,0 2 4-15,0-1 3 0,0 0-5 16,0-1-6-16,0 2-8 0,0-2-3 0,-2 0-3 15,-4-9-2-15,0 0-2 0,4-7-3 16,-2 0-1-16,4-2-1 0,0-4 1 16,0 2 0-16,6 4-2 0,-2 5-1 15,4-1 0-15,-2 6-1 0,3 0 1 16,1 0 0-16,-2 3-3 0,1 0 3 0,3 3-2 16,4 0 2-16,-3 0 0 0,1 1-2 0,-5 3 1 15,1 0-1-15,2-1-1 0,-5 2 0 31,1-1 1-31,-6-2 0 0,2 1-1 16,-4-3 1-16,0 0 0 0,0 0 1 16,2 1 2-16,-2 0-1 0,0 1 2 0,0 0 0 15,0-1 0-15,0 1 0 0,0 1 0 16,-6 0 2-16,4 0-1 0,-2 0 1 0,4-3 0 16,0 0-2-16,0 0 0 0,-2 0 0 15,2 1 0-15,-9-1-1 0,3 0 0 16,0 0 0-16,2 0-1 0,4 0 1 15,-2 0 0-15,2 0-1 0,0 0 1 0,-4 0-1 16,4 0-1-16,-7 2 0 0,1 0 1 16,0-2 1-16,-4 3 0 0,6-2-3 0,-5 3 1 15,-1 3 0-15,4-1-1 16,-3 0 2-16,3 0-1 0,0 0 1 0,4-3 0 16,-2 0-1-1,2 0 0-15,-2 0 2 0,2 0 0 16,-3 0 1-16,5-3-1 0,0 0-1 15,0 0-1-15,-2 1 1 0,2-1-1 16,-4 2 3-16,4-2-1 0,-2 2 0 0,2-2 0 16,-4 0-1-16,4 3 2 15,-2-3 0-15,2 0-1 0,-2 0 0 0,2 0-1 16,-4 0 3-16,4 0-1 0,-2 0 1 0,2 0-1 16,-4 0 0-16,4 0 0 0,-2 0 0 15,2 0-1-15,0 0-2 0,0 0 2 16,-5 0-1-16,5 0 0 0,0 0 0 0,0-3-1 15,0 1 2-15,0-1-2 0,5 0 1 16,1 0 0-16,2 0-3 0,-2 3 2 16,2 0 0-16,5 0 0 0,-3 0 0 15,5 2 0-15,-7 2 2 0,4 4-2 0,1-1 1 16,-5-2-1-16,4 4 0 0,1-2 0 16,-7 0 2-16,4 2-1 0,-3-3 0 0,-5-3 0 31,0 0-2-31,2-2 2 0,-2 2 1 15,2 2-2-15,2-3 2 0,-6 1-1 16,2 0 0-16,2-1 1 0,-2 1-2 0,-2-3 1 16,0 0-2-16,0 0 0 0,5 2-2 15,-5 0-2-15,2-1-2 0,-2 1-12 16,0-1-23-16,0 1-53 0,4-1-99 0,-4 1-89 16</inkml:trace>
  <inkml:trace contextRef="#ctx0" brushRef="#br0" timeOffset="9146.94">25986 15666 557 0,'0'0'59'0,"0"0"-11"31,0 0-15-31,0 0-11 0,0 0-6 16,0 0-5-16,0 0-3 0,0 0-2 0,39-80-2 16,-35 77 1-16,-2 0-4 0,7 0 0 15,-5 1-2-15,8 2 0 0,-4 0 0 16,3 0 3-16,3 2-3 0,-6 3-1 16,9 0 0-16,-11 0-4 0,-2 1 4 0,2 0 0 15,-1-3-1-15,-3 6 1 0,2-5-1 16,-4 1 2-16,0 7 1 0,0-1 1 0,-4 6 0 15,-5 1 1-15,1-1 0 16,2-5 0-16,-4-2 0 0,3-2 1 0,1-1 0 16,0 1 0-16,4-5-1 0,-2 2 0 0,0-2 0 15,4 0 1-15,-4 0-2 16,4 1 0-16,0-4 0 0,0 0-1 0,0 0 1 16,0 2 0-1,0-2 0-15,0 3-1 0,0-3 1 16,0 0-2-16,4 2 0 0,4-2 1 15,4 3-3-15,-3-2 0 0,3-1-1 16,0 2-2-16,-10-2-2 0,11 0-2 0,-7 0-8 16,6 0-20-16,1 0-20 0,-1 0-36 15,1 0-67-15,-5 1-93 0</inkml:trace>
  <inkml:trace contextRef="#ctx0" brushRef="#br0" timeOffset="10729.23">23334 15715 68 0,'0'0'43'0,"0"0"6"15,0 0 0-15,0 0 0 0,0 0-6 16,0 0-1-16,0 0-2 0,0 0-2 0,0 0-7 16,0 0-3-16,-11-17-4 0,11 16-3 0,0-1-2 15,0 1-2-15,0-1 0 0,0 1 1 31,0-1-2-31,0 0 0 0,0 1 1 16,0-4-2-16,0 1-2 0,0-1-2 16,4 2-2-16,-4 3 0 0,0-1-1 0,3-1-3 15,1-1 0-15,-2 0-2 0,4 2 0 16,0-1 0-16,0 2 0 0,7-2 0 0,-5 1-2 16,9-1 0-16,1 1 0 15,-10 0 0-15,13 1 0 0,-2 0-1 0,-7 0 1 0,9 0-1 16,-3 0 0-16,1 0 0 0,0 0 0 15,-3 0-1-15,3 0 2 0,-7 1 0 16,9 0-1 0,-3 1 1-16,-5-2-1 0,7 0 1 15,-1 0 0-15,0 0-1 0,-1 0 1 0,1 0 0 0,-5 1-1 16,-1 1 1-16,5 0-3 0,-7-2 2 0,1 1-1 16,7 2 0-1,-3 2 2-15,5-1-2 0,0 3 0 16,-3-3 1-16,1 0 0 0,-5 0 0 15,1-1 1-15,3 0-1 0,3-2-1 16,-2-1 2-16,3 0-1 0,-5 0 1 0,-1 0-1 16,5 0 1-16,-9 0-1 0,3 0 0 15,-3 0 2-15,1 0-3 0,1 0 0 16,-3 0 1-16,1 0-1 0,-2 0 1 16,3 0 2-16,-3 2-2 0,7-1 1 0,-1 0 0 15,9 1-3-15,-4-2 2 0,3 0 1 16,-1 0 0-16,2-3 1 0,0-1-1 0,0 1 0 15,-3-2 1-15,1 2-2 0,-8 0 1 16,-1 1-1-16,-2 1 1 0,-5 0-1 16,5 1-1-16,-6 0 2 0,2 0-2 15,5 0 0-15,-3 0 1 0,1 0-1 0,-1 1 1 16,2 2 1-16,-3-3 0 0,3 1 0 16,0-1 1-16,9 0 1 0,-2 0 0 0,-1 0 1 15,-3 0 1-15,3 0 2 16,-5 0-1-1,5-3 1-15,-3 1-4 0,-7 0 0 16,9-1-2-16,-5 0 1 0,-10 1-1 0,6 1 0 16,3 1 1-16,-9-2-2 0,4 2 0 15,-6 0-1-15,6-1 2 0,0 1 1 16,-2 0-3-16,3 0 1 0,-7 0-1 0,0 0 1 16,0 0 2-16,2 0-2 0,-2 0 0 15,2 0 1-15,-2 0-2 0,4 0-1 16,-4 0 0-16,2 0-3 0,-2 0-5 15,4 0-8-15,-4 0-18 0,0 0-36 0,0 0-61 16,0 0-145-16</inkml:trace>
  <inkml:trace contextRef="#ctx0" brushRef="#br0" timeOffset="11965.18">23666 15527 400 0,'0'0'49'0,"0"0"-9"0,0 0-7 0,0 0-2 16,0 0-3-16,0 0 0 0,0 0-2 15,0 0-1-15,0 0-5 0,-6-25-2 16,6 24-2-16,0 0-2 0,0-1-3 0,0 0-1 16,0 2-2-16,-2-1-2 15,2 1-2-15,0 0-2 0,-4 0-1 0,-4 0-2 16,-7 6 0-16,-3 6 0 0,-1 2-1 15,1 2 0-15,-3 1 2 0,0 1-1 0,5-1 1 16,-1-3 2-16,-2-3-1 0,7-1 0 16,0-3-1-16,5-2 0 0,1-2 0 0,0 2-1 15,4-4 1-15,-2 0 1 0,2 2 1 16,2-3 3-16,-4 0-3 0,4 0 1 0,0 0 0 16,-2 2-2-16,2-2 2 15,-5 0 5 1,5 2-3-16,-2-2 1 0,2 0 0 15,-2 0-5-15,2 1 3 0,-4-1-2 16,4 0-1-16,0 0 1 0,0 0-1 0,-2 0 0 16,2 0 0-16,0 0 1 0,0 0-1 15,0 0 0-15,0 2 0 0,0-2-1 16,0 0 0-16,0 0 0 0,0 0 1 16,0 0 0-16,0 1-1 0,0-1 0 0,0 2-1 15,2 2 2-15,2 1 0 0,0 2-1 16,3-1 0-16,-1 2-1 0,4 1 1 0,-8-3 0 15,11 5 1-15,-9-3-1 0,0-1 0 16,2 1 1-16,0-2-2 0,-2 1 1 16,5 1 0-16,-5-2-1 0,-2-3 1 15,4 4 2-15,-2-4-2 0,-2 1 0 0,5 3 0 16,-5-4-3-16,2 0 3 0,2 5 1 16,-4-5-1-16,2 0 5 0,-2 1-6 0,-2-4 2 15,4 2-1-15,-2 1 1 16,3-1-1-1,1 1 3-15,-6-2-4 0,6 2 0 16,-4 0 3-16,0 0-2 0,-2-3 1 16,0 0-1-16,0 0-2 0,0 2 3 0,0-2 0 15,4 0 1-15,-4 2-1 0,0-2-1 16,0 0 0-16,2 1 0 0,-2-1 0 0,0 0-7 16,0 1 7-16,0-1 1 15,0 0-1-15,0 0 7 0,4 2-6 0,-4-2-3 16,3 0 2-16,-3 0 0 0,0 0 0 15,4 0-3-15,-4 0 4 0,0 1-1 0,2-1 0 16,-2 0 6-16,0 0-5 0,4 0 1 16,-4 0-1-16,0 0-4 0,0 0 7 0,2 0-7 15,2-1 7-15,-2-3-3 16,4-6 1-16,1-2 1 0,-5 3-2 0,4-6-1 16,-2-1 0-16,-2 0 0 0,4-5 0 15,0-1 1-15,-1 9 0 0,-5-5-1 0,2-1 0 31,-2 7 2-31,0-8-2 0,0 8 1 16,0-1 0-16,4 0 0 0,-4 8-1 0,0-8 2 16,0 7-1-16,0 0 1 15,0 2 0-15,0 4-2 0,0-6 1 0,0-1 1 16,0 2 0-16,0 0-1 0,0 5-1 16,0-2 0-16,0 2 0 0,0-1-2 0,0-1 1 15,0 0-1-15,0 2-1 0,0-1-1 16,0 1-4-16,0-1-6 0,0 1-16 0,0 0-46 15,0 1-86-15,0 5-139 0</inkml:trace>
  <inkml:trace contextRef="#ctx0" brushRef="#br0" timeOffset="13323.15">24808 15668 240 0,'0'0'27'16,"0"0"-10"-16,0 0-7 0,0 0-1 0,0 0 2 15,0 0 1-15,0 0-1 0,0 0 3 16,0 0 0-16,-13-8 1 0,13 7 2 0,0 1 0 15,-2-2 2-15,2 2 0 0,0 0-2 16,0-2 1-16,-2 2-2 0,2 0 0 16,0 0 0-16,0 0-5 0,0-1 0 15,-4 1-4-15,4 0 3 0,0 0-1 16,0 0 5-16,0 0 0 0,0 0 0 0,0 0 2 16,0-2-3-16,0 2 0 0,0 0-2 0,0 0-1 15,0 0-3-15,0-1-1 16,0 1-1-1,0 0-2-15,0-1-1 0,6-1 0 16,6 2-3-16,7 0 1 0,0 0 0 16,1 0 0-16,5 0 0 0,-4 3 0 0,-1 0 1 15,5-2-1-15,0 3 1 0,2-4 0 16,0 0 2-16,0 0-1 0,0 0 2 0,4-7 0 16,-7 3-2-16,-5 0 4 15,-5 0-1-15,1 1-1 0,-5 2 0 0,3-2-2 0,-7 2 0 16,2-1 0-16,-2 2-2 15,1 0 1-15,-1 0-2 0,-6 0 1 0,6 0 0 16,-4 0 0-16,4 0 1 0,-2 0-1 16,-4 0 0-16,0 0 0 0,0 0 0 0,0 0 0 15,2 0 1-15,0 0-2 0,-2 0 0 16,5 0-4-16,-5 2-5 0,2-2-16 16,2 2-32-1,-2 3-59-15,2-2-158 0,-4 6 11 16</inkml:trace>
  <inkml:trace contextRef="#ctx0" brushRef="#br0" timeOffset="17099.3">21188 13590 427 0,'0'0'42'0,"0"0"-7"16,0 0-4-16,0 0-5 0,0 0-2 16,0 0-2-16,0 0-4 0,0 0 1 15,0 0 0-15,6-23-2 0,-6 21-1 16,0 1-1-16,0-1-2 0,0 1-2 0,0 1-3 16,0-2-1-16,0 2 0 0,0-1-2 15,0 1-1-15,0 0-2 0,0 0-1 16,-6 3 0-16,-6 9-1 0,-7 3 1 15,0 2-2-15,-1 3 1 0,-1-1 0 0,2-1 0 16,1-3 0-16,5-2 0 0,-1-4-1 16,8-4 2-16,-3 0-1 0,-1 0 1 0,8-2 1 15,-2 1-1-15,4-4 1 0,-2 0-1 16,2 0 1-16,0 0 0 0,-4 1 0 16,4-1 0-16,-2 0-1 0,2 0 0 15,-2 1-1 1,2-1 2-16,-5 0-1 0,5 0 1 15,-2 0 0-15,2 0 0 0,-4 0 1 16,4 0-2-16,0 2 0 0,0-2-1 0,-2 0 0 16,2 0 0-16,0 0-1 15,0 0 0-15,0 0 0 0,0 1 0 0,0 4-1 16,0 3 1-16,6 4 2 0,3 3-1 16,-1 0 1-16,2 0-1 0,-1 2-1 0,1 1 1 15,0 2 4-15,1-2-5 0,-3 0 5 16,-2-3-3-16,0-2-1 0,0-3 0 0,1-2 0 15,-7-5 0-15,6 3 0 0,-4-3 0 16,2 0 1-16,4 1 0 0,-4-2-1 16,-1-1 2-16,3 2-1 0,-6-3 1 15,0 0-1-15,0 0 0 0,0 2-1 0,0-2-1 16,4 2 1-16,-2-2 1 0,-2 1-1 16,4-1 1-16,-4 2-1 0,2-2 1 0,-2 0-2 31,0 1-1-31,4-1-2 0,-4 0-5 15,0 2-10-15,0-2-24 0,2 0-45 16,-2 0-73-16,0 0-126 0</inkml:trace>
  <inkml:trace contextRef="#ctx0" brushRef="#br0" timeOffset="18528.4">21091 13804 400 0,'0'0'40'16,"0"0"-7"-16,0 0-8 0,0 0-3 15,0 0-2 1,0 0-1-16,0 0 3 0,0 0 4 15,0 0 1-15,0 0-1 0,-8-14-1 16,8 13-5-16,-5 1-2 0,5-2-3 0,0 2-4 16,0-1-1-16,0 1-1 0,0-2-3 15,0 2-2-15,0-1-1 0,0 1 0 16,0-2-1-16,0 0-1 0,5-1 1 16,-3-1-2-16,6 0 0 0,2 0 1 0,-1 1-1 15,1 0 2-15,-4 2-2 0,2-1 1 16,1 2-1-16,-3 0 1 0,6 0-1 0,-6 0 1 15,7 0 0-15,-1 0-2 16,1 0 1-16,5 0 1 0,-1 0-1 0,-1 0 2 16,3 0-1-16,-5 2-1 0,1-2 1 15,3 0 0-15,1 0 0 0,-7 0-1 0,7 0 2 16,-2 0-1 0,-1 0 0-16,1-2 1 0,1 1-1 0,-5 1 0 0,1-2 0 0,3 2-1 31,-5 0-1-31,0 0 2 0,-1 0-1 15,7-1 0-15,-1 1 0 0,-1-2 0 16,3 1 1-16,2-1-1 0,1 0 1 0,-3 1-1 16,-2-1 0-16,1 0 1 0,-5 0-1 15,5-1 0-15,-5 1 1 0,-5 1-2 16,4-1 1-16,-5 1 0 0,5 1 0 16,-6 0 1-16,7 0-1 0,-1 0-2 15,-8 0 2-15,6 0 0 0,-3 0 0 0,-1 0 3 16,6 0-3-16,-6 0 0 0,5 0 0 15,1 0 0-15,1 0 0 0,-1 0-1 0,0 0 2 16,3 0-1-16,-3 0 2 0,3 0 0 16,-3 0-1-16,5 0-1 0,-5 0 1 0,-4 0-2 15,1 0 2-15,1 0-1 16,-4 0 0-16,0 0 0 0,5 0 0 0,-5 0-2 16,0 0 3-1,4 0-1-15,-3 0 1 0,-1 0 0 16,2 0 1-16,-2 0-2 0,0 0 0 15,3 0 0-15,1 0 0 0,-4 0 0 16,3 1 1-16,-3-1 0 0,0 0 0 0,6 2 0 16,-5-2 0-16,-5 0-1 0,4 1 1 15,0-1-1-15,0 0 0 0,0 0 0 16,3 0 0-16,-3 0 0 0,6 0 0 16,1 0 0-16,-5 0 0 0,4 0 1 0,-1 0-1 15,1-1 0-15,-10 1 1 0,11-2 0 16,-7 2-1-16,6 0 0 0,1 0 0 0,-11 0-1 15,10 0 1-15,-6 0 0 16,-4 0 0-16,11 0 0 0,-7 2-1 0,-2-1 0 16,4 1 1-16,1 0 0 0,3-1 1 15,-2 1 0-15,3-2-1 0,-3 1-2 16,2-1 2-16,1 1 0 0,-3-1 0 0,5 0 2 31,-9 0-3-31,2 0 1 0,-2 0 0 0,1 0-1 16,5 2 2-16,-6-1-2 0,0-1 1 15,3 2-1-15,-3-2 0 0,0 0 1 16,6 2 1-16,-5-2-1 0,5 1-1 0,0-1 1 16,-3 2 0-16,1-1 0 15,-6-1 0-15,6 2 1 0,-3-2-1 0,-1 0 0 16,6 0 0-16,-5 0 0 0,-1 0 1 0,4 0-1 16,-4 0 0-16,-2 0 0 15,9 0 1-15,-11 0-1 0,4 0 0 0,2 0 0 16,-1 0 0-16,-1-2-1 0,4 1 2 15,-4 1-1-15,7-3-1 0,-5 1 2 0,-2 0-2 16,2 1 2-16,-1 1 0 0,-1 0 0 16,6-2-1-16,-6 2 0 0,1 0-1 0,1-1 1 15,-2 1 0-15,0 0 0 16,0 0 0-16,1-1 0 0,-1 1 1 0,-4 0-2 16,4 0 2-1,-6 0-1-15,6-2 0 0,1 2-1 0,-3-1 1 0,2 1 0 0,0 0 0 31,0 0 0-31,-4 0 0 0,5 0 0 16,-7 0 0-16,6 0 0 0,0 0 1 0,-4 0 0 16,4 0-1-16,-6 0 0 0,0 0 0 15,0 0 0-15,4 0 1 0,-4 0-1 16,2 0 0-16,-2 0 0 0,5 0 0 16,-5 0 0-16,2 0 1 0,-2 0-1 0,4 0 1 15,-4 0-2-15,2 0 2 0,-2 0-1 16,4 0 0-16,-4 0 1 0,2 0-1 0,-2 0 0 15,2 0 1-15,-2 0-2 0,4 0 1 16,-4 0 0-16,2 0 0 0,-2 0-2 16,4 0-3-16,-4 0-5 0,3 0-18 0,-3 0-33 15,4-2-52-15,-4 0-141 0,0 1-39 16</inkml:trace>
  <inkml:trace contextRef="#ctx0" brushRef="#br1" timeOffset="31942.08">21798 13526 334 0,'0'0'41'0,"0"0"1"16,0 0-6-16,0 0-9 0,0 0-7 0,0 0-4 15,0 0 0-15,0 0 6 0,0 0 5 16,4 11 2-16,-4-10 1 0,0-1-3 16,0 0-9-16,0 2 1 15,0-2-1-15,0 0-4 16,0 0 0-16,0 0-7 0,0 0 0 15,0 0-2-15,0 0-1 0,0 0 0 16,0-5 0-16,0-1 0 0,0-5 3 0,-4 1-3 16,2-2 2-16,-4-5 0 0,-1 2 0 15,1-5-1-15,-4 2 1 0,4 0-4 16,-3-1 4-16,3-1-3 0,0-2-1 16,0-1-1-16,-3-1-2 0,3-2 1 15,0-3-1-15,-2-2 3 0,2-1-3 0,-1-2 3 16,1 1-2-16,0 1 0 0,-4 0 1 0,1 0 0 15,3 0 1-15,-6 0-3 16,3 0 3-16,-1 2-1 0,-2-2 0 0,3 2-1 16,1-2 0-16,-2 0 1 0,2 0 0 15,-3-1 1-15,1-1 1 0,-2-1-2 16,-1 0 2-16,1 1-1 16,-1-3-3-16,1 1 5 0,0-2-5 0,-1-1 2 0,3-1 1 0,-7-1-2 15,5-2 3-15,-3 1-2 0,1-2 1 31,-3 0-1-31,3 0 1 0,-1 0-3 16,-1 0 2-16,-1-2-1 0,-1 2-3 16,-1-1 3-16,-2-1-2 0,-3 2 4 0,-1-1-2 15,0-1 1-15,2 1 0 0,-1-3-1 16,-3 0 1-16,0 2-1 0,-2 1 2 16,2 0-1-16,0 0 0 0,0 3-1 0,-2-2 2 15,2 1-1-15,3 1-3 0,-3-1 4 16,4 1-5-16,-6-1 3 0,2 1 0 15,2-1-1-15,-2 1 1 0,3 2-1 0,-3 2 3 16,2 2-2-16,2 4 1 0,-2 0-1 16,1 3 0-16,3 2 0 0,2 1 1 0,1 0-2 15,1 2 2-15,1 1-1 0,3 0-1 16,-1 2 3-16,1 0-2 0,5 0 1 16,-4 1-4-16,1 0 3 0,5 8-2 15,2-2 1 1,0 7 2-16,2-2-1 0,-4 0 0 15,6 4 0-15,-4 0 1 0,4 5 0 16,0-1-1-16,0 1 1 0,0-1-3 0,-3-1 0 16,3 1 0-16,0-1-1 0,0 1 0 15,-4 1-1-15,4-2-1 0,0 2 0 16,0-2-1-16,0 2 0 0,0-1 0 0,0 1-4 16,0-2-5-16,0 2-7 15,0 0-17-15,0 0-27 0,0 0-53 0,0 0-122 16,0 3-35-16</inkml:trace>
  <inkml:trace contextRef="#ctx0" brushRef="#br1" timeOffset="33076.49">18530 9676 438 0,'0'0'46'0,"0"0"-2"0,0 0-9 16,0 0-2-16,0 0-4 0,0 0-4 0,0 0-7 16,0 0-6-16,0 0-6 15,-7-47-5-15,7 47-2 0,0 0 1 16,0 10 1-16,3 8 5 0,1 8-3 0,2 4 1 16,-4 2-3-16,2 1 2 0,-4 2 4 0,2 0-6 15,-2-3 4 1,0-8-4-16,4-3-1 0,-4-7 2 15,0-8-1-15,0 6 1 16,0-7 1-16,0 0 1 0,2 0 3 16,-2-5 4-16,0 0 3 0,0 0 3 0,0 2 3 15,0-2-2-15,0 0-3 0,0 0-4 16,0 0-3-16,0-12-4 0,0-6 0 0,-6-5-1 16,4-3-5-16,-2 0 4 0,2-1-4 15,-2-4 1-15,2 3 2 0,-2-4 0 16,4 2-1-16,0-1 0 0,0 4 1 15,0 6-1-15,0 3 0 0,0 5 0 0,0 7 0 16,0 2 0-16,0 4 0 0,0-2 0 16,0 2-3-16,0 0 2 0,6 0-3 0,6 2 3 15,1 8 1-15,5 7 1 0,1 4-1 16,-5 1 0-16,1 0-1 0,1 1 0 16,-3-2 0-16,-5-1 2 0,-2-6-2 15,0-1 3-15,-4-5-2 0,3-5 0 0,-3 2 0 31,-2-5 1-31,0 0-1 0,0 0 1 16,0 1 0-16,4 1 1 0,-4-1 0 0,0-1 1 16,0 0 0-16,0 0 0 0,2 0 0 15,2-11-1-15,-2-6 0 0,4-6-1 16,-2-5 0-16,-2-3-1 0,5 0 1 16,-1-3-1-16,0 1 1 0,2 2-2 0,-2 4 1 15,5 3 0-15,-5 9 0 0,-4 6 0 16,4 3 0-16,-4 3-2 0,2 0 0 0,5 1-1 15,1 2 0-15,5 12 1 0,3 7 1 16,-3 5 0-16,1 3 0 0,-8 5 0 16,5 0 0-16,-7 2 1 0,2-3-1 15,-4 1 2-15,-2-5-2 0,-2-5 0 0,0-4 0 16,5-6 1-16,-5 0-1 0,0 0 1 16,0-7-4-16,0 1-2 0,2-3-5 0,-2 1-17 15,4 1-20-15,-2 0-32 0,-2-5-50 31,0 0-72-31,0 0-65 0</inkml:trace>
  <inkml:trace contextRef="#ctx0" brushRef="#br1" timeOffset="33741.51">19092 9503 565 0,'0'0'16'15,"0"0"-3"-15,0 0 1 0,0 0-2 0,0 0 0 16,0 0-2-16,0 0-2 0,0 0-3 16,0 0-2-16,4 99 0 15,2-76 0-15,-2 1-1 16,-2-6 0-16,-2 2 1 0,0-1-1 15,0-6 3-15,0 4-1 0,0-7 1 16,-2-5 1-16,2 0 0 0,0-5-1 0,0 0 4 16,0 0 0-16,0 1 2 0,-4 0 4 15,4 1 4-15,0-1 1 0,0 1 2 16,-2-2-5-16,2 0-5 0,-6 0-5 16,0-6-2-16,-2-6 0 0,-3-5-1 0,3-1 0 15,2 6-1-15,2-5-1 0,2 0-1 16,-1 4 0-16,-1-7 0 0,4 1 0 0,0 6-1 15,0-4 0-15,0 7 0 0,0-1 0 16,7-4-1-16,-1 6 1 0,2-3-2 16,-2 6 2-16,5 0-1 0,3 1 0 15,-6 2 0-15,11 0-1 0,-7 1 0 0,-3 2-1 16,9 0 2-16,1 0-2 0,1 3 0 16,-1 4 1-1,-2 3 1-15,-3 2-2 0,0 0 3 0,-1 4-2 0,-5 0 1 16,-2-3-1-1,1 2 2-15,-7 3 0 0,0 2 1 16,0 5-2-16,-7-2 2 0,-1-2-3 16,-6 1 2-16,-3-2 0 0,1-4 1 0,-7 1-1 15,4-2 1-15,-1-3 0 0,1-1-1 16,-2-4 2-16,9-1 0 0,-3-3 0 0,5 0 2 16,6-3-2-16,-8 0 1 15,5 0-2-15,1 0 0 0,-6 0-1 0,6 0-1 16,3 0 0-16,-3 0 1 0,6 0 0 15,-4 0-3-15,4 0-3 0,0 0-12 0,0 0-19 16,0 0-29 0,-2 0-41-16,2 0-75 0,0 0-94 0</inkml:trace>
  <inkml:trace contextRef="#ctx0" brushRef="#br1" timeOffset="34725.3">19425 9576 572 0,'0'0'46'0,"0"0"-4"0,0 0-15 15,0 0-13-15,0 0-7 0,0 0-5 0,0 0-1 16,0 0 0-16,0 0 0 0,-9 44 1 16,5-22-2-16,-2-6 0 0,6 2 0 15,0-5-1-15,0-1 1 16,-2 1 1-16,2-6-1 0,0-2 1 0,0-5 1 0,0 0-2 31,0 0 4-31,0 2 2 0,0-1 6 0,0 1 7 16,-4 0 5-16,4-1 2 0,0-1-5 15,0 0-7-15,-6 0-3 0,0-8-4 0,-3-5-2 16,3-1-1-16,0-1-2 0,6 5-1 16,-2-6 1-16,2-5-3 0,0 3 1 15,6-7 0-15,2 7 0 0,-2 4 1 16,3 4-2-16,1 0-1 0,-2 3-1 0,5-2 0 16,1 5 1-16,-1 2 0 0,5 1 1 15,1 1-1-15,1 0 1 0,-1 0-2 16,0 0 1-16,-5 0-2 0,-1 1 1 15,-1 4-1-15,-4-1 0 0,-2-2 2 0,1 4-2 16,-7-1 1-16,4 2 0 0,-4 5 1 16,-4 1-1-16,-5 2 3 0,-3 0 0 0,-5-3 0 15,7-2 1-15,-2-2 1 0,-1 0-2 16,3-4 0-16,0-1 2 0,3 2 0 16,1-3-1-16,0-1 2 0,6-1-1 0,0 0 1 15,0 0 0-15,0 0-1 0,-4 1 1 31,4-1-1-31,-2 0 0 0,2 0 0 16,-4 0 0-16,4 0 0 0,-2 0 0 0,2 0-1 16,-5 0 1-16,3 0-1 15,2 0 0-15,0 0 0 0,-2 0-1 0,2 0-1 16,-4 0 1-16,4 0 0 0,-2 0 0 16,2 0 1-16,-4 0-1 0,4 0 1 15,-2 0-1-15,2 0 0 0,-4 0 0 0,4 0-2 16,-2 0 3-16,2 0-1 0,-4 0 2 0,4-1-1 15,0 1 0-15,-2 0-1 0,2-1 1 16,0 1 0-16,0 0 0 0,-5 0 2 16,5 0-3-16,0 0 0 0,0 0 0 0,-2 0 0 15,2 0-1-15,0 0 1 16,0 0-1-16,0 0-1 0,0 0 0 0,7 5 1 16,5 6 0-1,2 4 1-15,5 0 0 0,-5 1 0 16,5 0-2-16,0-2 2 0,-5-1-2 15,5 0 1-15,-5-3 0 0,3 1 0 0,-1 0 0 16,1-1 1-16,-3 1 0 0,-5-3 0 16,3-1 1-16,-2-2 0 15,-8-4-1-15,9 4 0 0,-9-2 4 0,4-2-3 16,-4 2 3-16,-2-3-4 0,4 2 1 0,-2 1-2 16,2-2 0-16,-2 2 3 0,-2-3-2 15,0 0 1-15,0 0-1 0,5 0 0 16,-5 2-2-16,0-2-1 0,2 0-5 15,-2 0-11-15,0 0-21 0,0 0-41 16,0 0-98-16,0 0-121 0</inkml:trace>
  <inkml:trace contextRef="#ctx0" brushRef="#br1" timeOffset="40522.71">19886 9862 469 0,'0'0'59'16,"0"0"-2"-16,0 0-13 0,0 0-5 0,0 0-13 15,0 0-5 1,0 0-9-16,0 0-2 0,0 0-4 15,0-40-2-15,0 40 0 0,0-1-2 16,0-1 0-16,0 1-2 0,0 1 0 0,0-2 4 16,0 2-1-16,0 0 3 15,4 11 3-15,-4 4-6 0,2 0 3 0,-2 3-3 16,0 0 0-16,0-4-2 0,4 6 1 16,-4-8-1-16,0-1 0 0,0 1 0 15,2-3 1-15,2 2-1 0,-4-7 0 0,4 4 0 16,1-5 0-16,1 1 1 0,2 2-1 0,-4-4 0 15,2-1-1 1,3-1 1-16,-5 0-2 0,6 0 0 0,-4 0-1 0,7 0-1 16,-3 0-1-16,-4 0-2 0,2 0-4 15,-1-1-8-15,5-2-25 16,-4-2-36-16,3-1-100 0,-5 2-104 0</inkml:trace>
  <inkml:trace contextRef="#ctx0" brushRef="#br1" timeOffset="40760.01">19871 9711 543 0,'0'0'37'15,"0"0"-9"-15,0 0-13 0,0 0-11 16,0 0-7-16,0 0-6 0,0 0-9 16,0 0-10-16,0 0-12 0,0 0-32 15,0-12-58-15,0 12-102 0</inkml:trace>
  <inkml:trace contextRef="#ctx0" brushRef="#br1" timeOffset="41440.47">19983 9781 406 0,'0'0'30'0,"0"0"1"15,0 0-3-15,0 0-6 0,0 0-4 0,0 0-2 16,0 0-2-16,0 0 4 0,0 0-4 16,0 0 2-16,66 82-4 0,-60-63 0 0,0-1-2 15,1-5 0-15,-1 1 0 16,-2-5-1-16,-2 0 0 0,2 0 0 0,-2-4 1 16,-2 0 1-16,0-5 0 0,0 0 1 0,0 0 2 31,4 1 3-31,-4-1-1 0,0 0 1 15,0 2-4-15,2-2-3 0,-2 0-3 0,2-7-1 16,3-3-2-16,-3-7 0 0,2 1 0 16,-2-6-6-16,2 2 3 0,2-1-4 15,0 0 2-15,1 1 1 0,3 0-1 16,0 3 1-16,-4 7 1 0,3 0-2 0,-3 2 0 16,0 2 1-16,5 1-4 0,-9 2 2 15,0 2-1-15,4 1 0 0,0 0 1 16,4 0 0-16,5 0 0 0,-9 3 0 0,2 6 1 15,3 2 0-15,-9-2 1 16,4 6 0-16,-2 0 1 0,-2-3-1 0,-2 6 1 16,4-7 5-16,-4 3-7 0,0-2 6 0,0 0-5 15,0 0 0-15,0-6 1 16,0 0-1-16,0-1 1 0,0-1 0 0,0 1 1 16,2 1-1-1,-2-6 1-15,0 0 0 0,4 1 0 16,-1 2 0-16,3-1 0 0,-4 1-1 15,4-3 1-15,0 0-2 0,5 0 2 16,1 0-1-16,-4-5 0 0,5-2 1 0,-5-2-2 16,4-4-3-16,-1 0 4 15,-3-2-5-15,0 1 5 0,2-1-1 0,-3 3 0 16,-1-2 0-16,-4 0-2 0,2 4 1 16,0 0-2-16,-4 6-2 0,0 4-7 0,0-1-11 15,0 1-23-15,0-5-42 0,0 0-73 16,0 2-126-16</inkml:trace>
  <inkml:trace contextRef="#ctx0" brushRef="#br1" timeOffset="42342.62">19861 9502 353 0,'0'0'41'0,"0"0"-4"16,0 0-9-16,0 0-7 16,0 0-6-16,0 0-1 0,0 0-3 0,0 0 5 15,0 0 2-15,0 0 1 0,0-9 0 16,0 9 0-16,0 0-3 0,0 0 0 15,0 0-2-15,0 1 0 0,0 1-2 0,0-2 0 16,0 1-3-16,0-1-2 0,0 0-1 16,0 2-1-16,0-2-1 0,4 0-1 15,-2 0 0-15,4 0 1 0,-2 0 0 0,3-2 3 16,-7 2 0-16,0-1 4 0,0 1 3 16,0-2 2-16,2 1-1 0,-2 0-4 0,4-1-3 15,-4 0-3-15,0 1-1 0,0-1-1 31,0 1-1-31,0-1-1 0,0 1-1 16,0-1-2-16,0 1-2 0,0-1 0 16,0 2 2-16,0 0 0 0,0 0 2 15,0 0 0-15,0 0 1 0,0 0-2 0,0 0 1 16,0 0 0-16,0 5-3 0,0-1 2 16,2 1 0-16,-2-1 1 0,0-4 1 15,0 0-1-15,0 0 0 0,4 0 1 16,-4 2 0-16,2-2 1 0,-2 0 0 15,4 0 0-15,-4 0 1 0,2 0-1 0,-2 0 3 16,2 0-3-16,-2 0-1 16,0 0 1-16,0-2-2 0,5 1 1 15,-5 1 1-15,0-1-2 0,0 1 0 16,0-2-1-16,0 2 0 0,0 0 1 0,0 0 0 16,0 0 1-16,0 0-1 0,0 0-1 15,0 0 1-15,0 0-2 16,-5 0 1-16,5 0-3 0,0 0-2 15,0 0-6-15,0 0-12 0,-2 0-30 0,2 0-38 16,-2 0-149-16,-4 6-53 0</inkml:trace>
  <inkml:trace contextRef="#ctx0" brushRef="#br1" timeOffset="-206599.14">17219 12285 387 0,'0'0'44'0,"0"0"-6"16,0 0-5-16,0 0-6 0,0 0-4 0,0 0 0 15,0 0-2-15,0 0 2 0,0 0-1 0,0 0-2 16,-16-40 1-16,16 38-2 0,0 1 0 0,0-1-1 16,0 1-2-16,0-1 0 0,0 1-4 15,0-1-1-15,0 1-1 0,0-1-5 16,0 1 0-16,0-1-2 16,0 0-1-16,0 2-1 0,0-1 1 0,0 1 0 31,0-2-2-31,0 2 0 0,0-1 0 0,0 1 0 15,0-1 0-15,0 1 2 0,0-2-2 0,0 2 0 16,0 0-2-16,0 0 0 0,0 0 2 16,0 0 0-16,0 0 1 0,0 0 0 15,0 0-1-15,4 0-1 16,-4 0 1-16,0 0 0 0,2 4 1 0,2 1 2 16,-4 0-3-16,2-1 0 0,-2-4 1 0,0 0-2 15,0 0 2-15,4 2-3 0,-4-1 2 16,0 1 1-16,2-1 0 0,-2-1 3 15,0 2-2-15,0-2-2 0,0 1 1 0,4-1-1 16,-4 2 1-16,0-2 1 0,0 2-2 16,0-2 1-16,0 0 0 0,2 1-1 15,-2-1 1-15,0 0 0 0,0 2-1 0,0-2-1 16,0 0 1-16,0 1 0 0,0-1 0 16,0 0 0-16,0 0 0 0,5 0-1 0,-5 1 1 31,0-1 0-31,0 0 0 0,0 0 1 15,0 2-1-15,0-2-1 0,0 0 2 16,0 0-1-16,0 0 0 0,0 1 2 16,0-1-2-16,0 0 0 0,0 0 0 0,0 0-1 15,0 0 1-15,0 0 0 0,0 0-1 16,0 0 1-16,0 0-1 0,0 0-1 0,0 0-1 16,0 0-2-16,0 0-12 0,0 0-34 15,0 0-74-15,0 0-171 0,0 0-11 16</inkml:trace>
  <inkml:trace contextRef="#ctx0" brushRef="#br0" timeOffset="-203040.07">17147 12298 398 0,'0'0'62'16,"0"0"-8"-16,0 0-7 0,0 0-8 15,0 0-3-15,0 0-6 0,0 0-6 0,0 0-2 16,-19-40-4-16,13 32-1 0,2-2-3 16,2 0-2-16,-2 1-1 0,4 3-2 0,-2 1-1 15,2-1-1-15,-5 0 0 0,5-1-1 16,-2-3 1-16,-2 5-3 16,4 0 1-16,0 0 0 15,0 5-1-15,-2-2 2 16,2 2 0-16,0-1-3 0,0-1 2 0,0-4-1 15,0-1 0-15,0 0 2 0,0 3-3 0,0 4 0 16,0-1-1-16,0 1-2 0,0-2 1 16,0 1-2-16,0 1 1 15,0-2-1-15,0 2 1 0,6 3 0 16,3 9 1-16,3 6-1 0,0 2-1 0,1 4 2 16,1 4-1-16,3-1 1 0,-3 0 1 15,1-1-1-15,1-2-1 0,-1-1-1 16,-1-3 1-16,3-2 0 0,-3-1 0 15,-1-2 1-15,-1 0-1 0,-4-4 0 16,-1-1 2-16,3 1-2 0,-6-3 2 16,6 2 4-16,-8-2-7 0,5 0 6 15,-3 1-5-15,-2-6 1 0,2 1 0 0,-4-4 1 16,0 0-1-16,0 0 0 0,0 2 0 16,2-1 1-16,-2 1 0 0,4-1-2 15,-4-1 2-15,2 2-1 0,-2-2 1 16,0 0-3-16,0 0 4 0,4 0-3 15,-2-9 3-15,0-6-1 0,5-7-1 16,-3 1 1-16,-2 0-2 0,2 6 2 16,-2-2 0-16,-2 6 0 0,4-1-1 0,-2 0 0 15,2 0-1-15,-4 1-1 0,0 6 0 0,2 1 1 16,3-2 0-16,-5 1 0 0,2 1 0 16,-2 0-3-16,4-1 2 0,-4 0 0 15,2 1-1-15,-2 1 3 0,4-2-3 16,-4 0-2-16,4-2 0 0,2-1-5 15,-6 5-2-15,4 1-9 0,-4 2-10 0,0-2-15 16,0 2-28 0,0-2-38-16,3 1-78 0,-3 1-94 0</inkml:trace>
  <inkml:trace contextRef="#ctx0" brushRef="#br0" timeOffset="-202557.72">17310 12400 495 0,'0'0'40'0,"0"0"-1"0,0 0-2 16,0 0-5-16,0 0-4 0,0 0-5 0,0 0 0 15,0 0 0-15,0 0-1 0,0 0-1 0,0 10 1 16,0-10-4-16,0 0 0 0,0 2-3 15,0-2-1-15,0 0-3 0,2-3-1 16,-2-3-3-16,0-8-3 0,0-6-1 16,0 1 0-16,0-7 0 0,0 0 0 15,0-3-1-15,-2-1-1 0,-2-5 0 0,2-3 0 16,-2-2-1-16,2 1 2 0,-2-2-3 16,1 2 2-16,1-1-3 0,-2 3 0 0,2 3 3 15,-2 3-3-15,2 10 4 0,-2 2-1 31,4 8-1-31,-2 5 1 0,2-6 0 16,0 5-1-16,0 1 0 0,0 1 0 16,0 5 0-16,0-2 0 0,0 2 1 0,0-2 1 15,0 1-4-15,0-1 1 0,0 1 1 16,0-1-1-16,-4 1 2 0,4 1-1 0,0-2 0 16,0 1-1-16,0 1 0 0,0-2 0 15,0 2-2-15,0-1 0 0,0 1-1 16,0-2-4-16,0 2-7 0,0-1-20 15,0 1-40-15,0-2-104 0,0 0-131 0</inkml:trace>
  <inkml:trace contextRef="#ctx0" brushRef="#br0" timeOffset="-201690.65">16450 11008 528 0,'0'0'47'16,"0"0"-6"-16,0 0-4 0,0 0-9 16,0 0-13-1,0 0-3-15,0 0-9 0,0 0 0 16,0 0 0-16,0 0 1 0,23 7 1 15,-7 19 1-15,1 6-3 0,-5 5 0 16,-3 2 2-16,-1 4-6 0,-2-1 4 16,0-1-3-16,-2-3-1 0,-4-7 3 0,3-7 0 15,-3-11 2-15,0-7 4 0,0-6 3 16,0 0 2-16,0 0 2 0,0 2-3 0,0-1-1 16,0 1-2-16,0-1 0 0,0 1 0 15,0-2-3-15,0 1 0 0,0-1-2 16,0-1-2-16,0-5 0 0,0-8 0 15,0-6-1-15,0 1 1 0,0-7-1 0,0 0 0 16,4-1 2-16,-2-1-7 0,2 1 6 16,-2 0-5-16,4-1 4 0,0 4 0 0,-4 8-1 15,3 0 1-15,-3 7-2 0,2 5 2 16,-4 1 0-16,0 3-2 0,0-2 0 16,6 2 0-16,2 2-2 0,5 8 3 15,5 5 1-15,-3 5-2 0,1 0 3 0,-1 2 2 31,-3 3-5-31,0-1 6 0,3 1-6 16,-3-4 1-16,1-3 1 0,-5-6-1 0,2 0 0 16,-6-6 0-16,1-3 0 0,1 3 0 15,-4-3 0-15,2-1 0 0,-2 1 0 16,-2-3 0-16,0 0 2 0,0 0-1 16,4 0 0-16,-4 1 1 0,0-1-1 0,0 0 2 15,2 0 0-15,-2 0 0 0,0 0 0 0,4-4 1 16,-4-10-1-16,2-7 1 0,3-3-2 15,-5-11-5-15,2 0 4 0,2-3-5 16,-2 1 5-16,0 2 0 0,4 5-2 16,-2 8 2-16,-4 3-4 0,2 9 3 15,-2 4 0-15,4 1-1 16,-4 5 1-16,0-2-3 0,0 2-1 0,0 0 0 0,0 0 0 16,7 0 0-16,1 7-5 0,9 3-11 0,-7 2-17 15,2-2-37-15,5 0-55 0,-9-4-159 31,7 5-9-31</inkml:trace>
  <inkml:trace contextRef="#ctx0" brushRef="#br0" timeOffset="-201090.92">16979 11050 532 0,'0'0'32'16,"0"0"-4"-16,0 0-4 0,0 0 1 15,0 0 0-15,0 0-2 0,0 0 0 0,0 0-7 16,27 78-5-16,-21-51 1 0,-4 0-7 16,3 2 3-16,-3-1-3 0,-2-10-3 0,0-6 0 15,4-6-1-15,-4-6 2 0,0 0 4 16,0 0 6-16,0 1 3 0,0 1 0 16,0-2-2-16,0 1-3 0,0-1-4 15,-6-12 0-15,-1-8-5 0,1-7 2 0,0-1-5 31,4-3 3-31,-2 0 0 0,2 4-2 0,2 0 1 16,0 4-3-16,0 6 1 0,6 2 0 16,0 2 1-16,-2 5-1 0,7-4 0 15,1 4-1-15,-4 6 1 0,7-2-1 16,3 4 2-16,1 0 0 0,2 6-2 16,-3 2 1-16,1 3-1 0,-7-1 0 0,1 2 0 15,-5-3 2-15,-2 4-3 0,0-6 0 16,-6 3 0-16,0 3 0 0,0-1 1 0,-12 5 2 15,0-4 1-15,-3 0-1 0,-6-4-1 16,3 0 2-16,1-5-1 0,3 1 1 16,1-2 0-16,1-1-1 0,4 0 2 15,1-2 0-15,1 2 0 0,6-2-1 0,0 0-1 16,0 0-1-16,-2 0 0 0,2 1 0 16,-4-1 0-16,4 2 1 0,0 4 4 0,0 5-4 15,6 1 4-15,0 0-4 0,7-1 0 31,-1-4 1-31,1 1-1 0,3 1 0 16,1 0 1-16,1-1-1 0,-3-1 0 16,-7-1 0-16,5 0-1 0,-1 2 0 0,-2-3 1 15,1 4 0-15,1-2 0 0,-6-1 0 16,5 3-2-16,-5-4 4 0,-2 1-2 0,6-1-3 16,-8-2 1-16,2-1-9 0,-4-2-14 15,0 4-31-15,2 1-60 0,3-3-149 16,-3 3-33-16</inkml:trace>
  <inkml:trace contextRef="#ctx0" brushRef="#br0" timeOffset="-200808.06">17364 11058 644 0,'0'0'34'31,"0"0"-1"-31,0 0-7 0,0 0-4 0,0 0-10 16,0 0-1-16,0 0-1 0,0 0-3 16,0 0-1-16,25 97 0 0,-23-70 4 15,-2 1-6-15,4 1 3 0,-4-2-3 16,0-1-2-16,0-7-1 0,0-1 0 16,0-4 0-16,0-2 0 0,2 2 0 0,-2-8-2 15,0 0 0-15,4-1-3 0,-4-1 0 16,2 1-2-16,-2-1-6 0,0-4-18 15,0 0-29-15,0 0-50 0,4 0-83 0,-4 0-89 16</inkml:trace>
  <inkml:trace contextRef="#ctx0" brushRef="#br0" timeOffset="-200541.98">17471 11134 602 0,'0'0'64'16,"0"0"-11"-16,0 0-13 0,0 0-13 16,0 0-4-16,0 0-7 0,0 0-6 0,0 0-2 15,0 0-3-15,7-17-1 0,1 11-2 16,4-2 0-16,7-1 0 0,1-2-2 0,7 3 1 16,-2-2-2-16,6 1 1 0,-2 2-2 15,-2 1 0-15,8-2 2 0,-8 1-3 16,-2 0 0-16,-2 0-1 0,-7 2-6 15,-1-1-8-15,-7 3-12 0,-4 2-22 0,2-1-28 16,-6 2-22-16,0 0-56 0,0 0-50 16</inkml:trace>
  <inkml:trace contextRef="#ctx0" brushRef="#br0" timeOffset="-200324.76">17734 11029 506 0,'0'0'64'16,"0"0"-13"-16,0 0-12 15,0 0-12-15,0 0-5 0,0 0 0 16,0 0 0-16,0 0 3 0,0 0-6 16,0 0-7-16,10 82-1 0,-8-63-6 0,2-3-4 15,3-1-2-15,-5 2 2 0,2-1-2 16,-2 1 5-16,4 0-3 0,-6-6-1 16,2-1 0-16,2 2 0 0,-2-2-2 0,-2 0-1 15,4-5-2-15,-4 3-10 0,3-3-22 16,1 0-51-16,-2 1-97 0,-2-6-112 15</inkml:trace>
  <inkml:trace contextRef="#ctx0" brushRef="#br0" timeOffset="-200007.89">17986 11091 599 0,'0'0'50'0,"0"0"-4"15,0 0-12-15,0 0-14 0,0 0-8 16,0 0-1-16,0 0 0 0,0 0 3 0,0 0 0 16,0 0-3-16,-19 85-1 0,13-53 1 15,4 0-6-15,-2-1 3 0,2-4-6 16,2-8-2-16,-2 0 0 0,2-7 0 15,0-2 0-15,0 3-4 16,2-4 1-16,0 0-2 0,-2-5-2 0,4 1-6 0,-4-5-10 16,0 0-15-16,0 0-21 0,0 0-24 0,0 1-37 15,6-1-62-15,-6-3-66 0</inkml:trace>
  <inkml:trace contextRef="#ctx0" brushRef="#br0" timeOffset="-199808.35">17959 11185 599 0,'0'0'55'0,"0"0"-6"15,0 0-10-15,0 0-11 0,21-82-6 16,-11 69-11-16,3-1-1 0,-5 5-3 16,0 2-2-16,2 2 1 0,-1 0-4 0,1 2-1 15,-2 0-1-15,5 2-1 0,-1 1 1 16,3 0-2-16,-3 0-1 0,7 0-4 0,-11 1-10 15,4-1-36-15,-3 0-57 16,-5 0-168-16,2 0-26 0</inkml:trace>
  <inkml:trace contextRef="#ctx0" brushRef="#br0" timeOffset="-199591.03">17928 11286 696 0,'0'0'36'0,"0"0"-4"16,0 0-7-16,0 0-8 0,0 0-9 0,0 0-3 15,0 0-1-15,0 0-4 0,97-75 2 0,-78 64-6 16,2 3 1-16,-5 1-4 0,-1 1 3 16,-3 3-4-16,-4 0-9 0,5 2-27 15,-3 1-49-15,0 0-101 0,-6 1-95 16</inkml:trace>
  <inkml:trace contextRef="#ctx0" brushRef="#br0" timeOffset="-199357.9">17996 11387 557 0,'0'0'39'15,"0"0"3"-15,0 0-2 0,0 0-12 0,0 0-6 31,0 0-5-31,0 0-3 0,0 0-3 0,0 0-1 16,81-3-1-16,-69-1 0 0,7 0-3 16,-5 0-2-16,-3 3-1 0,5-2-1 15,1-1-1-15,-5 3-1 0,5-1-1 16,-7 1-1-16,3-1-4 0,-1 2-14 16,-4 0-39-16,5 0-112 0,-1 0-124 0</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4:06:58.559"/>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2060"/>
    </inkml:brush>
  </inkml:definitions>
  <inkml:trace contextRef="#ctx0" brushRef="#br0">23036 9447 526 0,'0'0'54'15,"0"0"-3"-15,0 0-9 0,0 0-10 16,0 0-8-16,0 0-4 0,0 0-3 0,0 0-3 15,0 0-1-15,-6-41-5 0,6 37-3 0,0-1-3 16,0 1 0-16,0 4-2 0,6 0 0 0,8 0 1 16,5 6-3-16,6 8 4 0,-7 2-2 15,3 5 2-15,-2 1 0 0,-1-1 0 16,-7-1 1-16,7-2-1 0,-5-3-1 16,-3-4 1-16,-2-3-2 0,1-1 2 15,-3-3 1-15,4 1 0 0,-8-4 0 0,4 2 1 31,-6-3 0-31,7 0 1 0,1 0 0 0,8-6 1 16,3-4 1-16,-2-4-3 0,5-6 0 16,1-2-1-16,6-7-1 0,4-3 0 15,2-6 3-15,9-1-4 0,3-4 2 16,5-1-2-16,4 0-6 0,-5 1 5 16,3 1-3-16,-2 2 2 0,-1 4 2 0,-7 4 0 15,-3 3 0-15,-8 5-2 0,-2 2 2 16,-6 6-1-16,-11 4 0 0,-3 6 2 0,-3 0 1 15,-6 4-1-15,2-1 2 0,2 2-1 16,-6 1 1-16,0-2-1 16,0 2-1-16,0 0 0 0,0-2-3 0,3 1 0 15,1 0-2-15,-4-1-3 0,2 1-7 0,4-1-22 16,0 2-81-16,0-1-193 0,1 1-23 0</inkml:trace>
  <inkml:trace contextRef="#ctx0" brushRef="#br0" timeOffset="2483.31">18472 13614 324 0,'0'0'57'0,"0"0"-9"15,0 0-14-15,0 0-2 0,0 0-8 16,0 0-1-16,0 0 3 0,0 0-5 16,0 0 1-16,4-26-1 0,-4 25-3 15,2-1 0-15,-2 1 0 0,0-1-2 0,0 0-1 16,0 1-4-16,0-1-2 0,0 1-2 0,0 0 0 16,0-1-2-16,0 1-2 15,0-1-2-15,0 2-1 0,0-2-1 0,0 2 1 31,-6 4 0-31,-7 6-3 0,-1 7 3 16,-5 1 0-16,-1 2-1 0,-3 0 2 16,2-2-1-16,1-3 1 0,1-1 1 0,4-7-2 15,-1 1 0-15,12-5 2 0,-2-2-1 16,1 2 1-16,5-3 0 0,-6 0 0 0,0 2-1 16,0-2 2-16,4 1-2 0,-4-1 1 15,-1 0 0-15,3 0-1 0,0 0 2 16,4 0-1-16,0 0 2 0,0 0 1 15,-4 0 1-15,4 0 1 16,-2 0-1-16,2 0 0 0,0-1-3 0,-4 1-2 0,4-2 1 0,-2 2 0 16,2-1 0-16,0 1 0 0,0-2-2 15,0 1 1-15,0-2-1 0,6 0 1 16,-4 0 1-16,10 1-2 0,-3 2 0 16,3 0 0-16,5 0-1 0,-3 3 1 15,1 5 0-15,3 1-1 0,-3 0 1 0,1 2 0 31,-3 1 0-31,1-2 3 0,-6-2-3 0,5 1 1 16,-3 0-1-16,-2-4 1 0,5 4-1 16,-7-4 1-16,0 0-2 0,0 0 2 15,1 1-2-15,1 0 1 0,-2 0 4 16,0 5-4-16,0-3 5 0,3 2-6 16,-3-1 2-16,-2-1 0 0,2 1 0 0,-6-5-1 15,2 1 0-15,-2-5-2 0,4 3 3 16,-4 2 0-16,2-2-1 0,1 1 2 0,-3-4-2 15,0 0 0-15,0 0 2 0,0 2-2 16,0-2 1-16,0 1 1 0,4-1-2 16,-4 2 0-16,0-2-2 0,0 0-1 15,0 1-4-15,0-1-14 0,0 0-27 0,0 0-50 16,0 0-132-16,-4-4-70 0</inkml:trace>
  <inkml:trace contextRef="#ctx0" brushRef="#br0" timeOffset="3349.82">18399 13764 344 0,'0'0'52'0,"0"0"-10"0,0 0-3 16,0 0-3-16,0 0-4 0,0 0 1 15,0 0-1-15,0 0-4 0,0 0-5 0,0 0-5 31,-18-18-3-31,16 16-1 0,2 2-3 16,-4-1 0-16,4 1-2 0,0-2-1 0,0 2 0 16,0-1-2-16,0 1 1 0,0-3 0 15,8 0-1-15,2-2 2 0,9 2-4 16,-1 2 0-16,-1-1-1 0,8 1-2 16,0 1 0-16,-5 0 0 0,1 0-2 0,2 0 0 15,-3 1 0-15,5 2 1 0,-4 0-1 16,-1 0 1-16,-1 1 1 0,0-3-2 0,-1 1 2 15,-1-1-1-15,1 0 0 0,5 1 1 16,-6-1 1-16,5-1-2 0,-5 2 0 16,12-2 0-16,-8 2 0 0,-3-2 0 15,1 0 1-15,1 1-1 0,1-1-1 0,4 0 0 16,0 2 1-16,-11-1 0 0,5 1-1 16,-5-1 2-16,-1 1-3 0,1-1 1 0,-1 0 1 15,-1 1-1-15,7 1 3 0,-7-1-2 31,2-2 0-31,-1 2 2 0,-1-2-2 16,1 0 0-16,-1 0 2 0,-2 0-2 16,3 0 0-16,3-4 1 0,-7 3-2 0,9-4 1 15,-5 4 0-15,-5-2-1 0,4 0 2 0,1 1 0 16,-1 1 1-16,-10-1-2 0,4 2-1 16,-6 0 0-16,7-2-2 0,-3 2 4 15,0-1 1-15,2 1-2 0,-6 0 0 16,0 0 0-16,0 0-2 0,0 0 2 15,4 0 1-15,-4 0 0 0,2 0 1 0,-2 0-2 16,4 0 1-16,-4 0 2 0,7 0-2 16,-1 0 0-16,0 0 0 0,0 0 0 0,-6 0 0 15,0 0 0-15,4 0 1 0,3 0-1 16,-1 0 0-16,0 0-1 0,-6 0 1 16,0 0 2-16,0 0-1 0,4 0-1 15,-4 0 1-15,2 0 0 0,-2 0-1 0,0 0 0 31,4 0 0-31,-2 0-2 0,-2 0 2 16,4 0 0-16,-4 0-2 0,3 0-1 16,-3 0-3-16,4 0-3 0,-4 0-6 0,2 0-14 15,-2-2-35-15,0 2-58 0,0 0-166 16,0-1-8-16</inkml:trace>
  <inkml:trace contextRef="#ctx0" brushRef="#br1" timeOffset="8781.84">18834 13323 358 0,'0'0'41'0,"0"0"2"16,0 0-2-16,0 0-4 0,0 0-5 0,0 0-7 15,0 0 1-15,0 0 0 0,0 0-1 16,-13-41-2-16,13 41-5 0,0-2-3 0,0 2-4 15,0-1-2-15,0-1-2 0,0 2 0 16,-4-1-1-16,4 1 0 0,0-2-1 16,0 2 0-16,0-2-1 15,0 2-1-15,0 0-2 0,0 0 0 0,4 11 0 0,9 9 2 16,-1 7-1-16,-2 4 1 0,7 2-2 16,-5-1-1-1,1 1 0-15,-3-2 1 0,0-4-1 16,-1-1 1-16,1-4-2 0,-4 0 2 15,0-4-1-15,3-4 2 0,-3-4-2 16,-4-2 1-16,-2-5-1 0,6 1 0 16,-6-4 0-16,0 3 2 0,4 0-2 0,-2 1 0 15,2-1 0-15,-4-3 1 0,0 0 0 16,0 0 1-16,2 0 1 0,-2 1 3 0,7-1 1 16,1-1 2-16,2-9 0 0,5-3 0 15,-5-6-1-15,-2-2-2 0,1-1-1 16,1-3-4-16,2-2 1 0,-5 0-1 15,1-2 1-15,0 0-3 0,-2 0 2 0,0 2-2 16,1 9 1-16,-3-1 1 0,-2 9-1 16,2 4 0-16,-4 1 0 0,0 5-1 0,0-2 2 15,0 2-2 1,0-1 1-16,0-1-3 0,0 1-1 0,0 1-1 0,2-1-5 16,-2 1-6-16,0-2-14 0,0 2-23 15,0-1-29-15,0-1-33 0,0 2-64 0,0-2-83 31</inkml:trace>
  <inkml:trace contextRef="#ctx0" brushRef="#br1" timeOffset="9398.26">18937 13494 346 0,'0'0'40'0,"0"0"6"0,0 0 5 16,0 0 4-16,0 0-4 0,0 0-4 15,0 0-6-15,0 0-7 0,0 0-9 0,0 0-6 16,12-58-4-16,-10 28-2 0,5-2-2 0,-5-3-5 16,2-3 0-16,-2-3-2 0,4-4-4 15,0-4 1-15,0-4-5 0,1-3 2 31,-1-6 2-31,0-4-4 0,0-2 4 16,-4-2-3-16,2 1 2 0,-4-5 4 16,0 4-3-16,0-2 5 0,-6 3-3 0,0 4-3 15,-2 5 4-15,-3 6-2 0,3 6 1 0,-4 6 2 16,1 5-3-16,1 5 0 0,-2 4 0 16,1 0 0-16,5 5 1 0,-2 0 1 15,2 2-1-15,4-2-2 0,-5 0 1 16,3 0 0-16,4-4-3 0,-2 2 4 15,2-1-3-15,0 6 2 16,0 2 1-16,0 5-1 0,-4-3 0 0,2-3 1 0,2 0 0 16,-6 1 0-16,2 1 1 0,2 8-1 0,-5-2 1 15,3 3-2-15,0-2 0 0,0 1 0 16,2 4-2-16,2 3 1 0,-4-3 0 16,2 2 0-16,-2-2 1 0,4 2-1 15,0 3-1-15,-2-1 1 0,2 1 0 0,0-4 0 31,-5-3 2-31,3 3-2 0,2 1 2 0,0 3-2 16,-4-2 1-16,4 2-1 0,0-1 1 16,0-1-1-16,0 1 0 0,-2-1 0 15,2 0-2-15,0 2 2 0,0-1-2 16,-4 1 1-16,4-2 0 0,0 2-1 16,0-1 0-16,0 1-2 0,0-1-5 0,0 1-8 15,0-2-15-15,0 2-35 0,0-1-72 16,0 1-153-16,0 0 7 0</inkml:trace>
  <inkml:trace contextRef="#ctx0" brushRef="#br1" timeOffset="11564.48">18296 10932 492 0,'0'0'50'16,"0"0"-12"-16,0 0-7 0,0 0-6 0,-25-85-5 15,23 73-2-15,2-1-5 0,0 8-2 31,0-2 1-31,0 7 0 0,0-1-1 16,0 1-2-16,-4-2-3 0,4 1-5 16,0-1-2-16,0 2 1 0,0 2-1 0,0 16 5 15,0 11-5-15,0 10 2 0,0 4-2 16,4 1-1-16,-4-2 1 0,2-2 3 0,2-4-3 16,-4-4 1-16,2-9 4 0,-2-3-5 15,5-7 5-15,-5-6-4 0,0-2 1 16,0-5 2-16,0 0 0 0,0 0 4 15,0 0 3-15,2 0 3 0,-2-1-9 0,0-14 2 16,0-9-7-16,0-10 3 0,0-1 1 16,0-1-2-16,0-2 1 0,0-3-2 0,0-2 2 15,0 1-2-15,0 1 1 0,0 4-1 16,0 6 1-16,4 9-2 0,-4 10 2 16,0 7-1-16,0 5-1 0,0-1 0 15,0 1-3-15,4 0 1 0,6 3 1 0,3 12 3 31,7 10 0-31,-1 8 1 0,-5 5-3 0,5 3 0 16,-7 1 1-16,3-2 1 0,-5-5-1 16,1-5 0-16,-5-10-1 0,0-5-1 15,-2-8 3-15,-4-3 0 0,2 0 1 16,-2-4 2-16,0 0 1 0,4 0 2 16,5-9-1-16,1-8-2 0,0-8 0 0,1-6-3 15,-3-2 2-15,2-2-3 0,-4-3 1 16,-1 0-1-16,1-1 0 0,0 0-1 0,-2 5 1 15,-2 0-1-15,2 10 2 0,-2 6 1 16,-2 6-2-16,0 7-1 0,4 0-2 16,-4 5-2-16,0-1 2 0,3 2 2 15,3 13 0-15,4 10 3 0,0 11-1 0,1 4 0 16,1 0-2-16,-4 2 3 0,1-3-1 16,1-2-1-16,-2-4 0 0,3-5 1 0,-9-8-2 15,4-6-1-15,-2-4-2 0,-2-5-5 31,-2 3-3-31,6-4-17 0,-6 0-30 16,2 2-36-16,-2-5-92 0,5 0-95 16</inkml:trace>
  <inkml:trace contextRef="#ctx0" brushRef="#br1" timeOffset="12081.47">18807 10787 590 0,'0'0'37'16,"0"0"-7"-16,0 0-7 0,0 0-6 16,0 0-1-16,0 0-1 0,0 0 0 0,0 0-7 15,4 95 0-15,0-66-5 0,-2-2 0 16,2-3-2-16,-2-7 0 0,2-6-1 16,-4-7 0-16,0-4 0 0,0 0 0 15,0 0 4-15,2 2 1 0,-2-1 3 0,0-1 3 31,0 0-3-31,0 0 0 0,0-15 0 0,0-8 0 16,-6-7 1-16,0-3-1 0,4-1-1 16,-4 1-4-16,4-1 1 0,-2 3-3 15,4 0 0-15,0 5 0 0,0 8 0 16,0 1-2-16,6 3 1 0,-4 7 1 16,8-4-2-16,-2 6 0 0,3 3-1 0,5 0-2 15,3 2 3-15,6 2 1 0,-5 5 0 16,5 4 1-16,-6 1-3 0,-1 2 2 0,-3 2-2 15,-7 1 0-15,2 3 1 0,-7 1 1 16,-3 2-1-16,-3 2 2 0,-7-2-1 16,-4 4 0-16,-1-2 1 0,-8-2-2 15,7-2 1-15,-3-1 1 0,1-4-1 0,3 1 4 16,-1-3-4-16,3-5 1 0,5 2-1 16,2-5 0-16,4-3-1 0,-4 4 2 0,1-3-2 15,3-1 0-15,2-1 0 0,0-2 0 31,-4 0-1-31,4 0 1 0,0 2-2 16,0-1-7-16,0 1-10 0,0-2-24 16,0 0-42-16,0 1-96 0,0-1-111 0</inkml:trace>
  <inkml:trace contextRef="#ctx0" brushRef="#br1" timeOffset="12764.31">19154 10680 548 0,'0'0'26'15,"0"0"6"-15,0 0 1 0,0 0-8 0,12 91-6 16,-12-63-11-16,4 0-2 0,-4-1-3 16,0-1 1-16,0-6-2 0,0-2 4 15,0-6-2-15,0-6 6 0,0 2 3 0,0-8 4 31,0 5 3-31,0-1 2 0,0 1-4 0,-4-1-1 16,-2-4-2-16,4-4-5 0,-8-8-1 16,1-8-3-16,3-3-1 0,0-3-2 15,4-1 0-15,2-2-2 0,0 0 0 16,6 1-1-16,2 0 0 0,1 2 0 16,7 2-1-16,3 3 0 0,-3 1 0 0,7 3-2 15,-2 5 1-15,-7 4-1 0,5 5 1 16,-5 2-2-16,3 1 1 0,2 0-1 0,-9 3 1 15,2 5 0-15,-6-1 1 0,1 6-2 16,-3 0-1-16,-4 2 2 0,0 5-2 16,-13-2 3-16,-5-1 0 0,-1 1 1 15,-6-3 1-15,-2 1 0 0,3-3 0 0,3-2 1 16,2-5 1-16,11-2 0 0,0-2-1 0,2-2 1 31,-1 0 0-31,-3 1-1 0,10-1 1 16,0 0 0-16,0 0-2 0,0 0 3 15,-2 2-2-15,2-2 0 0,-4 0 2 16,4 0-4-16,-2 0-1 0,2 0 0 16,-4 1-1-16,4-1 1 0,0 7 1 0,0 1 2 15,10 5 0-15,2 2 0 0,1-1 1 0,1 1-2 16,1 2 0-16,1-1 0 0,1 2-1 16,1 1 2-16,3 0 0 0,-2-1 0 15,-3 1-1-15,1-4 1 0,-5-5-1 16,1 0 1-16,-3-4 0 0,-2-2 0 15,-2 1 2-15,3 0-3 0,1-1 1 0,-8-3 0 16,2 2 0-16,-4-3 0 0,0 0-3 16,0 0 3-16,2 2 0 0,-2-2-1 0,4 2 2 15,-4-2-2-15,3 0 0 0,-3 1 0 16,4-1-1-16,-4 0-2 0,0 2-1 31,0-2-9-31,0 0-28 0,2 0-62 0,-2 0-191 0,0 0-23 0</inkml:trace>
  <inkml:trace contextRef="#ctx0" brushRef="#br1" timeOffset="14064.44">19553 10980 583 0,'0'0'42'0,"0"0"-6"31,0 0-12-31,0 0-11 0,0 0-9 0,0 0-2 16,0 0-3-16,0 0 2 0,0 0 0 16,0 0 0-16,-19 64 1 0,15-30-1 15,4 0 3-15,0 0-3 0,0-4 2 16,4-1-4-16,2-5 2 0,3-4-1 16,-3-7 1-16,4-3 1 0,1-3-2 15,-1-2 1-15,4 0 1 0,5-5-1 0,-4 0 4 16,7 0-3-16,-7-8 1 0,3-1 0 0,1-3-1 15,-5-2 2-15,1-1 3 0,-3-4 2 16,-1 0 0-16,-3-5 6 0,-2-1-4 16,-4-2 3-16,-2 0-2 0,0-3-3 15,0-1-2-15,-2 1-3 0,-4-1-2 0,-2 6-1 32,3 8 0-32,-1 2-1 0,0 7 1 0,0 2-2 0,-2 0-1 0,-3 4-1 0,-3 2-1 31,-1 0 0-31,-3 11-1 0,3 3-1 15,-1 4-2-15,3 1-4 0,5 3-13 16,2-5-18-16,4-6-31 0,2 3-42 16,0 0-119-16,2 3-33 0</inkml:trace>
  <inkml:trace contextRef="#ctx0" brushRef="#br1" timeOffset="14730.84">19958 10946 590 0,'0'0'33'0,"0"0"4"0,0 0-2 16,0 0-9-16,0 0-5 0,0 0-4 16,0 0-4-16,0 0-4 0,-47 84-3 15,42-70-3-15,5 6-1 0,0-8 0 0,0 8 0 31,0-9-2-31,0-1 0 0,0 1-1 0,5-7 1 16,-3 4 1-16,2-5 0 0,-4 0-1 16,2 1 0-16,-2-4 1 0,6 0 0 15,-2 2 2-15,9-2 2 0,-3 0-1 16,2-9-1-16,5-4 0 0,-5-2-1 16,-1-1 1-16,1-3 0 0,-2-1-1 0,-1 0 0 15,1 0 1-15,-6 5 0 0,0 6 1 16,-2 6 0-16,-2 3 0 0,0 0-1 0,0 0-1 15,0 0-1-15,0-2-2 0,0 2 0 16,0 0 0-16,4 0 1 0,-4 14 1 16,0 6 0-16,0 4-1 0,2-1 0 15,3-8-1-15,-3 0 0 0,4-3 0 0,-2-3 0 16,2 2-2-16,0-3 1 0,3-4-2 16,-1 0 1-1,2-4-1-15,5 0-2 0,-1 0 0 16,5-4-1-16,-3-5 2 0,-5-3 0 15,5-3 2-15,-8-4 2 0,5 0 2 16,-5-4 0-16,2-5 2 0,-3 0-1 16,-1-6 2-16,-4-1 1 0,2 0 0 0,-2 0 0 15,-2 5-1-15,0 7 0 0,0 11 2 16,0 0-1-16,0 6 1 16,0 0-3-16,0 1 2 0,0 5-4 0,0-1-1 0,0 1 0 15,0 0-1-15,0 1 2 0,0 13-1 16,4 7 1-16,-4 6 0 0,2 1 0 15,5 1-1-15,-5-2 0 0,2-1 0 0,-2-2-1 16,4-6 0-16,-6 1 0 0,0-3 0 0,4-4-3 16,-4 7-3-16,0-9-10 0,0-4-18 15,0 6-44-15,0-5-67 0,0 5-150 16</inkml:trace>
  <inkml:trace contextRef="#ctx0" brushRef="#br1" timeOffset="14898.15">20188 11060 649 0,'0'0'47'0,"0"0"-12"15,0 0-13-15,0 0-9 0,0 0-8 0,0 0-1 16,0 0-2-16,0 0 0 0,0 0 1 16,0 0-4-16,93-60-3 0,-73 51-4 0,5 1-6 15,-4 1-17-15,3-1-35 0,-3 2-77 16,2 0-140-16</inkml:trace>
  <inkml:trace contextRef="#ctx0" brushRef="#br1" timeOffset="15114.23">20508 10727 589 0,'0'0'29'16,"0"0"5"-1,0 0 1-15,0 0-3 0,0 0-10 16,0 0-9-16,0 0-7 0,-6 92-3 16,10-67-2-16,2-1 0 0,-4-1-2 0,4 0-2 15,-4-2-2-15,3-5-4 0,-5 1-12 0,2-5-31 16,-2 1-41-16,-2 3-55 0,-3-5-119 16</inkml:trace>
  <inkml:trace contextRef="#ctx0" brushRef="#br1" timeOffset="15313.91">20483 10822 635 0,'0'0'50'16,"0"0"-11"-16,0 0-13 0,0 0-11 16,0 0-7-16,0 0-4 0,0 0-3 15,0 0 0-15,62-87 0 0,-39 76-1 0,0 0-1 31,1 3-3-31,-1 1-6 0,-6 2-11 0,-3 4-28 16,-1-1-36-16,-5 2-83 0,2 0-111 16</inkml:trace>
  <inkml:trace contextRef="#ctx0" brushRef="#br1" timeOffset="15497.4">20547 10911 684 0,'0'0'26'0,"0"0"-7"0,0 0-8 16,0 0-6-16,0 0-3 0,0 0-4 15,79-58 0-15,-50 46-3 0,-7 3-5 0,1 1-8 16,-6 2-25-16,-1 5-27 0,-3 1-65 0,-11 0-133 16</inkml:trace>
  <inkml:trace contextRef="#ctx0" brushRef="#br1" timeOffset="15730.64">20522 11111 541 0,'0'0'32'16,"0"0"5"-16,0 0-2 0,0 0-9 15,0 0-10-15,0 0-2 0,0 0-2 16,0 0-2-16,81-26 0 0,-60 19-1 15,3-1 2-15,-1 0 1 0,6 1-1 0,-6-2-2 16,2 1-1-16,2-1-3 0,-5 1-3 16,-5 4-4-16,-1-1-3 0,-9 2-10 0,-1 2-17 15,0 1-40-15,-6 0-105 0,0 0-115 16</inkml:trace>
  <inkml:trace contextRef="#ctx0" brushRef="#br1" timeOffset="18913.74">16489 9497 421 0,'0'0'49'16,"0"0"-6"-16,0 0-9 0,0 0-2 15,0 0-5-15,0 0-6 0,0 0-9 16,0 0-9-16,0 0 1 0,0 0-2 16,5-25 4-16,7 52 4 0,0 14-1 15,-1 4-1-15,-1 6 4 16,2 0-7-16,-3 1 2 0,1-2 3 16,-4-4-6-16,-2-7 3 0,3-7-2 15,-3-11-1-15,-2-9 3 0,-2-6 2 16,0-6 3-16,0 0-2 0,0 0 1 15,4 0 3-15,-4 0-1 0,0 0 1 16,2 0-3-16,2 0-3 0,2-9-3 16,3-8-7-16,-3-4 4 0,0-3-5 0,0 1 4 15,-4-3 1-15,4 2 0 0,-1-2-1 16,-3 2-1-16,4-1 0 0,-2 9-1 16,-2-1 0-16,-2 7-1 0,4 5-1 0,-4 1 0 15,0 4-1-15,4 0 0 0,7 0 2 16,3 5 0-16,9 9 2 0,-2 9 0 15,-1 4 0-15,1 4 1 0,2 2 3 0,-3-1-4 16,1 0 4-16,0-3-5 0,1-5 1 16,-3-4 2-1,-9-8-1-15,7-3 1 0,-11-5-1 0,0-2 0 0,-4 1 1 0,-2-3 1 16,7 0 3-16,-1-2 3 0,2-5-1 16,4-7 0-16,-1-2-2 0,-9-4-2 31,2-6-4-31,-2-3 3 0,-2-6-4 0,0-3 4 15,0-4 1-15,-2-5-2 0,-4-2 0 16,2-3-1-16,-3 2 0 0,5 3-2 0,-4 7 1 16,2 5 1-16,2 13-1 0,2 9-1 15,0 8-1-15,0 5-2 0,0-2 0 16,0 2-2-16,0 0-1 0,0 0 1 16,0 2 1-16,2 13 3 0,10 10-2 0,1 5-3 15,5 3-15-15,-3 1-13 0,1-2-40 0,-1-2-57 16,-3-4-159-16,1-5-2 0</inkml:trace>
  <inkml:trace contextRef="#ctx0" brushRef="#br1" timeOffset="19313.64">17273 9400 504 0,'0'0'28'0,"0"0"12"0,0 0-1 16,-8 79-4-16,8-44-8 0,6 1-11 0,2 4 0 15,2-1-3-15,-5-1-4 0,1 1-5 16,0-6-2-16,0-4-3 0,-2-8 2 0,-2-3-2 16,2-6 0-16,-4-6 3 0,3 0-6 15,-3-6 1-15,0 0-4 0,0 0-10 16,0 2-17-16,0 0-12 0,0-2-8 15,0 0 2-15,0-10 18 0,-7-8 11 0,-1-6 7 16,2-3 9-16,-4-3 4 0,5 0 11 16,-1 1 9-16,0 1 6 0,2 0 7 0,2 10 5 15,-2 0 4-15,2 7 0 0,2 5 0 16,-5-5-8-16,5 6-8 0,0-6-6 16,0 2-3-16,0 0-2 0,7-4-4 15,3 3-1-15,2-2-3 0,3-1-3 0,-1 5 0 31,5-2-2-31,0 1-3 0,1 3-6 0,-1 3-8 16,-1 2-25-16,1 1-27 0,-5 0-54 16,5 7-138-16</inkml:trace>
  <inkml:trace contextRef="#ctx0" brushRef="#br1" timeOffset="19512.09">17273 9692 642 0,'0'0'36'16,"0"0"-2"-16,0 0-10 0,0 0-9 0,0 0-7 15,0 0-2-15,0 0-2 0,0 0-3 0,97-20-4 16,-66 11-3-16,0 2-5 0,2-2-9 16,-4 5-33-16,4 1-51 0,-4 2-106 0,-8 1-68 15</inkml:trace>
  <inkml:trace contextRef="#ctx0" brushRef="#br1" timeOffset="20180.05">17744 9487 551 0,'0'0'49'0,"0"0"-1"16,-12 77-11-16,8-49-11 0,2 2-11 16,-3-3-7-16,3 0-3 0,2-9-2 0,0 1-4 0,0-8 2 0,0-6 0 15,0 2 0-15,0-7 5 0,0 0 1 16,0 0 5-16,0 1 6 0,0 1 3 16,0-2-4-16,0 1-3 0,-2-1-7 15,2-14-3-15,0-5-2 0,-4-9 0 0,4 0 0 31,0-4-2-31,0 0 0 0,0 0 2 0,4 3-2 16,-2 3 2-16,0 10-2 0,3 0 0 16,-3 8 0-16,-2 3-2 0,4 0 2 15,2 4-2-15,-4 1 1 0,10 0 0 16,7 0 1-16,-4 6-2 0,7 7 2 16,-5 3-1-16,1 0 1 0,-5 4 0 15,-1 0 0-15,1 1-2 0,-7 0 2 0,0-7-1 16,-4-3 2-16,-2-2 0 0,4-5-1 0,-4 1 1 15,2-1 0-15,-2-4 0 0,0 0 2 16,0 0 0-16,0 0 1 0,0 2-1 16,0-2 0-16,4-3 0 0,-4-13-2 15,2-6 0-15,5-8-1 0,-5 1 1 0,8 0-1 16,-4 0 2-16,3 0-3 0,1 5 1 16,-6 0 0-1,2 9-2-15,0-1 2 0,1 7 0 16,-3 4-1-16,2-2 0 0,-4 6-1 15,8-1 0-15,1 2 0 0,1 2 1 16,5 8 1-16,-5 4-1 0,2 1 2 16,-1 3-2-16,-5 3 2 0,3 4-1 0,-7 1 0 15,2 2-1-15,0 3 2 0,-2 0-1 16,-2 0 1-16,2-2 1 0,-4-4-2 0,2-6 0 16,-2-1 0-16,0-8-1 0,0-3 0 15,0-1-1-15,0-6 1 0,0 0 1 16,0 0-2-16,0 1 1 0,0 1-4 15,0-1-7-15,5 1-8 0,-5-2-24 0,2 1-42 16,2-1-118-16,-2 0-98 0</inkml:trace>
  <inkml:trace contextRef="#ctx0" brushRef="#br1" timeOffset="20729.62">18424 9437 404 0,'0'0'28'16,"0"0"-3"-16,0 0-4 0,0 0-8 15,0 0-1-15,0 0 2 0,0 0 5 16,0 0 2-16,0 0 2 16,0 0 0-16,15-23-4 0,-15 22-3 15,0-1-4-15,2 1-2 0,-2-1-1 16,0 2-1-16,0-2 1 0,0 1-1 16,0-1 1-16,4 1 2 0,-4-1-2 15,0 1 0-15,0-1-2 0,0-4-1 16,0 0 0-16,0-4 0 0,0 0 0 15,-4 6-1-15,2-6-1 0,-2 8 1 16,4-3 0-16,-2 2 0 0,2 3 0 16,0-2-1-16,0 2-1 0,-3 0-3 0,-3 0-1 15,-6 5 0-15,-5 7 1 0,-3 8 2 16,5 3 1-16,3 3-1 0,-1 1 1 0,5-1 0 16,2-1-1-16,0-5-1 0,2-1 0 15,4-7-2-15,0-1 1 0,4 8-1 16,2-6 0-16,6 6 3 0,-3-6-2 15,5-2 0-15,-4-4 0 0,3 0 0 0,1-3-1 16,-8-1 0-16,13 2 0 0,-11-4-2 16,5 1-1-16,-1 0 0 0,-10-2-3 0,4 1-12 15,1 1-20-15,-3-1-48 0,2 0-164 16,-2 1-41-16</inkml:trace>
  <inkml:trace contextRef="#ctx0" brushRef="#br1" timeOffset="21996.72">18778 9101 618 0,'0'0'49'16,"0"0"-6"-16,0 0-11 0,0 0-10 15,0 0-8-15,-91-77-2 0,70 61-5 0,0-2 0 16,-5 0-1-16,-5-1-2 0,-3-1 2 16,-3 0-1-16,-4 1-1 0,-9 0-2 0,-3 1 0 15,-9 1-3-15,-3 2 1 0,-3 3 1 31,-2 1-1-31,-2 2 1 0,-3 0-1 16,1 0 0-16,-1 3 1 0,1 0-1 16,2 0 1-16,1 3 1 0,1-1-1 0,6 3 0 15,4-1-1-15,-4 2 1 0,4 0 0 16,-4 0-1-16,0 7 0 0,-2-1 1 0,-3 4-1 16,1 2 2-16,-2 2-2 0,0 4-1 15,-1 0 0-15,5 6 0 0,0-2 0 16,2 6 1-16,4-1-1 0,2 3 1 15,2 0-1-15,5 1 2 0,5-1-3 0,7 1 3 16,4 1-1-16,0-1 0 0,12 4 3 16,-2 1-4-16,7 2 4 0,-3 1-4 15,8-2 0-15,1 3 1 0,0 2-1 0,5 4 1 16,1 4-1-16,0 3 1 0,6 0-1 16,-2 2 1-16,2-3-1 0,0 0 2 31,2 0 3-31,4 0-3 0,0 0 3 0,7-4-3 15,-3 1 1-15,5-5 0 0,-1 0-1 0,5-2 3 16,-1-2-6-16,7-2 4 0,-2-2-1 16,6-2 1-16,-2-4 0 0,0-2-1 15,6-1-1-15,4-3 0 0,-4 0 0 16,6-1 1-16,0 1 3 0,1 0-4 16,3-1 5-16,-1 1-6 0,3-2 2 0,0-1 0 15,5-1-3-15,-4-4 2 0,1 0 0 16,5-6 1-16,-1-2 2 0,1-2-3 0,4-3 1 15,-2 0-1-15,-1-1-1 0,5-2 2 16,0 0-1-16,4-3-1 16,-2-2 1-16,4-1 0 0,0 0 1 0,2-2-1 15,-1 1-1-15,1-1 0 0,-6 1-1 0,-2-1 1 16,-3 2 1-16,-7 0 0 0,-3-1-1 16,-1 2 0-16,-9-3 0 0,0 2 0 0,0 0 1 31,-4-2-1-31,0 1 3 0,-2-3-2 15,2 1-1-15,2-3 4 0,0 0-6 16,4-3 5-16,-1 1-3 0,1-1 1 16,0 1 0-16,-4-1-1 0,0 2 1 0,0-1 0 15,-2 1 0-15,-4 1 0 0,0 1 0 16,-2-2-1-16,0 1 0 0,-5-2 1 0,1 2-1 16,0-1 1-16,-3-2 0 0,1-1-1 15,-1-2 2-15,1-2-1 0,0-1 0 16,-3 0 0-16,3 0-1 0,-5-1 1 15,5 0 0-15,-3 1 1 0,-1-3-1 0,-3 2 0 16,3 1 0 0,-3-1-1-16,1 1 1 0,-5-2 0 0,2 2 1 0,-4-2-2 0,1-1 2 15,-1 0-1-15,-4-4-3 0,0 0 4 16,2-3-4-16,-4-1 3 0,0-1 2 16,0-4-2-16,0-1 2 0,0 1-1 15,0-5 1-15,-4 3-1 0,2 3 0 0,0 1-1 31,-4 5 2-31,-1 2 0 0,1 2 0 16,0 4-1-16,0 2 1 0,-5 0-2 0,1 0 2 16,-2 2-1-16,-1-3 0 0,-5 0 2 15,-1-4-6-15,-2 1 5 0,1-2-4 16,-5 0 1-16,0 1 3 0,-2 0 1 16,2 3 1-16,5 1 2 0,-5 1-2 0,6 3-1 15,3 5 0-15,5 2-3 16,-1 3 2-16,4 2 0 0,2 1-2 0,-3 0 0 0,3 2-1 15,-4-1-2-15,8 1 2 0,-2 1 0 16,-11-1 1-16,9 2 0 0,-9 0 0 16,-7 0 0-16,1 0-2 0,0 0 1 15,3 0 0-15,-3 0-1 16,3 0-5-16,-1 0-8 0,0 0-21 0,3 3-52 0,-7 2-194 0,-4 7-37 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4:08:48.606"/>
    </inkml:context>
    <inkml:brush xml:id="br0">
      <inkml:brushProperty name="width" value="0.05292" units="cm"/>
      <inkml:brushProperty name="height" value="0.05292" units="cm"/>
      <inkml:brushProperty name="color" value="#C00000"/>
    </inkml:brush>
  </inkml:definitions>
  <inkml:trace contextRef="#ctx0" brushRef="#br0">1991 7552 365 0,'0'0'38'16,"0"0"-2"-16,0 0-6 0,0 0-4 0,0 0-3 16,0 0-3-16,0 0 3 0,0 0-1 15,0 0 1-15,-15-14-1 0,9 12-2 16,6 2-2-16,0-1-1 0,-4-2-6 16,2 0-2-16,-2-1-1 0,2 3-3 0,2 1 3 15,-7-3-5-15,1 2 2 0,4-2-3 0,-8 0-1 16,4 1-1-16,3 0 2 0,-9 2-2 15,0 0 1-15,-1 0-1 0,-1 0 0 16,-3 5 0-16,7 0 1 0,-7 0-1 16,5 3 1-16,-2 1-2 0,-1 3 1 15,3 1 1-15,-5 0-2 0,7 1 2 0,-7-1-1 32,5 3 0-32,-5-1 0 0,5 0 0 0,-5 2 0 0,3 1 1 0,-5-1-2 0,1 1 1 15,3 0 0-15,-3 2 0 0,-1 1 0 31,5-1-1-31,1 1 0 0,-1 1 1 16,7-2 2-16,1 2-3 0,4-1 4 16,2 2-4-16,0 0 2 0,0 0 0 0,0-1-1 15,2 1 0-15,4 0 0 0,1 0 1 0,1-1-2 16,2 2 2-16,-1 2-1 0,3 0 0 16,0 4 0-16,-3 1 0 0,3 4-2 15,-2 0 2-15,-1 1-1 0,-3 1 1 16,0 0-1-16,0 0 2 0,-4-2 3 15,2-3-3-15,3-3 3 0,-5-2-4 0,-2-3 0 16,4-5 0-16,-4-1 1 0,0-1 2 0,0 1-2 16,0 4 0-16,0-2-1 0,-11-2-2 15,3 2 2-15,-4-2 0 0,-1 2-1 16,-1 0 1-16,-3 0-1 0,-3 1 1 16,1-2-1-16,-2-1 1 0,1 1-1 31,-3-4 0-31,2 0 2 0,1-3 0 0,-1-1 0 15,5-5 2-15,1-2-1 0,3 0 1 16,3-4 0-16,-3 1 1 0,8-1 0 0,-2 2 0 16,-1-2 0-16,1 0-1 0,-4 0 0 15,0 0-1-15,3-2 3 0,1 2-5 16,4-3 2-16,-4 0 1 0,2 0-1 16,2 2 2-16,2 1-2 0,-7-3-1 0,5-1 0 15,-2 1-2-15,2 0 2 0,2 3 1 0,0-4-3 16,0-1 0-16,0-4 0 0,2 2-2 15,4-1 2-15,3 2 1 0,1 1-1 16,-2 0 2-16,3 3-2 0,-3-1 0 16,4 3 1-1,-3 0 0-15,1 0 0 0,2 0 2 0,-3 4-2 0,5 4 0 0,-4 1-1 16,5 5 0-16,-3 0 1 0,1-1 0 0,-5 4 1 16,2 1-1-16,-1 2-1 0,-1 1 1 15,2-1-2-15,-4 1 2 0,1 0-1 31,-1 3 2-31,0 1-1 0,-4 2-1 16,4 2 4-16,-6 4-3 0,0 1 3 16,0 4-1-16,0-1-2 0,0 5 2 0,0 0-2 15,-6 2 2-15,0 0-2 0,0 0 1 0,-1-2-1 16,-1-4 1-16,2-1-2 0,-2-7 0 16,2-1 1-16,-1-1 1 0,1-1-2 15,2-2 3-15,-2 0 2 0,4 0-4 16,-4 2 4-16,1-2-3 0,3 2-1 15,-4 3 0-15,0 0 0 0,0 3 0 16,0 2-1-16,-3 1 1 0,3 1-1 0,0 1 1 16,0-2-1-16,4 1 2 0,-3-3-1 0,3 2 1 15,2-5-2 1,0 1 1-16,0 0-1 0,0 1 1 16,0 1 3-16,0 1-2 0,0 2 3 0,0-1-3 0,0 0-2 31,0 2 1-31,-4-1 0 0,4-1 1 0,-2 0-2 15,2-1 2-15,-6 2-1 0,2-2 0 0,2 1 1 16,-2-1-1-16,-3 0-1 0,7 0 0 16,-2-2 1-16,-2 1 0 0,4-3 1 15,0 3-2-15,6-4 4 0,-1 0-3 16,3-3-2-16,-4-5 3 0,4-1-3 16,-2-2 2-16,1-7 0 0,1 0 0 15,-2 0 0-15,0-5 0 0,5 6 0 0,-3-7 0 0,-2 0-4 16,7 1 3-16,-5-2 1 0,8 0 0 15,-7-2 2-15,3-3-2 0,9 1 0 16,-3-1-1-16,3 0 2 16,4 0-1-16,-5-3 1 0,5-3 1 0,-6 0-2 15,6-1 0-15,-9-3 0 0,3 1 0 0,-3 3 0 32,-7-1 0-32,3 2 0 0,-6 0 0 0,2 1 0 0,-1 1 0 0,-1-2 0 0,0 4-2 15,-4-1 0-15,2 1 1 0,-4 1 1 31,0-2-2-31,0 2-1 0,0 0-3 16,0-1-24-16,2 1-30 0,2-6-87 16,3-2-133-16,-1-1 5 0</inkml:trace>
  <inkml:trace contextRef="#ctx0" brushRef="#br0" timeOffset="1483.99">1354 7572 275 0,'0'0'59'0,"0"0"-5"0,0 0-6 16,0 0-6-16,0 0-5 0,0 0-8 0,0 0-5 0,0 0-5 0,-89 4-3 15,75-12-3-15,-5-4 0 0,5-3 1 31,-5-2-4-31,7-1 0 0,3-3-7 16,5-4-1-16,2 0 0 0,-2-3 0 16,-2 1 1-16,4 0 1 0,-2-2 0 0,-3 0 2 15,1 0 0-15,2-1-3 0,-6 3 7 0,1-1-5 16,-1 2 5-16,4 10 0 0,0-3-1 16,2 1-1-16,-1 1-4 0,-3 2 1 15,2 0-4-15,2 6 1 0,-2 0 1 16,-1 0-2-16,1 1 0 0,4 1 0 15,-4 4-1-15,6-1 1 0,0 4 1 0,-2-4-1 16,2-1 1-16,-4 1-2 0,4-1 0 0,0 5 1 16,-2-1 0-16,2 1 0 0,0-2-1 15,0 1 0-15,0-1-2 0,-5 1 0 16,5-1 1-16,0 1-2 0,0-1 1 16,0 1-1-16,0-1 0 0,0-1 2 31,13 0 0-31,5-1 1 0,7-3-3 0,4 3 3 15,8 1-4-15,5 0 1 0,7 0 2 0,3-2-1 16,0 2 2-16,-5 0 1 0,-1 0-1 16,-1 3 0-16,-5 0 1 0,1 0-1 15,-2 0 1-15,0 3-2 0,-3 1 2 16,-3 1-1-16,4 0 1 0,-6-1 0 16,-4 1-1-16,4-2 0 0,-4 2 1 0,-1-4-5 15,5 2 0-15,-4-2 1 0,0-1-2 0,0 2 5 16,-8-2 0-16,-1 0 0 0,3 0 1 15,-9 0-1-15,9 1 0 0,-2 1 0 16,-3 1 1-16,5 0-1 0,-7 0 1 16,-1 2-1-1,1-2 0-15,-1 0 1 0,-3 0-2 0,-4 0 2 16,0-2-1-16,-4 1 0 16,5-1 1-16,-7-1-1 0,0 0 2 0,0 0-2 15,0 0 0-15,2 2 0 0,-2-2-3 16,0 0-1-16,4 0-3 0,-4 0-39 15,6 0-51-15,-4 0-159 0,4-9-23 16</inkml:trace>
  <inkml:trace contextRef="#ctx0" brushRef="#br0" timeOffset="2265.51">2127 6811 396 0,'0'0'41'0,"0"0"-10"15,0 0-12-15,0 0-11 0,0 0-8 0,0 0 0 31,0 0 0-31,0 0 2 0,0 0 2 0,0 0-3 16,-8-4 2-16,8 6 1 0,0 3-1 16,2 2 2-16,4 1-2 0,0-1 2 15,7 3 0-15,-7-4 1 0,2 4 1 16,5 1-2-16,-1-2 2 0,0 3-1 16,3 0 0-16,-5-3-2 0,-2 2 1 0,1 1 0 15,-5-4 1-15,8 6-2 0,-6-3 0 0,1-3-2 16,-1 0 0-16,-4 0 0 0,2-4 0 15,-4 0 1-15,2 1-1 0,-2-5 1 16,0 0 2-16,0 0 1 0,0 2 3 16,0-1 1-16,0 1 1 0,0-1 0 15,0 0-1-15,0 1-3 0,0-2-3 0,0 1-1 32,0-1-2-32,0 0-1 0,-2 2 0 0,2-2-1 0,0 0 1 0,-4 0-2 0,4 0 1 15,0 0 1-15,-2 0 0 0,2 2 1 31,0-2-1-31,0 0 0 0,-4 0 1 16,4 0-1-16,0 0 0 0,0 0 0 16,-2 0-2-16,2 0 0 0,0 0 0 0,0 0-2 15,0 0 0-15,0 0 0 0,0 0 0 0,0 0 3 16,0 0 1-16,0 0 0 0,0 0 1 16,2 0-1-16,2 0 0 0,-4 0 1 15,2 0 1-15,-2 0 2 0,4 0 2 16,-4 0-1-16,0 0 1 0,0 1 1 15,0-1-2-15,0 5-1 0,-6 1-2 0,-11 3 0 16,-1 1-2-16,1 2 0 0,-6 0 0 0,3-1 0 16,-5 1 0-16,4-1 0 0,1 2 0 15,-5-2-2-15,17-3 4 0,-9 1-2 16,11-4 0 0,0 1 1-16,-3-2-1 0,7-1 5 0,-2 1-5 0,4-4 6 31,0 0-5-31,0 0 0 0,-2 1 1 0,2 1 0 15,-4-1-1-15,4 0 0 0,-2-1-1 0,2 2-2 16,0-2-2-16,0 0-6 0,0 0 0 16,0 0-26-16,8-9-39 0,7-8-141 15,3-1-53-15</inkml:trace>
  <inkml:trace contextRef="#ctx0" brushRef="#br0" timeOffset="2748">2780 6657 529 0,'0'0'52'0,"0"0"-2"0,0 0-10 0,0 0-10 16,0 0-11-16,0 0-10 0,0 0-4 15,0 0-6-15,0 0 0 0,-25-30 0 16,25 43 1-16,0 9 0 0,7 8 2 16,-1 2-2-16,0 3 1 0,0 3-1 15,0 1-1-15,-3 3-1 0,3-2 0 0,-6 3-1 31,0-5-1-31,0-3-6 0,0-11-2 0,0-10-18 16,4-2-30-16,-4-6-80 0,2-1-125 16</inkml:trace>
  <inkml:trace contextRef="#ctx0" brushRef="#br0" timeOffset="2999.18">2737 6613 607 0,'0'0'51'16,"0"0"-9"-16,0 0-12 0,0 0-9 15,0 0-9-15,0 0-10 0,0 0 2 0,0 0-7 32,0 0 2-32,0 0 0 0,-39-68-2 0,53 62 1 0,9 1-1 0,0 4 0 0,5 1 2 15,1 6 4-15,2 5-4 0,-4 2 3 31,6 1-6-31,3-1-2 0,-14 1-12 16,7-5-34-16,-8-1-44 0,-3-4-135 16,-3 1-37-16</inkml:trace>
  <inkml:trace contextRef="#ctx0" brushRef="#br0" timeOffset="3249.13">2809 6879 492 0,'0'0'44'15,"0"0"-7"-15,0 0-9 0,0 0-11 16,0 0-8-16,0 0-2 0,0 0-3 16,0 0-1-16,0 0 0 0,0 0-2 15,91-70 0-15,-66 70 0 0,0 0-1 0,-5 0 0 31,3 5-2-31,0-1-2 0,-4 4-2 0,-1 1-6 16,1 0-7-16,-7-1-32 0,3 1-96 16,-7-3-96-16</inkml:trace>
  <inkml:trace contextRef="#ctx0" brushRef="#br0" timeOffset="3499.52">3299 6625 559 0,'0'0'62'0,"0"0"-10"0,0 0-14 15,0 0-16-15,0 0-10 0,0 0-7 0,0 0-3 32,0 0-1-32,0 0 0 0,-43 40 1 0,43-16-2 0,0 2 1 0,0 0 1 0,4 0-5 31,2 3 0-31,-4 2 1 0,4 3-4 15,-6 1 1-15,4 1-6 0,-4-1-18 16,0-11-28-16,0 0-44 0,0-10-156 16,0 0-3-16</inkml:trace>
  <inkml:trace contextRef="#ctx0" brushRef="#br0" timeOffset="3715.55">3214 6685 547 0,'0'0'59'0,"0"0"-10"0,0 0-10 0,0 0-14 16,0 0-14-16,0 0-5 0,0 0-7 15,0 0-1-15,0 0-1 0,-10-25-1 16,22 19 2-16,9 0-2 0,4 1 0 16,-4 2-3-16,1 2-4 0,-3 1-4 15,-3 0-20-15,-3 0-27 0,5 4-47 0,-5 0-144 31</inkml:trace>
  <inkml:trace contextRef="#ctx0" brushRef="#br0" timeOffset="3965.39">3223 6947 567 0,'0'0'28'16,"0"0"-5"-16,0 0-7 0,0 0-9 16,0 0-6-16,0 0-1 0,0 0-2 15,64-80 0-15,-44 72 1 0,1 1-1 0,4 1 0 16,-7 1-2-16,1 2-1 0,0 1 0 16,-5 2 0-16,-1 0-2 0,1 2-5 0,3 6-22 31,-9-1-48-31,0 4-100 0,2-4-58 15</inkml:trace>
  <inkml:trace contextRef="#ctx0" brushRef="#br0" timeOffset="4315.46">3384 7026 538 0,'0'0'59'16,"0"0"-10"-16,0 0-13 0,0 0-15 0,0 0-7 0,0 0-5 16,0 0-3-16,0 0-1 0,0 0-4 15,0 0-2-15,-15 2-1 0,15-2 0 16,0 0 1-16,0 0 0 0,0 0 2 16,2 0-1-16,7-2 1 0,3 1 0 31,1-2-1-31,-3 1 1 0,0 0-1 0,3-1 0 15,-9 2 0-15,8 0 1 0,-6 1-1 0,1 0 0 16,3-2 0-16,-4 2-1 0,0 0 1 16,7 0-1-16,-7 0 1 0,6 0-2 15,1 0 1-15,-1 0 0 0,1 0-1 16,-3-1 0-16,0 1 0 0,3-4-2 16,-5 3 1-16,-2-1-6 0,6 1-21 0,-9-1-38 15,3-2-79-15,4-1-117 0</inkml:trace>
  <inkml:trace contextRef="#ctx0" brushRef="#br0" timeOffset="4682.07">3591 6613 573 0,'0'0'48'0,"0"0"-14"16,0 0-13-16,0 0-14 0,0 0-4 15,0 0-2-15,0 0-1 0,0 0 1 16,0 0 0-16,51-1 1 0,-24 1-2 15,-2-2 2-15,2 1-2 0,-2-1 0 0,-3 1 0 16,-3 1 0-16,0 0-4 0,-1 0-1 16,-5 0 0-16,3 0-3 0,1 1-2 0,-5 1 3 15,3 2-7-15,-3 1-25 0,-4-1-47 16,-2-1-106-16,1 0-63 0</inkml:trace>
  <inkml:trace contextRef="#ctx0" brushRef="#br0" timeOffset="4932.46">3859 6578 439 0,'0'0'30'0,"0"0"-7"0,0 0-5 0,0 0-8 16,0 0 0-16,0 0 2 0,0 0-1 15,-20 81-1-15,20-58 0 0,0-2-3 16,0-4 0-16,0 2-4 0,0 1 1 16,4-7 0-16,-4 9 6 0,2-9 0 15,-2 0 0 1,0-1-2-16,0-8-6 0,2 3-3 0,-2-4-3 16,4 1-5-16,-2 5-1 0,4-1-17 0,5-4-123 0,1-2-98 0</inkml:trace>
  <inkml:trace contextRef="#ctx0" brushRef="#br0" timeOffset="6698.06">4384 6692 398 0,'0'0'54'0,"0"0"-6"0,0 0-15 0,0 0-3 16,0 0-2-16,0 0-3 0,0 0 0 0,0 0-1 16,0 0-5-16,-6-9-1 0,6 8-2 15,0-7-2-15,0 2-1 0,-2-5-2 0,-2 1 0 16,2 1 0-16,0 1 0 0,-4 0-2 16,-5-1-2-16,5 3-1 0,-8-1-2 0,5 4-2 15,-3 1-1 1,-11 2-2-16,7 0 0 15,-13 8 0-15,12 4-1 0,-6 5 0 16,5 3 1-16,3 2-1 0,1 4 1 16,-3 1-1-16,7 3 2 0,0 1-1 0,1-1 0 15,3-2 0-15,2-3-1 0,2-7 1 0,2-1 1 16,0 0-1-16,6-4 1 0,3 4-1 16,3-6 0-16,0-2 0 0,7-1 0 15,0-2 1-15,-3-2 1 16,9 0-2-16,-4-2 1 0,7 0 0 0,-5-2-1 15,2 0 2-15,-6 0-1 0,-1 0-1 0,-5 0 1 16,-3 0-1-16,2 0 1 0,-5 0 0 0,3 0 1 16,-2 0 0-16,-4-2-1 15,5 0 1-15,-3 0-2 0,-4 0 0 0,8-2 0 16,-8 1-8-16,2 0-9 0,3-3-24 16,-5 2-41-16,4-2-91 0,2 1-105 15</inkml:trace>
  <inkml:trace contextRef="#ctx0" brushRef="#br0" timeOffset="6981.21">4560 6704 598 0,'0'0'62'0,"0"0"-16"0,0 0-15 0,0 0-13 16,0 0-7-16,0 0-6 0,0 0-2 15,0 0-3-15,0 0 1 0,0 0-1 0,-10 18 0 32,10 9-1-32,0-4 1 0,2 4-1 0,2 0-1 0,-2 0-3 0,0-1-1 0,2 0-6 15,-4-8-7-15,2 0-22 0,2-6-20 31,-4-5-41-31,2 3-67 0,-2-5-77 16</inkml:trace>
  <inkml:trace contextRef="#ctx0" brushRef="#br0" timeOffset="7481.25">4519 6938 448 0,'0'0'30'0,"0"0"-13"0,0 0-6 15,0 0-6-15,0 0-3 0,0 0 0 0,0 0-1 16,0 0-1-16,0 0 0 0,0 0 0 16,84-74-2-16,-69 69 0 0,-5 2-1 15,9 0-3-15,-11 0 0 0,0 0-1 0,3 2-1 16,-5-1-2-16,2-3-3 0,-4 4-7 16,5-5-11-16,-1 0-4 0,-4-2-1 15,8-3 8-15,-5 4 12 0,-1-7 12 0,-4 7 14 31,2-5 14-31,-2 1 12 0,-2-3 13 0,0-4 3 16,0 1 3-16,-2-1-1 0,-2 1-5 16,2 7-7-16,-4-2-5 0,2 0-8 15,-3 1-8-15,5 2-1 0,-2 4-3 16,2 1-1-16,2 4-4 0,0-2-1 16,0 2-4-16,0-1-2 0,0-1-4 0,0 2-1 15,-4-1-1-15,4 1 1 0,0 0-1 16,0 1 2-16,0 11-1 0,0 5-1 0,0 6 1 15,0 1 1-15,4 3-1 0,-2 1 1 16,4 2-2-16,-6 5-1 16,4 1 1-16,-1 6 2 0,1 1-2 0,-2 3 4 15,2-5-4 1,-4-4 2-16,2-13-1 0,2-5-1 16,-4-7 0-16,2-5-2 0,2 1 1 0,-4-3-3 0,2 0-4 0,-2-1-1 0,0-4-4 15,0 0-9-15,0 0-12 0,2 0-24 31,3 0-37-31,-3 0-69 0,4 0-93 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4:32:28.301"/>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2060"/>
    </inkml:brush>
  </inkml:definitions>
  <inkml:trace contextRef="#ctx0" brushRef="#br0">22421 7532 170 0,'0'0'26'16,"0"0"-4"-16,0 0-7 0,0 0-4 16,0 0-7-16,0 0-3 15,0 0-1-15,0 0 0 0,0 0 0 0,-4-12-1 16,4 12 1-16,-2-2 0 0,2 2 5 0,0-1 3 15,0 1 6-15,0-2 6 0,-1 2 1 16,1 0 3-16,0-1 0 0,0 1-2 16,-2 0-3-16,2-2-2 0,0 2-6 15,-1 0-2-15,1 0-2 0,-2-2-1 16,1 2-2-16,-1 0 0 0,0 0 1 0,0 0 0 16,1 0 3-16,-1 0 2 0,2 0 1 0,-1-1-1 15,1 1 1-15,-2 0 1 0,1 0 0 31,0 0 2-31,-1 0-3 0,1 0-1 16,-1 0-1-16,1 0-1 0,-1 0 3 16,1 0 2-16,-1-2 1 0,1 2 1 15,-1 0 1-15,1 0-4 0,-1 0 1 0,1-1-1 16,-2 1 2-16,2 0-3 0,0 0-1 0,-1-2-2 16,1 2-1-16,-1 0-2 0,1 0 0 15,1 0-1-15,-2-1 0 0,2 1 0 16,-1 0 0-16,1 0 0 0,-2 0-2 15,2-1 1-15,0 1-1 0,0 0-2 16,0-2 0-16,0 2 1 0,0 0 0 0,0-2 1 16,0 2 1-16,2-1-1 0,4-1 1 0,5 1 0 15,-2-1-1-15,1 0 1 0,1 1-2 16,1 0 1-16,0 1 0 0,2-2-1 16,4-1 0-16,-4 3-1 0,3-1 1 31,-4-1 0-31,0 2 0 0,6-2 2 15,-6 2-2-15,6-1 0 0,-1-1 1 0,-6 2-1 16,8-3 1-16,-4 2 2 0,3 0-3 0,-3-2-1 16,3 1 0-16,-3 0 0 0,-3 1-1 15,4 1 1-15,-5-2 0 0,-1 2-1 16,0 0 1-16,0 0 1 0,-1 0-1 16,-5 0 0-16,0 0 1 0,1 0-1 15,-2 0 0-15,1 0 1 0,0 2-1 0,-5-2 0 16,0 0 0-16,0 0-1 0,2 0 0 15,-1 1 1-15,1-1 0 0,-1 0-1 0,1 2 0 16,-1-2-1-16,1 0 0 0,0 2 0 16,0-2-6-16,-2 1-10 0,0-1-23 15,0 2-37-15,0 0-88 0,-10 6-127 16</inkml:trace>
  <inkml:trace contextRef="#ctx0" brushRef="#br0" timeOffset="2507.88">22765 7478 190 0,'0'0'47'0,"0"0"-2"0,0 0-3 0,0 0 0 0,0 0-1 0,0 0-6 0,0 0-5 15,0 0 0-15,0 0-6 0,11-7 0 31,-9 6-4-31,-2-1-2 0,0 1-5 16,0 1-3-16,0-2-5 0,0 2-1 16,0-2-2-16,0 2-1 0,0-1 0 15,0 1-1-15,0-2-1 0,0 2 2 0,0-1-1 16,0 1 5-16,0 0 2 0,0-2 2 0,0 2 3 16,0 0 1-16,0 0 2 0,0 0-1 15,0-1-1-15,1 1-1 0,1 0-3 16,-1 0-2-16,1 0-1 0,-1 0-2 15,1-2-1-15,-1 2 0 0,5 0 0 16,0 0-3-16,7 0 2 0,-3 0 0 16,2 0 2-16,6 0 1 0,-7-1-1 0,7 1 0 0,-6-2 0 15,2 2-2-15,5-1 1 0,-6-1 1 16,9 2-2-16,-3-1 0 0,1-1 1 16,4 2 0-16,-6 0 0 0,0 0-1 15,0 0-1-15,-4 0-1 0,5 0 1 31,-6 0 0-31,0 0 1 0,0 0 0 0,0 0 0 16,6 0 1-16,-3 3 2 0,1-1-2 16,-1 1 1-16,3-2-2 0,0 1 1 0,4 1 0 15,0-2-1-15,-7 1 1 0,1-2-1 16,2 1-1-16,-1-1-1 0,-1 2 1 16,0 0-1-16,-5-1 3 0,1-1-3 15,0 2 0-15,-2-2 0 0,4 0-2 0,-4 1 2 16,1 0 2-16,-6-1-2 0,7 2 0 0,-7-1 0 15,5-1-2-15,4 2 2 0,-4-1 0 16,2-1 1-16,0 2 0 0,6-2 0 16,-7 2 0-16,8-2 0 0,-1 0-1 15,1 0 1-15,4 0-2 0,-6 0 1 16,1 0 0-16,-1 0 0 0,-6 0 1 0,7-2 1 16,-8 2-4-1,1-2 1-15,2 1 1 0,-3 1 0 0,1 0 3 0,0-2-3 0,-2 2 0 31,3 0 0-31,-1-1 0 0,1 1 0 16,0 0 1-16,-7 0-2 0,6-2 2 16,-6 2-1-16,6 0-1 0,1-1 2 15,-2 0-1-15,0 1 0 0,0-2-1 0,1 1 1 16,-2-1 1-16,3 0-1 0,-1 2 1 0,0 0-1 16,0 0-2-16,1 0 2 0,0-1 0 15,-1 1 0-15,-2 0 0 0,3-2 0 16,-2 2 0-16,2 0 1 0,-1 0-1 15,0 0 0-15,0 0-1 0,2 0 1 16,-2 0 0-16,0 0 0 0,2-1 0 0,-2 1 0 16,0 0-3-16,1-2 4 0,-8 2-1 0,1 0 0 15,-1 0 3-15,1 0-3 0,0 0 1 16,0 0-1-16,-1 0-1 0,1 0 1 16,0 0 1-16,0 0-1 0,-1-1 0 15,1 1 0-15,0 0-2 0,4 0 2 31,-3 0 0-31,-1 0 0 0,-1 0 2 0,0 0-2 16,1 0 1-16,1 0-1 0,-2 0 1 0,-5 0-1 16,0 0-2-16,0 0 2 0,2 0-1 15,-1 0 2-15,1 0 0 0,-1 0 0 16,1 0 0-16,-1 0-1 0,5 0-1 16,1 0 1-16,-1 0 0 0,0 0 0 15,-6 0 0-15,4 0 1 0,2 0-2 0,0 0 2 16,1 0-1-16,-7 0-1 0,0 0 1 15,0 0 0-15,1 0 0 0,1 0 0 0,-1 0-1 16,1 0 0-16,-1 0-1 0,1 0 0 16,-2 0-3-16,0 0-3 0,1 0-7 15,-1 0-7-15,0 0-19 0,0 0-26 16,-1 0-42-16,-5 0-84 0,-9 0-89 0</inkml:trace>
  <inkml:trace contextRef="#ctx0" brushRef="#br0" timeOffset="3299.5">24023 7331 473 0,'0'0'59'15,"0"0"-9"-15,0 0-5 0,0 0-6 16,0 0-7-16,0 0-7 0,0 0-6 16,0 0-4-16,0 0-1 0,0 0-4 31,-20-15 1-31,19 14-3 0,1 1-3 15,-2-2-1-15,2 2-2 0,0 0-2 0,0 0 1 16,0 0 0-16,0 0 0 0,0 0 0 16,0 0 0-16,7 2 1 0,5 4 1 0,4 3 1 15,1 0 1-15,0-2-1 0,2 1 1 16,3-2 0-16,1 2-1 0,-1-1-2 16,2 1 0-16,-1-1-3 0,-1-1 2 15,-1 1 0-15,-6-3 0 0,0 1 0 0,-4-4 0 16,-5 1 2-16,4-1-2 0,-5 1 0 15,-1-2 1-15,3 2-2 0,-7-2 2 0,0 0-1 16,0 0-1-16,6 1 1 0,-2 2-1 16,1-2 1-16,-1 1-1 0,-4-2 1 15,0 0-1-15,0 0 1 0,2 1 0 16,-1-1-1-16,1 0 2 0,-1 2-2 0,0-2 1 16,2 0 0-16,-2 2 0 0,1-2-1 0,-1 0 1 15,1 0-1-15,-1 1 2 0,1-1-1 31,-1 0 1-31,1 2-1 0,-1-2 0 16,1 0 1-16,-2 1-3 0,1-1 1 16,-1 4 0-16,-3 6-1 0,-7 0 3 15,-6 5-2-15,-1 0 1 0,-4 1 0 0,1-2 0 16,1-1-2-16,-1 1 1 0,3-4 0 0,5 0 1 16,1-1 1-16,4-3-2 0,-1-2 0 15,1 2 0-15,4-2-2 0,-4 2 4 16,4-4-1-16,-4 3 0 0,1 1 0 15,3-3-1-15,0 0-2 0,3-3 3 16,-1 0 0-16,1 0 0 0,-2 2 1 0,1-1-1 16,-1-1 1-16,1 2 0 0,-1-2 0 0,2 1-2 15,-1-1 1-15,1 2 0 0,-2-2-1 16,2 2 1-16,-2-2-2 0,2 0 0 16,-1 1-2-16,1-1-2 0,0 0-8 31,0 0-18-31,0 0-54 0,0 0-106 15,0-1-124-15</inkml:trace>
  <inkml:trace contextRef="#ctx0" brushRef="#br1" timeOffset="10931.72">22985 7239 493 0,'0'0'48'0,"0"0"-3"0,0 0-4 16,0 0-8-16,0 0-6 0,0 0-2 15,0 0-9-15,0 0-1 0,0 0-2 16,-12-22-5-16,12 21 1 0,-1-1-3 16,1 1 0-16,-2-1 1 0,2 2-4 15,0-1 4-15,0 1-5 0,0-1 0 0,0 1-1 16,0-2-2-16,0 1 2 0,0-1 1 0,0 0 0 15,0 1-2-15,0 1 1 0,0-2-1 16,0 2 1-16,0-2 1 0,2 2 0 16,-1-1-1-16,1 1 1 0,-1-1 0 15,1 1 1-15,2-5 2 0,-1 2-3 16,1 0 3-16,0 1-1 0,-4 2 0 0,0-1 0 16,0 1 0-16,2-2-3 0,-1 1 3 0,1 0-1 31,-1-1 1-31,1 2 2 0,-1-1-5 15,1 1 1-15,-1-2-1 0,1 2 4 16,-1-2 2-16,-1 2-3 0,2-1 0 16,-2-1-2-16,1 1 0 0,-1-1 0 15,0 1 1-15,1-1-2 0,-1 1 1 0,0 0-1 16,2-1 0-16,-2 0-2 0,0 1 3 0,0-1-3 16,0 1 2-16,1-1 0 0,-1 0-4 15,0 2 2-15,0-1 0 0,0 1-1 16,0-1 1-16,0 1 0 0,0 0-2 15,5 0 3-15,2 2-3 0,3 10 6 16,3 3-3-16,3 1 1 0,1 3-1 0,1 0-1 16,-1 2 1-16,0-1-1 0,1-1 0 0,-4-1 1 15,0 0 0-15,-2-3 1 0,-3-3 1 16,-1-2-2-16,-3-3 0 0,-2-4-1 16,0 1 1-16,-3-4 0 0,0 0 1 15,0 0-1-15,1 2 0 0,1-2 1 31,-1 1-2-31,0-1 2 0,-1 0 0 0,2 2 0 16,2-2 0-16,3-8 0 0,2-6 1 0,1-6-1 16,2-7-1-16,-4 0 1 0,3-5-4 15,-3-1 1-15,2 0 5 0,-2 1-6 16,0 3 5-16,-1 3-2 0,-2 9-2 16,-2 7 3-16,-2 5-3 0,-1 5 1 15,0-2-2-15,0 2-7 0,0 0-7 0,0 0-15 16,0 10-14-16,-3 7-31 0,-5 5-32 0,1 3-72 15,1 0-101-15</inkml:trace>
  <inkml:trace contextRef="#ctx0" brushRef="#br1" timeOffset="11548.83">23238 7225 535 0,'0'0'54'15,"0"0"-2"-15,0 0-9 0,0 0-12 16,0 0-9-16,0 0-4 0,0 0-3 15,0 0 0-15,0 0-1 16,0 0-4-16,-12-51 3 0,11 26-6 0,1 1 4 0,-1-2-3 16,-1-3-2-16,-1-3-2 0,0-3-1 0,-3-4-1 15,-1-7-1-15,0-4 2 0,-2-4-1 16,2-6 2 0,-1-4-3-16,0-5 1 0,2-2 1 0,2-4-3 0,1 1 5 31,2 1-1-31,1 3-1 0,0 5-1 15,1 7-1-15,3 11 1 0,-1 6-1 0,0 10 2 16,0 7-2-16,-3 4 0 0,2 9-1 0,-2-3 2 16,0 1-1-16,0-1-3 0,-2 1 3 15,1 8-5-15,-1-8 5 0,1 7 0 16,-1 0 0-16,2 1 1 0,0 5-3 16,-1-1 2-16,1 1-1 0,0-1 1 15,0-1-1-15,-2 1 0 0,2-1 0 0,0 0 0 16,0 1 1-16,0-1-1 0,0 1 1 0,0-1-1 15,0 1 0-15,-1-1 1 0,1 2 0 16,0-1 0-16,0 1-1 0,0-1 1 16,0 1-2-16,0-2 2 0,-1 2 0 15,1-2-3-15,0 2 2 0,0-1-3 16,0 1 1-16,0 0-1 16,0 0-1-16,0 0 3 0,0 0-11 0,0 0-12 0,0 7-23 0,0 4-67 31,0-2-151-31,1-3-48 0</inkml:trace>
  <inkml:trace contextRef="#ctx0" brushRef="#br1" timeOffset="12915.08">22931 4682 544 0,'0'0'53'16,"0"0"-4"-16,0 0-9 0,0 0-10 0,0 0-7 0,0 0-5 15,0 0-4-15,0 0-1 0,0 0-1 16,0 0-3 0,-17-68-1-16,17 68-2 0,-1-1-2 0,1 1-2 0,0-2-2 15,0 2 0-15,0-1 0 0,0 1-2 31,0 10 1-31,5 12 1 0,8 8 0 0,0 7 0 16,-1 5 0-16,2 3 0 0,-5 2 1 0,0 2-1 16,-2-2 0-16,-4-4-1 0,-2-5 2 15,1-6-2-15,-2-10 1 0,0-8 1 16,0-2-1-16,0-6-1 0,0 0 1 16,0 0 0-16,0-6-1 0,0 0-2 15,0 0-3-15,0 2-12 0,1-1-28 0,-1 1-54 16,0-1-152-16,0 1-45 0</inkml:trace>
  <inkml:trace contextRef="#ctx0" brushRef="#br1" timeOffset="13348.49">22962 4578 652 0,'0'0'54'0,"0"0"-9"0,0 0-11 16,0 0-10-16,0 0-6 0,0 0-5 15,0 0-4-15,0 0-3 0,0 0-1 0,0 0-3 16,-15-38-1-16,15 36-1 0,0 1-1 0,2-1 1 16,11 1-2-16,4 1 3 0,8 0-1 15,1 4-1-15,1 6 1 0,-1 0-2 16,0 4 2-16,0 2 0 0,-3 1 0 15,-2 1-2-15,-4 1 2 0,-3 0-2 16,-5 2 1-16,-2 2-1 0,-4 3 2 0,-3 3-1 16,-1 2 1-16,-9 0-1 0,-3 1 0 0,-2-5 0 15,1-2 1-15,-2-6-1 0,6-6 2 16,-3-5 0-16,6-1 1 0,2-4 1 16,2 0 0-16,3-3 0 0,-1 0-1 31,1 0 0-31,-2 0 0 0,-5 0-2 15,0 0 2-15,1 0-2 0,2 0 0 0,4 0 0 16,-2 0-3-16,2 0-2 0,-1 0-7 0,-1 0-17 16,2 0-35-16,-1 0-63 0,-1 0-166 15,2 0-7-15</inkml:trace>
  <inkml:trace contextRef="#ctx0" brushRef="#br1" timeOffset="13914.55">23520 4786 457 0,'0'0'55'0,"0"0"3"0,0 0-12 16,0 0-9-16,0 0-4 0,0 0-13 15,0 0-2-15,0 0-1 0,0 0-1 0,52-79 3 16,-52 65 1-16,0-4-4 0,-1 1 0 0,-7-4-4 16,0 3-1-16,-4 2-1 0,4 6-3 15,-1 2 0-15,1 4-4 0,-1 3-1 16,-6-1-1-16,-1 2-2 0,-3 6 1 15,0 8-1-15,2 4-1 0,-2 6 2 16,1 6-1-16,1 4-1 0,3 1 2 0,1 1-3 16,4 2 3-16,1 0 0 0,4-1 0 0,2-2-1 15,2-3 0-15,0-4-2 0,2-2 3 16,5-3-2 0,3-2 2-16,0-3-1 0,4-1-1 0,1-3-1 0,2-4 3 15,1-2 0-15,-3-2-2 0,3-3 2 31,2-3-1-31,2 0 1 0,4-3 0 0,-2-3 1 16,-6 1-1-16,-4-1-1 0,-4 3 2 0,-1-1 1 16,0-1-2-16,-5 2 3 0,2 1-1 15,-6 2 0-15,2-3 0 0,1 0-1 16,0 0 0-16,0 2-2 0,-3 1 1 16,0-2-1-16,0 2-3 0,2-1-6 15,-2-1-12-15,1 0-23 0,-1 1-39 0,2 1-59 16,-1 0-139-16,-1 0 5 0</inkml:trace>
  <inkml:trace contextRef="#ctx0" brushRef="#br1" timeOffset="14414.73">23902 5086 667 0,'0'0'54'0,"0"0"-12"0,0 0-9 0,0 0-11 16,0 0-10-16,0 0-6 0,0 0-1 0,0 0-4 16,0 0 0-16,-28-41-2 0,18 53 0 15,-3 6 0-15,5 4 1 0,3 2 3 16,1 1-5-16,1-1 2 15,1-5-3-15,1 1 1 0,1-2 0 0,0 1 2 16,0-1-2-16,3-3-2 0,0-4 1 0,0-2-2 16,1 1 1-16,0-2 1 0,1 0 1 0,-1-5-1 15,-1 0 2-15,1-3 2 0,1 1-2 16,5-1 1-16,4 0 0 0,-1-6-1 16,4-4 1-16,-2-3 4 0,-1 1-3 15,-2-1 2-15,0-4 0 0,-1 0-2 31,-4-1 4-31,1-4-3 0,-2 2 6 0,-2-5-5 16,-3 0 3-16,-1-3-2 0,0 1-1 0,-1 1 1 16,-6 3-2-16,2 8 1 0,2 4-3 15,-1 5 1-15,1 3-2 0,0 0-1 16,-7 2-1-16,1 2-2 0,-2 11-1 16,-5 7-5-16,4 2-12 0,5-5-26 15,4 4-37-15,2-6-97 0,1-1-113 0</inkml:trace>
  <inkml:trace contextRef="#ctx0" brushRef="#br1" timeOffset="14931.06">24128 5045 606 0,'0'0'61'0,"0"0"-10"15,0 0-20-15,0 0-15 0,0 0-6 0,0 0-6 16,0 0 0-16,0 0 0 0,0 0 1 0,0 0-5 16,-9 57 0-16,7-42 4 0,1 3-6 15,-1-6 5-15,2 2-5 0,0-1-1 16,0-1 1-16,0 1-3 0,0-9 3 15,2 5 1-15,1-4 0 0,-2-2 0 16,2 1 2-16,3-4-1 0,1 0 1 0,3 0 2 16,6-3-1-16,-7-1 0 0,2-4 1 0,-3 3-2 15,-1-2 4-15,1-5-3 0,-3 4 4 16,2-7-5 0,1 2 4-16,-2-2 2 0,2-4 1 0,-2 1-1 0,-1-2 0 15,-1 7-1-15,1-3-1 0,-2 6 2 31,0-3-3-31,0 3 1 0,-2 4 0 0,1 1-3 16,-2 5 1-16,0-1-3 0,0 1-1 0,1 0 0 16,-1 0-1-16,1 0 1 0,2 9 0 15,2 6 0-15,-1 8 2 0,-1 1-3 16,0-7 2-16,-2 2-1 0,-1 0-2 16,3-1 4-16,-2 0-6 0,4-1 2 15,-2-8-8-15,3 0-9 0,1 0-8 0,-5-4-19 16,4 2-28-16,-1-4-53 0,-2 0-125 0,1 1-26 15</inkml:trace>
  <inkml:trace contextRef="#ctx0" brushRef="#br1" timeOffset="15264.28">24447 4821 625 0,'0'0'33'0,"0"0"-10"0,0 0-11 16,0 0-5-16,0 0-1 0,0 0-1 0,19 77-2 16,-15-50-1-16,-1 3-2 0,-3-2 1 15,1 1-4-15,-1-2 2 0,0 1-3 16,0-3-1-16,0 0 2 0,0-1-7 15,0-8 5-15,0 3-5 16,0-7 2-16,0 0 3 0,0 0-2 0,0-6 3 0,0 5-2 16,2-6-3-16,-1-1-4 0,2 1-10 0,-3-5-16 15,6 0-34-15,1-2-83 0,8-4-85 16</inkml:trace>
  <inkml:trace contextRef="#ctx0" brushRef="#br1" timeOffset="15564.4">24441 5044 704 0,'0'0'59'0,"0"0"-19"0,0 0-12 0,0 0-10 16,0 0-6-16,0 0-3 0,0 0-2 0,0 0-3 15,0 0-1-15,16-27-1 0,4 13-1 16,3 2-1-16,-1 1-1 0,1 1 1 16,2 0 0-16,-2 3 0 0,-3-3 1 15,0 3 0-15,-6 1-2 0,0-1 2 16,-5 2-1 0,-5 2-1-16,3-2 0 0,-1 4-1 0,-3-2 0 0,1 1-3 0,-4 2-2 0,0-1-11 15,0 1-17-15,2 0-37 0,-2 0-63 31,0 0-162-31,0 0 1 0</inkml:trace>
  <inkml:trace contextRef="#ctx0" brushRef="#br0" timeOffset="38512.92">24746 7686 301 0,'0'0'47'0,"0"0"-6"0,0 0-3 16,0 0-7-16,0 0-3 0,0 0-4 0,0 0-4 31,0 0-2-31,0 0-2 0,7-3-1 0,-5 3 0 16,-2-1-2-16,0 1-1 0,1-1-2 15,-1 1-1-15,0-2-2 0,2 2-3 16,-2-1 1-16,0 1-1 0,0-2 1 16,0 2-2-16,0-2 1 0,0 2 0 0,0-1 2 15,0 1 1-15,1 0 0 0,-1-2-1 16,0 2 3-16,0 0-2 0,0-1 0 0,0 1 0 15,0 0-1-15,0 0 0 0,0-2-1 16,0 2 0-16,0 0-1 0,0 0 0 16,0-1-1-16,0 1-1 0,0 0 0 15,0 0 0-15,0 0-1 0,0 0 1 16,0 0-2-16,0 0 1 0,0-2-1 0,0 2-1 16,0 0 1-16,0 0 1 0,0 0-2 0,0 0 0 31,0 0 0-31,0 0-2 0,2 0 1 15,-2 0 2-15,0 0 0 0,1 0 0 16,1 0 0-16,-1 5 0 0,4 4-1 16,-3-2 1-16,4 3 0 0,0 3 1 15,-2-4-1-15,2 5 0 0,-3-5 1 0,1 0-2 16,-1 2 1-16,1-2 0 0,1 0 0 0,-2 0 0 16,1 6 1-16,-1-5 2 0,1 6-2 15,-1-2 3-15,0-4-6 0,3 7 2 16,-5-5-1-16,1 1 2 0,0-1-2 15,0 0 1-15,-1 0-1 0,1-1 0 16,-1 1 0-16,-1-3 1 0,2 2 0 0,-2-7 0 16,1 8 0-1,-1-6 0-15,0 0 0 0,2 6 0 0,-2-4 0 0,0 4-2 0,0 0 2 16,0 0 0-16,0-1 0 0,0-1 1 16,0 3 0-16,0-2-1 0,-3-1 1 15,0 2-1-15,1-1 0 0,-1-1 1 31,1 2-2-31,-1-1 1 0,-1 0 0 0,1-1 0 16,0 3 0-16,1-4-1 0,-1 1 1 0,2-5-1 16,1-1 1-16,-2 1 0 0,2 1 0 15,0 0 0-15,0 0 0 0,0-2 0 16,0 3 1-16,0-2 0 0,0 0 0 16,0-5-1-16,-1 5 0 0,1 0 0 15,-2-1 0-15,2 2 1 0,-1-1-1 0,1-1 0 16,-1 1 0-16,1 1-1 0,0-6 1 0,-2 5 0 15,2 0 1-15,-1 0-1 0,1 1 0 16,0-6-1-16,0 0 1 0,0 0 1 16,0 2-1-16,0-1-1 0,0 0 1 15,0 1-1-15,0 0 0 0,0-1-1 16,0 1-4-16,0 0-6 0,0-1-22 0,-2 0-39 16,2 1-93-1,0-2-120-15</inkml:trace>
  <inkml:trace contextRef="#ctx0" brushRef="#br0" timeOffset="40081.07">22406 8524 371 0,'0'0'59'0,"0"0"-10"0,0 0-5 15,0 0-9-15,0 0-2 0,0 0-4 16,0 0-2-16,0 0-5 0,0 0-4 16,-12-6-6-16,10 6-1 0,2 0-2 15,-1 0 0-15,1-1-2 0,-2 1 1 0,2 0-4 16,0 0-1-16,-1 0 0 0,1 0-3 0,0 0 2 15,0 0-2-15,0 0 2 0,0 0 0 16,0 0 1-16,0 0 2 0,0 0-1 16,0 0 1-16,4 0 1 0,2 0-1 15,8-2 1-15,4 2-2 0,-4-1 0 16,4 0-1-16,0-1-3 0,-6 2 3 0,8-2-2 16,-1 2 0-16,-3 0 3 0,8 0-5 0,-2 2 2 15,-7 0-2-15,2 0 1 0,0 1-3 31,2 2 4-31,4 0-2 0,-1-2 2 16,0 1 1-16,1-1 0 0,-1 0 0 16,2-1 0-16,2 1 2 0,1-2 0 15,1 1-1-15,-1-2 0 0,4 1 0 0,-1-1-2 16,2 0 1-16,-2 0 0 0,1 1-1 0,-3-1 0 16,0 2 1-16,-2 0-2 0,-1-1 0 15,-1 1 0-15,-1-2 0 0,2 1 0 16,-2 1 0-16,2 1 0 0,-1 0 0 15,1 0 1-15,-2 0-1 0,2-1 0 16,-1 1 0-16,1-3 0 0,1 0 1 0,0 0 1 16,0 0-1-16,1 0 0 0,-1 0 0 0,2 0-1 15,-2 0 0-15,-2-2 0 0,0 1 0 16,-7-1-1-16,3 2 1 0,-2-2 0 16,-6 2 0-16,7 0 0 0,-4 0 0 15,-2 0 0-15,1 0 1 0,-1 0-1 31,7-1 1-31,-8 1-1 0,8 0 0 0,-1-2 0 16,0 1 0-16,7-1 0 0,-10 1-1 0,3 1 1 16,-2 0 0-16,-3 0 0 0,8 0-1 15,-4 0 2-15,-6 0-1 0,7 0 0 16,-6 0 0-16,-3 0-1 0,2 0 0 16,1 0 0-16,-1 0 1 0,0 0 0 15,0 0 0-15,0 0 1 0,1 0-2 0,-2 0 1 16,4 0 0-16,-2 0 0 0,7 0 1 0,-7 0-1 15,7 0 1-15,-2 0 0 0,-4 0-1 16,4 0 0-16,-7 0-2 0,-5 0 2 16,0 0 0-16,-6 0 0 0,4 0 1 15,2 0-1-15,-1 0 0 0,1 0 0 16,-6 0-1-16,0 0 1 0,0 0 0 0,2 0 0 16,-1 0 0-16,1 0 0 0,4 0 1 0,-1 0 0 15,2 0-2-15,-1 1 1 0,-1-1 0 31,0 0 0-31,0 0 2 0,1 0-4 16,-6 0-8-16,0 0-18 0,0 0-53 16,0 0-167-16,0-4-64 0</inkml:trace>
  <inkml:trace contextRef="#ctx0" brushRef="#br0" timeOffset="40911.18">22514 8340 595 0,'0'0'59'15,"0"0"-14"-15,0 0-12 0,0 0-6 16,0 0-9-16,0 0 0 0,0 0-5 0,0 0-5 0,0 0-1 16,0 0-3-16,11-22-2 0,-11 22-1 0,2-1-1 31,-2 1-1-31,0 0 0 0,-8 0 0 15,-3 10-1-15,-8 3 0 0,-2 6 0 16,-3 1 0-16,-2 1-3 0,-1 1 1 16,-2 0 0-16,1-1-1 0,4-1 6 15,2-2-4-15,6-6 5 0,3-1-1 0,6-5-1 16,1-3 1-16,3 0-1 0,3-3 1 0,-1 0-1 16,1 0 2-16,-2 2-1 0,1-1 0 15,1 1 0-15,-2-1-2 0,1 5 1 16,-1-1 2-16,1-1-2 0,-2 5 1 15,3-4 0-15,-1 0-1 0,1 5 1 16,0-1 0-16,1 0 0 0,6 5 1 0,2-3-2 16,4-2 1-16,3 4-1 0,3-2 1 0,2-2-1 15,3 0 0-15,2 1 0 0,1-3 0 16,2-1 0-16,0 0 2 0,0 2-3 16,-2-2 1-16,-1 0-1 0,-2 0 1 15,-3 0-1-15,-5 0 3 0,-3 0-2 31,-4-1-1-31,-5-4 1 0,5 4-1 0,-5-2 2 16,-1-2 0-16,1 3 0 0,-1-3 0 0,0 2-1 16,0 0 3-16,3 0-3 0,-6-3 0 15,0 0 0-15,0 0-3 0,1 1 3 16,1-1 0-16,-1 2 0 0,0-2 1 16,1 2-4-16,-1-2 0 0,-1 0-9 15,2 1-24-15,-1-1-68 0,1 0-189 0,-1 0-17 16</inkml:trace>
  <inkml:trace contextRef="#ctx0" brushRef="#br1" timeOffset="48410.18">23424 8290 343 0,'0'0'51'0,"0"0"-8"0,0 0-8 16,0 0-4-16,0 0-9 16,0 0-2-16,0 0-3 0,0 0-2 15,0 0-2-15,11-42-2 0,-11 41-2 16,0 1-1-16,0-2-4 0,1 0 1 0,-1 1-4 16,0-1 0-16,0 1 2 0,0 0-2 0,0-1 1 15,0 1 0-15,0 1 0 0,0-2 0 31,0 2 2-31,2-2 0 0,-2 1 2 16,0-1 0-16,0 1 5 0,0-1 1 16,1 2 0-16,-1-1 2 0,0 1-2 15,0-2-4-15,0 2 1 0,0-1-1 0,0 1-3 16,0-1 2-16,0 1-7 0,0-2-2 0,0 2-1 16,0 0-2-16,4 0 3 0,4 4 0 15,5 10 2-15,1 4 0 0,3 0-1 16,-1 2 1-16,3 0-1 0,-2-2 0 15,-2-1 0-15,-1-2 0 0,-1-1 0 16,-4-5 3-16,2 1-2 0,-2-1 1 0,-3-1 0 16,3 1-3-16,-1 2 2 0,-2-5 0 15,1 5 2-15,-1-4-1 0,-1 1 1 0,2-1-3 16,-4-4 1-16,0 2 1 0,-3-5 0 16,0 0 3-1,0 0-1-15,1 2-1 16,0-2 3-16,1 0 0 0,-1 0 0 15,4 0 2-15,-1-2-1 0,3-6 4 0,0-4-2 16,-2 3 1-16,2-5-5 0,-2-1 1 0,-3 5-2 16,1 0-3-16,0 0 2 0,-2 5-2 15,1-1-2-15,-1 2-1 0,-1 4-3 16,0-2-2-16,2-2-1 0,-1-1-5 16,1 0-8-16,1-5-17 0,0 0-27 15,0 2-37-15,1-7-105 0,0 1-59 0</inkml:trace>
  <inkml:trace contextRef="#ctx0" brushRef="#br1" timeOffset="49309.88">23652 8374 389 0,'0'0'51'15,"0"0"-10"-15,0 0-6 0,0 0-4 0,0 0 1 16,0 0 4-16,0 0-1 0,0 0-2 15,0 0-6-15,-25-99-5 0,24 77-2 16,1-4-4-16,0-3 1 0,0-1-4 0,3-4-3 16,6-1-1-16,2-3-1 0,3-1-5 15,5-4 1-15,2-2-1 0,3-2-5 0,3-5 4 16,5-1-4-16,3-3 1 0,2-2 1 16,2-1 0-16,2 0 1 0,-1 1-1 15,-1 2 5-15,-2 5-7 0,-1 4 2 31,-1 4-1-31,-2 5-1 0,-1 5 3 0,1 1-3 16,-2 4 3-16,1 4-5 0,1 1 3 0,1 2-1 16,1 0 2-16,-1 1 0 0,1-1 1 15,-2 1 0-15,1 1-1 0,-1 0 1 16,-3 3-1-16,1-1 0 0,-1 2 0 16,-3 0 0-16,1 1-1 0,-2-1 1 15,1-1 0-15,-1 1-1 0,0 1 1 0,-2 2 0 16,2-1 1-16,-2-1 0 0,1-1 0 0,1-3 3 15,-1-2-3-15,1-2 1 0,1 1-2 16,0-3 0-16,-1-2 0 0,2-1 1 16,-2-2 1-16,-1-1-5 0,-1 1 5 15,-1-3-6-15,0 0 4 0,-4 0 2 16,3-2-1-16,-4-3 1 0,-3-3-2 0,-1 0 2 16,-2-5-1-16,0-2 1 0,-1 2-2 0,1-2 1 15,0 1-1-15,0 2 1 0,0 0-1 31,-1 0-2-31,0 2 3 0,-3-1-3 16,0 4 2-16,-1 1 2 0,-4 3-1 16,-2 1 2-16,-1 1-1 0,0 1 2 15,0 0-2-15,-4 1 2 0,-1-1-2 0,-2 3 1 16,3 3 0-16,0 2-2 0,-1-1 1 0,1 4-1 16,1 6 0-16,0 0 0 0,-1 6-1 15,2 2 0-15,2 3 0 0,-1-2 0 16,0 1 0-16,-1 1 0 0,1 0-2 15,1 4 2-15,-2-2 0 0,2 2-1 16,0-2 4-16,-1 1-3 0,1-1-1 0,0 0 1 16,0 2-2-16,-2-1 1 0,2 1 2 15,0-1-2-15,0 1 0 0,0-2 0 0,0 2-1 16,0-1 1-16,0 1 0 0,-1-2 0 16,1 2-1-16,0-1 1 0,0 1 0 15,0 0-1-15,0-2-1 0,0 2-4 31,0 0-10-31,0-1-13 0,0 1-23 0,0 0-89 16,0-2-150-16,0-5-7 0</inkml:trace>
  <inkml:trace contextRef="#ctx0" brushRef="#br1" timeOffset="50593.01">25609 4473 451 0,'0'0'54'0,"0"0"-5"0,0 0-8 16,0 0-3-16,0 0-6 0,0 0-4 0,0 0-5 15,0 0-3-15,0 0-4 0,0 0 0 16,-35-50-1-16,33 47 0 0,2 3 0 16,-1-2-3-16,1 2-5 0,0-1-1 15,-2 1-4-15,2-1-1 0,0 1-3 16,0 0 1-16,0 1 0 16,0 14 0-16,0 9 5 0,0 11-5 0,0 3 4 0,3 5-4 0,0 1 0 15,1 1 0-15,-1 1 0 0,0-4 0 31,0 0 0-31,0-8 0 0,0-3-1 16,1-6 1-16,-1-8 1 0,-2-6-1 16,1-7 2-16,-2 1-1 0,1 0 0 15,1-1 1-15,0 0 0 0,-2-4 1 0,0 0 1 16,0 0 1-16,2-1 0 0,-2-14-1 0,0-9 0 16,0-8 2-16,0-2-3 0,-4 0 1 15,-2-5 1-15,2-2-1 0,-2-1 3 16,0 0-3-16,1-3-2 0,3 3 3 15,-2 1-5-15,4 6 5 0,0 3-2 16,0 12 0-16,0 2-2 0,0 8 0 0,0 5 0 16,0 0 0-16,0 5 0 0,0-1-2 0,0 1 0 15,6 0 1-15,6 8 0 0,7 7 1 16,1 7-1-16,0 3 0 0,-1 3 4 16,-3 1-5-16,-3 2 5 0,2-1-5 15,-5-1-1-15,0-3 3 0,-4-8-2 31,-2-2 3-31,0-5-1 0,-2-6 0 0,1 4 1 16,-2-4-1-16,1-3 0 0,-1 3 0 0,-1-5 0 16,6 0 1-16,1-2-1 0,5-6 2 15,5-8 0-15,-2-3 0 0,0-7 2 16,0-2-2-16,1-4-4 0,-5-3 5 16,1-1-5-16,-1 0 4 0,-2 1 3 15,1 3-4-15,-1 3 0 0,-3 10 0 0,-2 8-2 16,-2 6 2-16,-2 5-2 0,0 0-1 0,0 0 0 15,4 0 0-15,3 8-2 0,3 10 3 16,2 8 0-16,-1 9 1 0,-2 4 2 16,-2 3-4-16,-1 3 4 0,-1-3-4 15,-3 1-1-15,-2-4 2 0,3-4-1 16,-3-5 2-16,0-8-1 0,1-4 1 0,1-6 2 16,-1-6-3-1,1 5 1-15,-1-7-1 0,-1 1-1 16,2 1 1-16,-2-6-1 0,0 0 0 15,0 0-1-15,0 2-3 0,1-2-2 16,-1 1-10-16,2 1-14 0,-2-2-27 16,1 0-46-16,1 1-99 0,-1-1-86 15</inkml:trace>
  <inkml:trace contextRef="#ctx0" brushRef="#br1" timeOffset="51092.21">26246 4470 588 0,'0'0'51'15,"0"0"-15"-15,0 0-21 0,0 0-10 16,0 0-1-16,0 0-5 0,0 0 6 16,0 0-5-16,-6 105 0 0,6-75 2 15,0 2-2-15,-1-2 0 0,-2-1 0 31,0-3 0-31,0-8-1 0,1-6 1 0,1-1-1 16,1-5 2-16,-2-1 1 0,2 1 3 0,0-6 2 16,-2 0 1-16,2 0 0 0,0-3 2 15,0-11 3-15,0-7 0 0,4-7 6 16,-1-1-4-16,-2 1-1 0,-1-2-1 16,0-1-2-16,0-2-1 0,0 1-4 15,2 1 0-15,-1 4-5 0,1 7 2 0,1 3 0 16,-2 7-3-16,2 1-1 0,1 1 0 0,2 2-2 15,1 2 1-15,3 4 0 0,8 0 1 16,-2 1 0 0,4 10 0-16,-1 1 0 0,-2 3 1 0,-2 3-2 0,-3 4 0 15,-1 0 4 1,-2 4-4-16,-1 0 4 0,-2 2-3 0,0-1 0 0,-1-2 1 0,0 0-1 16,0-2 0-16,0-1-3 0,-2-2 1 0,0-5-2 15,0 0 1-15,-1-6-5 0,0-4-6 31,1 4-4-31,-2-4-5 0,1-1-4 16,1 1-16-16,-3-5-21 0,0 0-42 16,0 0-94-16,0 0-54 0</inkml:trace>
  <inkml:trace contextRef="#ctx0" brushRef="#br1" timeOffset="51309.68">26225 4739 596 0,'0'0'52'0,"0"0"-13"0,0 0-13 15,0 0-13-15,89-54-5 16,-63 47-2-16,-2-1-3 0,-1 2-2 0,-6 2-1 16,0-1-4-16,-6 4-4 0,1-3-8 15,0 2-20-15,-1-1-31 0,2 1-98 31,-1 1-104-31</inkml:trace>
  <inkml:trace contextRef="#ctx0" brushRef="#br1" timeOffset="51926.4">26672 4468 459 0,'0'0'30'0,"0"0"-3"16,0 0-6-16,0 0-8 0,-7 82-4 16,7-56 0-16,0 0 1 0,5-1 4 15,-1-2 0-15,2 1 0 0,2-3-3 16,-3-7-2-16,-1-6-1 0,-1 0 2 0,0-5 5 16,-2 0 7-16,2 2 7 0,-3-5 3 0,0 0-1 15,0 0-3-15,0-11-7 0,0-5-3 31,-1-9-2-31,-2-1-3 0,0-1-1 16,0-2-3-16,0-1-5 0,2-1 1 16,-1 3-4-16,2 6 4 0,0 1-2 15,0 9 0-15,0-2-1 0,2-1-2 0,0 4 0 16,6-1-2-16,1 2 1 0,0 3-4 0,5 2 2 16,4 3-1-16,0 2 1 0,5 2 0 15,-2 3-1-15,-3 6-1 0,-1 1 1 16,-5 2 0-16,-5-2-2 0,-1 2 0 15,-5 4 0-15,-1 0-5 0,-8 5 4 16,-5-2-5-16,-6-1 1 16,-2-2 3-16,-2-3 3 0,-1-1 3 0,-1-2 1 0,0-3 3 0,1-2 0 15,7-4 0-15,-1-2 3 0,5-1-3 16,0 0 2-16,1 0-1 0,6 0 1 16,1 0-1-16,5 0 1 0,-1 0 0 15,1 0-1-15,-2 0-2 0,1-1-2 31,-1 1 0-31,2 0-1 0,0 0 2 0,11 2 0 16,6 8 0-16,3 3 0 0,2 2-1 0,-1 0 0 16,0 1 0-16,-1-1-1 0,0 0 2 15,-1-1-2-15,1 0 1 0,-1-4 0 16,-6-2 0-16,1-3-1 0,-3-1 0 16,-7-3-1-16,2 1 0 0,-2-2-1 15,3 0-3-15,-1 0-2 0,0 0-8 16,-6 0-16-16,0 0-26 0,0 0-35 0,1 0-74 0,1 0-105 15</inkml:trace>
  <inkml:trace contextRef="#ctx0" brushRef="#br1" timeOffset="52309.33">27074 4822 582 0,'0'0'31'0,"0"0"-10"0,0 0-9 0,0 0-7 15,0 0 1-15,0 0 0 16,0 0-1-16,13 78-1 0,-11-60-3 15,1 0 1-15,0 6 0 0,0-7 1 16,1-2 1-16,-1-6-1 0,1 0-1 0,-1-1-2 16,-1-5 0-16,5 4 1 0,-5-3-1 0,1-1 1 15,3 1 1-15,-1-2-2 0,-1-1 0 16,7-1 0-16,-2 0 0 0,6 0 0 16,2-7 0-16,-2-3-6 0,-1-2-8 15,-2 0-20-15,-1-3-34 0,-2-1-83 31,-3 2-109-31</inkml:trace>
  <inkml:trace contextRef="#ctx0" brushRef="#br1" timeOffset="53109.75">27296 4782 543 0,'0'0'21'0,"0"0"-2"0,0 0-6 16,0 0-5-16,0 0-3 0,0 0-3 15,0 0 1-15,0 0-1 0,-13 89 1 16,13-77-1-16,0 6 1 16,1-8 4-16,2 0 0 0,1-1 2 15,-2-4 0-15,1-1 0 0,-3-4 1 0,0 0 1 0,0 0 3 0,1 2 4 16,1-1 1-16,-1 0 3 0,2-1-2 16,-2 2 2-16,-1-2-6 0,2 1-2 31,-2-1-5-31,0 0-2 0,1 2-2 15,-1-2-1-15,0 0-1 0,2 0 1 0,-2 0-1 16,0 0-1-16,0 0-1 0,1 0 1 0,1-3 0 16,-1-3 0-16,2-5 0 0,1-4-3 15,2 0 3-15,3-3 0 0,-2-1-1 16,0 1 0-16,2 0 1 16,-1 2-4-16,-2 2 3 0,2 3 0 0,-4 4-1 15,-1 2 3-15,0 2-4 0,-3 3 0 0,0-2-2 16,0 2-1-16,5 0 1 0,3 0 0 0,0 10 0 15,1-1-1-15,0 3 0 0,-4 0-1 16,-2-1-1-16,2 4-8 0,-2-6 3 16,0 3 0-16,-2-1 3 0,1-1 10 15,0 1-3-15,0 0 0 0,0-2-2 16,0 1 0-16,-1 1 1 0,2 0 2 0,-1 1 0 16,1-3 0-16,-2 2-1 0,1-7-2 0,-1 1 2 15,-1-5 1-15,2 3 0 0,1 0 0 31,-2 0 0-31,2 1 1 0,1-4 0 16,6-3 0-16,2-7 0 0,5-6-2 16,-2-2 2-16,-3-3-3 0,0 0-8 15,-2-4-16-15,0 1-33 0,-4-2-40 0,-3-1-116 16,-1 5-63-16</inkml:trace>
  <inkml:trace contextRef="#ctx0" brushRef="#br1" timeOffset="53676.04">27300 4400 481 0,'0'0'49'0,"0"0"-6"0,0 0-2 15,0 0-5-15,0 0-6 0,0 0-7 0,0 0-6 16,0 0-6-16,0 0-2 0,-28 0-3 15,17 0-2-15,7 2 0 0,-5 1-3 0,2 1 0 16,-2 4-1-16,0 4 0 0,2 2-2 16,-3 4 2-16,6-5 2 0,1 3-4 15,1-4 4-15,1 0-5 0,1 2 1 16,0-4 1-16,0 1 0 16,0-7-1-16,0 4 1 0,3-5 0 0,0 0 2 0,0 0 2 0,2-3-2 15,5 0 2-15,4 0 1 0,4-4-2 31,-3-4 0-31,-5 0 0 0,0-2-1 16,-1-1 1-16,-1 3-4 0,0-3 6 16,-3 1-2-16,-2 0 7 0,0-2 4 15,-3-2-4-15,0-4 1 0,0 6-3 0,-3-5 0 16,0 6-4-16,-2 4 1 0,0-3-3 0,2 7-2 16,-4-2-2-16,3 3-5 0,-1 0-2 15,-3 2-9-15,-2 0-19 0,0 0-40 16,-4 7-101-16,6-3-106 0</inkml:trace>
  <inkml:trace contextRef="#ctx0" brushRef="#br0" timeOffset="65892.38">17711 7922 321 0,'0'0'60'0,"0"0"-9"15,0 0-4-15,0 0 2 0,0 0-12 0,0 0-1 16,0 0-3-16,0 0-6 0,0 0-2 15,-38-45 0-15,35 40-7 0,2 1-2 16,1 4-1-16,-1-1-2 0,1 1-2 16,-2-2-3-16,1 1-2 0,-1 0 2 15,2-1-4-15,-2 1 6 0,2-1-5 16,-2 1-4-16,2 1 1 0,0-2-7 16,0 2 2-16,0 0-3 0,6 5 3 0,5 8-2 0,9 6 5 15,0 0-1-15,3 2 0 0,-2 2 1 16,0-1-1-16,0-2 1 0,-2 0-1 15,-2-3 1-15,-1-2 0 16,-4-4 0-16,-2-3-1 0,-2-4 1 0,-3-2-1 0,2 2 1 16,-2-3 1-16,-1 1 0 0,1 1 0 0,-5-3 0 15,0 0-1 1,0 0 1-16,2 0 0 16,-1 2 0-16,1-2 0 0,-1 0 0 0,1 0 1 0,-1 0 1 0,1 1 0 31,-1-1 1-31,4 0 0 0,-2-1 1 15,2-6-2-15,2 2 0 0,-1-5 0 0,0-3-1 16,-2 2-1-16,4-4 1 0,-3-2-1 0,0 2 0 16,-1 0-1-16,-1 0-1 15,0 6 0-15,-3 2-3 0,1 3-1 16,-1 4-1-16,0-1-6 0,0 1-11 0,0-2-31 16,2 1-37-16,-2 1-93 0,0-2-101 15</inkml:trace>
  <inkml:trace contextRef="#ctx0" brushRef="#br0" timeOffset="66758.07">17954 7849 289 0,'0'0'39'0,"0"0"-4"0,0 0-11 16,0 0-11-16,0 0-5 0,0 0-3 15,0 0-2-15,0 0 4 0,0 0 4 16,-10 6 5-16,10-4 1 0,0-1 2 15,0 1-1-15,0-1 2 0,0 5 3 16,0-1 3-16,0 0 5 0,0-1 5 0,0-4-1 16,0 0 1-16,0 0-4 15,0 1-4-15,1-1 0 0,-1 2-5 0,0-2-5 0,0 0-4 16,0 0-6-16,0 0-2 0,0-11 3 16,-1-5-5-16,-5-8 4 0,3 1-5 15,0-5 0-15,1-4 2 0,-1-3-3 31,-2-4 1-31,2-5-1 0,0-6-1 0,0-2 0 16,0-4 0-16,-2-2-1 0,4-2 1 0,-4-1 0 16,-1 0-2-16,0-1 2 0,1 0-3 15,-2 1 2-15,1 2 2 0,1 1-1 16,1 5 1-16,1 5-2 0,0 2 0 16,2 3 0-16,-1 5 0 0,1 2 0 15,-1 1 2-15,0 2-3 0,-1 1-2 0,1 0 3 16,-2 2-6-16,1-1 6 0,-1 4 1 0,1 1 0 15,0 8-1-15,0 0 1 0,1 7 1 16,1-1-1-16,-3 0-1 0,2 0 0 16,0 1-2-16,0 7 2 0,2-1 1 15,0 5 0-15,-1-6-1 0,-1 1 0 16,1-1 0-16,1 1 0 0,0 5 0 0,-2-1 1 16,2 1 0-16,0-1-1 0,-1-1 1 0,1 1-2 31,-2-1 0-31,2 1 2 0,0-1 1 15,0 0-2-15,-1 1-1 0,1-1 0 16,0 1 0-16,-2-5 1 0,2 0-1 16,-1 0 1-16,1 1-1 0,0 5 1 15,-2-1 1-15,2 1-2 0,0-2 1 0,0 0 0 16,0 1-2-16,0-1 2 0,0 1 1 0,0-1-1 16,0 1 1-16,-1-5-1 0,1 0 1 15,0 0-1-15,0 1-1 0,0 5 1 16,0-1-1-16,0 1 1 0,0-2 0 15,0 0 0-15,0 1 0 0,0 0-1 16,0-1-2-16,0 1 2 0,0-1-1 0,-2 1 0 16,2-1-1-16,0 2-4 0,0-1-7 0,0 1-6 15,0-2-31-15,0 2-56 0,0 0-180 16,0-2-25-16</inkml:trace>
  <inkml:trace contextRef="#ctx0" brushRef="#br0" timeOffset="67720.85">17425 5364 528 0,'0'0'45'15,"0"0"-1"-15,0 0-6 0,0 0-7 0,0 0-13 16,0 0-10-16,0 0-6 0,0 0-4 16,0 0 0-16,-13 8 2 0,14 27-2 0,6 7 2 15,-1 5-3-15,1 3 3 0,-1-1-1 16,-1-5 1-16,2-6 0 0,-3-6 1 16,-1-11 0-16,-2-9-1 0,1-6 0 15,-2-6 0-15,0 0 3 0,0 0 1 31,1 0 3-31,-1 0 4 0,0 0 3 0,2 0 0 16,-2 0 1-16,0-15 0 0,0-7 0 0,0-5-2 16,-5-3-1-16,1 0-3 0,-2-5-1 15,1 0-1-15,0-3 0 0,1 1-2 16,2 1-1-16,2 1-2 0,0 5-1 16,5 1-2-16,6 3 1 0,2 3-1 15,3 5 0-15,3 4-1 0,1 5 0 0,3 3 0 16,2 6-1-16,1 0 1 0,2 5 0 0,0 5-3 15,-2 6 3-15,-1 2-1 0,-6 0 1 16,-3 2 1-16,-5 1-1 0,-5-6 2 16,-4 2-2-16,-2 3 2 0,-2-2-3 15,-7 6 1-15,-2-4 1 0,-5-2 1 16,0-2 0-16,-1-5 1 0,4-3 0 0,-3-2-1 16,6-3 2-16,-5-3 0 0,-1 0 1 0,5 0 3 15,-4-1-4-15,6-4 0 0,1-1 0 31,2 1-2-31,3 2 2 0,0 0 0 16,3 3-1-16,-1-1 0 0,1 1-2 16,-2 0 0-16,1-2-3 0,1 2 0 15,0 0 2-15,1 6 1 0,10 6 0 0,4 7 3 16,3-1-3-16,4-2 1 0,-1 3 0 0,0-1-2 16,0-1 1-16,2 0 1 0,-3-1 0 15,-1-2 1-15,-1-1-1 0,-7-3-1 16,0-3 1-16,-3-1 0 0,-2-1 0 15,1 1 1-15,-4-3-2 0,0 0 0 16,-3-3-2-16,0 0-3 0,0 0-8 0,1 2-13 16,1-2-31-16,-1 1-40 0,2-1-123 0,0 0-69 15</inkml:trace>
  <inkml:trace contextRef="#ctx0" brushRef="#br0" timeOffset="68141.03">17945 5416 574 0,'0'0'17'0,"0"0"-9"0,0 0-6 16,0 0 1-16,0 0 1 0,0 0-1 15,35 109-2-15,-26-70 1 0,0-1-2 0,-1-3 1 16,-2-4-2-16,-2-11 1 0,-1-9-1 0,0-1 0 15,-1-6 2-15,-1 1 0 0,0 0 0 16,-1-5 1-16,0 0-2 0,0 0-2 16,0-2 0-16,0-13-2 0,0-8 4 15,-4-6 0-15,-2-1 3 0,0-1 1 16,-1 1 3-16,-3-2 5 0,0-1 1 0,-2 2 3 16,1 1 0-16,-1 3 0 0,1 4 1 0,5 6-4 15,2 8-3 1,2 4-2-16,1-1-1 15,1 1 2-15,0-6-1 0,0 2-2 16,0 0 0-16,4 1-1 0,3 0 2 16,8 1-1-16,1 2-2 0,4-2-2 15,1 2-1-15,0 0-2 0,-1 2 1 0,3 1-1 16,-2-1-3-16,-4-1-1 0,1 4-5 0,-6 0-9 16,-2 0-33-16,5 4-53 0,-8 3-181 15,-3 8-3-15</inkml:trace>
  <inkml:trace contextRef="#ctx0" brushRef="#br0" timeOffset="68374.2">17945 5525 625 0,'0'0'41'31,"0"0"-6"-31,0 0-6 0,0 0-7 15,0 0-6-15,0 0-6 0,0 0-2 0,0 0 0 16,0 0-4-16,73-59-3 0,-53 50-1 0,-7 2-4 16,4 3 1-16,-7 3-6 0,4 1-2 15,-2 0-13-15,-1 0-37 0,3 9-49 16,-7-2-148-16,1 9-25 0</inkml:trace>
  <inkml:trace contextRef="#ctx0" brushRef="#br0" timeOffset="68559.38">18071 5686 592 0,'0'0'50'0,"0"0"-16"0,0 0-14 16,0 0-8-16,0 0-7 16,0 0-3-16,0 0 0 15,0 0 0-15,0 0-1 0,0 0-1 0,3 10-1 16,15-10 0-16,3 0-3 0,7-1-2 15,-2-5-3-15,1-2-11 0,0 1-34 16,1-1-81-16,-3 2-136 0</inkml:trace>
  <inkml:trace contextRef="#ctx0" brushRef="#br0" timeOffset="69040.17">18558 5403 648 0,'0'0'46'0,"0"0"-9"0,0 0-15 16,0 0-9 0,0 0-9-16,0 0-5 0,0 0-1 0,0 0 0 0,0 0 1 15,-12 26 3-15,9 2-2 0,1 0 0 31,-1 1-2-31,0 0 3 0,0-5-1 0,0-5 1 16,0-9 0-16,3-5 0 0,0-5 0 0,-2 0 3 16,2 0 2-16,0 1 5 0,-1 1 2 15,1-2-2-15,-2 0 0 0,1 0-1 16,-2-12-1-16,1-8-1 0,-2-7 2 16,2-2-2-16,1-2 0 0,-1 0-2 15,2-3 1-15,0 2-4 0,0 0 0 0,0 4-1 16,5 2-2-16,-2 8 0 0,1 2 0 0,1 7-3 15,1 2 1-15,2-1-1 0,1 7-3 16,8 1 3-16,0 3 1 0,8 10 0 16,-2 6 1-16,-2 3 0 0,-2 4-2 15,0 3 1-15,-4 1-4 0,-4 1-1 16,1-4-5-16,-5-1 0 0,-1-8-2 0,-2-7 2 16,-3 0-3-16,1-6-8 0,-2 1-23 0,1 1-37 15,-1-7-133-15,0 0-73 0</inkml:trace>
  <inkml:trace contextRef="#ctx0" brushRef="#br0" timeOffset="69257.37">18498 5575 661 0,'0'0'32'16,"0"0"-15"-16,0 0-9 0,0 0-4 0,0 0-2 16,0 0 0-16,0 0-2 0,0 0 0 0,0 0-5 15,87-36-6-15,-58 26-16 0,-2 1-29 16,0 2-51-16,-9 1-108 0,-1-1-48 16</inkml:trace>
  <inkml:trace contextRef="#ctx0" brushRef="#br0" timeOffset="69524.23">18974 5254 628 0,'0'0'66'0,"0"0"-15"0,0 0-16 0,0 0-9 15,0 0-9-15,0 0-7 0,0 0-5 16,0 0-4-16,0 0-2 0,-60 22 1 16,59 1-2-16,1 4 2 0,0 3 1 15,6 1-2-15,1 0-1 0,0 0-1 16,0-1-7-16,1 0 3 0,-3-7-6 0,2-6-6 16,-2-3-3-16,-2-5-15 0,-2-6-23 0,2 1-33 15,-3-4-89-15,0 0-88 0</inkml:trace>
  <inkml:trace contextRef="#ctx0" brushRef="#br0" timeOffset="69872.92">18884 5308 588 0,'0'0'60'0,"0"0"-12"16,0 0-9-16,0 0-9 0,0 0-9 15,0 0-2-15,0 0-7 0,0 0-3 16,0 0-3-16,0 0-3 0,33-73 1 15,-13 73-3-15,0 0 0 0,5 4 0 16,0 7-4-16,-4 2 4 0,-2 0-2 0,0 4 0 16,-2 1 1-1,-2 2-1-15,-2 2-1 0,-5 3 1 16,-3 0-2-16,-2 1 1 0,-3 0-1 0,0-2 2 0,-8 1-3 0,0-4 3 16,-5-1-1-16,1-4 2 0,-2-2 1 31,-1-2 0-31,0-3 1 0,0-1 1 15,2-2-2-15,-2-3 2 0,7 0 0 0,-5-1 1 16,3 1-1-16,4-3 1 0,1 1-1 0,5-1-3 16,-2 0 1-16,2 0-2 0,-2 0-1 15,1 0-1-15,0 0-5 0,-1 0-11 16,1 0-39-16,1 0-79 0,0 0-159 16,0 0-10-16</inkml:trace>
  <inkml:trace contextRef="#ctx0" brushRef="#br0" timeOffset="77356.5">18175 7810 317 0,'0'0'47'0,"0"0"-7"0,0 0-3 0,0 0-8 15,0 0-8 1,0 0-3-16,0 0-5 0,0 0-4 0,0 0 0 16,0 0-3-16,0-17 1 0,0 17-3 0,0-2 0 15,0 2-1-15,0-1 1 0,0 1-3 16,0-2 0-16,0 2 0 0,0-1-1 16,0 1 2-16,0 0-1 0,0 0 0 31,0-2 0-31,0 2 1 0,0 0-1 15,0 0 0-15,0 0 1 0,2 0 1 0,-2 0 0 16,0 0 3-16,0 0 4 0,1 0 4 0,-1-2 1 16,0 2-1-16,0 0-4 0,2 0-2 15,-2 0-4-15,0 0-1 0,0 0-1 16,0-1-1-16,0 1-1 0,0 0 0 16,1 0 1-16,-1 0-1 0,0 0 2 15,2 0 1-15,-2 0-1 0,0 0 3 0,1 0 3 16,-1 0 1-16,0 0 3 0,3 0-2 0,-3 0 1 15,0 0-2-15,0 0 1 0,0 0-1 16,0 0-2-16,1 0 0 0,-1 0-2 16,0 0 0-16,0 0-3 0,0 0 0 15,0 0-1-15,0 0 0 0,0 0-2 16,0 0 1-16,0 0 1 0,0 5-2 0,-5 5 2 16,-1 4 1-16,-2 0-3 15,3 1 4-15,-3-3-5 0,0 0 2 0,4-4 1 0,-5 4-2 31,1 0 2-31,0 0 0 0,-2 5 0 16,2-7-1-16,1 1 0 0,2-2-2 16,-1-1 2-16,0 1 0 0,3-4 1 15,2-1-1-15,-2-1 1 0,1 2-1 0,-1-2 0 16,2 1-1-16,1-4 2 0,-3 0-1 0,3 0 0 16,0 1 0-16,-1 1 0 0,1 0 0 15,-2-2 0-15,2 1-1 0,0-1 1 16,0 2 0-16,-1-2 1 0,1 0 0 15,0 1-1-15,0-1-1 0,0 0 0 16,0 0 1-16,0 2-1 0,0-2 1 0,0 0 0 16,0 0 1-16,0 1-1 0,0-1 1 0,0 0 1 15,0 0-1-15,-2 0 1 0,2 0 0 16,0 0 0-16,0 0-1 0,0 0 0 16,-1 0 0-16,1 0 0 0,0 0-1 15,0 0 1-15,-2 2-1 0,2-2 0 31,0 0 1-31,0 0 0 0,-1 0-1 0,1 1 1 16,0-1-1-16,-3 0-1 0,3 0 2 0,0 2-4 16,0-2-1-16,0 0-1 0,0 0-5 15,0 1-7-15,0-1-26 0,0 2-57 16,0-2-181-16,3 0-13 0</inkml:trace>
  <inkml:trace contextRef="#ctx0" brushRef="#br0" timeOffset="79622.5">18673 11243 398 0,'0'0'59'0,"0"0"-9"0,0 0-13 15,0 0-6-15,0 0-5 0,0 0-3 0,0 0-2 16,0 0-2-16,0 0-3 15,-15-15-2-15,14 13 0 0,1 2-3 0,-2-1 0 0,2 1 0 16,-1-2 0-16,1 2 0 0,-2-1 1 16,2 1-1-16,-1-2-1 0,1 2-2 15,0-1-3-15,0 1-1 0,-2 0 0 16,2-2-2-16,0 2-1 0,0 0-2 0,0 0 1 16,0 0 0-16,0 0 0 0,0 0 1 0,0 0 0 31,0 0-2-31,0 0 1 0,0 0 0 15,0 0 1-15,0 0 1 0,0 0 0 16,0 0-1-16,0 0 0 0,6 0-1 16,0 0 1-16,-1 0 1 0,6 0-2 15,-4 0 3-15,5 2-1 0,2-1-2 0,-2 1 3 16,0 1-2-16,2-3-1 0,3 1 3 0,-4 1-2 16,6-1 0-16,-2-1 1 0,-3 0-1 15,6 0 0-15,-2 0 0 0,-6 0 1 16,8 0-1-16,-2 0 2 0,-6-1 1 15,6-2-2-15,-7 3-1 0,-5-2 1 16,5 1-2-16,-6 1 1 0,1 0 0 0,6 0-1 16,-8 0 1-16,0 0-1 0,7 0 0 0,-4 0 1 15,3 0-1-15,2 0-1 0,-1 0 1 16,-1 1 1-16,0 1-1 0,3-1 3 16,-1 1-3-16,1 1 1 0,-2-3-2 15,1 1 1-15,-1-1 1 0,1 2-1 31,-2-2 2-31,3 0-1 0,-8 0-1 0,0 2 2 16,1-2-1-16,1 0-1 0,-1 0 1 16,0 0-2-16,-2 0 2 0,2 0 0 0,5 1-1 15,0 1 1-15,-7-2-1 0,5 1-1 16,-4-1 1-16,6 2 1 0,-3-1-1 16,-3-1 1-16,8 0-2 0,-2 0 1 15,2 0 2-15,6 0-2 0,-6 0 2 0,0 0-1 16,7 0-1-16,-8 0 0 0,7 0-3 0,-8-1 3 15,4-2 1-15,-4 1-1 0,1 1 2 16,2-1-2-16,-8 2-1 0,4 0 2 16,-3 0-1-16,-2 0 0 0,1 0 2 15,-2 0-3-15,2 0 1 0,-2 0 0 16,3 0 0-16,-3 0 1 0,1 0 0 0,-1 0 1 16,2 2-2-16,-6-2 0 0,5 0 1 0,-1 0-1 15,1 0 0-15,1 1 0 0,-6-1-1 31,0 0 1-31,0 0 0 0,2 0-2 16,-1 2 2-16,1-2-1 0,-1 0 1 16,1 0-1-16,-1 0-1 0,-1 0-5 15,0 0-9-15,0 0-11 0,0 0-19 0,0 0-30 16,-12 0-39-16,1 0-51 0,-7 0-110 0</inkml:trace>
  <inkml:trace contextRef="#ctx0" brushRef="#br0" timeOffset="80023.37">19336 11158 528 0,'0'0'59'16,"0"0"-7"-16,0 0-7 0,0 0-8 0,0 0-8 0,0 0-5 16,0 0-3-16,0 0-4 0,0 0-4 15,-14-11-3-15,14 10-1 0,-1 1-2 31,1-2 0-31,0 2-5 0,0 0 1 0,0 0-1 16,0 0-2-16,0 0 1 0,0 0-2 0,0 0 1 16,11 3 0-16,1 7-1 0,5 2 5 15,-1 0-5-15,0-1 3 0,-2-3-2 16,-1-1 0-16,0-2 0 0,1 0 3 16,-3-2-3-16,4 2-1 0,-4-4 1 15,-2 2-1-15,1-1 1 0,-6-1 2 0,2 1-3 16,-6-2 0-16,0 0 1 0,0 0-3 0,1 2 3 15,1-2 0-15,-1 1 0 0,1 1 1 16,-2 5 0-16,1-1 1 0,-1 4-1 16,0 6-1-16,-3-5 0 0,-3 2-4 15,2-5 3-15,3-4 0 0,-4 4 0 16,4-4 0-16,-2 1-3 0,-1 4-6 0,2-5-10 16,1 1-20-16,-1 0-37 0,2-5-90 0,-1 0-126 15</inkml:trace>
  <inkml:trace contextRef="#ctx0" brushRef="#br0" timeOffset="82205.89">19918 10226 443 0,'0'0'52'31,"0"0"-12"-31,0 0-8 0,0 0-3 15,0 0-4-15,0 0-3 0,0 0-1 16,0 0-3-16,0 0-1 0,0 0-1 16,-6-14-1-16,6 13-1 0,0 0-2 15,-3-1 1-15,3 0 0 0,0 2 1 0,-1-1-3 16,1 1-3-16,0-2-1 0,0 2-3 16,0-2-1-16,-2 2 0 0,2-1-3 0,0 1 2 15,0 0-1-15,0 0-1 0,-1 0 2 16,1 0-1-16,0 0-2 0,-3 0 2 15,0 1 0-15,-1 8 0 0,-1-2 2 16,1 1-4-16,-1-1 2 0,0 2-1 0,1 0-1 16,1 1 1-16,0-2-1 0,0 3 1 0,0 0 0 15,1-2 0-15,1 2 1 0,-1-7-1 16,2 8 0-16,0-4 0 0,0 4 0 16,0 0 0-16,0 0 0 0,0-1 1 15,0 1-1-15,0 0-1 0,2 0 0 31,1 5 1-31,0-2 0 0,0 0 4 0,1-1-5 16,-1-3 4-16,0-1-4 0,0 1 1 0,1-2 1 16,-1 1-1-16,0-2 0 0,0 1-1 15,0 0 1-15,0 0 0 0,0-1-1 16,-1 1 2-16,3-1-2 0,0 1 1 16,0-2 1-16,-1 1-1 0,2 0 3 15,-2 1-3-15,1-3 0 0,2 1 0 0,-6-4-1 16,3 4 1-16,-2-3 0 0,-1-1 1 0,2 2-1 15,-1-2 1-15,-1 1 0 0,1 1-1 16,1 4 1-16,-2-5-2 0,4 4 1 16,-1 1 1-16,0 1-1 0,-1-2 2 15,1 0-1-15,-1 1-1 0,2 0 0 16,0 5 1-16,0-7 1 0,2 7-1 0,-1-1 2 16,-2-5-1-16,2 4-2 0,-2-4 1 0,-1-2-1 15,3 2 0-15,-2 0 1 0,0-1-1 31,-1 1 0-31,2-1 0 0,-1 1-1 16,-1-1 1-16,3 3 0 0,-2-3-1 16,-1 2 2-16,1-2-1 0,1 3-1 15,-2-1 2-15,1-1-1 0,-1 0 0 0,2 0 2 16,-2 1-3-16,-1-6 3 0,2 6-2 0,-1-4-1 16,-1 0 1-16,2 2-3 0,-1-2 2 15,-2-2 2-15,4 4-1 0,-1-2 2 16,-3-2-2-16,4 4 0 0,-2-4 0 15,-1 0 0-15,3 5 1 0,-2-3-1 16,-2-2 0-16,2 1 0 0,-1 0-1 0,-1 0 2 16,2-1-2-16,1 5 0 0,-1-4 2 0,1 2-2 15,2 2 2 1,-4-5 2-16,2 4-4 0,-1-3 1 0,-1-1 0 0,3 2-2 16,-2-2 2-16,-2 1-2 0,2 0 2 31,-1-1 0-31,1 0 0 0,0 0 2 15,0 2-1-15,-2-2-1 0,2 1 4 0,0-1-6 16,2 5 4-16,-3-4-4 0,-1 1 2 0,1 0 1 16,-1-2-1-16,1 1 0 0,-1 1-1 15,2 0 1-15,-3-2 0 0,1 1 1 16,1 0-1-16,-1 1 0 0,-1-5 0 16,0 0 0-16,0 0 0 0,2 2 0 15,-2-1 0-15,1 1 0 0,-1-1 0 0,0 0 1 16,2 1-1-16,-2 0-1 0,0-1 0 0,1 1 1 15,-1-1-1-15,0 1 2 0,2-1-2 16,-2 1 2-16,0-1-2 0,0 1 1 16,0-1 1-16,0 1 0 0,0-1-1 15,0 1 0-15,0 0-1 0,0-1 0 16,0 1 1-16,0-1 0 0,0 1 0 0,0-1 0 16,0 0-1-16,0 1 1 0,0-1 0 15,0 1 0-15,1 0 0 16,-1-1-2-16,2 1 2 15,-2-1 1-15,0 1-1 0,2-1 1 16,-2-1 0-16,0 2-1 0,2-2 1 16,-2 1 1-16,0-1-2 0,1 1 3 15,-1-1-3-15,0 2 0 0,0-2 0 0,0 2-2 16,0-1 2-16,0 1-2 0,2 4 0 0,-1 0 2 16,2 5-2-16,0-1 2 0,0-1 0 15,1 2-1-15,1-4 0 0,-1 3 2 16,1-3-1-16,0 1 1 0,1-1 0 15,-2 1 0-15,-1-5-1 0,0 1-2 16,-3-4 3-16,0 0 0 0,0 0 0 0,1 2 0 16,-1 0-1-16,2-1 0 0,-2 1 1 0,1-1-2 15,-1 1 2-15,2-1-1 0,-2 1 0 16,0-1 0-16,2 1-1 0,-2-1 1 16,0 1 1-16,2-1-2 0,-2 1 2 15,0-2-1-15,0 1 1 0,1 1 2 31,-1-2-3-31,0 2 1 0,0-2-1 0,0 0-1 16,0 1 1-16,0-1-1 0,-7 0 1 0,-3 0 0 16,-6-5-1-16,-3-2 1 0,2-2-1 15,3-1 2-15,-2 0-1 0,6 1 1 16,-1-1 0-16,4 5-1 0,-1-1 3 16,0-2-1-16,1 2 1 0,1-2-3 15,2 5 2-15,1 0-1 0,3 3 1 0,-1-1 1 16,1 1 0-16,0-2-2 0,-2 1 2 0,1 1 2 15,-1-2-1-15,2 2 2 0,-1-1-2 16,1 1 0-16,-2-2 0 0,2 2-1 16,-1-2-1-16,1 2-2 0,0-1 0 15,0 1 1-15,0 0-2 0,0 0 3 16,0 0-3-16,0 0 0 0,0 0 1 0,0 3-1 16,6 5 1-16,1 2 1 0,0-3-1 0,2 3 0 15,-2 1-1-15,-2-5 0 0,3 4 1 31,-4-2 0-31,2-2 1 0,-1 2-1 16,-2-5 0-16,2 3 0 0,-2-3 1 16,1 0-2-16,-1 1 1 0,-3-4-1 15,3 2 1-15,0 1 0 0,0 0 0 0,0 0 1 16,-3-3 0-16,0 0-1 0,4 0 0 16,2 0 1-16,6 0-1 0,1-7 4 0,1-6-4 15,2-2 0-15,-2-2 0 0,0-1-3 16,-3 0 2-16,1-2-1 0,-2 2-3 15,-3 3-6-15,0 1-10 0,-4 5-21 16,-2 3-63-16,2 2-143 0,-3-4-68 0</inkml:trace>
  <inkml:trace contextRef="#ctx0" brushRef="#br0" timeOffset="83289.12">16735 10740 492 0,'0'0'45'0,"0"0"-3"15,0 0 0-15,0 0-8 0,0 0-4 0,0 0-4 16,0 0-3-16,0 0-1 0,0 0-4 16,-19-43-2-16,13 36-3 0,-2 2-2 15,1-2 0-15,-4 3-2 0,1-1-2 16,6 4-3-16,-8-1-1 0,6 2-1 0,-6 0 0 16,-6 0-2-16,2 5 0 0,-1 2-1 0,1 5 0 15,6 2 0-15,1 1 0 0,2-2-1 31,3 2 0-31,2 3-2 0,2 2 3 16,0 4-1-16,3 0 1 0,7 0 1 16,0-2 1-16,2-1-2 0,7-3 0 15,-3-1 1-15,2-2-1 0,1-1 2 0,-7-4-1 16,-2-1 0-16,0-2 0 0,-4-1-1 0,0-1 1 16,-3-1 1-16,-2 6 0 0,-1 1-1 15,-4 3 3-15,-7 2-2 0,-4-2 2 16,-3-5 1-16,-2-1 0 0,0-4 0 15,4-1 1-15,-3-1 2 0,1-2 1 16,6 0 0-16,-6 0 0 0,7-2-5 0,1-2 2 16,1 1-2-16,3 1-1 0,3 0 1 0,3 2-4 15,-1-1-2-15,1 1 1 0,-2 0-1 16,1-2-1-16,0 2 1 0,-1-1-8 16,1 1-4-16,1-1-6 0,-2 1-16 31,2 0-30-31,0 0-60 0,2 0-169 15,5 0 4-15</inkml:trace>
  <inkml:trace contextRef="#ctx0" brushRef="#br0" timeOffset="83605.23">16919 10737 599 0,'0'0'58'0,"0"0"-3"15,0 0-11-15,0 0-14 0,0 0-6 16,0 0-9-16,0 0-7 0,0 0-3 0,0 0-4 16,0 0-1-16,5-1 0 0,-3 22-1 0,-2 9 2 31,1 2 1-31,1 0-3 0,1 0 0 15,-1-1 0-15,1-4-5 0,-1-9 4 16,-1-7-3-16,1-5-2 0,-2-2-9 16,1 1-12-16,1 0-20 0,-1 1-25 15,-1-6-34-15,0 0-47 0,0 0-61 0</inkml:trace>
  <inkml:trace contextRef="#ctx0" brushRef="#br0" timeOffset="83756.52">16917 10839 594 0,'0'0'56'16,"0"0"-9"-16,0 0-12 0,0 0-12 0,0 0-7 16,0 0-5-16,0 0-4 0,0 0-4 0,0 0-2 15,0 0-2 1,64-70-7-16,-44 63-5 0,-4 0-12 0,-2 2-38 0,-3 0-52 16,-6 2-154-16,4 1-13 0</inkml:trace>
  <inkml:trace contextRef="#ctx0" brushRef="#br0" timeOffset="83944.93">16927 10921 624 0,'0'0'46'0,"0"0"-11"15,0 0-9-15,0 0-10 0,0 0-4 16,0 0-3-16,0 0-4 0,0 0-3 0,0 0-4 0,51-20-6 15,-37 16-9-15,1 1-25 0,-4 1-44 16,1 2-91-16,1 0-104 0</inkml:trace>
  <inkml:trace contextRef="#ctx0" brushRef="#br0" timeOffset="84122.59">16963 11060 562 0,'0'0'38'0,"0"0"-10"16,0 0-7-16,0 0-2 0,0 0-5 15,0 0-3-15,0 0-6 0,0 0-3 0,0 0-5 16,0 0-5-16,74-4-15 0,-58-3-40 0,-4-1-88 16,-3-1-115-16</inkml:trace>
  <inkml:trace contextRef="#ctx0" brushRef="#br0" timeOffset="84504.28">17254 10658 543 0,'0'0'40'31,"0"0"-2"-31,0 0-5 0,0 0-8 15,0 0-7-15,0 0-6 0,0 0-6 0,0 0-1 16,0 0-1-16,-29 86-1 0,26-70-2 0,0 1 0 16,2-3-1-16,0 5 1 0,-2 1-1 15,1 0 0-15,1 4 1 0,-1-6-1 16,2 1-1-16,0-7 1 0,0 0 0 16,0 2 0-16,0-2 0 0,0 0 0 15,0-7 1-15,0 0 0 0,0-2 0 0,0 2 0 16,2-2 0-16,1 2 2 0,1-5 0 0,6 0 1 15,6-2-2-15,4-4 0 0,-4-3-1 16,1-3-4-16,-2 1 0 0,-2 2-3 16,-1 2-4-16,-4 2-5 0,2 0-16 15,-1 1-19-15,-5 2-42 0,1 1-73 16,-2-2-93-16</inkml:trace>
  <inkml:trace contextRef="#ctx0" brushRef="#br0" timeOffset="84728.67">17520 10622 677 0,'0'0'28'16,"0"0"-9"-16,0 0-9 0,0 0-3 0,0 0-5 15,0 0-1-15,0 0-2 0,0 0 0 16,-1 81-3-16,2-65 0 0,2 2-4 0,-1-5-12 16,-1-1-18-16,2 0-22 0,-3-7-30 0,1 1-32 15,-1-6-25-15,0 0-59 0</inkml:trace>
  <inkml:trace contextRef="#ctx0" brushRef="#br0" timeOffset="84888.77">17467 10695 590 0,'0'0'54'16,"0"0"-12"-16,0 0-10 0,0 0-12 0,0 0-5 16,0 0-4-16,0 0-4 0,0 0-2 15,0 0-2-15,0 0-2 0,33-73-2 16,-20 66-3-16,0-1-3 0,1 2-12 16,1-2-28-16,-6 4-51 0,1 2-98 15,-5 2-89-15</inkml:trace>
  <inkml:trace contextRef="#ctx0" brushRef="#br0" timeOffset="85072.14">17506 10754 525 0,'0'0'33'31,"0"0"-10"-31,0 0-10 0,0 0-12 15,0 0-5-15,0 0-12 0,0 0-13 16,82-32-42-16,-70 32-69 0,-5 0-98 16</inkml:trace>
  <inkml:trace contextRef="#ctx0" brushRef="#br0" timeOffset="85273.72">17517 10877 483 0,'0'0'47'15,"0"0"-1"-15,0 0-9 0,0 0-11 0,0 0-11 0,0 0-6 0,0 0-6 16,0 0-3-16,0 0-11 0,79-41-9 16,-70 38-24-16,-4 2-76 0,4-2-136 31</inkml:trace>
  <inkml:trace contextRef="#ctx0" brushRef="#br0" timeOffset="85671.81">17912 10555 634 0,'0'0'57'0,"0"0"-6"0,0 0-22 0,0 0-7 16,0 0-7-16,0 0-5 0,0 0 0 0,0 0-7 15,0 0 1-15,0 0-5 0,-74-29 2 31,64 37-1-31,4 0-1 0,-4 4 1 16,3 3-1-16,1 3 2 0,0 5-2 16,3 0 0-16,2-1 0 0,1 1-1 15,0-1-1-15,1-1 2 0,5-3-4 0,0-4 0 16,2 0-1-16,0-2-3 0,2-4 4 16,0 2-3-16,3-4-5 0,-4-2 2 0,3-2-5 15,5-2-3-15,-1 0-9 0,0 0-19 16,-3-5-29-16,-2-2-55 0,-3 1-129 15</inkml:trace>
  <inkml:trace contextRef="#ctx0" brushRef="#br0" timeOffset="85921.83">17966 10529 663 0,'0'0'45'0,"0"0"-11"0,0 0-14 15,0 0-8-15,0 0-5 0,0 0-4 16,0 0-2-16,0 0 3 0,0 0-10 16,0 0 3-16,46-25-5 0,-33 19 0 15,-2 1-4-15,4-1-7 0,-6 1-21 0,-4 4-29 16,1-1-50-16,-2 2-74 0,2 0-59 0</inkml:trace>
  <inkml:trace contextRef="#ctx0" brushRef="#br0" timeOffset="86155.15">18077 10460 556 0,'0'0'41'16,"0"0"-15"-1,0 0-8-15,0 0-6 0,0 0-7 16,0 0 1-16,0 0-4 0,-9 86-2 16,9-60-2-16,0-2-2 0,0-7 0 15,0 0 0-15,0-5-1 0,2 0 1 0,-1-1 2 16,-1-7-1-16,2 2 2 0,-2-6-3 0,0 0-2 16,0 0-6-16,0 2-7 0,1-2-19 15,-1 1-44-15,1-1-107 0,-1 0-56 16</inkml:trace>
  <inkml:trace contextRef="#ctx0" brushRef="#br0" timeOffset="88071.83">18368 10287 526 0,'0'0'54'0,"0"0"-6"0,0 0-9 0,0 0-11 16,0 0-9-16,0 0-4 0,0 0-2 0,0 0-2 16,0 0-2-16,1-15-3 0,2 15-2 15,-3-2-1-15,0 2-1 0,0 0-2 16,0 13 1-16,0 7-3 0,-3 6 1 16,-3 3 0-16,1 2-1 0,-4-1 0 15,1 2 3-15,-1-1-4 0,0-3 5 0,1-4-3 16,3-7 1-16,1-7 0 0,4-5 1 15,0-5 0-15,-2 0 0 0,2 0 0 0,0 2 0 16,0-1-1-16,0 1 2 0,0 1-1 16,8 1-1-16,1 1 1 0,7-2 0 15,5-3-1-15,0 0 1 0,8 0-2 16,-2 0 0-16,-2 0-1 0,0-2 0 0,-7 1-1 16,2 1 1-16,-2-2-2 0,-6 2 1 0,8-1-2 31,-10 1 0-31,-3 0-1 0,-1 0-3 15,-6 0-4-15,0 0-16 0,0 0-19 16,1 0-42-16,1 0-77 0,-1-2-97 16</inkml:trace>
  <inkml:trace contextRef="#ctx0" brushRef="#br0" timeOffset="88488.33">18482 10323 545 0,'0'0'59'0,"0"0"-9"15,0 0-11-15,0 0-9 16,0 0-8-16,0 0-4 0,0 0-2 0,0 0 0 16,0 0-3-16,0 0-3 0,-22-9-3 15,21 9-3-15,-1 0-3 0,2 0-1 31,-1 3 0-31,1 15-1 0,0 7 2 0,3 8 0 16,4 0-1-16,-1 1 0 0,-2-1 3 0,2 0-5 16,-3 1 5-16,0-4-3 0,0-2-1 15,-2-1 2-15,-1-3-2 0,3-1 1 16,-3-2-1-16,0-4 0 0,0 1 0 16,1 1-1-16,-1-6-1 0,0 7 2 15,0-8-1-15,0 0 1 0,0 0-1 0,2-1 1 16,-1-1 2-16,-1-5-2 0,2 1 0 0,-2-6 0 15,0 0-1-15,0 0 1 0,1 1 0 16,-1 1-1-16,1-1-2 0,-1-1-1 16,2 2-7-16,-2-2-11 0,0 0-30 15,3 0-60-15,-3-10-172 0,1-3-7 16</inkml:trace>
  <inkml:trace contextRef="#ctx0" brushRef="#br0" timeOffset="93904.62">24885 8700 173 0,'0'0'47'15,"0"0"-5"-15,0 0-5 0,0 0-2 31,0 0-1-31,0 0 1 0,0 0-6 0,0 0-4 16,0 0-3-16,0-39-1 0,-3 36-1 0,0 0 1 16,0 1-4-16,3 2-1 0,-1-1-1 15,1 1-2-15,-2 0 2 0,2-2-4 16,-1 2 1-16,1-1-4 0,-2 1-3 16,2 0-2-16,-2 0 1 0,2 0-4 15,-2 0 1-15,2 0 1 0,-2 0-2 0,-1 3 0 16,0 6 1-16,-3 6-1 0,3-6 0 0,0 8 1 15,0 0-1-15,0-1-1 0,2 3 2 16,-2-1-2-16,3 2 1 0,0-1 0 16,0 7 1-16,3-2-1 0,1 2 1 15,2-2-1-15,-2 1 0 0,1-3 0 16,-1 0 0-16,-1-6 0 0,2 1 0 0,-2-2 0 16,-1-3 0-16,-1 5 1 0,1-6-1 0,-1 1 0 15,-1 0 0-15,0 0 0 0,2 1 0 31,-2-1 4-31,0-1-3 0,0 0 3 16,0 2-3-16,0-9 0 0,0 7 2 16,0-5-1-16,0 0 1 0,0 0 2 15,0-2 0-15,0 2 1 0,0 1 2 0,0-2-2 16,0-5 0-16,0 5 0 0,0 1-1 0,0-1 0 16,0 1 0-16,0-6 0 0,0 0 1 15,0 6-1-15,0 0 0 0,0 0 0 16,0 4-1-16,0-3-1 0,-5 3 0 15,1 5 0-15,-2-4-2 0,1 5 0 16,0-1-1-16,-1 1-1 0,2 7 2 0,0-8-1 16,2 3 2-1,1-5-3-15,-2 0 1 0,2 1-1 0,1-2 1 0,0 2 0 0,0-3 2 16,0 0-2-16,0-6 1 0,0 6-1 16,0-5 2-16,0 0-4 0,0 6 2 31,0-6 0-31,0 6 0 0,0 1 2 15,0 0-1-15,0 7-2 0,0-8 2 0,1 6-1 16,-1-6 2-16,3 0-2 0,-3 1 0 16,1-1 0-16,-1 1 0 0,2-2 1 0,-2 1-1 15,0-8 1-15,1 7-1 0,0-6-1 16,-1-1 1-16,2 7 0 0,-1-5 2 16,1-1-1-16,-1 1-1 0,-1-6 0 15,0 4-1-15,0 2 1 0,0 6 0 0,0 5 3 16,0 0-3-16,0-2 4 0,-1 3-5 0,-1 1 2 15,1-8 0-15,1 9-1 0,-2-1 1 16,2-7 0-16,0 8-1 0,0-9 0 16,0 3 0-16,0 6 0 0,0-10 0 15,0 7 0-15,0-6 1 0,0-1-1 16,0 2 0-16,0 1 0 0,0-1 0 0,2 0-2 16,-2 6 3-16,0-6-2 0,0 8 2 0,0 2 0 15,0-1-1-15,0 5 0 0,0-2 0 31,0-8 0-31,-3 2 0 0,2 1 0 16,-1-7 0-16,1 6 0 0,-2-7 1 16,2-7-2-16,1 9 1 0,0-1-1 15,0 0 1-15,0 4-2 0,1-6 2 0,3 0 0 16,2 4 0-16,-3-4 0 0,1 4 0 16,-1 2-1-16,2-1 1 0,-2 3 5 0,-1-3-5 15,0 0 5-15,0 2-5 0,-2-7 1 16,2 10-1-16,-2-3 0 0,0-3 0 15,0 4 1-15,0-8-1 0,0 2 0 16,0-1 1-16,0 1-2 0,0 0 1 0,0 1 0 16,-2-1 0-16,0 0 0 0,0 1 0 0,1 0 0 15,1-1 0-15,0 0 0 16,0 5 0-16,0-7 0 0,1 7 0 0,1-6 0 16,0 1 0-16,-2 0 0 0,2 1-1 31,-2 7 1-31,1-6 1 0,-1 7-1 15,2 1 1-15,-2-3-2 0,0 7 2 0,0-3-3 16,0-7 3-16,0 1-1 0,-2-6 0 0,1 1 0 16,-1 1 0-16,0-6 0 0,2-1 1 15,0-6-1-15,0 0 0 0,0 0 1 16,0 1-1-16,0 1-1 0,0-1 0 16,0 1 0-16,0-2-1 0,0 1-2 15,0-1-8-15,-2 0-24 0,2-6-51 0,-2-6-169 16,0 0-44-16</inkml:trace>
  <inkml:trace contextRef="#ctx0" brushRef="#br0" timeOffset="96120.43">24272 11433 299 0,'0'0'56'0,"0"0"-11"16,0 0-2-16,0 0-6 16,0 0-1-16,0 0-1 0,0 0-7 0,0 0 1 15,0 0-1-15,0 0-4 16,9-10 2-16,-8 10-2 0,-1-1-5 15,0 1 0-15,0-1-2 0,3 1-1 16,-3-2-1-16,0 2-3 0,0 0-2 16,0 0 1-16,0-1-1 0,1 1 1 0,-1 0-1 15,0-2-2-15,0 2-1 0,0 0-3 16,0-1 2-16,-7-1-2 0,3-1 1 0,0 1 0 16,-7-1-2-16,5 3 1 0,-1-1-1 15,-6 1 0-15,7 0 0 0,-8 0 0 16,2 0 0-16,7 0 0 0,-7 0 0 15,6 0-1-15,1 0-1 0,-6-1 1 16,4-1 0-16,2 0-1 0,-6 1 1 0,5-1-1 16,-6 1 1-16,0-2-1 0,2 1 1 0,-3 1-1 15,1-1 0-15,-5-1 1 0,1 0-1 16,-7 0 1-16,0 0-2 0,0 0 1 16,-2 0-1-16,-3 0 0 0,1 1 0 31,-2 1 1-31,0 1-1 0,0 0 0 15,0 0 0-15,1 0-1 0,-1 0 1 0,0 0-1 16,0 0 1-16,3 0 0 0,7 0 0 0,0 0 2 16,0 1-2-16,6-1 1 0,-6 2-1 15,7-2 0-15,-3 0 0 0,-5 0 1 16,0 0 0-16,-4 0 1 0,1-3-2 16,0 1-2-16,0-2 4 0,0 1-2 15,-2 2 0-15,-1-3 1 0,0 3-1 0,2-1-1 16,6 2 2-16,-1 0 0 0,6 0 1 0,-1 0 0 15,1 0-1-15,-1 0 0 0,2 0 0 16,6 0 0-16,2 0 0 0,-3 0-1 16,1 0 0-16,0 0 0 0,-6 2 0 15,5-2 2-15,2 0-3 0,-7 0 1 16,6 0-1-16,-8 1 1 0,-5 1 0 0,1 1-1 16,-6 0 1-16,2 0 1 0,-3 0 0 0,1 2 0 31,-2 0-1-31,-1 3 0 0,1 3-1 15,2 0 0-15,0-1 1 0,1 0 0 16,1 2 0-16,3-2 0 0,6-1 0 16,2-1-1-16,3-2 2 0,0-1-1 15,0 0 0-15,6-2 1 0,-6 2-1 0,4-2-1 16,-5 1 1-16,-1 4 0 0,3-2 0 0,-5 4 1 16,1 0-1-16,-2 0 0 0,-3 3 0 15,6-3-1-15,-1-1 1 0,5-3-1 16,0 2 1-16,0-1 0 0,0 3 0 15,1-3 0-15,3-2-1 0,-2 4 0 16,2-4 0-16,1-1 1 0,1 8-1 0,0-4 2 16,0 6-1-16,0 5 0 0,0-2-1 0,3 4 0 15,2-1 1-15,-1-2 0 16,1 2 1-16,-1-1 1 0,1 3-4 0,-1 1 2 16,0-4-2-16,2 1 1 0,-2 0 2 31,1-8 0-31,-1 3-1 0,-1-1 0 15,0-4 0-15,1 4 1 0,-1-5-2 0,0-5 0 16,-2 1 1-16,-1-5 0 0,0 0 0 0,0 0 2 16,2 5-1-16,1-2-2 0,0 1 2 15,-1-1-3-15,-2-3 2 0,0 0-1 16,0 0 1-16,2 0 0 0,-2 2 0 16,1-2 3-16,-1 0-2 0,0 0 0 15,2 0-1-15,-2 0-1 0,0-6 1 0,0-5 1 16,-6-5-2-16,0 0 1 15,-4-3-1-15,2 0 0 0,-1 1 1 0,-1 0 0 16,4 4 3-16,-1-1-4 0,2 0 4 0,1 5-4 16,1-1 2-1,-1 2-1-15,1 4 1 0,0-4-1 0,-1 1 0 0,2 4 1 16,1 1 0 0,-2-2 0-16,1 2 0 0,-1 0-1 15,2 0 0-15,1 3 1 0,-1-1-1 0,1 1 0 16,0 0 0-16,-2-2 0 0,2 2 0 15,-1-1-1-15,1 1 1 0,0 0-1 16,0 0 1-16,0 0-1 0,0 0 1 16,-2 0 1-16,2 0-1 0,0 0 0 15,0 0 0-15,-1 0-1 0,1 0 1 0,0 1 1 16,0 1-1-16,0-1 0 0,-2 1 0 0,2-1 0 16,0 1 0-16,-2-2 1 0,2 1 0 15,0-1 0-15,-2 2 0 0,2-2-1 16,0 0 0-16,-1 1 0 0,1-1 1 15,-2 0 0-15,2 2 0 0,-1-2-2 16,-1 0 1-16,1 0 0 0,-1 0 1 0,1 0 0 16,0 0 0-16,-1 0-1 0,1-2 0 0,-1 2 1 15,1-1-2-15,-1 1 1 0,1-2-1 16,1 2 1-16,-2 0-1 0,2 0 0 16,-1 0 0-16,1 0 0 0,0 0 0 31,1 3 0-31,7 6 1 0,3 5 0 15,2 0-2-15,-1 3 3 0,1 1-3 0,-2 0 3 16,1 1 0-16,1-2 0 0,-1 1 0 0,-2-1-2 16,1-2 1-16,-4-2-1 0,-4-6 1 15,2 2 0-15,-4-5 0 0,1 1-1 16,-1 0 1-16,-1-5 1 0,0 0-1 16,0 0 3-16,2 1-3 0,-2 1 0 15,2-2 0-15,-2 1-1 0,2-1 1 0,-2 2-1 16,1-2 2-16,-1 1-1 0,2-1 0 0,-2 2 1 15,1-2-1-15,-1 1 0 0,1-1 0 16,-1 0 1-16,2 2-1 0,-2-2 2 16,1 0 0-16,5 0 0 0,2-5-1 15,3-7 0-15,4-1 2 0,-3-2-1 16,2-2 1-16,-1 0-1 0,2 1-1 0,-1-3 0 16,0 2-3-16,-5 6-1 15,1-1 4-15,-3 7-4 16,-4 2 3-16,0-1-5 0,-3 4 1 15,0-1 0-15,0 1 0 0,1 0 0 16,-1 0-3-16,0 0 2 0,2 0-8 16,-2 0 5-16,0 0-7 0,1 0 3 15,-1 0-1-15,0 0-9 0,0 0-7 0,0 1-21 16,0-1-34-16,0 0-75 0,0 2-133 0</inkml:trace>
  <inkml:trace contextRef="#ctx0" brushRef="#br0" timeOffset="96954.4">22471 11794 300 0,'0'0'71'0,"0"0"-12"15,0 0-5-15,0 0-2 0,0 0-7 16,0 0-1-16,0 0-1 0,0 0-5 16,0 0-3-16,0 0-8 0,-27-12-2 15,27 10-6-15,-1 2-4 0,1-1-3 0,-2 1-1 16,2-1-5-16,-1 1 0 0,1 0-2 16,-2 0-2-16,2-2 1 0,-1 2-1 0,1 0 2 31,-3 0 0-31,3 0 1 0,-1 0 4 15,1-2-3-15,0 2 0 0,0 0-1 16,0 0-1-16,0-1 2 0,-2 1 2 16,2 0-1-16,0 0-2 0,0 0 0 15,-1 0-5-15,1-2 4 0,0 2 2 0,0 0-4 16,-2 0 1-16,2 0-2 0,0 0 0 0,0 0-2 16,0 0 0-16,0 0-1 0,0 0 1 15,0 7 0-15,10 4 1 0,0 6 1 16,1 0-6-16,1 1 6 15,-1-1-4-15,-1-2 3 0,1 2 0 0,-2-2 0 16,1 0 3-16,0 0-3 0,-3 0 0 0,1-4 0 16,-2 1-1-16,2 2 0 0,-4-7 2 0,4 7-1 31,-4-6 0-31,-2-4 0 0,2 4-1 0,-1-5 1 0,-2 0 1 0,3 2-1 16,-4-5 0-16,0 0 1 0,0 0-1 31,2 1 2-31,-2-1-1 0,0 1-1 15,1-1-3-15,-1 2 5 0,0-2-1 0,2 1 1 16,-2-1 3-16,0 0-2 0,1 2 0 0,-1-2 0 16,0 0 0-16,0 1-1 0,2-1 0 15,-2 0 0-15,4 0-1 0,3-6 1 16,2-4-2-16,5-5 2 0,1-1-3 16,1-2 1-16,0 0 0 0,3-2 0 15,-1 1 0-15,-2 1-1 0,2 1-1 0,-7 5-1 16,-2 1-1-16,-1 4-5 0,-5 3-2 0,0 1-7 15,-3 3 0-15,0-1-10 0,0 1-16 16,0 0-41-16,2-2-62 0,-2 2-157 16,0 0 5-16</inkml:trace>
  <inkml:trace contextRef="#ctx0" brushRef="#br0" timeOffset="99671.28">23466 11729 557 0,'0'0'52'0,"0"0"-8"16,0 0-8-16,0 0-6 0,0 0-8 0,0 0-3 16,0 0-2-16,0 0 0 0,0 0-3 0,-23-50-1 31,22 48-1-31,1 1-3 0,-2-1-1 15,2 0-2-15,0 2-2 0,0-1-2 16,0 1-2-16,0 0 0 0,0 3-2 16,0 12 2-16,0 7 0 0,3 8 0 15,0 0 3-15,-1-1-5 0,-2 1 3 0,1-8-4 16,-1-1 2-16,0-7 1 0,0-1-2 0,0 1 2 16,0-8-2-16,2 0-1 0,-2-6-4 15,0 0-4-15,0 0-7 0,0 2-15 16,0-2-21-16,2 0-34 0,0 0-77 15,-1-3-112-15</inkml:trace>
  <inkml:trace contextRef="#ctx0" brushRef="#br0" timeOffset="99986.57">23424 11741 594 0,'0'0'63'0,"0"0"-15"15,0 0-9 1,0 0-10-16,0 0-5 15,0 0-3-15,0 0-7 0,27-84-5 0,-10 74-2 16,3 0-3-16,1 6-2 0,0 1 2 0,2 3-4 16,-2 0 0-16,-1 0 0 0,-2 7-2 15,-6-2 1-15,-2 4-1 0,-3-3 1 16,-5 5 0-16,-2 3 1 0,0 1 0 16,-3 3 0-16,-7-1 0 0,-3-2 1 15,-1-1-2-15,-3-1 2 0,-1-1 1 16,2 0-1-16,1-4 4 0,2-2-4 0,4-1 1 0,3-4 0 15,1 2-2-15,5-3 1 16,-1 0-3-16,1 0 0 0,-2 0-4 0,1 0 1 16,-1 0-6-16,1 0-4 0,-1 0-13 15,1 0-22 1,-1 0-21-16,1 2-36 0,1-2-80 0,0 2-77 0</inkml:trace>
  <inkml:trace contextRef="#ctx0" brushRef="#br0" timeOffset="100459.52">23896 11704 514 0,'0'0'61'0,"0"0"-11"16,0 0-8-16,0 0-8 0,0 0-5 0,0 0-4 16,0 0-3-16,0 0-1 0,0 0-2 0,1-59-4 15,-5 51-1-15,-3 0-2 0,0 0-6 16,-2 4 0-16,2-1-3 0,-5 5-2 16,-2 0-1-16,-2 7 0 0,-5 9-2 31,3 3 2-31,0 4-1 0,1 3 0 15,2 0 1-15,1 1 0 0,4-3 1 0,1 2-6 16,2-3 6-16,4 1-6 0,2-7 3 16,1 0 2-16,0-2-1 0,6-2 1 0,5 2-1 15,-2-5 1-15,4-4-2 16,4-3 0-16,2-2 0 0,6 1 0 0,1-2 1 16,-2 0 1-16,1 0 0 0,-1 0 0 15,-8 0-1-15,1 0 1 0,-5-2 0 0,-6 1-1 16,5-2 1-16,-6 1 0 15,-1 1-2-15,1 1 2 0,-5 0-2 16,0-2-3-16,0 2-5 0,1 0-9 0,0-1-17 0,-1-1-33 16,2 2-74-16,-1-1-141 15</inkml:trace>
  <inkml:trace contextRef="#ctx0" brushRef="#br0" timeOffset="109968.67">14861 12492 580 0,'0'0'57'0,"0"0"-10"15,0 0-9-15,0 0-11 0,0 0-9 16,0 0-7-16,0 0-7 0,0 0 1 16,0 0-6-16,-66 91 4 0,63-46 0 15,0 3-3-15,1 5 1 0,1 3-1 0,-1 0 1 16,1-1-3-16,-1-5 2 0,1-5 0 0,-2-5 0 15,1-13 1-15,2-12-2 16,0-7-2-16,0-8-3 0,-1 0-7 0,1 0-14 16,0 2-37-16,-3-2-64 0,3-2-156 15</inkml:trace>
  <inkml:trace contextRef="#ctx0" brushRef="#br0" timeOffset="110201.96">14793 12574 644 0,'0'0'56'15,"0"0"-14"-15,0 0-17 0,0 0-13 0,0 0-7 16,0 0-4-16,0 0 0 0,0 0 2 0,0 0-2 16,0 0 3-16,43 105-3 0,-28-73-1 15,2 1 1-15,2 1-2 0,0-3 1 16,-1 1-1-16,0-4 0 0,-1-3-2 15,1-2-2-15,-3-4-4 0,-3-6 0 16,1-1-11-16,-4-4-24 0,-5-4-32 0,3 4-88 16,-4-5-115-16</inkml:trace>
  <inkml:trace contextRef="#ctx0" brushRef="#br0" timeOffset="110435.4">14804 12958 640 0,'0'0'45'0,"0"0"-13"0,0 0-12 16,0 0-9-16,0 0-2 0,0 0-2 16,0 0-3-16,0 0-1 0,0 0-2 15,80-59-1-15,-54 49 0 0,2 0-1 0,0 3-2 16,1 2-3-16,-1 2-2 0,-2 1-4 0,-7 1-7 15,-1 1-23-15,0 0-31 16,-5 3-68-16,3 3-132 0</inkml:trace>
  <inkml:trace contextRef="#ctx0" brushRef="#br0" timeOffset="110718.7">15253 12559 631 0,'0'0'45'0,"0"0"-15"0,0 0-13 0,0 0-7 15,0 0-4-15,0 0 0 0,0 0-1 0,-12 102 1 0,15-76-3 0,0 1 1 32,0 2 0-32,0-2-1 0,-2-1-1 15,1-8 0-15,-2-6 0 0,1 1 0 16,-1-8-2-16,0 2 1 0,0-1-2 15,0-6-1-15,0 0-1 0,0 0-4 16,0 1-8-16,0 0-20 0,0 1-32 0,0-1-32 16,0-1-43-16,0 0-26 0,0 0-60 0</inkml:trace>
  <inkml:trace contextRef="#ctx0" brushRef="#br0" timeOffset="111068.85">15250 12646 661 0,'0'0'47'0,"0"0"-13"0,0 0-6 0,0 0-4 16,0 0-7-16,0 0-3 0,0 0-6 0,0 0-3 16,0 0-2-16,-18-34-2 0,18 33-1 0,3 1 0 0,9-2-1 0,0 2 1 31,5 0-1-31,-1 0 2 0,-2 6-2 16,3 2 0-16,0-1 0 0,-7-2 0 15,1 4-1-15,1 2 1 0,1-1-1 0,0 7 0 16,-3-1 0-16,-2 1 1 0,-2 3 0 0,-3-5 0 15,-1 4-4 1,-2 0 3-16,-2 1-1 0,-4 4 1 0,-3-2 2 0,0-6 1 16,-3-2-1-16,-1-2 2 0,0-1 1 15,4-4 0-15,-5 1 1 0,2-4 0 16,1 1 0-16,-4-2 0 0,7 0 0 0,-4-1-1 16,2-1-1-16,6-1-1 0,-1 1 0 15,5-1-1-15,-1 0 0 0,1 0-2 0,-2 0-2 31,0 2-5-31,0-2-6 0,1 0-8 16,-1 0-19-16,2 0-32 0,2-7-84 16,9-4-133-16</inkml:trace>
  <inkml:trace contextRef="#ctx0" brushRef="#br0" timeOffset="111784.86">15593 12562 706 0,'0'0'29'16,"0"0"-9"-16,0 0-9 0,0 0-5 16,0 0-4-16,0 0 1 0,0 0-2 15,-15 86 1-15,15-63-2 0,0 0 1 31,4 1-1-31,1-2 1 0,-2-5-1 0,1-1 0 16,-2-5 0-16,-1-1 0 0,2 3 0 0,-3-9 0 16,1 2 0-16,-1-6 0 0,0 0 0 15,0 0 0-15,0 2 1 0,0-1 0 16,0 1-1-16,0-2 0 0,0 1 0 0,-5-1 2 0,-1-6 4 0,0-6 1 31,-3-6 4-31,3-4 1 0,-1 1 3 0,0-1-1 16,3 0-1-16,-1 5-2 0,1-1-1 0,2 6-4 15,1-1 0 1,1-1-2-16,0 2 0 0,0-1-1 0,0 3-1 0,3 1-1 16,1 0 0-16,2 1-2 0,1 1 1 15,6-3 0-15,0 3-4 0,-1 1 3 16,2 0-2-16,-3 1 0 0,0 4 1 0,5-1 0 16,-6 2 2-16,7 0-1 0,-3 3 2 15,-3 2-2 1,2 2-1-16,0 1 1 0,-6-2 0 15,4 5 1-15,-2-1-2 0,-3 4 1 16,0 4-1-16,-3 0 1 0,1 2 1 16,-2 1-1-16,-2 2 1 0,0 1 0 15,0 2 0-15,-2 1 2 0,-3 1-3 0,-1-3 2 16,-2 3-2-16,0-4 2 0,-1-2-1 0,2-3 2 16,-3-6-2-1,4-1 3-15,2-6-2 0,-4-1 3 0,3 2 0 0,-5-3-1 16,2 1 0-16,0-4 0 0,-1 2 0 15,3-1 0-15,2 0 0 0,4-2-2 16,-4 0 0-16,-1 1-3 16,1 1 1-16,-1-1 1 0,5-1-1 0,-1 0 3 0,1 0-4 0,-2 0 1 15,0 0 0 1,-1 0-1-16,3 0 0 0,0 0-3 0,0 0 1 0,-1 0-1 16,1 0-3-16,0 0-6 0,0 0-13 31,0 0-39-31,0 0-102 0,0-6-142 15</inkml:trace>
  <inkml:trace contextRef="#ctx0" brushRef="#br0" timeOffset="115551.51">22020 12998 287 0,'0'0'39'0,"0"0"0"0,0 0 1 16,0 0 0-16,0 0-1 0,0 0 1 0,0 0-2 16,0 0-1-16,0 0 0 0,-14-7-4 15,11 6-5-15,2 0-3 0,-1-1-5 16,1 1-3-16,-1-1 0 0,1 1-1 16,-1 1-5-16,1-2-1 0,-1 2-2 15,2-2-1-15,-1 2-1 0,1-1 0 0,-1 1-2 16,1 0 0-16,-2 0-1 0,1 0-1 0,-2 8-2 15,1 9 0-15,-1 6 1 16,3 8-1-16,0 4 2 0,0 1 0 0,0 4-4 16,0 1 4-16,0 0-5 0,0 1 2 15,0 2 1-15,2-1-3 0,1 1 3 16,1 0 0-16,-1-3 0 0,0-5-1 0,0-3 0 16,1-3-1-16,2-5 2 0,-2-3-1 0,1-3 1 15,-1-5-2-15,0 0 2 0,-1-7 1 31,-1-2-1-31,-1-1 0 0,-1-4 0 16,0 0-1-16,0 0 1 0,0 2 0 16,2 0-1-16,-2-2 2 0,0 0-1 15,0 0-1-15,-5 0 1 0,-2-4 1 0,-3-5-2 16,1 3 4-16,-1-5-3 0,0-1 1 0,-2 0-2 16,-1-3 0-16,2 0 1 0,-2 0-1 15,4 4 2-15,-2 0 0 0,-1 2 0 16,5 2 2-16,-8-2-2 0,8 2 0 15,0 1 1-15,-2 2 0 0,1-1 1 16,0 2 2-16,4 0-1 0,1 2 1 0,3 1 0 16,-2-2-2-16,2 2 3 0,-1 0 0 0,-1 0 0 15,1 0 0-15,0 0-2 0,-1 0-1 16,1 0-1-16,-2 0-1 0,2 0 0 16,1 0-1-16,0 13 0 0,0 2 0 15,8 4 1-15,1 1 0 0,3 0-1 31,0-1-3-31,2 1 3 0,0 0-1 0,-1-1 2 16,1 0 2-16,-1-1-3 0,1-3 0 0,-2-1-1 16,-3-3 0-16,0-2 1 0,-2-3 4 15,-4-3-4-15,0 0 0 0,-3-3 0 16,0 0-3-16,4 0 2 0,5 0 2 16,4-5 1-16,0-7-1 0,-1-3 1 15,-1-3 0-15,-1-5-2 0,0-2 2 0,0 3-2 0,1-3 2 0,-1 3-1 0,1 1 0 0,1 1 0 31,1 0 0-15,-2 3-1-16,-2 4-1 0,1 2 1 0,-4 3 0 0,-3 5 0 16,1 1 0-16,-4 2-1 0,0-2 0 15,0 2-1-15,2 0 1 0,-1-1 0 16,1-1 0-16,-1 2 1 0,0-2-2 0,1 2 1 16,-1-1 0-16,1 1-1 0,-1-2-3 0,-1 2-5 15,3-1-7 1,-3 1-14-16,0-2-37 15,1 2-77-15,-1-6-162 0,0 0-5 16</inkml:trace>
  <inkml:trace contextRef="#ctx0" brushRef="#br1" timeOffset="123534.03">21107 13201 523 0,'0'0'45'0,"0"0"-1"0,0 0-8 0,0 0-4 16,0 0-4-16,0 0-6 0,0 0-1 15,0 0-6-15,0 0-2 0,3 0-2 0,-3 0-5 31,-6 0 1-31,-2 0-4 0,-6 0 3 16,-6 0-1-16,7 0 0 0,-8 0 1 16,-2 0-4-16,-1 0-1 0,-8 0 0 15,-1 0-1-15,-2 0 0 0,-3 0-1 0,-1 3 1 16,-6 0 0-16,-1 2-1 0,-6-1 0 0,-3 2 1 16,-4 2 0-16,-3 1 2 0,-5 2-1 15,-4 3 0-15,-1 1 0 0,-2 0 0 16,0 3 0-16,-2 2 1 0,-1-1 1 15,-1 3 2-15,1 1-2 0,-1 1 0 16,4 0 0-16,1-1 0 0,5 1-2 0,4-1 2 16,5-2-2-16,3 1 1 0,5-2 1 0,2 2-1 15,5-1-2-15,3 0 2 0,1 2-2 16,6-1 1-16,-1 0 0 0,3 1-1 16,0 1 0-16,3 0-1 0,3 2 3 31,0 2-3-31,3 0 3 0,3 1-2 15,0 0-1-15,3 2 2 0,0-1-1 0,2 2 2 0,2-2-2 0,0 2 0 0,1 0-1 0,2 0 1 32,0-1 1-32,1 1-1 0,2 2 1 15,1-1 0-15,0 1-2 0,-1-3 2 16,1 3-2-16,2-1 1 0,0 1 4 16,-1-1-4-16,1-1 3 0,0-3-2 15,1-2 0-15,1-9 0 0,1-7 1 0,-1-1-2 16,2-3 1-16,-1-1 2 0,1 0 1 0,0-6 0 15,-1 0-1-15,1 0-1 16,0 1 2-16,0 1-1 0,0 0 1 0,0-1 1 16,0 0-5-16,-2 1 2 0,2-1-3 15,0 1 2-15,0-1 0 0,0 1-2 16,-1 0-1-16,1-1-3 0,0 1-2 0,0-1-5 16,-2-1-9-16,2 0-17 0,-4 0-38 0,-1 0-54 15,-3-6-170-15,1-2-1 0</inkml:trace>
  <inkml:trace contextRef="#ctx0" brushRef="#br1" timeOffset="124522.46">17555 15243 656 0,'0'0'56'15,"0"0"-11"-15,0 0-10 0,0 0-10 16,0 0-3-16,0 0-7 0,0 0-4 0,0 0-5 0,0 0-5 16,0 0 1-16,-20-13-1 0,20 13 1 15,14 0-2-15,5 0 1 0,7 2-2 16,3 3 1-16,1-1 1 0,2-1-1 0,0 0 2 16,0-3-1-16,0 0-2 0,-2 0 0 0,-1 0 1 31,-2 0 0-31,1 0 1 0,-4-1 0 15,-1 1-2-15,-4 1 1 0,-4 2 1 16,-4 5-2-16,1-2 2 0,-4 0-1 16,1 3-1-16,-3-3 2 0,-3-3-1 15,0 2 0-15,-3-5 3 0,0 0-2 0,0 0 2 16,1 1 0-16,-1 1-1 0,0-1 2 16,2 1-2-16,-2 0 1 0,0 4 1 0,0-2-3 15,-2 7 1-15,-5 1-4 0,0 0 0 16,-5 6 1-16,1 1 0 0,-1 0 1 15,-1 1 0-15,1-2-1 0,2 0 0 16,-4-1 0-16,2 0 1 16,-2 1 0-16,4 0 2 0,-1 2-2 0,0 0 1 0,-1 1-5 0,2-1 4 15,-3-1-1-15,2 1 0 0,-1-3 3 16,4-5-2-16,2 0 0 0,1-4 0 16,4-5 0-16,-1 1 2 0,2-4 1 15,-1 0-2-15,1 0 0 0,0 2-2 31,-2-2 3-31,2 3-1 0,-1-3 0 0,1 0 0 16,-1 1 0-16,1-1 0 0,0 2 2 0,0-2-2 16,0 0 0-16,0 1 0 0,0-1-1 15,0 0 1-15,4 0 0 0,8 0-1 16,6 0 1-16,4 0 0 0,0 0-1 16,-1-3 0-16,2-1 0 0,1-1 0 15,-1 1-1-15,-6 1 1 0,1 1 1 0,-6 2 1 16,0-1-4-16,1 1 2 0,-6 0-1 0,5 0 1 15,-6 0 1-15,0 0-1 0,1 0 0 16,-7 0 2-16,0 0-2 0,0 0 0 16,1 0 1-16,1 0 0 0,-1 0 1 15,1 0-3-15,-1 0 1 0,0 0-2 16,1 0-1-16,-1 0 1 0,1 0-4 0,-1 0-6 16,1 0-12-16,-1 0-17 0,1 0-41 15,-2 0-57 1,1 0-157-16,-1 0-4 0</inkml:trace>
  <inkml:trace contextRef="#ctx0" brushRef="#br1" timeOffset="124867.38">18307 15480 696 0,'0'0'43'0,"0"0"-5"16,0 0-9-16,0 0-10 0,0 0-9 16,0 0-3-16,0 0-4 0,0 0-2 0,0 0-3 31,-15 60 2-31,15-32-1 0,0 2 2 0,3 0 0 15,-1 1-1-15,1-1-2 0,-3-1 2 16,1-10 3-16,-1 1-2 0,0-6 3 0,0-9-6 16,0 0 0-16,0-5 2 0,0 0-2 15,0 0-3-15,0 0-6 0,0 0-14 16,0 0-46-16,-1-13-83 0,-5-7-143 16</inkml:trace>
  <inkml:trace contextRef="#ctx0" brushRef="#br1" timeOffset="125049.66">18285 15334 660 0,'0'0'29'15,"0"0"-6"-15,0 0-14 0,0 0-11 16,0 0-7-16,0 0-15 15,0 0-21-15,0 0-53 0,0 0-118 16,0 0-50-16</inkml:trace>
  <inkml:trace contextRef="#ctx0" brushRef="#br1" timeOffset="125691.32">18447 15405 515 0,'0'0'33'15,"0"0"-3"-15,0 0-6 0,0 0-10 16,0 0-6-16,0 0-3 0,0 0 1 16,0 0-2-16,6 81 1 0,-5-71 1 31,1 7-1-31,1-8 3 0,0 7-1 15,2 1-2-15,1 0 3 0,0 4-1 0,1-1-2 16,-2-1 1-16,2-1 1 0,-4-5-2 16,1 1 5-16,-3-5 1 0,1-4 2 15,-1 1 2-15,-1-6 0 0,0 0 4 16,0 0-1-16,0 1 1 0,2 1-1 16,-2-1-2-16,0 0-2 0,1-1-4 0,-1 2-2 15,0-2-2-15,0-3 0 0,0-11-3 16,-1-8 0-16,-1-7-1 0,1-2-1 15,1 3 0-15,0-2-1 16,1 3-1-16,5 3-1 0,0 4 0 0,1 7-1 16,0 1 1-16,-1 6-2 0,1 1 1 15,2 1-1-15,-5 2 0 0,5 1 0 16,-3 1 0-16,5 0 1 0,-1 0 0 16,-2 3 2-16,2 6-1 0,-5-2 2 15,4 7-1-15,-3 0 1 0,-1 2 0 0,2 4 0 16,0 0-1-16,-1-1 2 0,0 0-1 15,-1 0 1-15,1-2-2 0,1-3 1 16,-4-6-1-16,0-1 1 0,-2-2 1 16,1-2-1-16,1 1 1 0,-3-4-1 15,0 0 1-15,3 0 0 0,1-4 0 16,1-4 0-16,3-7 0 0,-4-2 1 16,1-1-1-16,1-6-1 0,-2 1 2 15,0 1-2-15,2 2 0 0,-3 4 0 16,-2 0 2-16,2 5-2 0,-1 0 0 0,-1 1-3 15,-1 3-3-15,2-3-2 0,-2 4-12 0,0 0-21 16,0-5-44-16,0 5-84 0,0-8-132 16</inkml:trace>
  <inkml:trace contextRef="#ctx0" brushRef="#br1" timeOffset="184342.22">1949 8043 302 0,'0'0'41'0,"0"0"6"0,0 0-4 16,0 0-4-16,0 0-11 16,0 0-5-16,0 0-5 0,0 0-1 0,0 0 1 0,-38-12 0 15,37 10 1-15,1 2-1 0,-3 0-4 0,3 0-2 16,-3 0-2-16,3 0-4 0,0 0-3 16,-3 0-1-1,3 0-1-15,0 0-1 0,0 5 1 0,6 6-3 0,4 4 0 31,6 4 0-31,3 0 0 0,1-1 3 0,-1 2 1 16,0-2 0-16,-2 2 1 0,2-1-1 0,0 0 0 16,-2-3 0-16,-4-1 0 0,3-1-1 15,-6-4 0-15,-1-2 0 0,-3-1-1 16,-1-3 2-16,4 2-2 16,-6-3 0-16,0 0 0 0,-3-3 0 0,0 0 0 15,0 0 0-15,1 2 0 0,1-2 0 0,-1 1 1 16,-1-1 0-16,3 0 0 0,-3 2 1 15,3-2-1-15,-3 0 0 0,3 1 1 0,4-1 1 16,0-3 3-16,6-8 1 0,3-5-1 16,2-7 1-1,0-3-1-15,2-6-1 0,-2-4-1 0,5-2 0 0,0 0-2 16,-1 0 0-16,4 3-1 0,-3 2 1 0,-3 3-2 16,2 4 2-16,-2 2-1 0,-1 4 0 15,-3 0 3-15,4 3-2 0,-5 2 2 0,-1 2-4 31,2 0 1-31,-2 3-3 0,-2-2 2 16,4 0-1-16,-3 1-2 0,-3 2 4 16,0-1-2-16,-3 5 1 0,-1-3 2 15,0 1-2-15,-3 3 2 0,4-3-1 0,-4 4 0 16,0-2 0-16,1-3-4 0,-1 5 3 16,-3-1 1-16,6-4-1 0,-3 5 2 0,0 0-1 15,2-4-2-15,-2 2 2 0,2-2 0 16,-1-1 0-16,2-1 2 0,1-2-2 15,0 4 0-15,-1-5-1 0,1 4 1 16,-2-1 0-16,-1 1 0 0,3-1 0 0,-1 1 0 16,-5 4-1-16,2 1 3 0,-3 3-2 15,0-1 1-15,0 1 0 0,2-2-1 0,-1 0 1 16,1 2 1-16,-1-1-1 0,-1 1 0 16,2-2 0-16,-2 2-2 0,1-1 1 15,-1 1 0-15,0-2 0 0,0 2-1 31,0-1 0-31,0 1 1 0,3-2-1 0,-3 2 1 16,0-1-1-16,0 1 0 0,0-2-1 0,0 2 0 16,0-1-2-16,3 1-1 0,-3 0-2 15,0 0-9-15,0-2-22 0,0 2-36 16,0-3-105-16,-3 0-107 0</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4:08:48.606"/>
    </inkml:context>
    <inkml:brush xml:id="br0">
      <inkml:brushProperty name="width" value="0.05292" units="cm"/>
      <inkml:brushProperty name="height" value="0.05292" units="cm"/>
      <inkml:brushProperty name="color" value="#C00000"/>
    </inkml:brush>
  </inkml:definitions>
  <inkml:trace contextRef="#ctx0" brushRef="#br0">1991 7552 365 0,'0'0'38'16,"0"0"-2"-16,0 0-6 0,0 0-4 0,0 0-3 16,0 0-3-16,0 0 3 0,0 0-1 15,0 0 1-15,-15-14-1 0,9 12-2 16,6 2-2-16,0-1-1 0,-4-2-6 16,2 0-2-16,-2-1-1 0,2 3-3 0,2 1 3 15,-7-3-5-15,1 2 2 0,4-2-3 0,-8 0-1 16,4 1-1-16,3 0 2 0,-9 2-2 15,0 0 1-15,-1 0-1 0,-1 0 0 16,-3 5 0-16,7 0 1 0,-7 0-1 16,5 3 1-16,-2 1-2 0,-1 3 1 15,3 1 1-15,-5 0-2 0,7 1 2 0,-7-1-1 32,5 3 0-32,-5-1 0 0,5 0 0 0,-5 2 0 0,3 1 1 0,-5-1-2 0,1 1 1 15,3 0 0-15,-3 2 0 0,-1 1 0 31,5-1-1-31,1 1 0 0,-1 1 1 16,7-2 2-16,1 2-3 0,4-1 4 16,2 2-4-16,0 0 2 0,0 0 0 0,0-1-1 15,2 1 0-15,4 0 0 0,1 0 1 0,1-1-2 16,2 2 2-16,-1 2-1 0,3 0 0 16,0 4 0-16,-3 1 0 0,3 4-2 15,-2 0 2-15,-1 1-1 0,-3 1 1 16,0 0-1-16,0 0 2 0,-4-2 3 15,2-3-3-15,3-3 3 0,-5-2-4 0,-2-3 0 16,4-5 0-16,-4-1 1 0,0-1 2 0,0 1-2 16,0 4 0-16,0-2-1 0,-11-2-2 15,3 2 2-15,-4-2 0 0,-1 2-1 16,-1 0 1-16,-3 0-1 0,-3 1 1 16,1-2-1-16,-2-1 1 0,1 1-1 31,-3-4 0-31,2 0 2 0,1-3 0 0,-1-1 0 15,5-5 2-15,1-2-1 0,3 0 1 16,3-4 0-16,-3 1 1 0,8-1 0 0,-2 2 0 16,-1-2 0-16,1 0-1 0,-4 0 0 15,0 0-1-15,3-2 3 0,1 2-5 16,4-3 2-16,-4 0 1 0,2 0-1 16,2 2 2-16,2 1-2 0,-7-3-1 0,5-1 0 15,-2 1-2-15,2 0 2 0,2 3 1 0,0-4-3 16,0-1 0-16,0-4 0 0,2 2-2 15,4-1 2-15,3 2 1 0,1 1-1 16,-2 0 2-16,3 3-2 0,-3-1 0 16,4 3 1-1,-3 0 0-15,1 0 0 0,2 0 2 0,-3 4-2 0,5 4 0 0,-4 1-1 16,5 5 0-16,-3 0 1 0,1-1 0 0,-5 4 1 16,2 1-1-16,-1 2-1 0,-1 1 1 15,2-1-2-15,-4 1 2 0,1 0-1 31,-1 3 2-31,0 1-1 0,-4 2-1 16,4 2 4-16,-6 4-3 0,0 1 3 16,0 4-1-16,0-1-2 0,0 5 2 0,0 0-2 15,-6 2 2-15,0 0-2 0,0 0 1 0,-1-2-1 16,-1-4 1-16,2-1-2 0,-2-7 0 16,2-1 1-16,-1-1 1 0,1-1-2 15,2-2 3-15,-2 0 2 0,4 0-4 16,-4 2 4-16,1-2-3 0,3 2-1 15,-4 3 0-15,0 0 0 0,0 3 0 16,0 2-1-16,-3 1 1 0,3 1-1 0,0 1 1 16,0-2-1-16,4 1 2 0,-3-3-1 0,3 2 1 15,2-5-2 1,0 1 1-16,0 0-1 0,0 1 1 16,0 1 3-16,0 1-2 0,0 2 3 0,0-1-3 0,0 0-2 31,0 2 1-31,-4-1 0 0,4-1 1 0,-2 0-2 15,2-1 2-15,-6 2-1 0,2-2 0 0,2 1 1 16,-2-1-1-16,-3 0-1 0,7 0 0 16,-2-2 1-16,-2 1 0 0,4-3 1 15,0 3-2-15,6-4 4 0,-1 0-3 16,3-3-2-16,-4-5 3 0,4-1-3 16,-2-2 2-16,1-7 0 0,1 0 0 15,-2 0 0-15,0-5 0 0,5 6 0 0,-3-7 0 0,-2 0-4 16,7 1 3-16,-5-2 1 0,8 0 0 15,-7-2 2-15,3-3-2 0,9 1 0 16,-3-1-1-16,3 0 2 16,4 0-1-16,-5-3 1 0,5-3 1 0,-6 0-2 15,6-1 0-15,-9-3 0 0,3 1 0 0,-3 3 0 32,-7-1 0-32,3 2 0 0,-6 0 0 0,2 1 0 0,-1 1 0 0,-1-2 0 0,0 4-2 15,-4-1 0-15,2 1 1 0,-4 1 1 31,0-2-2-31,0 2-1 0,0 0-3 16,0-1-24-16,2 1-30 0,2-6-87 16,3-2-133-16,-1-1 5 0</inkml:trace>
  <inkml:trace contextRef="#ctx0" brushRef="#br0" timeOffset="1483.99">1354 7572 275 0,'0'0'59'0,"0"0"-5"0,0 0-6 16,0 0-6-16,0 0-5 0,0 0-8 0,0 0-5 0,0 0-5 0,-89 4-3 15,75-12-3-15,-5-4 0 0,5-3 1 31,-5-2-4-31,7-1 0 0,3-3-7 16,5-4-1-16,2 0 0 0,-2-3 0 16,-2 1 1-16,4 0 1 0,-2-2 0 0,-3 0 2 15,1 0 0-15,2-1-3 0,-6 3 7 0,1-1-5 16,-1 2 5-16,4 10 0 0,0-3-1 16,2 1-1-16,-1 1-4 0,-3 2 1 15,2 0-4-15,2 6 1 0,-2 0 1 16,-1 0-2-16,1 1 0 0,4 1 0 15,-4 4-1-15,6-1 1 0,0 4 1 0,-2-4-1 16,2-1 1-16,-4 1-2 0,4-1 0 0,0 5 1 16,-2-1 0-16,2 1 0 0,0-2-1 15,0 1 0-15,0-1-2 0,-5 1 0 16,5-1 1-16,0 1-2 0,0-1 1 16,0 1-1-16,0-1 0 0,0-1 2 31,13 0 0-31,5-1 1 0,7-3-3 0,4 3 3 15,8 1-4-15,5 0 1 0,7 0 2 0,3-2-1 16,0 2 2-16,-5 0 1 0,-1 0-1 16,-1 3 0-16,-5 0 1 0,1 0-1 15,-2 0 1-15,0 3-2 0,-3 1 2 16,-3 1-1-16,4 0 1 0,-6-1 0 16,-4 1-1-16,4-2 0 0,-4 2 1 0,-1-4-5 15,5 2 0-15,-4-2 1 0,0-1-2 0,0 2 5 16,-8-2 0-16,-1 0 0 0,3 0 1 15,-9 0-1-15,9 1 0 0,-2 1 0 16,-3 1 1-16,5 0-1 0,-7 0 1 16,-1 2-1-1,1-2 0-15,-1 0 1 0,-3 0-2 0,-4 0 2 16,0-2-1-16,-4 1 0 16,5-1 1-16,-7-1-1 0,0 0 2 0,0 0-2 15,0 0 0-15,2 2 0 0,-2-2-3 16,0 0-1-16,4 0-3 0,-4 0-39 15,6 0-51-15,-4 0-159 0,4-9-23 16</inkml:trace>
  <inkml:trace contextRef="#ctx0" brushRef="#br0" timeOffset="2265.51">2127 6811 396 0,'0'0'41'0,"0"0"-10"15,0 0-12-15,0 0-11 0,0 0-8 0,0 0 0 31,0 0 0-31,0 0 2 0,0 0 2 0,0 0-3 16,-8-4 2-16,8 6 1 0,0 3-1 16,2 2 2-16,4 1-2 0,0-1 2 15,7 3 0-15,-7-4 1 0,2 4 1 16,5 1-2-16,-1-2 2 0,0 3-1 16,3 0 0-16,-5-3-2 0,-2 2 1 0,1 1 0 15,-5-4 1-15,8 6-2 0,-6-3 0 0,1-3-2 16,-1 0 0-16,-4 0 0 0,2-4 0 15,-4 0 1-15,2 1-1 0,-2-5 1 16,0 0 2-16,0 0 1 0,0 2 3 16,0-1 1-16,0 1 1 0,0-1 0 15,0 0-1-15,0 1-3 0,0-2-3 0,0 1-1 32,0-1-2-32,0 0-1 0,-2 2 0 0,2-2-1 0,0 0 1 0,-4 0-2 0,4 0 1 15,0 0 1-15,-2 0 0 0,2 2 1 31,0-2-1-31,0 0 0 0,-4 0 1 16,4 0-1-16,0 0 0 0,0 0 0 16,-2 0-2-16,2 0 0 0,0 0 0 0,0 0-2 15,0 0 0-15,0 0 0 0,0 0 0 0,0 0 3 16,0 0 1-16,0 0 0 0,0 0 1 16,2 0-1-16,2 0 0 0,-4 0 1 15,2 0 1-15,-2 0 2 0,4 0 2 16,-4 0-1-16,0 0 1 0,0 1 1 15,0-1-2-15,0 5-1 0,-6 1-2 0,-11 3 0 16,-1 1-2-16,1 2 0 0,-6 0 0 0,3-1 0 16,-5 1 0-16,4-1 0 0,1 2 0 15,-5-2-2-15,17-3 4 0,-9 1-2 16,11-4 0 0,0 1 1-16,-3-2-1 0,7-1 5 0,-2 1-5 0,4-4 6 31,0 0-5-31,0 0 0 0,-2 1 1 0,2 1 0 15,-4-1-1-15,4 0 0 0,-2-1-1 0,2 2-2 16,0-2-2-16,0 0-6 0,0 0 0 16,0 0-26-16,8-9-39 0,7-8-141 15,3-1-53-15</inkml:trace>
  <inkml:trace contextRef="#ctx0" brushRef="#br0" timeOffset="2748">2780 6657 529 0,'0'0'52'0,"0"0"-2"0,0 0-10 0,0 0-10 16,0 0-11-16,0 0-10 0,0 0-4 15,0 0-6-15,0 0 0 0,-25-30 0 16,25 43 1-16,0 9 0 0,7 8 2 16,-1 2-2-16,0 3 1 0,0 3-1 15,0 1-1-15,-3 3-1 0,3-2 0 0,-6 3-1 31,0-5-1-31,0-3-6 0,0-11-2 0,0-10-18 16,4-2-30-16,-4-6-80 0,2-1-125 16</inkml:trace>
  <inkml:trace contextRef="#ctx0" brushRef="#br0" timeOffset="2999.18">2737 6613 607 0,'0'0'51'16,"0"0"-9"-16,0 0-12 0,0 0-9 15,0 0-9-15,0 0-10 0,0 0 2 0,0 0-7 32,0 0 2-32,0 0 0 0,-39-68-2 0,53 62 1 0,9 1-1 0,0 4 0 0,5 1 2 15,1 6 4-15,2 5-4 0,-4 2 3 31,6 1-6-31,3-1-2 0,-14 1-12 16,7-5-34-16,-8-1-44 0,-3-4-135 16,-3 1-37-16</inkml:trace>
  <inkml:trace contextRef="#ctx0" brushRef="#br0" timeOffset="3249.13">2809 6879 492 0,'0'0'44'15,"0"0"-7"-15,0 0-9 0,0 0-11 16,0 0-8-16,0 0-2 0,0 0-3 16,0 0-1-16,0 0 0 0,0 0-2 15,91-70 0-15,-66 70 0 0,0 0-1 0,-5 0 0 31,3 5-2-31,0-1-2 0,-4 4-2 0,-1 1-6 16,1 0-7-16,-7-1-32 0,3 1-96 16,-7-3-96-16</inkml:trace>
  <inkml:trace contextRef="#ctx0" brushRef="#br0" timeOffset="3499.52">3299 6625 559 0,'0'0'62'0,"0"0"-10"0,0 0-14 15,0 0-16-15,0 0-10 0,0 0-7 0,0 0-3 32,0 0-1-32,0 0 0 0,-43 40 1 0,43-16-2 0,0 2 1 0,0 0 1 0,4 0-5 31,2 3 0-31,-4 2 1 0,4 3-4 15,-6 1 1-15,4 1-6 0,-4-1-18 16,0-11-28-16,0 0-44 0,0-10-156 16,0 0-3-16</inkml:trace>
  <inkml:trace contextRef="#ctx0" brushRef="#br0" timeOffset="3715.55">3214 6685 547 0,'0'0'59'0,"0"0"-10"0,0 0-10 0,0 0-14 16,0 0-14-16,0 0-5 0,0 0-7 15,0 0-1-15,0 0-1 0,-10-25-1 16,22 19 2-16,9 0-2 0,4 1 0 16,-4 2-3-16,1 2-4 0,-3 1-4 15,-3 0-20-15,-3 0-27 0,5 4-47 0,-5 0-144 31</inkml:trace>
  <inkml:trace contextRef="#ctx0" brushRef="#br0" timeOffset="3965.39">3223 6947 567 0,'0'0'28'16,"0"0"-5"-16,0 0-7 0,0 0-9 16,0 0-6-16,0 0-1 0,0 0-2 15,64-80 0-15,-44 72 1 0,1 1-1 0,4 1 0 16,-7 1-2-16,1 2-1 0,0 1 0 16,-5 2 0-16,-1 0-2 0,1 2-5 0,3 6-22 31,-9-1-48-31,0 4-100 0,2-4-58 15</inkml:trace>
  <inkml:trace contextRef="#ctx0" brushRef="#br0" timeOffset="4315.46">3384 7026 538 0,'0'0'59'16,"0"0"-10"-16,0 0-13 0,0 0-15 0,0 0-7 0,0 0-5 16,0 0-3-16,0 0-1 0,0 0-4 15,0 0-2-15,-15 2-1 0,15-2 0 16,0 0 1-16,0 0 0 0,0 0 2 16,2 0-1-16,7-2 1 0,3 1 0 31,1-2-1-31,-3 1 1 0,0 0-1 0,3-1 0 15,-9 2 0-15,8 0 1 0,-6 1-1 0,1 0 0 16,3-2 0-16,-4 2-1 0,0 0 1 16,7 0-1-16,-7 0 1 0,6 0-2 15,1 0 1-15,-1 0 0 0,1 0-1 16,-3-1 0-16,0 1 0 0,3-4-2 16,-5 3 1-16,-2-1-6 0,6 1-21 0,-9-1-38 15,3-2-79-15,4-1-117 0</inkml:trace>
  <inkml:trace contextRef="#ctx0" brushRef="#br0" timeOffset="4682.07">3591 6613 573 0,'0'0'48'0,"0"0"-14"16,0 0-13-16,0 0-14 0,0 0-4 15,0 0-2-15,0 0-1 0,0 0 1 16,0 0 0-16,51-1 1 0,-24 1-2 15,-2-2 2-15,2 1-2 0,-2-1 0 0,-3 1 0 16,-3 1 0-16,0 0-4 0,-1 0-1 16,-5 0 0-16,3 0-3 0,1 1-2 0,-5 1 3 15,3 2-7-15,-3 1-25 0,-4-1-47 16,-2-1-106-16,1 0-63 0</inkml:trace>
  <inkml:trace contextRef="#ctx0" brushRef="#br0" timeOffset="4932.46">3859 6578 439 0,'0'0'30'0,"0"0"-7"0,0 0-5 0,0 0-8 16,0 0 0-16,0 0 2 0,0 0-1 15,-20 81-1-15,20-58 0 0,0-2-3 16,0-4 0-16,0 2-4 0,0 1 1 16,4-7 0-16,-4 9 6 0,2-9 0 15,-2 0 0 1,0-1-2-16,0-8-6 0,2 3-3 0,-2-4-3 16,4 1-5-16,-2 5-1 0,4-1-17 0,5-4-123 0,1-2-98 0</inkml:trace>
  <inkml:trace contextRef="#ctx0" brushRef="#br0" timeOffset="6698.06">4384 6692 398 0,'0'0'54'0,"0"0"-6"0,0 0-15 0,0 0-3 16,0 0-2-16,0 0-3 0,0 0 0 0,0 0-1 16,0 0-5-16,-6-9-1 0,6 8-2 15,0-7-2-15,0 2-1 0,-2-5-2 0,-2 1 0 16,2 1 0-16,0 1 0 0,-4 0-2 16,-5-1-2-16,5 3-1 0,-8-1-2 0,5 4-2 15,-3 1-1 1,-11 2-2-16,7 0 0 15,-13 8 0-15,12 4-1 0,-6 5 0 16,5 3 1-16,3 2-1 0,1 4 1 16,-3 1-1-16,7 3 2 0,0 1-1 0,1-1 0 15,3-2 0-15,2-3-1 0,2-7 1 0,2-1 1 16,0 0-1-16,6-4 1 0,3 4-1 16,3-6 0-16,0-2 0 0,7-1 0 15,0-2 1-15,-3-2 1 16,9 0-2-16,-4-2 1 0,7 0 0 0,-5-2-1 15,2 0 2-15,-6 0-1 0,-1 0-1 0,-5 0 1 16,-3 0-1-16,2 0 1 0,-5 0 0 0,3 0 1 16,-2 0 0-16,-4-2-1 15,5 0 1-15,-3 0-2 0,-4 0 0 0,8-2 0 16,-8 1-8-16,2 0-9 0,3-3-24 16,-5 2-41-16,4-2-91 0,2 1-105 15</inkml:trace>
  <inkml:trace contextRef="#ctx0" brushRef="#br0" timeOffset="6981.21">4560 6704 598 0,'0'0'62'0,"0"0"-16"0,0 0-15 0,0 0-13 16,0 0-7-16,0 0-6 0,0 0-2 15,0 0-3-15,0 0 1 0,0 0-1 0,-10 18 0 32,10 9-1-32,0-4 1 0,2 4-1 0,2 0-1 0,-2 0-3 0,0-1-1 0,2 0-6 15,-4-8-7-15,2 0-22 0,2-6-20 31,-4-5-41-31,2 3-67 0,-2-5-77 16</inkml:trace>
  <inkml:trace contextRef="#ctx0" brushRef="#br0" timeOffset="7481.25">4519 6938 448 0,'0'0'30'0,"0"0"-13"0,0 0-6 15,0 0-6-15,0 0-3 0,0 0 0 0,0 0-1 16,0 0-1-16,0 0 0 0,0 0 0 16,84-74-2-16,-69 69 0 0,-5 2-1 15,9 0-3-15,-11 0 0 0,0 0-1 0,3 2-1 16,-5-1-2-16,2-3-3 0,-4 4-7 16,5-5-11-16,-1 0-4 0,-4-2-1 15,8-3 8-15,-5 4 12 0,-1-7 12 0,-4 7 14 31,2-5 14-31,-2 1 12 0,-2-3 13 0,0-4 3 16,0 1 3-16,-2-1-1 0,-2 1-5 16,2 7-7-16,-4-2-5 0,2 0-8 15,-3 1-8-15,5 2-1 0,-2 4-3 16,2 1-1-16,2 4-4 0,0-2-1 16,0 2-4-16,0-1-2 0,0-1-4 0,0 2-1 15,-4-1-1-15,4 1 1 0,0 0-1 16,0 1 2-16,0 11-1 0,0 5-1 0,0 6 1 15,0 1 1-15,4 3-1 0,-2 1 1 16,4 2-2-16,-6 5-1 16,4 1 1-16,-1 6 2 0,1 1-2 0,-2 3 4 15,2-5-4 1,-4-4 2-16,2-13-1 0,2-5-1 16,-4-7 0-16,2-5-2 0,2 1 1 0,-4-3-3 0,2 0-4 0,-2-1-1 0,0-4-4 15,0 0-9-15,0 0-12 0,2 0-24 31,3 0-37-31,-3 0-69 0,4 0-93 16</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4:35:55.141"/>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2060"/>
    </inkml:brush>
    <inkml:brush xml:id="br2">
      <inkml:brushProperty name="width" value="0.05292" units="cm"/>
      <inkml:brushProperty name="height" value="0.05292" units="cm"/>
      <inkml:brushProperty name="color" value="#C00000"/>
    </inkml:brush>
  </inkml:definitions>
  <inkml:trace contextRef="#ctx0" brushRef="#br0">22430 13708 4 0,'0'0'10'0,"0"0"4"15,0 0 2-15,0 0 3 0,0 0 3 0,0 0-1 0,0 0 3 31,0 0 0-31,0 0-2 0,0 3-3 16,0-3-2-16,0 0-4 0,0 0 0 16,0 0 0-16,0 0-2 0,0 0 1 15,0 0 1-15,0 0-1 0,-2 0 2 16,1 2-3-16,-1-2 3 0,1 0 0 0,-1 1 0 16,1-1-1-16,-1 0 0 0,1 0 1 15,0 0 2-15,-1 2 0 0,1-2-3 0,-1 0-1 16,1 0 0-16,-1 1-1 0,1-1 0 15,-1 0-1-15,0 0-1 16,0 0-1-16,1 0 0 0,-1 0 1 0,1 0 0 16,-1 0-1-16,1 2-1 15,0-2 1-15,-1 0-1 0,1 0 0 16,-1 0 0-16,1 0-1 0,-1 0 1 0,1 0-2 0,-1 0 0 0,1 0-1 31,1 0-1-31,-2 0 0 0,2 0-2 16,-1 0 2-16,1 0-1 0,0 0 0 15,0 0 0-15,0 0 0 0,0 0-1 16,1 0 0-16,5 0 0 0,-1 0 0 0,6-3 0 16,-4 1 0-16,3 1-1 0,2-1-1 15,-6 0 2-15,0 2 0 0,-1-1 0 0,1 1 1 16,0 0-1-16,5-1 0 0,-5 1 1 16,0 0-1-16,0 0 1 15,0 0-1-15,1 0 2 0,-1 0 0 0,4 0-1 16,-4 0 1-16,1 0-2 0,4 0 1 0,-5 0-1 15,7 0 0-15,0 0 0 0,-1 0 1 0,1 1-1 16,-2 0-1-16,2-1 2 0,-7 0-1 16,6 2 0-16,-6-2 0 0,8 0-1 15,-2 0 1-15,2 0 1 0,-1 0-2 16,-1 0 2-16,2 0-2 0,-1 0 1 16,6 0 0-16,-7 0-1 0,6 0 1 0,-6 0-1 31,1 0 1-31,-2 0-1 0,2 0 0 0,-1 0 0 15,1 2 0-15,6-2 2 0,-7 1-2 16,6-1 0-16,1 2 0 0,-9-2 0 16,8 0 1-16,0 1-1 0,-7-1 1 15,7 2-1-15,-6-2 0 0,2 2-1 16,-1-2 2-16,2 0-1 0,2 1 0 0,2-1 1 16,-3 1 0-16,3 1-1 0,-1-1 1 0,0 1 1 15,2 1-1-15,-4-2 1 0,-3 1-1 16,-2-2 0-16,2 2 0 0,-1-1-1 15,0-1 2-15,-1 2-1 0,1-2-2 16,-2 0 2-16,3 1-1 0,-9-1 1 0,8 0 0 16,-4 0-1-16,5 0 1 0,2 0 0 15,-2 0-1-15,7 0 1 0,-2 0-1 0,6 0 1 16,-2 1 0-16,-2 2-1 0,2-1 1 16,-5 0 0-16,-1 1 4 0,0 0-2 31,-5-2 0-31,7 2 0 0,-8 0-1 15,0-3 2-15,3 2-2 0,-3-1 0 16,0-1 0-16,-5 0 0 0,8 2-1 0,-8-2 1 16,6 0-1-16,2 0 0 0,-2 0-1 0,1 0 1 15,-1 0-1-15,5 0-1 0,-3 0 4 16,5 2-3-16,0-1 0 0,1-1 2 16,-1 0-1-16,0 2 1 15,-6-2-2-15,2 0 0 0,-1 0 0 0,0 0 0 16,0 0 0-16,-7 0 0 0,7 0-2 0,-7 0 2 15,0 0 0-15,7 0 0 0,-6 0 2 16,3 0-2-16,2 0 0 0,-8 0 0 0,8 0 2 16,-7 0-2-16,1 0 1 15,6 0 0-15,-7 1-1 16,0-1-2-16,1 1 3 16,-6-1-2-16,4 0 1 0,2 0 3 0,1 0-4 15,-1 0 1-15,-6 0 0 0,0 0 0 16,6 0 0-16,-1 0 0 0,3 0-1 0,5 0 1 15,-8 0 0-15,6 0 1 0,1 0 1 16,-1 0 0-16,1 0-2 0,-7 0-3 16,7 2 4-16,-7-2 0 0,1 0 2 15,6 1 1-15,-7-1-3 0,1 0 0 16,0 0-1-16,0 0 0 0,0 0-3 0,-2 0 4 16,6 0 0-16,-4 0 1 0,-1 0 2 0,7 0-4 15,-6 0 1-15,7 0 0 0,-1 0 0 16,-7 0 0-16,8 0-1 0,-7 0 0 15,6 0 0-15,1-1 0 16,-9 1 0-16,6-2 0 0,-4 2 1 0,0 0-1 16,1 0 2-16,-7 0 0 0,0 0-2 0,0 0 0 15,1 0 0-15,1 0 0 0,-1 0 1 0,1 0-1 32,-1 0 2-32,1 0-2 0,-1 0 1 0,1 0 1 0,-1 0-4 0,1 0 4 31,-1 0-1-31,0 0-1 0,1 0 3 15,-1 0-3-15,1 0 0 0,-1 0-2 16,1 0 0-16,-2 0-4 0,0 0-4 0,0 0-10 16,0 0-16-16,0 0-22 0,-12 0-29 0,-4 0-42 15,-7 0-92-15,-2-1-7 0</inkml:trace>
  <inkml:trace contextRef="#ctx0" brushRef="#br0" timeOffset="1184.08">24000 13868 200 0,'0'0'42'16,"0"0"-6"-16,0 0-5 0,0 0-3 0,0 0 3 15,0 0 4-15,0 0-1 0,0 0 1 16,0 0 0-16,0 0-2 0,-7 10 0 15,7-10 1-15,-2 0-4 0,2 2-2 16,-1-2-7-16,1 1-5 0,0-1-1 16,0 2-5-16,0-2-3 0,0 1 1 0,0-1-5 15,0 2-1-15,0-2 0 0,0 1-2 16,0 1 1-16,4-2 0 0,7 1 0 0,0 1-1 16,-1-2 1-16,0 0 1 0,3 0-3 31,-1 0 2-31,2 0-1 0,4-2-2 15,-6-1 3-15,6 0 0 0,-1 0-2 16,-5 0 2-16,5 0-1 0,-7 0 0 0,1 2 0 16,1-2 1-16,-3 0-1 0,0 1 3 0,-4 0-3 15,4-1 0-15,-4 2 0 0,3-2-2 16,2 0 2-16,-5 2 0 0,-1-1 0 16,-4 2 0-16,3-2 2 15,1 1-1-15,1-1-1 0,-1 0 0 0,-4 2 0 16,0-1-1-16,0 1 1 0,3 0 2 0,-2-1-2 15,1 1 0-15,-1-2 0 0,1 2-2 16,-1-1 3-16,1 1-1 0,-1-2 0 0,0 2 1 16,1-1-1-16,-1 1 1 0,1-2-1 15,-1 2 0-15,1-1 0 0,-1 1-1 16,1-2 2-16,-1 2 0 0,1-2-1 16,3 1 2-1,-1-2-1-15,1 2-1 0,4-2 2 0,-5 1-1 0,1 0-1 0,6-1 2 0,-5 2-1 31,-2-1-1-31,2 2 0 0,-6 0-1 16,0-1 1-16,0 1 1 0,1 0-2 16,1 0 2-16,-1 0-1 0,1-2 0 15,0 2 1-15,0 0-1 0,-1 0 1 16,1-1-2-16,-1 1 1 0,5-2 1 0,-2 1-1 16,2-1 0-16,-1 1 3 0,-5 1-3 15,0-2 3-15,0 2-4 0,1 0 0 0,2-1 0 16,-2 1 1-16,1-2-1 0,-1 0 2 15,1 1 0-15,-1 1 0 0,0-1 2 16,1 1-2-16,-1-2 0 0,1 2 0 16,-1-1 0-16,-1 1-1 0,2-2 3 0,-2 2-5 15,1-1 4-15,-1 1-4 0,2-2-2 16,-2 2 4 0,1-2-1-16,-1 2 0 0,2-1 3 15,-2 1-1-15,0-2-2 0,1 2 1 16,-1-1-1-16,0-1 1 0,0 1 0 15,0 0 1-15,0-4 0 0,0 0 1 16,-3 1-1-16,-3-4 1 0,3 5-1 0,-4-3-1 16,-4-3 0-16,5 4 0 0,-6-4-1 15,-2 0 2-15,1 2-1 0,-6-4-1 0,1-2 2 16,-3 3-2-16,-1-3 2 0,0-1-1 16,1-1 2-16,1 1-4 15,4 2 4-15,1 3-2 0,5 1 0 0,3 2 0 16,1 3 0-16,3 2 0 0,3 1 0 0,-1-2-2 15,1 2 2-15,-2 0-1 0,1-2 1 0,0 2 0 16,-1-1-2-16,1 1 2 0,-1-2 0 16,1 2 0-16,-1-1 0 0,1 1 2 15,1-2-1-15,-2 2 1 0,2-1-2 16,-1 1 0-16,1-2 0 0,-2 2 0 16,2 0-3-16,0 0-2 0,0 0-4 0,-1 0-15 31,1 0-34-31,-2 0-39 0,-4 0-91 0,1 0-88 15</inkml:trace>
  <inkml:trace contextRef="#ctx0" brushRef="#br1" timeOffset="42429.66">22693 14757 465 0,'0'0'41'0,"0"0"0"0,0 0-2 0,0 0-8 16,0 0-3-16,0 0-4 0,0 0-4 16,0 0-3-16,0 0 1 0,13 45-2 15,-5-35-2-15,-2-4 0 0,3-4 0 16,-2 3 1-16,5-1-2 0,4-4 2 0,1 0-3 15,3-2-4-15,3-7 0 0,-1-4-6 16,3-2 2-16,-1-5 1 0,2-2-4 0,2-4 4 16,1 0-4-16,-2-1 2 15,1-1-2-15,-4 0 1 0,-2-4-1 0,-2-1-4 16,-1-3 4-16,-5 1-3 0,-1-1 2 16,-4 0 1-16,-2-4-1 0,-2 0 0 0,-2-2-1 31,-2-1 3-31,-1 1-2 0,0 2 2 0,0 3-2 15,-1 3 1-15,-2 3-1 0,0 0 1 16,0 3-1-16,0 0 1 0,0 4-1 16,0 6 1-16,2-1 1 0,-1 7-6 15,1-1 5-15,-1-1-5 0,2 8 4 16,0-6 0-16,0 6 0 0,0 0 0 0,0 0 0 16,0 6 0-16,0-2 0 0,0-3 1 0,-2 0 0 15,2-2 1-15,0 3-1 0,0 4 0 16,-2-2 1-16,2 2 0 0,0-1 2 15,0-1-3-15,-1 1 2 0,1-1-2 16,0 1 2-16,-2-1-2 0,2 1-1 16,0-1 1-16,0 2-1 0,0-1 1 0,-1 1-1 15,1-2-1-15,0 2 0 0,0-2 1 0,0 2-1 16,0 0-1-16,0-1-1 0,0 1 0 16,0 0-3-16,0 0-4 0,0 0-10 31,0 0-21-31,0 0-42 0,3 0-87 15,7 3-127-15</inkml:trace>
  <inkml:trace contextRef="#ctx0" brushRef="#br1" timeOffset="43729.93">23181 13978 183 0,'0'0'42'0,"0"0"1"0,0 0-1 16,0 0 0-16,0 0-2 0,0 0 1 0,0 0-3 16,0 0-2-16,0 0-1 0,-4-76 0 0,4 76-1 15,0-1-2-15,0 1-4 0,0-6-5 16,-1 1-3-16,-2 1-5 0,-3-4-2 15,3 6-4-15,-6 2 0 0,-5 0-3 16,1 7-1-16,-6 8 0 0,0 6 0 16,-1 7 3-16,-1 5 0 0,-3 3-2 0,0 4-1 15,-2-1-1-15,1 0 0 0,1-2-2 0,3-4 2 16,1-5-1-16,6-5-1 0,4-8 1 16,4-6-1-16,4-5 1 0,2-4-1 31,-1 0 0-31,1 0 0 0,0 0 0 15,0 0-1-15,0-4 0 0,7-10-1 16,3-4 0-16,0-3-1 0,-1-1 1 0,2 0 0 16,-3-1 1-16,1 0-2 0,-2 1 2 0,0-3-1 15,-3 1 1-15,1-1 0 0,-1 1-1 16,2 2 0-16,0-1 0 0,4 2 0 16,-2 2 1-16,1 1 0 0,-2 6-1 15,3 1 1-15,-2 4-6 0,-1 2 6 16,1-1-1-16,-5 5 0 0,6 1 4 0,0 0-5 15,4 10 0-15,0 4 2 0,-1 3 0 16,0-1 0-16,0 3 0 0,1-1-2 0,-1 0 2 16,1 1 0-16,1 0-1 0,1-1 2 15,-1 0-2-15,1-3 3 0,0 0-3 16,0 1 2-16,1-4-2 0,-5-1-1 16,2-3 2-16,-6-1-1 0,1-1 0 0,-1 0 2 31,-4-3-2-31,5 2 0 0,-5-2 1 0,0-1-1 15,0 1 0-15,-3-3 1 0,0 0-1 16,0 0 0-16,2 2-2 0,-2-2 0 16,1 2-4-16,-1-2-19 0,2 0-49 15,-2 1-108-15,0-1-123 0</inkml:trace>
  <inkml:trace contextRef="#ctx0" brushRef="#br1" timeOffset="44496.03">22340 15111 624 0,'0'0'43'0,"0"0"-4"0,0 0-10 0,0 0-12 16,0 0-6-16,0 0-3 0,0 0-4 16,0 0-1-16,0 0 1 0,43-28-4 15,-15 24 2-15,1 1 0 0,2 0-2 16,1 1 1-16,2-1 1 0,-1 1-4 16,-1-1 5-16,-1 1 0 0,-2 0 0 0,-10 1 2 15,2-1 1-15,-9 2 1 0,-6 0-1 0,6 0-1 31,-6 0-2-31,-2 0-3 0,3 0 3 16,-5 0 0-16,-1 3 0 0,-1 8 2 16,0 5-2-16,-7 3 0 0,-8 3 3 15,-1 1-5-15,-4 2 5 0,-3-1-5 16,-3-1-1-16,-1 1 1 0,-2 0-1 0,1-1 1 16,-1 0 0-16,2-2 2 0,-1 0-2 0,2 2 1 15,2-3 1-15,3-1 0 0,3-1 1 16,6-5 0-16,1-3-1 0,5-2 0 15,3-5-2-15,1 0 1 0,2-3 0 16,0 0 0-16,0 3 1 0,6 2-1 16,10-1 1-16,4 2 0 0,5-4 0 0,4-2-2 15,3 0 1-15,2 0 0 0,3 0-1 0,1-3 0 16,-1-2 0-16,-3 4-1 0,0-2 0 16,-7 1 1-16,-5 2-1 0,-5 0 1 31,-5 0-1-31,-5 0-1 0,-1 0 0 15,-6 0 1-15,0 0 0 0,0 0 1 16,1 0 0-16,1 0-2 0,-1 0 0 0,1 0-1 16,-1 0 0-16,1 0-1 0,-1 0-5 0,1 0-9 15,-1 0-20-15,-1 0-49 0,1 0-122 16,1 0-101-16</inkml:trace>
  <inkml:trace contextRef="#ctx0" brushRef="#br1" timeOffset="44946.1">22917 15419 543 0,'0'0'29'15,"0"0"9"-15,0 0 1 0,0 0-5 16,0 0-4-1,0 0-7-15,-42 85 0 0,32-66-2 16,0 3 2-16,2-1-6 0,0 3-3 16,1 1-5-16,2 0-1 0,2 0-4 15,2-7 1-15,0 0-2 0,1-1-1 16,0-6 0-16,4 4-1 0,0-8-1 0,6-4 2 16,3 0-1-16,3-3 0 0,3-1 0 0,3-8-2 15,-1-2 2-15,1-3-1 0,1 1 0 16,-1-7 0-16,-2 2 0 0,0-1 0 15,-1 0 0-15,-4-1 1 0,-1-1 0 16,-5-1 0-16,-5 0-1 0,-1-3-1 16,-3 3 3-16,0-1-2 0,-6 0 2 0,-3 5-1 15,3 4-1-15,-3 2 0 0,1 5 1 0,0 1-1 16,-1 1 0 0,5 2-2-16,-6 3 1 0,2 0-1 0,0 3-1 0,-2 6-2 15,4-1-9-15,3-4-15 0,1 5-36 31,2 1-44-31,0-2-86 0,8 3-95 16</inkml:trace>
  <inkml:trace contextRef="#ctx0" brushRef="#br1" timeOffset="45413.68">23205 15414 647 0,'0'0'46'16,"0"0"-3"-16,0 0-10 0,0 0-9 0,0 0-9 0,0 0 3 16,0 0-3-16,0 0-3 0,0 0 0 15,2 97-5-15,-13-66-2 16,1-3-1-16,0 3 0 0,0-4-2 0,2-1 2 16,3-8-4-16,2-7 2 0,3-5-2 0,0-1 0 31,0 1-1-31,0-2 0 0,0 2 1 0,0-6 0 15,10 0 0-15,3-4 1 0,7-7-2 16,-1-4-1-16,-2-3 2 0,4-4-3 16,-3 0 2-16,1-3-1 0,0 0-1 15,-2-3 1-15,2-1 1 0,-4 2-1 16,0 1 2-16,-3 4 0 0,-2 5 1 0,-1 5-1 16,-3 4 1-16,-3 5 2 0,0 0-1 0,-3 3 0 15,1 0 0-15,0 8-2 0,1 9 2 16,-2 3 1-16,-2 5-2 0,-5 0 1 15,0 3-2-15,-2-4 1 0,1 1-2 16,0-3 1-16,4-7 0 0,1-4 0 16,3 0 0-16,0-5-2 0,0 3 1 0,0 2-1 15,6-7 0-15,0 2 3 0,4-3-3 0,-2-1-2 16,3-2-4-16,0 0-11 0,-1 0-9 16,2 0-32-16,-2 0-41 0,3-3-88 15,-3-7-101-15</inkml:trace>
  <inkml:trace contextRef="#ctx0" brushRef="#br1" timeOffset="45695.48">23660 15158 696 0,'0'0'26'16,"0"0"11"-16,0 0-4 0,0 0 0 0,0 0-14 15,0 0-5-15,2 91-3 0,-2-63-5 0,-3 3-1 16,-2 2-1-16,3 2-2 0,-1 3 3 16,-2 2-1-16,1 1-1 15,-2-2 3-15,2-1-4 0,1-1 3 0,2-6-4 16,1-3 1-16,0-9-2 0,0-4-3 16,1-5 1-16,2-6-3 0,8-1-8 0,2-3-10 31,6-10-26-31,7-7-43 0,-5-4-74 0,2-2-133 15</inkml:trace>
  <inkml:trace contextRef="#ctx0" brushRef="#br1" timeOffset="45878.97">23594 15393 728 0,'0'0'34'0,"0"0"-4"16,0 0-10-16,0 0-6 0,0 0-7 15,0 0-3-15,0 0-2 0,0 0-3 16,85-29 0-16,-56 17-1 0,0 0-2 16,0 1 2-16,-3 1-1 15,-3 2-3-15,-6 2-7 0,-8 3-25 16,-3 3-41-16,-6 0-125 0,0-1-87 0</inkml:trace>
  <inkml:trace contextRef="#ctx0" brushRef="#br2" timeOffset="52328.65">24808 13471 82 0,'0'0'40'0,"0"0"0"16,0 0-6-16,0 0-4 0,0 0-9 0,0 0-4 16,0 0-1-16,0 0 1 0,0 0 0 15,0 15 3-15,0-13 5 0,0 0 2 0,0-1-1 16,0 1 0-16,0-1-7 0,0 1-1 15,2-1-5-15,-2 0 1 0,1 1-3 16,-1 0-1-16,2-2-3 0,-2 1 2 16,1-1-3-16,1 0 1 0,-1 2 2 0,0-2 0 15,1 0 2-15,-1 0 2 0,1 0 1 0,-1 0 1 16,2-2 0-16,-1-4-1 0,1-3-1 16,0 0-4-16,1-2 0 0,-3 2-2 15,2-3 0-15,0-5 1 0,0 1-1 31,0-1-2-31,0 0-1 0,0 1-1 16,0 3 0-16,1-4-1 0,-3 6 1 0,1-1 0 16,2-2 0-16,-4 1 1 0,1 0-1 0,-1-1-1 15,2-4 0-15,-2 6 3 0,0-10-4 16,0 4 4-16,1 5-5 0,1-8 0 16,-1 8-1-16,-1 0 2 0,2-1 0 15,-1 2 0-15,1-2 2 0,-1 2-2 16,1-2 0-16,-2 3-1 0,1-2 1 0,-1 7-1 15,1 1 1-15,-1 0-1 0,0-2 1 0,0 1-1 16,0-6-1-16,0 7 1 0,0 0 1 16,0-6-1-16,0 7 0 0,-1-3 0 15,1 3-3-15,0-2 4 0,0 0-1 16,0-1 0-16,0-5 2 0,0 6-2 16,0 0 1-16,0 2-1 0,0 4 1 0,-1-6-1 15,1 0-1 1,-2-1 2-16,1-3-1 0,-1 5 1 15,1-1 0-15,1 2-1 0,-2-1 0 16,1 0 1-16,-1 1-1 0,1 1 0 16,1 3 1-16,0-1-1 0,-2 1 0 15,2-2 0-15,0 0 0 0,-1 1 0 16,1-1 1-16,-2 1-2 0,2-1 2 0,0 1-1 16,0 0 1-16,0-1-1 0,0 0 0 0,-2 1 0 15,2-1-2-15,0 1 1 0,0-1-1 16,-2 1-4-16,2-1-6 0,-1-4-15 15,-5-6-29-15,2-5-83 0,-4-7-134 16,3-2 13-16</inkml:trace>
  <inkml:trace contextRef="#ctx0" brushRef="#br2" timeOffset="53594.63">24587 7709 200 0,'0'0'41'0,"0"0"-2"0,0 0-6 16,0 0-4-16,0 0-5 0,0 0-6 16,0 0 17-16,0 0-2 0,0 0-1 15,9-10 1-15,-9 10-25 0,1-2-5 16,-1 2 1-16,2 0 2 0,-2 0 2 0,1 0 3 15,-1 0 0-15,2 0-1 0,-2 0 1 0,0 0-1 16,1 0-1-16,-1 6-1 0,0 8-4 16,0-2 0-16,-3 5-1 0,2-5-3 15,-1 0 1-15,1 0 0 0,1 1-1 16,-2 0 3-16,2-3 1 0,-1 3-2 16,1-7 3-16,-3 4-4 0,3-4-2 0,0 5 1 15,0 0 0-15,0-1 0 0,0 1 0 0,0 1-1 31,4 7 1-31,-1-4-1 0,0 1 1 16,1 1 1-16,-1-2-2 0,2 2 2 16,-2-2-1-16,1 0 0 0,2-1 0 15,-3-4-1-15,1 4 1 0,-1-5-1 16,-2-4 1-16,1 4 1 0,-1-4-1 0,1-1 1 16,-1 7 0-16,1-7-1 0,-2 7 1 15,1-1-1-15,1 3 0 0,-1 3 1 0,1 2 0 16,-1-1-1-16,0 1 0 0,2-1-1 15,-2-5 1-15,2 6 0 0,0 0 0 16,-1-1 1-16,1 0 0 0,-2-1 0 16,1 1-1-16,-1-4 1 0,-1 6-1 0,2-1 1 15,-2 2 0-15,0 4-1 0,1 1 3 0,0-2-4 16,1 1 4-16,-1-1-4 0,-1-1 1 16,2 1 1-16,-1 0-2 0,1 0 1 15,0-8-1-15,0 3 1 0,-1-1 0 31,1-7 0-31,1 10-1 0,-2-3 1 0,2-1-1 16,-1 3 1-16,0-4 0 0,0 2-1 16,-1-7 0-16,2 7-1 0,-1-6 0 0,-1 1-1 15,1 0-1-15,2-1 1 0,-3-1-1 16,1-5-1-16,1 5 2 0,-2-5 1 16,0-1 0-16,1 1 0 0,-2 0 1 15,1-1-1-15,1 0 0 0,-1 1 0 0,-1 0-1 16,2-1-3-16,-2 7-4 0,1-1-6 15,-1 1-5-15,2 0-5 0,-2-1-6 0,0 3-7 16,0-9-8-16,0 8-7 0,0-6-16 16,0 5-8-16,0 1-17 0</inkml:trace>
  <inkml:trace contextRef="#ctx0" brushRef="#br2" timeOffset="54778.07">24798 9365 282 0,'0'0'20'0,"0"0"-2"16,0 0-1-16,0 0-2 0,0 0 0 0,0 0 0 15,8 96 6-15,-4-73 5 0,0 1 1 16,0 3 1-16,1 2-5 0,-2 1-4 0,1 1-1 16,-1 0 0-16,0-3-1 0,1 1-1 31,-2-2-4-31,0 1-2 0,0-3 0 15,-1-2-2-15,1-4 1 0,-1-3-6 16,1 2 0-16,-1-7-1 0,1 9 0 0,-1-2 1 16,1 0 0-16,-2 6 2 0,0-1-1 0,0 1 1 15,0 1 0-15,0-1 0 0,-3 2 1 16,0 1 0-16,0 0-2 0,0 1 1 16,0-2-2-16,0-6 0 0,2-1-1 15,-3-1 1-15,4-5-2 0,-3 6 0 16,3-5 1-16,-2-2-2 0,1 2 1 0,1-1 1 15,-2 5-2-15,1-6 1 0,-1 8 1 16,-1-3-1-16,2 1 0 0,-2 7 1 0,0-4-1 16,0-2 1-16,-2 1 4 0,2 0-4 15,0-6 4-15,1 3-4 0,-1-1 0 16,2-5-1-16,0 9-1 0,-1-2 0 16,1-6-2-16,1 9 3 0,0-1-1 0,0 1 2 15,0 5 0-15,0-2 0 0,0-1-2 0,0-2 2 31,1 0-2-31,1 2 2 0,0-3-2 16,0 1 1-16,-1-6 0 0,2 2 0 16,-1-5 1-16,-2 0 0 0,1 2 0 15,1-2 1-15,-2 0-1 0,2-1 0 16,-2 1 0-16,0-6 0 0,2 6-1 0,-2-4-1 16,0 4 0-16,0 2 1 0,0-1 0 15,0-1 0-15,0 2 1 0,0 6-2 0,0-2-1 16,0 0 2-16,0 1 4 0,3-3-7 15,1 3 5-15,-1-3-4 0,1 1 1 16,-1 0 2-16,-1-1-3 0,1 1 1 16,-3 1-1-16,1 0 1 15,-1 0 0-15,0 7 0 0,0-4 0 0,0-6 0 0,-3 2 0 16,2-2 0-16,-2 2 0 0,0 0 0 0,1-1 1 16,1-5-1-16,1 2-1 0,-2 7 2 31,2-8-2-31,0 10 1 0,0-4 0 15,0 2 0-15,2 5 0 0,1 0 0 16,0-3-3-16,0-5 4 0,0 1-1 0,-2-1-1 16,1-5 2-16,-2 6-1 0,1-6 0 0,-1 1 2 15,0 5-2-15,0 0 0 0,-3 7 3 16,-1-3-3-16,1-1 3 0,-2 1-3 16,0 0-2-16,0 0 2 0,-2-1 0 15,3 0 0-15,-2 0 0 0,2 2-1 16,1-2 0-16,0 0 0 0,0 1 0 0,0-7 1 15,0 3-2-15,2-6 1 0,-1 3-1 0,2 7 0 16,0-1 1-16,0 5 1 0,0-9 0 16,-1 3 1-16,1-2-1 0,-3 0 1 15,2 1-2-15,-2 0 1 0,0-1-1 16,0-1 1-16,0-1-1 0,0 1 2 16,0-2-2-16,0-4 2 0,1 7-2 0,0 0 0 15,2 0 4-15,0 6-5 0,0-2 3 0,0-1-2 31,0 1-5-31,2 0-1 0,1 4-2 16,-1 1-3-16,-1 2-1 0,1 2-2 16,-2-1-4-16,0 3 0 0,0-1 2 15,-2 0 3-15,-2-1 0 0,-1-3-1 16,0-1 0-16,-1 0-4 0,2-5-2 0,1-7-3 16,0 1-9-16,0-7-16 0,2-4-23 0,1 0-30 15,0-5-62-15</inkml:trace>
  <inkml:trace contextRef="#ctx0" brushRef="#br2" timeOffset="56311.06">22372 7532 175 0,'0'0'47'0,"0"0"-2"0,0 0-5 16,0 0-2-16,0 0 0 0,0 0 0 16,0 0-3-16,0 0-4 0,0 0-2 15,-26-3-5-15,24 3-2 0,0 0-3 16,-4-2-1-16,-2 2-1 0,3 0 0 0,0 0-2 16,5 0 0-16,-1 0-2 0,1 0-1 0,-6 0-1 15,0 0-1-15,2 0-2 0,1 2-1 16,3-2-2-16,-1 0 1 0,1 0-1 15,-2 1-1-15,1-1 2 0,-1 2-1 16,1-2-1-16,1 1 0 0,-2-1 0 16,2 2-1-16,-1-2-1 0,1 1 1 0,0-1 1 15,0 2 0-15,0-1 2 0,0 4-2 16,7 0 1-16,2-1-1 0,5 2 1 0,1-1-1 16,2-2-1-16,-2 0-1 0,5-2-1 31,-1 0-1-31,4-1 1 0,7 0-1 15,-1 0 1-15,3 0 0 0,0 2 1 0,4 0-1 16,1-1-1-16,2 2 0 0,2 0 0 16,2 0 0-16,-2 2 0 0,1-2 0 15,1 2 0-15,-1 0 0 0,-1 0 0 0,0 0 0 16,-1-2 0-16,-4 0 0 0,-1-3 0 16,-2 0 2-16,-1 0-2 0,1 0 0 15,1 0 0-15,1 0 1 0,3-2-1 16,-1-1 0-16,7 2 0 0,-2 1 0 0,3 0 1 15,2 0 0-15,-2 0-1 0,0 0 1 16,-3-2-1-16,-2 1 1 0,-4-1 0 0,-1-1-1 16,-3 0 1-16,-2 0-1 0,1-1 2 15,-2-1-2-15,-1 2 1 0,1 0-1 16,0 1 0-16,0 2 0 0,-1 0 0 16,1 0 1-16,-2 0-1 0,1 0 1 0,-4 0-1 15,-5 0 0 1,-3 0 0-16,-4 0 0 0,0 0 0 15,0 0 0-15,-6 0-1 0,7 0 2 16,-7 0-1-16,5 0 0 0,2 0 0 16,0 0 1-16,9 2 0 0,-2-2 0 15,6 0 1-15,-1 0-1 0,-6 0 0 16,-2 0-1-16,-3 0 1 0,-2 0 0 0,2 0-1 16,-8 0 1-16,0 0-2 0,-6 0-1 0,0 0 0 15,0 0-4-15,2 0-11 0,-2 0-31 16,0 0-56-16,-14-3-183 0,-7-3-14 15</inkml:trace>
  <inkml:trace contextRef="#ctx0" brushRef="#br2" timeOffset="57177.82">22466 7407 445 0,'0'0'50'16,"0"0"-5"-16,0 0-6 0,0 0-3 15,0 0-5-15,0 0-5 0,0 0-4 16,0 0-3-16,0 0-5 0,0 0-2 16,8-11-4-16,-8 10-2 0,2 1-2 0,-2-2 0 15,0 2-1-15,1 0 0 0,-1 0-1 0,-4 5 1 31,-9 5-2-31,-3 6 0 0,-4 0 0 16,-2 1 0-16,-1 1 0 0,0 1 0 16,-2-3 0-16,2 1 0 0,3-2 1 15,4-4-1-15,4 0 1 0,4-5 0 16,2-4 3-16,3 2-4 0,0-3 0 0,0 2 1 16,0 0-2-16,0 0-1 0,3-3 1 15,-1 0-1-15,1 0 1 0,0 2 1 0,0 4-1 16,1 2 1-16,7 2-1 0,6 5-1 15,1-3 1-15,2 2 0 0,2 1-1 16,2 2 1-16,2 1 0 0,0-1 1 16,1 1-1-16,-1-1 0 0,-1-4-1 0,-2 0-1 15,-1-3 2-15,-6-2 0 0,1-2 1 16,1-1 2 0,-4-2 1-16,7-1-1 0,-7 1 1 0,1-3-1 0,1 2-1 0,-6-2 1 15,-1 2 0-15,-6-2-1 0,0 0 3 31,0 0-3-31,1 0 1 0,1 1 1 16,-1-1 1-16,1 0 2 0,-1 0 2 0,1 0 1 16,-1 0 0-16,-1 0-3 0,1 0 0 0,-1-6-2 15,0-6-1-15,-2-5 2 0,-4-6-3 16,0 2-2-16,-1 0 1 0,3-3-4 16,1-2 3-16,-2 0-1 0,2-3 0 15,0 0 0-15,-1 2 0 0,-1 1 0 16,0 0 0-16,1 4 0 0,1 6 1 0,-2 0-2 15,1 2 1-15,1 4 0 0,-3-4 0 16,3 4 0-16,-1 2 0 0,0-2-2 0,2 6 3 16,-2-5-2-16,3 4 1 0,-2 1 1 15,1 1-2-15,2 3-2 0,-1-2 1 16,1 2-3-16,0-2-1 0,-2 1-4 0,2-1-7 16,-1 1-6-16,1 0-13 0,-2-1-27 31,2 2-54-31,0-1-164 0,0 1-6 0</inkml:trace>
  <inkml:trace contextRef="#ctx0" brushRef="#br1" timeOffset="61577.25">23158 7229 477 0,'0'0'51'16,"0"0"-18"-16,0 0-2 0,0 0 1 15,0 0-5-15,0 0-4 0,0 0-7 16,0 0-7-16,0 0-3 0,0 0 0 16,-13-40-1-16,18 46 2 0,5 8-1 0,3 6-1 15,1 5-1-15,-2-1-3 0,2 2 0 0,-1 0-1 16,2-3-1-16,-2-2 1 0,-4-7 0 16,1-1 0-16,-6-6 0 0,-1-3 1 31,0 0 0-31,-3-4 1 0,0 0 1 15,0 0 0-15,1 2 2 0,1 0 2 16,-1-1 1-16,1 0 4 0,-1-1-4 0,1 0-1 16,2 0-2-16,1-9-4 0,3-8 2 15,1-2 0-15,-4-2-2 0,4-2 1 0,-3 0-2 16,0-1 2-16,-1 2-2 0,1 1 1 16,1 6-2-16,-2 3 0 0,-3 5 0 15,0 2-1-15,1 2 0 0,-3 3-4 16,0-2-3-16,0 2-5 0,1 0-8 0,-1 0-30 15,0 0-42-15,2 0-152 0,-2 0-36 16</inkml:trace>
  <inkml:trace contextRef="#ctx0" brushRef="#br1" timeOffset="62044.17">23383 7363 518 0,'0'0'13'15,"0"0"15"-15,0 0 10 0,0 0 5 16,0 0-4-16,0 0-14 0,0 0-8 0,0 0-5 16,0 0-1-16,-15-105-1 0,14 74 2 0,-1-4-3 15,1-6 3-15,1-3-2 0,-2-5 0 16,2-6 1-16,-1-5-4 0,1-7-1 15,0-3-4-15,0-4 2 0,0-4-1 16,0-4-4-16,0-1 3 0,1-5-3 16,4-2 0-16,0 1 4 0,1 3-3 0,2 9 2 15,1 7-2-15,0 11-3 0,0 9 4 16,2 11-4-16,0 7 4 0,-1 6 1 0,-2 11 0 16,1 0 0-16,0 3 0 0,-3 4 0 15,4-4 1-15,0 1-2 0,0 0-1 31,0 3 2-31,0-3-3 0,-4 5 2 16,1-2 1-16,0 1-1 0,1-1 0 0,0-1 1 16,-2 1-3-16,4-2 2 0,-3 4-1 15,1-1 1-15,-1 2 0 0,1-2-1 0,0 1-1 16,-5 4 0-16,1 0 0 0,-4 2 0 16,0-2-1-16,0 2-2 0,2 0-4 15,2-3-12-15,0 0-13 0,5-4-44 16,0-6-74-16,-2-2-139 0</inkml:trace>
  <inkml:trace contextRef="#ctx0" brushRef="#br1" timeOffset="62710.67">24249 5047 531 0,'0'0'38'15,"0"0"2"-15,0 0-5 0,0 0-7 16,0 0-10-16,0 0-5 0,0 0 2 16,0 0 1-16,30-77 0 0,-30 57 1 0,-4-5-2 15,-5 3-1-15,-1 0-1 0,1 7-4 0,-1 3 1 16,3 4-5-16,-3 4-1 0,-3 1-2 16,-2 3-3-16,-3 6 1 0,-1 10-1 15,1 11 0-15,0 6-1 0,2 8 2 31,-2 1-2-31,4 4 3 0,1-4 2 16,4 0-4-16,5-8 5 0,2-2-6 0,2-6 2 16,0-2 0-16,9-4-2 0,0-4 2 0,4 0 0 15,-5-7-1-15,4 0 1 0,1-1 1 16,-4-4-1-16,4 2 1 0,-3-1-1 16,-6-3 0-16,1-1 0 0,-1-1 1 15,0 2 2-15,2-1-2 0,-2 0 1 16,-4-1 1-16,0 0-3 0,0 0 3 0,2 0-1 15,-1 0-1-15,1 0 2 0,-1 0-2 16,1 0 1-16,-1 0-2 0,0 0 0 0,1 0 0 16,-1 0-3-16,1 0 2 0,-1 0 0 15,1 0 0-15,-1 0 1 0,1 0 0 16,-1 0-1-16,1 0 0 0,0 0 0 16,0 0 0-16,-1 0 3 0,1 0-2 0,-1 0 0 15,1 0 1-15,-2 0-2 0,1 0 1 31,-1 0-1-31,0 0-1 0,0 0-4 0,0 0-7 16,-3 8-23-16,-5 4-35 0,-4 3-60 16,5-4-147-16,-5-2-5 0</inkml:trace>
  <inkml:trace contextRef="#ctx0" brushRef="#br1" timeOffset="63828.81">23595 4997 425 0,'0'0'30'15,"0"0"-8"-15,0 0-7 16,0 0-3-16,0 0-2 0,0 0 4 15,0 0 1-15,0 0 4 0,0 0 0 0,0 0 0 16,25 102-3-16,-14-71 2 0,1 3-1 16,-1 1-7-16,-2 0 1 0,1-2-7 15,-3-1-2-15,-1-3 0 0,0-2-1 0,-3-3 0 16,1-7-1-16,-2 0 0 0,-1-7-2 16,-1-4 1-16,1 0 0 0,-1-6 0 15,0 0-2-15,0 0 1 0,0 2 1 0,0-1-1 16,0-1 1-16,0 0-2 0,0 0 1 15,0-11 0-15,-4-9 2 0,-3-8 3 16,3-1 3-16,1-1-2 0,-2-2 3 0,1-3 1 16,0-2-4-16,-2-3 6 0,3 0-1 15,0 1 1 1,2 2 1-16,1 2-2 0,0 5 0 0,1 5-3 0,4 6-2 16,0 6-1-1,0 3-2-15,0 5 1 0,3-2-1 16,-5 4-1-16,8 1 0 0,-1 2-1 0,5 5 0 15,4 6 1-15,-4 4-1 0,-3 3 1 16,-3 5-2-16,-3 0 1 0,-2 1-1 16,-4-1 1-16,0-1 1 0,-4-6 0 15,-2-1 0-15,3-7 1 0,0-4 0 16,-3 4 0-16,3-5 1 0,0 0-1 0,-7 1 1 16,6-2-1-16,0-1-1 0,-7 1 1 15,4-2-1-15,2 0-1 0,0 0 0 0,5 0-4 16,-1 0-4-16,1 0-12 0,-2 0-25 15,1 1-23-15,1-1-67 0,0 0-132 16</inkml:trace>
  <inkml:trace contextRef="#ctx0" brushRef="#br1" timeOffset="64326.71">24438 5316 500 0,'0'0'20'0,"0"0"0"16,0 0 2-16,0 0 5 0,0 0-2 16,0 0-1-16,0 0-6 0,0 0-5 15,0 0-2-15,-17 74 0 0,15-56-1 16,1 2 1-16,1-2-3 0,0-7 0 0,0-1-2 16,0 1-1-16,3-2-1 0,0 0 0 0,-2-6-2 15,5 5-1-15,-3-5-2 0,1 0-2 16,5 0-4-16,-3-3-9 15,4 0-20-15,6-2-24 0,-5-7-63 0,7-4-143 16</inkml:trace>
  <inkml:trace contextRef="#ctx0" brushRef="#br1" timeOffset="64477.81">24490 5165 419 0,'0'0'-23'0,"0"0"-51"15,0 0-110-15</inkml:trace>
  <inkml:trace contextRef="#ctx0" brushRef="#br1" timeOffset="64978.88">24531 5381 423 0,'0'0'11'0,"0"0"2"0,0 0-3 0,0 0 0 15,0 0 0-15,0 0 0 0,0 0 1 16,0 0 5-16,0 0 2 0,27 57 7 16,-23-53 5-16,-1-1 2 0,-3-3-2 15,0 0-4-15,0 0-6 0,2 1-5 16,-2-1-4-16,1 2-3 0,-1-2-2 0,3 4-2 16,0 1-1-16,-1-2 0 0,2 4-1 15,-1-4 0-15,-2 0 1 0,2 2 4 0,-3-5 1 16,0 0 4-16,0 0 4 0,2 1-1 15,-2-1-3-15,1 0-1 0,-1 0-3 16,3 0-1-16,-3 0-2 0,1-1 1 16,4-11-3-16,-1-4 1 0,2-3-1 0,0 1-1 15,0-2-1-15,2 0 0 0,-1 2-1 0,2-1 0 16,-2 6 0 0,2 3-1-16,-3 2-1 15,-3 3 1-15,1 3-1 0,0 2-1 0,8 1 3 0,-1 9-2 0,5 9 1 31,-4 2 0-31,-5 3-1 0,-1 3 0 16,-1 0 1-16,0-2 0 0,-1-2 0 0,4-3-4 16,-2-8-7-16,5-9-27 0,1-3-61 15,1-14-189-15,4-5-20 0</inkml:trace>
  <inkml:trace contextRef="#ctx0" brushRef="#br1" timeOffset="65994.11">23585 5085 491 0,'0'0'38'16,"0"0"-5"-1,0 0-1-15,0 0-2 0,0 0-6 0,0 0-3 16,0 0-3-16,0 0 0 0,0 0 1 16,32-90-3-16,-18 75-1 0,4 0-3 0,-1 0-1 15,2 0 0-15,1 1-3 0,-1 2 1 16,1 1-1-16,-1 1-3 0,-8 2 1 16,3 3-5-16,-3 3 1 0,-1 2-2 15,6 0 1-15,-3 5-1 0,3 6-1 0,-3 1 2 16,0 0-1-16,0 2 0 0,0 0 0 15,3-4-1-15,-6-1 1 0,4-3 1 16,-5-1 0-16,1-3 2 0,3-1-1 0,-3-1-1 16,2 1 0-16,-7-1 0 0,1 0-1 15,-6 0 0-15,3 2-1 0,2 1 1 16,-1 5-2-16,-1 5 3 0,-3 3-1 16,0 2 2-1,-6 0-1-15,-3 0 1 0,0-3-2 16,0-4 1-16,0-1 0 0,3-3 1 0,-2-1-1 15,1 1 0-15,-2-2-1 0,1 1 1 16,-3-3 0-16,2 2-1 0,-2-2 1 16,-1 0-3-16,1-1 2 0,-1 1 0 15,0 1 0-15,2-1 1 0,-1 1 2 16,2-1-5-16,5-1 4 0,-5 2-4 0,5 0 2 16,0-3 3-16,1 2-3 0,3-3 1 0,-2 0-1 15,2 0-2-15,-1 1 2 0,-1-1 2 16,1 0-1-16,-1 2 0 0,1-2 1 15,-1 0-2-15,1 1 0 0,-1-1 0 16,1 0 0-16,-1 2 0 0,1-2 0 16,0 0 2-16,-1 0-1 0,1 1 0 0,-2-1 0 15,2 0-3-15,-1 0 2 0,1 0 1 16,-1 0-5-16,1 0 7 0,-1 0-3 0,1 0 1 16,-1 0 3-16,1 0-4 0,-5 0-2 31,0 0 2-31,1 0 0 0,0 0-1 15,5 0-4-15,-1-1 2 0,1 1 1 0,-2 0-4 16,1 0 8-16,0 0-5 0,-1 0-1 16,1 0 1-16,-1 0-7 0,1 0-7 0,-1 0-12 15,1 0-22-15,-4-3-39 0,1 1-72 16,-2 0-113-16</inkml:trace>
  <inkml:trace contextRef="#ctx0" brushRef="#br1" timeOffset="74659.48">23170 10237 336 0,'0'0'54'0,"0"0"-5"0,0 0-9 16,0 0-2-16,0 0-8 0,-9-78 0 15,8 74 1-15,1-1-3 0,0 5-1 16,-2-1-6-16,2 1-6 0,0-2-2 16,0 1-6-16,0-1 0 0,-1 1-5 0,1 1 1 15,0 0-1-15,0 0 1 0,1 6-3 0,7 7 3 16,2 7 0-16,0 1 1 0,2 1 2 16,-1-3-3-16,1 1 1 0,-1-2 0 15,4-3 0-15,-2-1 2 0,2-3 2 31,-3-4 3-31,1-1-3 0,-4-1 1 0,1-3-4 16,1 0 1-16,0 0-1 0,-1-1 0 16,-6-1 0-16,8 0-1 0,-7 0 0 0,4 0-2 15,1-1 3-15,-6-1-2 0,4-4 2 16,-5 2 0-16,1-5 0 0,1-1-1 16,-4-2 0-16,2-6 0 0,-3 6 0 15,0-9-1-15,0 2-1 0,0 6 0 0,0-7-2 16,0 8 1-16,0 6-1 0,0-6 1 15,0 6 0-15,0 0 0 0,0-1 0 16,0 7-1-16,0-1 0 0,0 1-1 0,0-1 1 16,0-1-2-16,0 1-2 0,0-1 0 15,0 1-2-15,0 1-2 0,0-2-7 16,0 2-10-16,0-2-17 0,0 2-26 16,0-1-31-16,0 1-58 0,0 0-115 0</inkml:trace>
  <inkml:trace contextRef="#ctx0" brushRef="#br1" timeOffset="76042.92">23344 10196 374 0,'0'0'37'15,"0"0"-5"-15,0 0-7 16,0 0-3-16,0 0-6 15,0 0-2-15,0 0-2 0,0 0-1 16,0 0 0-16,0 0-1 0,-21 37 4 0,21-37 4 16,-1 0 5-16,1 0 3 0,-1 2 1 15,-1-2-4-15,1 0-3 0,1 0-5 0,-2 0-2 16,-1 0-2-16,0-3-1 0,-1-6-2 16,-1 1-1-16,0-1-1 15,2 2 1-15,0-4-1 0,0 2-1 0,0-2-1 0,0 1-1 16,2-4 0-16,-1-6 0 0,2-1-2 15,0-5 0-15,0 0 0 0,5-1 2 0,1 0-2 16,1-3 1-16,3-1-1 0,-3-1-5 16,2 0 5-16,1 0-5 0,-1-1 3 15,-1 1 3-15,4 0-2 0,-4 2 2 16,1-2-1-16,0 0 1 16,1-1-2-16,0-1 0 0,0 1 0 0,5-1 0 15,-2 3 0-15,4 0 0 0,-1 3-2 0,4 0 4 16,3 1-2-1,-1 1 0-15,4 0 0 0,0 2 0 16,2-2 0-16,1 2-5 0,-1-1 8 16,1 1-7-16,0 1 5 0,-1 1-1 15,-1 1-1-15,-2-1 1 0,1 3 0 16,0-2 0-16,0 1 0 0,1 0 1 0,-1-1-1 16,-2 0 1-16,2 1-1 0,-2-2 1 0,-1 0-2 15,2 0 2-15,-2 1 2 0,2 0-3 16,-1 1 0-16,2 0 1 0,2 2-4 15,0 0 3-15,1 0 0 0,3 1 2 16,1-1-2-16,1 1 1 0,1-1-2 16,-2 1 2-16,0 2-2 0,-2 0 1 0,-1 0 0 15,-3 1 1-15,-1 0-1 0,-1 2 0 16,-3 0 0-16,-1 0 1 0,-1 0-3 0,-2-2 4 16,2 2 0-16,-2-3-5 0,2 0 7 15,1-2-7-15,1 0 4 16,3 1 0-1,1-2 1-15,1-1-1 0,1-1 0 0,1 0 0 16,2-2 0-16,1-3-1 0,2 0 0 16,0-3 1-16,1-1-2 0,-3 2 3 15,0 0-3-15,-3-1 2 0,-2 3-1 16,-2 0 1-16,-2 1-1 0,-3 1 2 0,-3 1 0 16,-2-3 2-16,-4 0-2 0,-1-3 2 15,-2-2-1-15,2-5-5 0,-2-3 5 16,3-5-5-16,0-2 4 0,2-5 1 0,4-3-3 15,-1-2 1-15,3-1-1 0,0 0-1 16,0 4 1-16,-1 2 1 0,0 2-1 0,-1 3 2 16,-2 1 0-16,-2 2-5 0,-3-1 6 15,-1 1-5 1,-2-3 3-16,1-4 3 0,-2-3-4 0,2-4 1 0,0-3-2 16,4 0 3-16,-2-1-3 0,3 1 2 0,0 0 0 31,0 0-4-31,3 0 4 0,-3-1-3 0,0 0 1 15,0 1 3-15,0 2-3 0,-3 3 2 16,0 5 0-16,-1 7 1 0,-4 4-2 16,0 4 3-16,-2 5-2 0,0 1 1 15,-3 1-1-15,1-3 1 0,-1 2 0 16,0-3-4-16,2-1 3 0,1-1-4 0,0 1 3 16,0 2 0-16,-2 0 1 0,3 2 0 15,-3 7-1-15,1 1 0 0,-2 7 1 0,0-1 0 16,0 0 0-16,0 2 0 0,0 0-1 15,0 1 1-15,0 0-1 0,0 1 1 16,-3-1-1-16,1 1 0 0,0-1-1 0,1-1 1 16,1 1-1-16,0-2 2 0,0-6-1 15,0 7 1-15,3-6-1 0,0 0 1 16,0 6-1-16,2-6 1 0,-2 7-1 0,-2 0 2 16,2 1-2-16,-3 3 2 15,2 3-2-15,-2-2 0 0,0 0 0 0,0 0 0 31,1 1 0-31,-1-1 0 0,1 2 1 16,-1-1 0-16,2 0-1 0,-2 5 0 0,0-1-1 16,0 1 1-16,0-2 2 0,1 1-3 15,-1 0 1-15,0-1 0 0,0 1-2 0,0-1 0 16,2 0 1-16,-2 1-1 0,0 1 0 16,0-2-2-16,0 2-2 0,0-1-4 15,0 1-14-15,0 0-41 0,1 0-96 16,2 4-141-16,-2 3-1 0</inkml:trace>
  <inkml:trace contextRef="#ctx0" brushRef="#br1" timeOffset="77975.57">25712 5032 380 0,'0'0'32'0,"0"0"-4"15,0 0-3-15,0 0-3 0,0 0-2 16,0 0-1-16,0 0 1 0,0 0 5 0,0 0 4 16,0 0 3-16,-1-55-1 0,1 53-5 15,0 1-4-15,0 0-2 0,0-1-4 16,0 1-1-16,0-1-2 0,0 0-3 0,0 1-1 16,1-1-3-1,-1 1-1-15,0-1-3 0,0 1-2 0,0-1-1 0,2 2-1 31,-2-1 2-31,1 1 1 0,-1 0-1 16,2 0 1-16,-1 0 0 0,3 0-2 0,1 0 2 16,0 0 1-16,0 3 0 0,-5-3 1 15,3 1-1-15,1 1 0 0,-1-1 1 0,1 2 1 16,-4-3-3-16,0 0 1 0,0 0 1 16,2 2 0-16,-1 0 1 0,1-1 1 15,-1 1-1-15,1-1-1 0,-1-1 1 0,2 1 0 16,-2-1 0-16,-1 0 2 0,2 2-3 15,-2-2-1-15,0 0 1 0,1 1-1 0,-1-1 0 16,0 0-1-16,1 0 0 0,-1 0 0 16,0-4 1-16,0-4 1 0,0 2-3 15,0 2 1-15,0 4-1 0,0-1 0 16,0 1 2-16,0-2-1 0,0 0-2 16,0 1-1-16,0-1-1 0,0 2-1 0,2 0 3 31,5 5 0-31,4 8 2 0,3 6-1 0,0 2 0 15,4-2-1-15,-1 1 1 0,2-1 0 16,-1-3 1-16,0-1 0 0,1-1-1 16,-2 0 1-16,0-3-1 0,2-3 0 15,-7 0 0-15,0-2 0 0,-3-1 0 16,-1-1 0-16,-1 2 0 0,-4-4 0 0,1 1 0 16,-4-3 1-16,0 0 0 0,0 0 0 15,2 0 0-15,-1 1 3 0,1-1-2 0,3 0-1 16,1-7 0-16,1-9-3 0,4-3 2 15,1-2 0-15,0-2-1 0,1-1 1 16,0-4-1-16,0 1 2 0,2 1-2 16,-2 2 1-16,0 1 0 0,-2 5-2 0,-2 6 1 15,1 1 1-15,-6 5 0 0,-1 3 3 16,0 0-5-16,-3 3 1 0,0-2 1 0,0 2-1 16,2 0 0-16,-1-1 2 0,-1 1-2 15,2-2 0-15,-2 2 0 0,1 0-1 31,-1 0 2-31,2 0 0 0,-2 0 0 0,1 0 0 16,-1 0 0-16,1 0 1 0,-1 0 0 16,2 0-1-16,-2 0 0 0,0 0 1 0,2 0 1 15,-2 0 0-15,0 0 0 0,2 0-2 16,-2 0 1-16,0 0-1 0,0 0 0 16,0 0 0-16,0 0 0 0,0 0-1 15,0 0 1-15,0 0-3 0,0 0 2 0,0 0-1 16,-6 7 1-16,-2 5 0 0,-4 6 0 15,-4 2 1-15,2 2 0 0,-5 3-1 16,1 0 1-16,0-2-2 0,1 0 2 0,0-5-1 16,7-6 1-16,3-4 1 0,0-2-1 15,4-3 0-15,0 0 0 0,0 0 0 16,-1-2 0-16,1 3 0 0,-1-3-1 16,1 2 1-16,3-3-1 0,-2 0 2 15,2 0-1 1,-1 2 0-16,-1-1 0 0,1 1-1 15,0-1 1-15,-1 1 1 0,1-1-1 0,-1 1 0 16,1-1 0-16,1-1 0 0,-2 2 1 16,2-2 0-16,-1 2 1 0,1-2 0 15,-2 1-1-15,2-1 1 0,0 0-1 16,0 1-1-16,0-1 3 0,0 0-5 0,0 0 4 16,0 2-2-16,0-2 0 0,0 0 0 0,0 0 0 15,0 0 0-15,0 0 0 0,0 0-2 16,0 0 1-16,2 4 1 0,4 7 0 15,2 4 4-15,2 5-5 0,-1 3 4 16,0 0-4-16,-2-1 3 0,2 1-2 0,-4-2 0 16,1-5 0-16,-1-1-2 0,-2-5 3 15,-2 1-2-15,2 0 1 0,-1-7-1 16,0 1 1-16,-2-1 0 0,0 1 0 0,0-1 0 31,1 2-1-31,-1-1 1 0,0 1 0 16,0 0 0-16,0 0 0 0,0 0 0 15,0 1 0-15,0-2 0 0,0 1 0 16,0-6 0-16,0 0-2 0,0 0 2 0,0 2-4 16,2 0-9-16,-2-2-21 0,4 0-54 0,5-2-118 15,0-7-101-15</inkml:trace>
  <inkml:trace contextRef="#ctx0" brushRef="#br1" timeOffset="78291.42">26314 5399 479 0,'0'0'31'0,"0"0"-6"0,0 0-1 0,0 0-2 15,0 0 1-15,0 0 1 0,0 0-2 16,0 0 0-1,0 0-6-15,0 0-3 0,0 83-2 16,1-66-2-16,-1-5-2 0,4 5 0 16,-2-8-1-16,-1 0-1 0,2 0 0 15,-1-5-1-15,2 1 0 0,-1-2-1 16,0 1-1-16,0-1-2 0,3-3-2 0,7 0-1 16,-2 0-3-16,8-5-9 0,-4-1-25 0,-6 2-25 15,5-4-54-15,-4 0-113 0,-3 2-17 16</inkml:trace>
  <inkml:trace contextRef="#ctx0" brushRef="#br1" timeOffset="78442.05">26379 5246 376 0,'0'0'-5'15,"0"0"-11"-15,0 0-71 0,0 0-101 16</inkml:trace>
  <inkml:trace contextRef="#ctx0" brushRef="#br1" timeOffset="79092.92">26560 5321 492 0,'0'0'40'0,"0"0"-3"0,0 0-3 16,0 0 2-16,7 84-5 0,-4-71-7 15,1 3-5-15,-1-2-3 0,0-5-3 16,-2-5 0-16,2 1 1 0,-3-5 0 16,0 0-1-16,0 0-2 0,2 1-3 0,-2 1-1 31,1-1 2-31,-1 1 0 0,0-1 0 0,2 1 1 15,-2 0-3-15,0-2 0 0,0 1-3 16,1-1-1-16,-1 0 0 0,0 1-2 16,0-1 0-16,0 0-1 0,0 0 1 15,0 0-1-15,0 2 0 0,0-2 1 0,0 0 0 16,0 0-1-16,0 0 1 0,0 0 1 16,0 0-2-16,0 1 1 0,0-1-1 15,0 0 0-15,0 2 2 0,0-2-2 0,0 1 2 16,0 1-1-16,0 0-1 0,0-1 2 15,0 1-1-15,0-1 1 0,0 1-1 0,0-1-1 16,0 1 1-16,0-1-1 0,0 0 2 16,0 1 0-16,0 0 1 0,0-1-1 15,0 1-1 1,0-2-1-16,0 0 1 0,4 0-1 0,1-11 1 0,0-4-1 0,4-6 1 16,0-1-1-16,1 0 0 0,0 1 0 15,2-1 0-15,-1 5 0 0,-2 4-1 31,-3 6-1-31,-3 5 0 0,-3 2 0 16,5 0 0-16,5 0 0 0,2 2 1 0,5 10 0 16,-5 3 0-16,1 3 2 0,-4 1-2 0,1 3 2 15,0-2-2-15,0-2 1 0,0-3-1 16,-1-6 0-16,1-1 2 0,-3-4-1 16,2-1 1-16,2 0 1 0,0-3-2 15,7 0 0-15,-3-6 0 0,6-3-3 16,-3-1 0-16,-2-1-1 0,-6 2-2 0,0 0-4 15,-4 1-7-15,-5 3-15 0,-1-5-37 16,0 3-64-16,-1-3-159 0,-5 0-3 0</inkml:trace>
  <inkml:trace contextRef="#ctx0" brushRef="#br2" timeOffset="83041.95">22348 10334 389 0,'0'0'71'16,"0"0"-3"-16,0 0-6 0,0 0-11 15,0 0-7-15,0 0-7 0,0 0-8 16,0 0-4-16,47-78-3 0,-46 74-5 0,2 1-4 16,-3 3-3-16,0-2-4 0,0 2-2 15,2-1-2-15,-1 1-1 0,1-2-2 0,-2 2 0 16,0 0 1-16,0 12-2 0,-10 7 4 15,-5 6-2-15,-5 1 1 0,-3 0-1 16,-3 0 1-16,1-2-4 0,-1-2 4 16,1-4-1-16,4-3 1 0,6-5 0 0,2-2 0 15,5-4 1-15,3-2-1 0,2 1 2 0,3-3-1 16,-1 0-1-16,1 0 1 0,-2 0-1 16,1 2 0-16,-1-2 1 0,1 0-2 15,-1 0-1-15,2 1 0 0,-2-1-2 31,2 2 1-31,0 2 1 0,0 5 0 0,7 3 6 16,3 3-5-16,0-1 3 0,3 0-3 16,-1-3 0-16,-1-3-1 0,1 0 2 15,0-2-2-15,-4-1 3 0,1 0-2 0,0-1-1 16,-5-3 0-16,0 1-5 0,2-1 1 16,-6-1-6-16,0 0-10 0,0 0-20 15,1 0-36-15,1 2-79 0,-1-2-125 16,1 0 14-16</inkml:trace>
  <inkml:trace contextRef="#ctx0" brushRef="#br2" timeOffset="83908.8">22231 10440 538 0,'0'0'56'16,"0"0"-6"-1,0 0-8-15,0 0-7 0,0 0-10 16,0 0-7-16,0 0-5 0,0 0 0 16,0 0-3-16,0 0-1 0,3-26-2 15,9 19-2-15,4 4 1 0,3-1-1 16,4 1 0-16,0 3 0 0,3 0-1 0,1 0 0 16,2 0 0-16,2 0 0 0,0 2-3 15,1-1 2-15,3 1-2 0,0 0 0 0,1-2 0 16,2 0-1-16,0 0 0 0,0 0 1 15,-2 0-1-15,2-2 1 0,-2 0-1 16,4 2 0-16,1 0 1 0,3-1-1 16,2 1 0-16,3-2-1 0,-3 1 0 0,3-1 1 15,-4 1 1-15,1 0 1 0,-2-2-2 16,-4 1 1-16,2-3-1 0,-4 2-1 0,-3 0 2 16,-2-1-1-16,-1 1 1 0,0-1-1 15,-2 1 0-15,-1 2 0 0,1 1 2 31,0 0-2-31,1 0 0 0,1 0 1 16,0 0 0-16,-2 0 0 0,2 0 0 0,-2 0 0 16,0 0 0-16,2 0 0 0,0 0 0 15,0 0 0-15,-2 0 0 0,-1 0-1 0,-1 0 0 16,-2 0 1-16,-6 0-1 0,-3 0 1 16,3 0 0-16,-8 0-1 0,7 0 1 15,-8 0 0-15,0 0-1 0,1 0 1 0,0 0-1 16,1-1 0-16,2 1 0 0,6 0 0 15,-2 0 2-15,9 0-2 0,-2 2 1 16,-2 1 0-16,2-1-1 0,2 1 0 0,-3-1 1 16,2-2-1-16,-3 2 2 0,1-2-2 15,-1 0 1-15,-7 0-1 0,0 0 0 16,-6 0 1-16,-5 0 0 0,6 0 0 16,-7 0-1-16,1 0 0 0,0 0 1 15,-6 0-1 1,0 0 0-16,7 0 1 0,-1 0 0 0,0 0-1 15,0 0-1-15,-6 0 1 0,4 0 0 16,3 0 0-16,-3 0 1 0,2 0-1 16,-1 0 1-16,-1 0 1 0,0 0-1 15,3 0 0-15,-7 0 0 0,0 0 1 16,0 0-1-16,2 0 1 0,-1 0-1 0,1 0 1 16,-1 0-1-16,1 0 0 0,-1 0 0 15,1 0 0-15,-1 0 0 0,1 1 1 0,-1-1-2 16,0 0 1-16,1 0 0 0,-1 0 0 15,1 0-1-15,-1 1-1 0,1-1 1 16,-1 0 0-16,1 0 0 0,-1 0 1 16,2 0-2-16,-2 0 1 0,1 2 0 0,-1-2-1 15,-1 0 1-15,2 0 0 0,-2 0-1 16,0 0-1-16,1 0-1 0,-1 0-3 0,0 0-8 16,1 0-15-1,-1 0-58-15,0 1-212 0,0-1-19 0</inkml:trace>
  <inkml:trace contextRef="#ctx0" brushRef="#br2" timeOffset="109772.46">27540 4727 489 0,'0'0'39'16,"0"0"-6"-16,0 0-3 0,0 0 1 0,0 0 0 16,0 0-6-16,0 0-5 0,0 0-6 15,0 0-5-15,0 0 0 0,2-29-1 31,-2 27 0-31,0 1 2 0,0-1 0 0,0 1-2 16,0-1 0-16,0 1 2 0,0-1-5 16,0 2 1-16,0-2-2 0,0 2 0 0,-2 0-3 15,-4 0 0-15,-3 5-1 0,-3 9 0 16,-4 7 0-16,-2 5 0 0,2 7 1 16,-1 5 1-16,1 4-2 0,-3 4 0 15,3 3 0-15,1-2 0 0,3 1-1 16,1-2 2-16,5-2 1 0,3-3-3 0,3-2 4 15,0-2-3-15,6-2 0 0,2-2 1 0,4-1-2 16,-1 0 2-16,4 0-1 0,-2-3 0 16,0-1 0-16,0-1 1 15,-3-5-1-15,1-1 0 0,-2-4 0 16,-1-5 1-16,-3 0 1 0,2-6-2 0,-1 1 1 16,0-2 0-1,1 0 0-15,-1 1 0 0,-2-4 0 16,3 2 1-16,-2-1-1 0,-2-1 1 0,1 1 0 15,-4-3-1-15,0 0-1 0,0 0 2 16,2 1-2-16,-1-1 1 0,1 0-1 16,-1 2 1-16,1-2 0 0,-1 0 0 15,2 2 0-15,-2-2 0 0,0 0 0 16,1 1 0-16,-2-1-1 0,1 0-2 0,-1 1-7 16,0-1-16-16,2 0-37 0,-2 0-64 0,0 0-161 15,-3-4-7-15</inkml:trace>
  <inkml:trace contextRef="#ctx0" brushRef="#br2" timeOffset="110738.8">27748 5075 531 0,'0'0'45'15,"0"0"-3"-15,0 0-4 0,0 0-1 16,0 0-10-16,0 0-9 0,0 0-6 16,0 0-5-16,0 0-2 0,-9-31-2 0,8 29-2 15,1 2 0-15,-1-1-1 0,1 1 1 16,0 0 3-1,0 1 1-15,0 11 0 0,0 5-1 16,4 3 2-16,2-2-2 0,1 0 0 16,1-1 0-16,0 1 3 0,-1-1-4 15,2 1 3-15,-2-1-4 0,2 1 1 16,-2-3 0-16,-1-3-1 0,0 0 1 0,1 2-1 16,-3-6 0-16,2 5 1 0,-3-5-1 0,-2-4 2 15,2 1-1-15,-3-5 0 0,0 0 3 16,0 0-1-16,2 2 3 0,-2-1 0 15,1 1 0-15,-1-1 1 0,2 1 1 16,-2-2-4-16,1 0-1 0,-1 0-3 16,2-2-4-16,2-10 4 0,-3-6-2 0,3-5 2 15,-1 0 1-15,0 2-8 0,2-2 6 16,1 2-4-16,-2 6 4 0,1-2-1 16,-2 8-1-16,-1 3 1 0,1 1-1 0,-3 5-1 15,1-4 1-15,1 1-1 0,-1-2-2 31,2 2 2-31,1 3 1 0,5 2 0 0,5 7 3 16,1 5-3-16,-1 1 1 0,-3 1 3 16,-3 1-5-16,2 0 5 0,-2-1-5 0,-1 0 1 15,1 0 1-15,0-1-1 0,-4-4 1 16,2 2 0-16,1-2-1 0,-1-2 1 16,1 4 0-16,-3-6-1 0,-2-2 2 15,2 2-1-15,-1-4 1 0,0 0-1 0,0 1-1 16,-3-4 1-16,0 0 2 0,0 0-1 15,2 0 2-15,-1 0 0 0,4 0-1 0,1-5 0 32,-1-2-1-32,1-7 1 0,-2-3-1 0,-1-1 0 0,1-8 0 0,-4 0-3 15,1 0 3-15,-1-3-3 0,0 1 3 16,0 0-1-16,0 9 1 0,0-3 0 0,0 10 1 16,0 4-2-16,0 3 0 0,0-1 0 15,0-1-2-15,0 2 1 0,0 0 1 0,0 5-3 31,0-2-1-31,0 2 0 0,0 0 0 16,3 0 0-16,2 0-2 0,2 7-4 16,0 0-12-16,2 2-17 0,1 5-30 15,-4-7-46-15,3 7-101 0,-4-5-64 16</inkml:trace>
  <inkml:trace contextRef="#ctx0" brushRef="#br2" timeOffset="111222.59">28237 4980 586 0,'0'0'34'0,"0"0"-5"15,0 0-6-15,0 0-5 0,0 0 1 0,0 0-4 16,0 0 0-16,0 0-1 0,0 0-3 16,0 0-1-16,-4 41-2 0,4-17 2 15,1-5-3-15,2-1-1 0,-2 0 0 31,1-6-3-31,-2 10 1 0,1-4 3 16,-1-5-7-16,0 7 5 0,0-8-4 0,2 0 2 16,-2 0 0-16,0-7 1 0,1 1-2 0,-1-6 0 15,0 0 1-15,0 0-1 0,2 2 4 16,-2-1-1-16,1 0 0 0,-1 1 4 16,0-1 0-16,2 1 1 0,-2 0 0 15,0-2-2-15,1 0-3 0,-1 0-1 16,0 0 0-16,2-2-2 0,1-10 1 0,1-5-4 15,-1-6 2-15,1 4-5 0,2 1 4 0,1 0 0 16,0 1-1-16,3 2 2 0,1-1-2 16,-4 7 0-16,3 0-1 0,-3 3 0 15,-4 3 1-15,7-2-1 0,2 5 2 16,1 0-2-16,5 3 1 0,-3 8 0 16,-2 1 0-16,-1 2-1 0,-2-1 1 0,0 3-2 31,-3-5 1-31,-1 2-1 0,-2 2-2 0,-2-4 2 15,2 5-5-15,-1-5 1 0,-3-7-6 16,1 8-8-16,0-7-11 0,-1 1-23 16,2 5-25-16,-2-6-50 0,3 4-39 15,-2 0-90-15</inkml:trace>
  <inkml:trace contextRef="#ctx0" brushRef="#br2" timeOffset="111906.05">28606 5188 615 0,'0'0'33'16,"0"0"-5"-16,0 0-7 0,0 0-3 0,0 0-1 15,0 0-5-15,0 0 1 0,0 0-3 0,0 0-2 16,0 0-1-16,-19 11 3 0,16-2-4 16,2-5-1-16,-1 1 0 0,2 1-1 15,0-6-1-15,-1 0 1 0,1 4 0 31,0 1-1-31,0 1-1 0,0-1 0 0,0-5 0 16,1 1 1-16,2 2 0 0,0 0 0 16,2 0-1-16,-5-3-1 0,5 0 1 15,1 0 0-15,0 0 0 0,4 0 0 0,-6-1 0 16,5-5 0-16,-2 1 0 0,-1-2-1 16,0-1 4-16,-2-2-5 0,3-2 5 15,-4 2-3-15,1-2 3 0,-1 1 0 0,0-1-2 16,-1 6 1-16,-1-5-3 0,1 7 1 15,-2-2 0-15,1 1 0 0,-1 5-1 16,0-1 1-16,0 1-3 0,0-2-2 0,2 1 2 16,-2 1-1-16,1 0 2 0,-1 0 1 15,3 0-1-15,2 9-1 0,-2 5 1 16,2 7 3-16,-2 0-4 0,0 5 5 16,0 1-6-16,-2 3 1 0,2 5 1 15,-3 7-2 1,1 5 3-16,-1 6-2 0,0 6 3 0,0 1-3 15,0 0 3-15,-2-7-3 0,-7-6 1 16,-2-8-2-16,-1-4 3 0,0-8 1 16,-1-5-3-16,4-9 4 0,-2-4-6 15,1-4 3-15,-2-3 1 0,-8-2 1 16,4 0 4-16,-7-11-6 0,5-3 5 0,3-5-5 16,1-4 2-16,3-4 0 0,1-5-1 0,2-5 0 15,4-4-1-15,3-1 0 0,1 0-2 16,0-1 2-1,8 5-1-15,7 3 3 0,4 3-4 0,2 5 2 0,3 2-1 16,0 6-1-16,2 2 1 0,0 3 2 16,-1 5-2-16,-2 2 0 0,-6 3-1 0,2 1-4 15,-7 2 2-15,1 1-4 0,1-1-4 0,-2 1-6 16,1 0-12-16,-9 0-16 0,5 0-25 16,-5 2-52-16,1 1-153 0,-1 2 1 15</inkml:trace>
  <inkml:trace contextRef="#ctx0" brushRef="#br2" timeOffset="112555.7">29131 4906 682 0,'0'0'51'0,"0"0"-13"0,0 0-5 16,0 0-7-16,0 0-6 0,0 0-7 15,0 0-3-15,23-87-2 0,-17 74-3 16,2 2 0-16,3-3-2 0,3 4-2 0,-4 3 1 16,6 3-1-16,0 4-1 0,3 0 0 15,5 3 0-15,-5 8-2 0,-2 1 0 0,-2 3 0 16,-2 2 1-16,-6-5-1 0,-2 4-2 16,-5 2-3-16,0 2 0 0,-6 7 0 15,-9-2 2-15,1-1 2 0,-6-2 2 31,1-3 0-31,-3-2 1 0,2-2 0 16,1-1 1-16,3-2 0 0,4-3 1 0,7-3-2 16,-4-1 2-16,6-2-2 0,0 0 1 15,0 0 1-15,3-3-1 0,0 0-1 0,-1 0 0 16,1 0 0-16,0 0 0 0,0 1 1 16,0 1-1-16,0-1 0 0,0 1-1 15,0-1-1-15,0 1 0 0,1 1-7 16,2 0-10-16,2 0-23 0,-2 0-47 0,-3-3-154 15,4 1-54-15</inkml:trace>
  <inkml:trace contextRef="#ctx0" brushRef="#br2" timeOffset="113255.43">29234 5437 537 0,'0'0'64'16,"0"0"-9"-16,0 0-7 0,0 0-8 15,0 0-13-15,0 0-6 0,0 0-10 0,0 0-3 16,0 0-2-16,0 0 2 0,1-9-2 15,-4 9 2-15,0 0-2 0,0 3-1 16,0 0-1-16,3-3-2 0,-1 0 0 16,1 0-1-16,0 1 0 0,-2 1 0 0,2-1 1 15,0-1-1-15,0 0 0 0,0 2 0 0,0-2 0 16,0 0 1-16,0 0-1 0,0 0 2 16,0 0-1-16,0-2 1 0,0 1 2 15,0-1-3-15,0 1 0 0,0-1-1 31,0 1-2-31,-6 1 2 0,-2 0 2 0,-2 0-3 16,1 0 1-16,1 6 0 0,0 2-2 16,5-5 2-16,0 1-1 0,3-4 0 0,-1 0 0 15,1 0 0-15,0 3 0 0,3 0 0 16,7-1-1-16,6-2 0 0,-1-2-1 16,-1-4 1-16,-1-1 2 0,-2-3 1 15,-5 4 0-15,1 0 1 0,-4-3-1 16,-1 5 1-16,-1-1 0 0,-1-5-2 0,0 5 1 15,-6-3-2-15,-1 2-1 0,3 3 2 0,-6 3 0 16,0 0 1-16,-2 6 0 0,-2 2-1 16,5 3 1-16,4-4-2 0,4-2 0 15,0 3 0-15,1-1 0 0,0 2 0 16,4 2-1-16,2-7 0 0,1 2 0 16,-2-4-1-16,6-2 1 0,-4 0-1 0,5 0 0 15,1 0 2-15,-9 0 0 0,2-2 0 0,-6 2 0 31,0-1 0-31,0 1 0 0,0-6 0 16,0 0 0-16,-3-4-1 0,-3 3 0 16,3 4 0-16,0 1 1 0,3 2-2 15,-7 0 0-15,2 0-3 0,-1 0-7 16,-5 3-18-16,7 2-57 0,-1-1-201 0,2 1-28 16</inkml:trace>
  <inkml:trace contextRef="#ctx0" brushRef="#br2" timeOffset="114055.75">29449 4648 374 0,'0'0'72'16,"0"0"-7"0,0 0-6-16,0 0-2 0,0 0-6 15,0 0-5-15,0 0-8 0,0 0-4 16,0 0-5-16,0-43-5 0,0 38-5 0,0 5-3 15,0-1-2-15,0 1-4 0,0-1-2 16,0-4-3-16,0 0-2 0,0 1-2 16,10 1-1-16,0 3 0 0,8 6 0 15,5 6-1-15,-2 5 1 0,1 4 0 16,0 5-2-16,1 3 2 0,0 4 0 0,0 2-1 16,-1 3 1-16,-1 0-1 0,-2 0 0 0,-4 1 0 15,-3 1 1-15,-3-1 0 0,-3 1 2 16,-3-1-3-16,-3 0 3 0,0 1 1 15,-3-2-3-15,-4 1 3 0,-4-2-3 16,-1-2 0-16,0-2 0 0,-1-2 0 16,3-4-1-16,-1-4 1 0,3-7-1 0,1 0 1 15,3-7 0-15,-2-2 0 0,-1 2 2 0,3-1-2 16,-1 1 0-16,2-6-1 0,-1 5 0 16,1-4 1-1,-2 5 1-15,1 0-2 0,-1 0 2 0,0 1-1 0,1-3 0 31,-1 2 1-31,3-5-1 0,0 0 0 16,2-4 0-16,-1 0 0 0,1 0 1 0,0 1-1 16,-2 1 0-16,2-1 1 0,-1 1-3 0,1 0 3 15,-2-1-1-15,2-1 0 0,0 2 2 16,0-2-2-16,0 1 0 0,0-1 1 16,0 0-2-16,0 2 1 0,0-2-1 15,0 0-1-15,0 1-1 0,0-1-4 16,0 0-8-16,0 0-18 0,0-6-54 0,2-6-205 15,2-3-29-15</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4:45:47.251"/>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2060"/>
    </inkml:brush>
  </inkml:definitions>
  <inkml:trace contextRef="#ctx0" brushRef="#br0">19270 9488 130 0,'0'0'22'15,"0"0"6"-15,0 0 4 0,0 0-2 16,0 0 0-16,0 0-3 0,0 0 4 16,0 0 3-16,0 0-1 0,-31 2-1 0,22-4-9 15,7 2-5-15,-4-1-4 0,2 1 2 0,4 0-4 16,-2-2 1-16,2 2 1 0,-4 0-3 31,4 0 0-31,0 0-4 0,-2 0-2 0,2 0 0 16,-4 0-1-16,4 0 2 15,-2 0 1-15,2 0 4 0,-5 0 2 16,5 0 4-16,-2 0 0 0,2 0-2 0,-4 0-2 16,4 0-1-16,-2 0-2 0,2 0 1 0,-2 0-2 15,2 0-2-15,-4 0-1 0,4 0-1 16,-2 0-1-16,2-1-1 0,-4 1-1 16,4 0-1-16,0 0-1 0,0 0 0 15,-2-2 1-15,2 2-1 0,0 0 2 0,0 0-1 16,-4 0 0-16,4 0 2 0,0 0-3 15,0 0 1-15,0 0 0 0,0 0 1 0,4 0 0 16,2 0-1-16,4 0 2 0,1 0-3 16,1 0 1-16,2 0-1 0,-1 2 0 15,5-1 0-15,-3 1 1 0,-3-1-1 16,3 3 1-16,1-3-2 0,-3 0 0 16,1 1 1-1,1-1 0-15,-3 1 0 0,3-1 0 16,3-1 1-16,1 2-2 0,1-1 2 0,-3 1-1 15,-3 1 0-15,5-1 1 0,-11-1-1 16,13 1 1-16,-2-2-1 0,-7 1 1 16,9-1-1-16,-3 1-1 0,-5-1 2 15,5 0-1-15,-3 0 1 0,-3 0 2 0,7 0-2 16,-5 0-1-16,5 2 0 0,-7-2 0 16,1 2 0-16,-1-1 1 0,2 1-1 0,-1-1 0 15,-5 1 0-15,9-1 2 0,-5 1-2 16,-2-1 0-16,3 1 1 0,-3-1-2 15,3 2 1-15,1 0 2 0,0-1-2 16,5 0 1-16,-4-2 0 0,1 0-2 0,3 0 2 16,-3 0 0-16,-3 0 1 0,5-2-1 15,-5 0 1-15,-1 1-1 0,0-1-1 0,-5 1 1 16,3-1-1-16,-4 2 0 0,0 0 1 31,5-1-1-31,-5 1-1 0,0 0 1 16,4-2 0-16,-3 2-1 0,3 0 2 15,4 0-1-15,-1 0 0 0,-1 0 2 0,-6 0-2 16,7-1 0-16,-5 1 1 0,5 0-1 0,-5 0 0 0,2 0 1 0,-4 0 0 0,-4-2 0 31,5 2 0-31,-1 0-1 0,0 0 1 16,0-1 0-16,0 1 1 0,1 0-1 16,-1 0 0-16,-6 0-1 0,0 0 1 15,0 0 0-15,2 0 1 0,-2 0-1 16,4 0 1-16,-4 0 0 0,2 0 1 0,-2 0 0 15,6 0 0-15,1-2-1 0,-1 1-1 0,-4 1 1 16,-2 0 0-16,0-2-2 0,0 2 1 16,4 0-1-16,-2 0 0 0,-2-1 0 15,4 1-1 1,-4 0 0-16,2 0 0 0,-2 0-2 0,4 0-2 0,-4-2-3 16,0 2-5-16,2 0-16 0,3 0-32 0,-5-2-55 15,0 0-169-15,-5-1-1 0</inkml:trace>
  <inkml:trace contextRef="#ctx0" brushRef="#br0" timeOffset="732.92">20163 9393 386 0,'0'0'56'0,"0"0"-5"15,0 0-3-15,0 0-6 0,0 0-4 0,0 0-6 16,0 0-4-16,0 0-7 0,0 0-1 16,0 0-4-16,-40-44-2 0,40 42-1 31,0 2-1-31,-4-1 1 0,4 1-3 15,-2-2-1-15,2 2-1 0,-4-1-3 16,2 1 0-16,2-2-1 0,0 2-2 0,0-2 0 16,-4 2-2-16,4-1-2 0,0 1-1 0,0 0-1 15,0 0 3-15,0 0-1 0,0 0 1 16,6 0 4-16,4 3-5 0,5 3 4 16,-3 2-2-16,3 0 0 0,3 0 0 15,1 2 0-15,-5-1 0 0,7-2-2 0,-4 1 2 16,1-2 2-16,-7 0-2 15,5-2 1-15,-3 1-1 0,-5-2 1 0,2 1-1 0,-6-2 0 16,-4-2 0-16,4 2 0 0,-2-1 1 16,3 1-1-16,1 1 2 0,-6-3-2 15,0 0 1-15,0 0 0 0,0 0 0 16,2 1 0 0,-2-1 2-16,0 0-1 0,0 2-1 0,4-2 0 0,-4 0-2 15,0 1 1 1,0-1 0-16,0 0 0 0,0 2 1 0,0 4 0 15,-4 3-1-15,-9 5 1 0,-1 5-1 16,-7 3 1-16,-1 2 0 0,-1 2 0 16,-2 1-2-16,4-1 2 0,-1-1-2 15,5-3 1-15,1-4-1 0,7-6 0 16,-1-1 1-16,6-5 1 0,0-3 0 0,2 0 0 16,2-3-1-16,0 0 0 0,0 0 0 0,0 2 0 15,-5-1 2-15,5 0-3 0,0 1 1 16,-2-1 0-16,2 1-1 0,0 0 2 15,-4-2-1-15,4 1 0 0,0-1 0 16,0 2 0-16,0-2 0 0,-2 1 0 0,2-1 0 0,0 0 0 0,0 2-2 0,0-2-2 31,0 1-3-31,0-1-11 0,-4 0-28 0,4 2-58 16,-2-2-181-16,-4-2-18 0</inkml:trace>
  <inkml:trace contextRef="#ctx0" brushRef="#br1" timeOffset="5399.01">19755 9331 103 0,'0'0'26'16,"0"0"3"-16,0 0 1 15,0 0 3-15,0 0 1 0,0 0 3 0,0 0 5 0,-20-82-3 0,16 65 1 31,2 6-6-31,-3-1-5 0,3 0-2 16,-2 1 0-16,-2 2 1 0,4 0 2 16,0 1 0-16,-2 4-2 0,2 1-2 15,2 3-5-15,0-2-4 0,0 2-4 0,-4-1-5 16,4-1-2-16,-2 2-5 0,2-1 0 16,0 1-2-16,0-2 1 0,0 2-1 0,0 0 3 15,2 5-2-15,8 7 2 0,0 6 2 16,3 2-5-16,3 2 6 0,-3 0-4 15,-5-2 2-15,0-1 0 0,-2-5 1 16,1 0 0-16,-3-4 1 0,-2 1 0 16,2 1 1-16,-4-3-1 0,2 2-1 0,2-7 0 15,-4 1 0-15,0-5-1 0,0 0-1 0,0 0 0 16,2 2-3-16,-2-1 3 0,0 1 0 16,0-2-1-16,0 1 1 0,2-1 0 15,-2 0 2-15,0 2 0 0,0-2 1 31,4-3-2-31,-2-11 1 0,-2-6-2 0,5-6 1 16,-3 2-2-16,2 7 0 0,-4-3-1 16,2 9-1-16,-2-3 3 0,0 1-5 0,0 8 5 15,4-2-3-15,-4 7 1 0,0-1 0 16,0 1 0-16,0-2-2 0,0 1 1 16,0-1 0-16,0 1-3 0,0 0-1 15,0-1-4-15,0 0-8 0,2 1-10 16,2-4-17-16,-2 1-24 0,2-1-37 0,-2-1-76 15,5 4-79-15</inkml:trace>
  <inkml:trace contextRef="#ctx0" brushRef="#br1" timeOffset="6365.83">19782 9238 282 0,'0'0'38'0,"0"0"-3"0,0 0-4 0,0 0-6 0,0 0-3 0,0 0 2 0,0 0 0 0,0 0 1 31,0 0-1-31,-6-5-2 0,6 5-1 16,0 0 2-16,0-1 2 0,0 1-1 15,0 0 0-15,0 0-4 0,0-2-3 16,0 2 0-16,0 0-3 0,0-1 0 16,0 1-4-16,0 0 0 0,0-2-4 0,0-6-1 15,0 1-5-15,0-6 2 0,0-9-1 0,0 2 1 16,0-5 3-16,0-1-2 0,0 0 1 16,0-3-3-16,0-1 1 0,0-2-1 15,0-1 0 1,0-2-1-16,6 0 0 15,-2 0 0-15,-1 0 0 0,1 1 0 0,-2 1 1 16,4 1-1-16,0-1 1 0,2 1-1 16,3-3 1-16,-3 1 1 0,2 1-4 0,-1 0 5 15,-1 1-5-15,2 3 1 16,-2 4 1-16,3-2-2 0,-3 3 1 0,0 1 0 0,5 1 2 16,-3-1-1-16,3-1 0 15,-3-1 0-15,6 0 0 0,-1-1-1 16,-1 2 1-16,-1 1-2 0,3 0 2 0,-1 2 0 15,-3-1 1-15,1 1 0 0,1 0 0 0,-4 0-3 16,1-2 2-16,-1-1 0 0,-2-4 2 16,-2-4 4-16,1-1-7 0,-1-5 4 15,-4-3-5-15,2-5 1 0,2-4 2 16,-4-4 0-16,2-4 0 0,-1 1-1 16,1-1 0-16,-2 2-1 0,2 3 3 0,-2 1-1 15,-2 2 0-15,4 0 0 0,-2 1-3 0,-2 2 3 31,0 2 1-31,0-2-1 0,0-2 1 16,0-1-2-16,-2-2 1 0,-2 1-2 16,2-3 6-16,-2 0-5 0,2-2 1 15,-2-3-1-15,1 0-5 0,-1 1 5 16,2 0-2-16,-2 2 2 0,2 1 2 0,-2 2-3 16,2 6 1-16,2 6 2 0,0 6 1 0,-2 5-1 15,2 2 2-15,-4 10-1 0,2-2 3 16,2 1-2-16,-5-1 0 0,-1-3-1 15,4 2-2-15,-4 1 0 0,2 0 1 16,-2-1-1-16,4 0-6 0,-5-2 5 16,5 2-5-16,-2 6 5 0,2-2 1 0,2 6-1 15,-4 5 1-15,4-5-1 0,0 7 0 0,-2 0-1 16,2-1 1-16,0 5 0 0,0-2 1 16,0 2-1-16,0-1 1 0,-4-1-1 15,4 1 1-15,0-1-1 0,0 1 1 31,0 0 0-31,0-1-2 0,-2 0 1 0,2 1 1 16,0-1-2-16,0 1 1 0,0-1-1 16,0 1 0-16,0 1 0 0,0-2 0 0,0 2 0 15,-4-1-3-15,4 1-1 0,0 0-1 16,0-2-5-16,0 2-15 0,0 0-27 16,0-1-43-16,0 1-81 0,0 0-105 15</inkml:trace>
  <inkml:trace contextRef="#ctx0" brushRef="#br1" timeOffset="7765.86">19476 5054 427 0,'0'0'52'15,"0"0"1"-15,0 0-4 0,0 0-6 16,-20-79-3-16,16 70-11 0,4 3-8 15,-2-4-3-15,-3 5-4 0,5 1-1 16,-2-1-2-16,2 5-6 16,0-1-3-16,0 1-3 0,0 1 0 0,0 14 2 0,0 9 2 15,2 11-1-15,5 5 0 0,3-1-1 0,-4 2 4 16,0-3 0-16,3-3-3 0,-3-3 4 16,-4-4-6-16,2-10 0 0,2-1 1 15,-4-9 0-15,-2-3 1 0,0 1 0 31,0-6 0-31,0 0 2 0,0 0 1 16,0 1 4-16,4-1-1 0,-4 2-1 0,0-2-1 16,-4-11-4-16,-4-8-1 0,-2-7-5 15,1-6 1-15,3-3-1 0,0-6 3 0,0-3 2 16,0-4 0-16,4-3 0 0,-3 3-1 16,5 1 1-16,0 7-1 0,0 13 1 15,0 4 0-15,0 11 0 0,0 6-1 16,0 0-2-16,0 6 0 0,0-2-1 0,0 2-1 15,5 0 2-15,3 12 1 0,4 10-1 16,7 11 3-16,-5 7-2 0,3 1 2 0,-3 2-2 16,-1-1 1-16,-1-4-1 0,-2-4 2 15,3-5-1-15,-1-3 0 0,-6-9 5 16,5-4-4 0,-9-3 4-16,2-6-5 0,-2 1 0 15,-2-5-1-15,0 0 2 0,0 0-2 16,0 0 2-16,0 1 0 0,2-1 0 0,-2-3 2 15,4-12-8-15,2-8 4 0,1-9-4 16,-1-1 4-16,0-5 2 0,0-5-1 16,0-2 2-16,-1-2-2 0,-1 2 2 15,2 2-1-15,0 7-1 0,-4 11 0 0,2 12 0 16,-4 6 0-16,0 7 0 0,0-1 1 0,0 1-2 0,0-2-1 0,0 1-1 0,0 1 1 31,7 1 0-31,-5 18 1 0,4 8 2 16,0 11-1-16,0 3-1 0,0 3 2 15,1 0-3-15,-1 0 3 0,2-5-2 16,-2-1 1-16,5-6-1 0,-7-2 2 0,6-3 4 16,-8-3-4-16,4-6 3 0,1-3-5 15,-3-4 1-15,-2-7 0 0,2 3 0 0,-4-7 1 16,0 3-3-16,2 1 1 0,-2-1-4 16,4 2-2-16,-4-5-15 0,0 0-22 31,0 0-46-31,2 0-90 0,-2 0-111 0</inkml:trace>
  <inkml:trace contextRef="#ctx0" brushRef="#br1" timeOffset="8298.69">19902 4930 510 0,'0'0'30'15,"0"0"-9"-15,0 0-8 0,0 0-4 16,0 0 2-16,0 0-1 0,0 0 7 0,0 0-2 16,0 0-2-16,0 79-2 0,0-55-3 15,0 0 0-15,2-1 0 0,0-6-3 16,3-4 1-16,-3-2-4 0,-2-6 1 16,4-1-1-16,-4-4-1 0,0 0 1 0,0 0 2 15,0 2 2-15,0-2 2 0,0 2 2 0,2-2 1 31,-2-2 0-31,-2-12 0 0,-4-4 0 16,-3-9-1-16,-3-1 0 0,1-2-1 16,-1-2-2-16,4-1-2 0,2 1 0 15,-1 9-3-15,7 3 1 0,-2 8-1 16,2 2-2-16,0-1 0 0,2 3 0 0,5-1-1 16,-1 5 1-16,8 1-2 0,3 3 2 0,4 4-1 15,-1 7 0-15,1 4 1 0,-3 1-3 16,1 6 2-16,0 2-1 0,-7 2 1 15,0 0 1-15,-3 0-1 0,-1-2-2 16,-4-1 3-16,-4-2-1 0,0 2 1 16,0-2 1-16,-12 2 0 0,-1 0 3 0,-1 1-3 15,-7 0 2-15,-2-1-1 0,1-2-2 0,-3-3 0 16,0-3 2-16,11-4 0 0,1-3 0 16,3-2 0-16,8-4-1 0,-2 0-1 31,4-2 0-31,-2 0-2 0,2 0 0 15,0 0-1-15,0 0-7 0,2-4-10 0,8-6-17 16,9-2-23-16,-5 1-28 0,5-2-55 16,-7 6-87-16,3-1-9 0</inkml:trace>
  <inkml:trace contextRef="#ctx0" brushRef="#br1" timeOffset="8931.78">20175 4793 533 0,'0'0'26'0,"0"0"5"16,0 0 2-16,0 0 2 0,0 0-2 15,13 82-13-15,-11-48-8 0,0 0-4 16,2 1-4-16,-2-3-3 0,2-3 0 0,-2-3-4 16,2-8 3-16,-2-7-1 0,-2-6 2 31,0-5 2-31,0 0 0 0,0 0 2 0,0 1 6 15,4 1 2-15,-4-2 0 0,0 0 2 0,-4-7-6 0,-8-8-2 0,4-8 0 32,-5-4 0-32,5-3-2 0,-2-2-1 15,3-1-2-15,5-2 0 0,-2 3 0 0,4 1 1 16,0 4-3-16,6 3 1 0,5 4-2 16,1 0 1-16,3 5 0 0,-1 0 2 0,5 3-2 15,1 3-1-15,3 4-1 0,-2 2-3 16,4 3 2-16,-5 0 0 0,-1 5 0 15,-1 5 1-15,-3 4-1 0,-7 4-3 16,2 4 2-16,-3 3-3 0,-7 3 0 16,0-1-1-16,-11-2 4 0,-1-2 0 0,-3-3 6 15,-3-1 1-15,-1-3-1 0,-1-2-2 0,-5-2 1 16,4-2 2 0,3-3 0-16,9-4 3 0,1-2-3 0,2 1 2 0,2-2-2 15,-3 1-1-15,7-1 1 0,0 0-1 31,0 0 0-31,-2 0-2 0,2 0 0 0,0 0-2 16,0 0 2-16,0 0-1 0,0 0 0 16,13 3 1-16,1 2 1 0,7 4 0 0,4 0-2 15,-7 3 1-15,3 0-1 0,-2 2-1 16,-1 0 2-16,-3-1 0 0,-1-1 0 16,-4-2 1-16,3 0-1 0,-7-2-1 15,-2-1 1-15,2 1 0 0,1-1 1 16,-1 1 4-16,-2-2-7 0,2 2-1 0,-4-5-4 15,4 3-8-15,-1-2-16 0,1 4-22 0,2 4-44 16,-2-6-78-16,0 7-98 0</inkml:trace>
  <inkml:trace contextRef="#ctx0" brushRef="#br1" timeOffset="9700.29">20690 5161 514 0,'0'0'55'0,"0"0"-7"0,0 0-7 16,0 0-10-16,0 0-12 0,0 0-10 15,0 0-4-15,0 0-3 0,0 0 1 16,0 0 0-16,-8 10 2 0,1 8 4 0,1 2-4 16,2-3 3-16,0 0-6 0,4-7-1 0,-4 3 1 15,4-1-2-15,0-8 1 0,0 5-2 16,0-4 0-16,0-1 0 0,0 1 0 15,4-4-3-15,0 1 1 0,0-1-1 16,4 1-8-16,3-2-22 0,7 0-26 16,-3-5-77-16,-1 1-136 15</inkml:trace>
  <inkml:trace contextRef="#ctx0" brushRef="#br1" timeOffset="9864.17">20648 5018 565 0,'0'0'10'0,"0"0"-8"0,0 0-3 0,0 0-4 0,0 0-5 0,0 0-11 32,0 0-36-32,0 0-66 0,0 0-111 15</inkml:trace>
  <inkml:trace contextRef="#ctx0" brushRef="#br1" timeOffset="10281.84">20818 5103 441 0,'0'0'24'0,"0"0"1"0,0 0 0 15,0 0-4-15,0 0-6 0,6 82 1 16,-6-64-7-16,0 0-3 0,0-7-1 16,0-5-3-16,0 0 3 0,0-6 3 15,0 0 5-15,0 0 1 0,0 2 1 16,0-1 1-16,0-1-2 0,0 2-1 0,0-2-2 16,0 0 2-16,0-3-2 0,0-4-1 0,0-6-1 15,0-5-6-15,0 6 1 0,2-7-4 16,2 4 1-16,-2 5-1 0,3-6 2 15,1 7-1-15,-4 0-1 0,4 1 0 16,-4 4-1-16,-2 1 0 0,6 2 0 0,1-1-1 16,3 2 1-16,2 0 0 0,-1 2 0 15,5 5 1-15,-1 4 0 0,-3 1 0 0,-4 2 0 16,3-1 3-16,-3-1-5 0,-2 1 4 16,-2-5-6-16,-2 2-3 0,2-1-9 15,-2-4-27-15,5 2-27 0,-5-3-79 31,2 1-120-31</inkml:trace>
  <inkml:trace contextRef="#ctx0" brushRef="#br1" timeOffset="10714.81">21161 4915 610 0,'0'0'44'0,"0"0"-9"0,0 0-10 15,0 0-12-15,0 0-6 0,0 0-2 0,0 0 3 16,0 0 4-16,0 0-1 0,0 0-1 16,15 78-3-16,-15-50-2 0,0-1-3 15,-2 0-2-15,-3 0 1 0,3-9-1 16,2 1 0-16,-4-6 4 0,4 0-2 16,0 1 3-16,0-1-5 0,0 1 1 0,0-2-2 15,0 2 1-15,0-2 1 0,0 2 0 0,0-8 2 31,-2 6-1-31,2-6 1 0,0 0-1 16,0 0-1-16,0-6 1 0,-4 0-2 16,4 0 1-16,0 2 0 0,0 0 1 15,0-1-2-15,0 0 1 0,0 1-1 16,4-2 2-16,4 0-2 0,7 0 1 0,-3-4-1 16,1-3 0-16,3 2 0 0,-8 1-1 0,7 0 0 15,-3 2 0-15,1 0 0 0,-1 1-1 16,-4 1 2-16,11 0 0 0,-5 0 0 15,5 0-1-15,4 0-1 0,-13 0-1 16,13 0-1-16,-11 0-2 16,-1 0 0-16,1 0-1 0,-6-2-4 0,0 2-7 0,-1-1-2 15,-3-1-22-15,4 1-29 0,-2 0-71 0,-4 1-120 16</inkml:trace>
  <inkml:trace contextRef="#ctx0" brushRef="#br1" timeOffset="10999.26">21163 5045 533 0,'0'0'52'0,"0"0"-5"15,0 0-7-15,0 0-9 0,0 0-8 0,0 0-9 16,0 0-3-16,25-89-2 0,-13 76-2 15,3 3-1-15,1 0-4 0,1 0 0 0,2 4-2 16,1 0 0-16,3 0 0 0,0 3-1 16,-1 0 0-1,-7 2-3-15,-1-1-5 0,5 2-11 16,-7 0-20-16,7 0-24 0,-7 5-26 0,-3 0-46 0,-3 6-54 16,-6 3-32-1</inkml:trace>
  <inkml:trace contextRef="#ctx0" brushRef="#br1" timeOffset="11231.34">21207 5147 596 0,'0'0'47'15,"0"0"-9"-15,0 0-14 0,0 0-8 0,0 0-7 16,0 0-3-16,0 0-2 0,78-45-3 15,-57 37 1-15,-1-1-2 16,5-1 0-16,-2 3 0 0,-2 1-1 0,-1 0-1 0,-5 2 0 16,3 0-1-16,-7 3-2 0,-5 1-1 15,4 0-3-15,-6 0-8 0,3 0-10 0,-5 0-16 16,-2 0-18-16,4 1-41 16,-2 4-69-16,-2 6-70 0</inkml:trace>
  <inkml:trace contextRef="#ctx0" brushRef="#br1" timeOffset="17781.73">15725 5356 451 0,'0'0'36'15,"0"0"-5"-15,0 0 1 0,0 0-2 0,0 0 1 0,0 0-5 16,0 0-6-16,0 0-1 0,0 0-6 16,-9-31-1-16,9 29 0 0,-2 0-3 31,2 1-1-31,0-1-2 0,0 1-1 15,0 0-3-15,0-1-1 0,0 1-2 16,0 1 0-16,0 0 0 0,0 12 0 0,6 11 1 16,5 10 1-16,5 8-1 0,-1 6 1 0,3 1-2 15,-3 4 1-15,3-5 0 0,1-3 1 16,-4-8-2-16,1-4 1 0,-6-7-1 16,1-8 1-16,-5-6 0 0,0-1 2 15,-6-8-2-15,2 3 1 0,-2-5 1 0,0 0 1 16,0 0 1-16,4 2 5 0,-4-2 3 15,0 0-1-15,2 0 0 0,-2-14-7 16,5-7-2-16,-3-11 0 0,0-2 0 0,2-4-2 16,-2-1 0-16,4-1 1 0,-2 3-1 15,2 2-1 1,1 3 1-16,-1 11-2 0,0 4 2 0,-4 8 0 0,-2 5-1 16,4-1-1-16,-4 5 0 15,4 0-1-15,7 0 1 16,3 6 1-16,5 8 1 0,-5 5 0 0,3 4-2 15,-3 6 4-15,1 0-4 0,-3 3 2 16,1-4-1-16,-3-1-1 0,-2-3 1 16,0-8 2-16,-1-1-2 0,-1-6 2 15,-2-1-1-15,2 0-1 0,-4-6 2 16,2 3 1-16,-4-5 1 0,0 0 0 0,0 0 0 16,0 2 2-16,0-2 1 0,2 1 3 0,-2-1 2 15,0 0 0 1,0 0-3-16,0 0-3 0,0-12-2 0,0-7-1 0,-6-8 0 15,4-3-2-15,-4-2 2 0,2-3-2 16,-2 0 1-16,4-1 0 0,-5 1 1 0,3 0-1 16,2 3-1-16,-2 9-1 0,4 4 1 15,-2 5 0-15,2 8 0 0,0 0 2 0,0 6-2 16,0-2-3-16,0 2 1 0,0-1 0 31,0-1-1-31,0 1 3 0,0 1-4 16,12 0 0-16,3 1-4 0,1 9-13 0,1 0-22 0,1 4-39 0,-3-2-96 31,4 3-113-31</inkml:trace>
  <inkml:trace contextRef="#ctx0" brushRef="#br1" timeOffset="18230.3">16370 5320 627 0,'0'0'45'0,"0"0"-6"16,0 0-11-16,0 0-8 0,0 0-11 15,0 0-6-15,0 0-2 0,0 0 0 16,0 0 3-16,-5 21 2 0,5 11 3 16,0 5-2-1,0 2-3-15,0 5 2 0,5-1-6 16,1 0 2-16,0-3-2 0,-4-6-1 0,4-12 1 0,-4-4 0 0,2-8-1 15,-4-6 0 1,2 0 0-16,-2-4-2 0,0 0 2 16,0 0 0-16,0 0 0 0,0 2-3 15,0-2-3-15,0-4-3 0,0-14 2 0,0-10 2 16,-2-8 4-16,-6 0 0 0,2 0 3 16,-4 1 0-16,1 0 0 0,-3 5-1 0,2 2 2 15,5 1-1-15,-5 5 3 0,8 7 1 16,-2 5 1-16,2 0 3 0,2 3-2 15,0-4-1-15,2-6-1 0,4 5-2 16,9-5-1-16,3 5-1 0,1-1-1 16,1 5 0-16,5 0-2 15,2 1-1-15,2-1-2 0,-6 2-5 0,2 1-16 0,-11 4-21 0,5-1-30 16,-3 2-41-16,-7 0-110 0,3 9-27 16</inkml:trace>
  <inkml:trace contextRef="#ctx0" brushRef="#br1" timeOffset="18419.66">16378 5495 543 0,'0'0'33'0,"0"0"0"0,0 0-6 15,0 0-10-15,0 0-6 0,0 0-5 16,0 0 0-16,0 0-1 0,0 0-3 0,0 0-2 15,70-14-1-15,-49 10-8 0,4-1-25 0,-11 2-41 16,7 1-69-16,-9 1-118 0</inkml:trace>
  <inkml:trace contextRef="#ctx0" brushRef="#br1" timeOffset="19114.38">16669 5356 493 0,'0'0'26'0,"0"0"3"0,0 0-2 16,0 0-6-16,0 0-4 0,0 0-5 16,0 0 0-16,0 0-1 0,0 0 1 0,0 0-2 15,-14 42 0-15,14-27-1 0,2 3 0 16,4 0-1-16,2 2 3 0,-1 0-1 15,-1 1-1-15,-2 1-1 0,4 3-1 16,-4-8-4-16,-4 1 0 0,2-6 0 16,-2-6-1-16,0 2 0 0,0-8 0 0,0 0 1 15,0 0 1 1,0 1 1-16,0-1-2 0,0 0 0 16,0-1-2-16,0-16 1 0,0-6 1 0,-2-7-1 0,-2 1-2 0,2 0 2 15,-4 0-2-15,6 2 3 16,-4 0-3-1,2 1 1-15,-2 3-1 0,1 5 0 0,-1 7-2 16,4 0 1-16,0 6 0 0,0-2 0 16,0 3 0-16,0 4 1 0,0-2-5 0,0 2 3 15,0 0-1-15,0 0 3 0,7 8 0 16,3 7 0-16,4 7 1 0,-1 0-2 16,-5 1 1-16,2 0-3 0,-3-2 3 15,-1-6 0-15,0-1-1 0,-4-7 1 0,-2-2 0 0,4-1-1 0,-4-4 0 0,0 0 0 31,0 0 0-31,0 2 2 0,2-2 0 0,-2 1 1 32,6-1 0-32,-4-10 0 0,5-8 0 0,3-8 1 0,-8 0-1 0,4-1-1 15,-2 1 1-15,-2 0-2 16,-2 9 0-16,5-1 1 0,-3 8-1 0,2 0-1 16,-2 0 1-16,0 5-2 0,-2 2-3 0,0 3 3 31,4 0-1-31,2 3 3 0,3 10 0 0,1 3 0 15,-2 7 0-15,3 3 0 0,-7 1 0 16,6 2 0-16,-4 0 1 0,0-2-1 16,1-3 0-16,1-4-2 0,-2-5 2 15,0-3 0-15,-4-4-1 0,5-1 0 0,-1 1-1 16,-2-5-6-16,2 2-12 0,-4-5-33 16,8-3-45-16,-1-3-154 0,3-3-28 0</inkml:trace>
  <inkml:trace contextRef="#ctx0" brushRef="#br1" timeOffset="19713.59">17225 5214 477 0,'0'0'46'16,"0"0"-8"0,0 0-4-16,0 0-9 0,0 0-4 0,0 0-5 0,0 0-2 0,0 0-3 31,0 0-2-31,-64-18-3 0,52 19-2 0,-1 8-1 15,5 2 1-15,-2 7 1 0,2 0 1 16,1 5 1-16,3 0 1 0,2 1 0 16,0 1 1-16,2-1-1 0,0 0-1 15,0-3-4-15,0-1-1 0,2-2-2 16,6-3 1-16,-1 0-1 0,5-2 1 0,0-1-1 16,-1-3 0-16,-1-1-1 0,3-3 1 0,-1-1 0 15,0 2 0-15,-3-3 0 0,3 0 0 16,-2 0-2-16,-1-2 3 0,-1 2-2 15,-2-1 2-15,-2 0 1 0,-4-2-2 16,0 0 1-16,0 0 0 0,2 0 0 0,-2 0 1 16,6 0-1-16,1 0-1 0,-3 0-2 15,2-8-8-15,0-1-31 0,-4-2-49 0,4-4-187 16,-6 4-16-16</inkml:trace>
  <inkml:trace contextRef="#ctx0" brushRef="#br1" timeOffset="21897.85">16188 4743 413 0,'0'0'26'0,"0"0"0"15,0 0-2-15,0 0-1 0,0 0-4 16,0 0-3-16,0 0-2 0,0 0 2 16,-81-73 1-16,67 63-2 0,1 2 0 15,-1 2-2-15,-1 0-3 0,-3 1-3 16,-9 2-1-16,2 3-2 0,-6 0-3 0,0 8 0 15,-4 4 0-15,-2 5-1 0,-9 4 0 0,-1 2 0 16,-3 4-1-16,-2 2 1 0,1 1 0 16,3 4-1-16,-2-1 3 0,9 1-2 15,-2-3 1-15,8-2 0 0,-3-3 1 16,7-5 0-16,4-1 1 16,7-5-2-16,3-5-1 0,9-5-1 0,8-2-2 0,0-3 0 31,-2 0 0-31,2 0 1 0,0 0 1 0,-4 0 1 15,4 2 1-15,0 0-1 0,0-1 0 16,-6 5 1-16,6 3-1 0,-9 5 1 16,5 4 2-16,-4 2-2 0,-5 2 0 15,1 5 4-15,-7 0-4 0,3 1 4 0,-3 3-4 16,1-2 0-16,-1 0 0 0,1-5-1 16,5 0 1-16,-1-2-1 0,7-6 0 0,1 0-1 15,6-5 1-15,0 1-1 0,0 8 0 16,0 0 0-16,0 6 1 0,0-3 0 15,6-1 0-15,-1 1 0 0,1 3 0 16,-4 0 0-16,0 1 2 0,-2 2-3 0,0 0 3 16,0 0-2-16,0-1 1 0,0 0 5 15,0-1-5-15,0-1 3 0,0-2-3 0,4-1-3 0,2-2 1 0,7-3 0 0,-1 2 0 32,3-3 0-32,-1 1 1 0,5 0 0 31,-1-1 0-31,3 0 0 0,-3 1 0 15,3-2 0-15,2 1-2 0,-2 0 2 0,-1-2-1 16,-1 0 1-16,-1 1 0 0,1-3 0 16,-2 3 0-16,1-3 0 0,1 1 0 0,1-2 0 15,-1-1-1-15,6-3 1 0,0 0-1 16,2 0 2-16,6-2-2 0,0 0 0 16,6-2 0-16,0 0 0 0,1-1 0 15,-1 0 0-15,0-3 1 0,4 0-1 16,1 0 1-16,-5 0 1 0,0 0-1 0,1-3 0 15,-5 0 1-15,0-2-1 0,-6 2 1 0,2-1 0 0,0-1 1 0,-2 0 1 0,4-1-1 32,2 0-1-32,-2 1 1 0,-4 0-1 15,2 0 0-15,2 0 1 0,-4 2-2 16,-2 0 1-16,-4 0-1 0,2 2 0 16,-1 1 0-16,1-2 0 0,-4 1 1 0,4-3-1 15,-3 0 2-15,7 0 0 0,-2-3 1 0,4 3-1 31,-2-2 2-31,4 0 1 0,2 1 1 16,5 1 2-16,-5-1-2 0,4 0-2 16,0 1-2-16,-1 1-2 0,-7-2 1 15,-3 2 0-15,-9 0 0 0,0 0-1 0,-5 0 2 16,-1 0-2-16,3-2 2 0,-6 0 0 16,3-1-2-16,5-5 2 0,-3 2-2 0,4 0 2 15,-1-1-2-15,3 2 0 0,2-2 0 16,-3 3 0-16,-5 2 0 0,1-1 0 15,-1 2 0-15,-3-1 1 0,7-2-1 16,-9 2 1-16,2-1-1 0,5-1 0 16,-11 0 0-16,9-2 0 0,-7 0 1 0,2 2 0 15,-2-6-1-15,3 1 1 0,-5-2-1 0,4-5 1 16,1-1-2-16,-3-1-3 0,2-2 4 16,-1-1-5-16,3-2 5 0,-4 0-1 15,9 0 0 1,-3 1 0-16,1 0 0 15,3 1 1-15,-3 1 0 0,3 2 0 16,-1 3 0-16,-7 0 1 0,3 1-2 0,-3 0 2 16,-2 6 0-16,-2-1 0 0,1-1 0 0,-1 4 0 15,0-7-3-15,-4 7 4 0,4-1-1 16,-2-7 1-16,-1 6 2 0,3-7-2 16,-6 1 1-16,4-2 0 0,-2-6-1 0,-2 8 1 0,0-2-2 0,0-2 0 31,0-1-1-31,0-5 1 0,-2 1 0 0,-2 0-5 15,-5 1 4-15,-1 0-3 0,-2 1 3 0,1 1 3 16,-7 0 0-16,1 2 0 0,1 0-2 16,-3 0 0-16,1 1-1 0,-1 2 2 15,0 0-1-15,5 1 1 0,-5 2-1 16,1-2 1 0,3 2 0-16,1 0 0 0,-3-1 0 0,1 1 0 0,-3 0-2 0,0 0 1 31,1 1 0-31,-3 1-1 0,0-1 1 15,-3-1 0-15,-1 1-3 0,0-1 3 0,2 1-2 16,-6 2 2-16,3 0-2 0,-3 3 0 16,0 0 0-16,0 0 0 0,0 3 1 15,6 1 0-15,0 0 1 0,1 3-1 0,-1-1-1 16,2 0 1-16,-4 1-2 0,11 0 2 16,-7 2-1-16,1 0 1 0,-5 0 0 0,-6 0 0 15,0-1 2-15,2 1-2 0,2-2 1 16,-4 1-1-16,0-1 0 0,4 1 1 15,-4-1 1-15,12 2-1 0,3-1-1 16,3 1 1-16,-3 0-2 0,6-2 1 16,3 2 0-16,-5 0 0 0,6 0 1 0,0 0-2 15,-5 0 2-15,7 0-2 0,-8 0 0 0,1 0 2 16,-1 2-1-16,2-1 0 0,-3 1 1 16,-5 1-1-16,-1-2-1 0,-6-1 2 31,2 2-2-31,-1-2 1 0,-1 0 0 15,0 0 1-15,9 0 0 0,-7 0 0 16,4 0 0-16,5 0-2 0,-5 0 1 0,7-2 1 16,10 2 0-16,-5 0-1 0,7 0 0 0,0-1 0 15,0 1-1-15,-2 0 0 0,2 0-1 16,-4 0 0-16,4 0-1 0,-2 0 1 16,2-2 1-16,-4 2-1 0,4 0 1 15,-2 0-2-15,2 0-2 0,-4 0 0 0,4 0-4 16,-6 0-13-16,-7 0-23 0,-1 0-37 15,-11 3-78-15,2 4-113 0</inkml:trace>
  <inkml:trace contextRef="#ctx0" brushRef="#br1" timeOffset="25780.28">1726 9675 459 0,'0'0'52'0,"0"0"-10"0,0 0-10 0,0 0-8 15,0 0-6-15,0 0-6 0,0 0-3 0,0 0 1 32,-45-90 0-32,45 80-3 0,0-1-1 0,6 5-3 0,-2 5-2 0,8-1 1 15,-1 2 0-15,7 5 0 0,7 9 2 16,-4 5 0-16,-3 4 0 0,3 4-1 0,-2 1 0 31,-1-3-2-31,1 0 1 0,-5-4-1 16,5-3 1-16,2-4-3 0,-3-2 0 0,3-5 0 15,-9-2 0-15,5-2 4 0,-1-3 1 16,3 0 2-16,2-8 2 0,1-5 2 16,-1-9-1-16,4-5-1 0,4-6-3 15,2-8 2-15,12-6-2 0,-4-5 1 16,9-1-1-16,-3 0 1 0,7 0-4 0,-2 3 2 16,-5 2-3-16,-3 4-5 0,1 5 3 0,-8 3-5 15,0 7 4-15,-12 5 5 0,0 4-1 16,-9 9-1-16,-8 3 1 0,-4 7 0 15,-2 1 1-15,0-1 2 0,0 1 0 16,0 0 0-16,0-2-1 0,5 2 0 16,-5-1-1-16,2 1 1 0,-2-2-3 0,4 2 1 15,-4-1-1-15,2-1 0 0,2-3-1 0,-2 2-1 16,2 0-1-16,-2 1 2 0,-2 2 1 16,0-2-2-16,0 2 1 0,4 0-4 15,-4-2-3-15,2 2-12 0,1 0-35 31,1 0-100-31,4 6-137 0,-4 8 1 16</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4:08:48.606"/>
    </inkml:context>
    <inkml:brush xml:id="br0">
      <inkml:brushProperty name="width" value="0.05292" units="cm"/>
      <inkml:brushProperty name="height" value="0.05292" units="cm"/>
      <inkml:brushProperty name="color" value="#C00000"/>
    </inkml:brush>
  </inkml:definitions>
  <inkml:trace contextRef="#ctx0" brushRef="#br0">1991 7552 365 0,'0'0'38'16,"0"0"-2"-16,0 0-6 0,0 0-4 0,0 0-3 16,0 0-3-16,0 0 3 0,0 0-1 15,0 0 1-15,-15-14-1 0,9 12-2 16,6 2-2-16,0-1-1 0,-4-2-6 16,2 0-2-16,-2-1-1 0,2 3-3 0,2 1 3 15,-7-3-5-15,1 2 2 0,4-2-3 0,-8 0-1 16,4 1-1-16,3 0 2 0,-9 2-2 15,0 0 1-15,-1 0-1 0,-1 0 0 16,-3 5 0-16,7 0 1 0,-7 0-1 16,5 3 1-16,-2 1-2 0,-1 3 1 15,3 1 1-15,-5 0-2 0,7 1 2 0,-7-1-1 32,5 3 0-32,-5-1 0 0,5 0 0 0,-5 2 0 0,3 1 1 0,-5-1-2 0,1 1 1 15,3 0 0-15,-3 2 0 0,-1 1 0 31,5-1-1-31,1 1 0 0,-1 1 1 16,7-2 2-16,1 2-3 0,4-1 4 16,2 2-4-16,0 0 2 0,0 0 0 0,0-1-1 15,2 1 0-15,4 0 0 0,1 0 1 0,1-1-2 16,2 2 2-16,-1 2-1 0,3 0 0 16,0 4 0-16,-3 1 0 0,3 4-2 15,-2 0 2-15,-1 1-1 0,-3 1 1 16,0 0-1-16,0 0 2 0,-4-2 3 15,2-3-3-15,3-3 3 0,-5-2-4 0,-2-3 0 16,4-5 0-16,-4-1 1 0,0-1 2 0,0 1-2 16,0 4 0-16,0-2-1 0,-11-2-2 15,3 2 2-15,-4-2 0 0,-1 2-1 16,-1 0 1-16,-3 0-1 0,-3 1 1 16,1-2-1-16,-2-1 1 0,1 1-1 31,-3-4 0-31,2 0 2 0,1-3 0 0,-1-1 0 15,5-5 2-15,1-2-1 0,3 0 1 16,3-4 0-16,-3 1 1 0,8-1 0 0,-2 2 0 16,-1-2 0-16,1 0-1 0,-4 0 0 15,0 0-1-15,3-2 3 0,1 2-5 16,4-3 2-16,-4 0 1 0,2 0-1 16,2 2 2-16,2 1-2 0,-7-3-1 0,5-1 0 15,-2 1-2-15,2 0 2 0,2 3 1 0,0-4-3 16,0-1 0-16,0-4 0 0,2 2-2 15,4-1 2-15,3 2 1 0,1 1-1 16,-2 0 2-16,3 3-2 0,-3-1 0 16,4 3 1-1,-3 0 0-15,1 0 0 0,2 0 2 0,-3 4-2 0,5 4 0 0,-4 1-1 16,5 5 0-16,-3 0 1 0,1-1 0 0,-5 4 1 16,2 1-1-16,-1 2-1 0,-1 1 1 15,2-1-2-15,-4 1 2 0,1 0-1 31,-1 3 2-31,0 1-1 0,-4 2-1 16,4 2 4-16,-6 4-3 0,0 1 3 16,0 4-1-16,0-1-2 0,0 5 2 0,0 0-2 15,-6 2 2-15,0 0-2 0,0 0 1 0,-1-2-1 16,-1-4 1-16,2-1-2 0,-2-7 0 16,2-1 1-16,-1-1 1 0,1-1-2 15,2-2 3-15,-2 0 2 0,4 0-4 16,-4 2 4-16,1-2-3 0,3 2-1 15,-4 3 0-15,0 0 0 0,0 3 0 16,0 2-1-16,-3 1 1 0,3 1-1 0,0 1 1 16,0-2-1-16,4 1 2 0,-3-3-1 0,3 2 1 15,2-5-2 1,0 1 1-16,0 0-1 0,0 1 1 16,0 1 3-16,0 1-2 0,0 2 3 0,0-1-3 0,0 0-2 31,0 2 1-31,-4-1 0 0,4-1 1 0,-2 0-2 15,2-1 2-15,-6 2-1 0,2-2 0 0,2 1 1 16,-2-1-1-16,-3 0-1 0,7 0 0 16,-2-2 1-16,-2 1 0 0,4-3 1 15,0 3-2-15,6-4 4 0,-1 0-3 16,3-3-2-16,-4-5 3 0,4-1-3 16,-2-2 2-16,1-7 0 0,1 0 0 15,-2 0 0-15,0-5 0 0,5 6 0 0,-3-7 0 0,-2 0-4 16,7 1 3-16,-5-2 1 0,8 0 0 15,-7-2 2-15,3-3-2 0,9 1 0 16,-3-1-1-16,3 0 2 16,4 0-1-16,-5-3 1 0,5-3 1 0,-6 0-2 15,6-1 0-15,-9-3 0 0,3 1 0 0,-3 3 0 32,-7-1 0-32,3 2 0 0,-6 0 0 0,2 1 0 0,-1 1 0 0,-1-2 0 0,0 4-2 15,-4-1 0-15,2 1 1 0,-4 1 1 31,0-2-2-31,0 2-1 0,0 0-3 16,0-1-24-16,2 1-30 0,2-6-87 16,3-2-133-16,-1-1 5 0</inkml:trace>
  <inkml:trace contextRef="#ctx0" brushRef="#br0" timeOffset="1483.99">1354 7572 275 0,'0'0'59'0,"0"0"-5"0,0 0-6 16,0 0-6-16,0 0-5 0,0 0-8 0,0 0-5 0,0 0-5 0,-89 4-3 15,75-12-3-15,-5-4 0 0,5-3 1 31,-5-2-4-31,7-1 0 0,3-3-7 16,5-4-1-16,2 0 0 0,-2-3 0 16,-2 1 1-16,4 0 1 0,-2-2 0 0,-3 0 2 15,1 0 0-15,2-1-3 0,-6 3 7 0,1-1-5 16,-1 2 5-16,4 10 0 0,0-3-1 16,2 1-1-16,-1 1-4 0,-3 2 1 15,2 0-4-15,2 6 1 0,-2 0 1 16,-1 0-2-16,1 1 0 0,4 1 0 15,-4 4-1-15,6-1 1 0,0 4 1 0,-2-4-1 16,2-1 1-16,-4 1-2 0,4-1 0 0,0 5 1 16,-2-1 0-16,2 1 0 0,0-2-1 15,0 1 0-15,0-1-2 0,-5 1 0 16,5-1 1-16,0 1-2 0,0-1 1 16,0 1-1-16,0-1 0 0,0-1 2 31,13 0 0-31,5-1 1 0,7-3-3 0,4 3 3 15,8 1-4-15,5 0 1 0,7 0 2 0,3-2-1 16,0 2 2-16,-5 0 1 0,-1 0-1 16,-1 3 0-16,-5 0 1 0,1 0-1 15,-2 0 1-15,0 3-2 0,-3 1 2 16,-3 1-1-16,4 0 1 0,-6-1 0 16,-4 1-1-16,4-2 0 0,-4 2 1 0,-1-4-5 15,5 2 0-15,-4-2 1 0,0-1-2 0,0 2 5 16,-8-2 0-16,-1 0 0 0,3 0 1 15,-9 0-1-15,9 1 0 0,-2 1 0 16,-3 1 1-16,5 0-1 0,-7 0 1 16,-1 2-1-1,1-2 0-15,-1 0 1 0,-3 0-2 0,-4 0 2 16,0-2-1-16,-4 1 0 16,5-1 1-16,-7-1-1 0,0 0 2 0,0 0-2 15,0 0 0-15,2 2 0 0,-2-2-3 16,0 0-1-16,4 0-3 0,-4 0-39 15,6 0-51-15,-4 0-159 0,4-9-23 16</inkml:trace>
  <inkml:trace contextRef="#ctx0" brushRef="#br0" timeOffset="2265.51">2127 6811 396 0,'0'0'41'0,"0"0"-10"15,0 0-12-15,0 0-11 0,0 0-8 0,0 0 0 31,0 0 0-31,0 0 2 0,0 0 2 0,0 0-3 16,-8-4 2-16,8 6 1 0,0 3-1 16,2 2 2-16,4 1-2 0,0-1 2 15,7 3 0-15,-7-4 1 0,2 4 1 16,5 1-2-16,-1-2 2 0,0 3-1 16,3 0 0-16,-5-3-2 0,-2 2 1 0,1 1 0 15,-5-4 1-15,8 6-2 0,-6-3 0 0,1-3-2 16,-1 0 0-16,-4 0 0 0,2-4 0 15,-4 0 1-15,2 1-1 0,-2-5 1 16,0 0 2-16,0 0 1 0,0 2 3 16,0-1 1-16,0 1 1 0,0-1 0 15,0 0-1-15,0 1-3 0,0-2-3 0,0 1-1 32,0-1-2-32,0 0-1 0,-2 2 0 0,2-2-1 0,0 0 1 0,-4 0-2 0,4 0 1 15,0 0 1-15,-2 0 0 0,2 2 1 31,0-2-1-31,0 0 0 0,-4 0 1 16,4 0-1-16,0 0 0 0,0 0 0 16,-2 0-2-16,2 0 0 0,0 0 0 0,0 0-2 15,0 0 0-15,0 0 0 0,0 0 0 0,0 0 3 16,0 0 1-16,0 0 0 0,0 0 1 16,2 0-1-16,2 0 0 0,-4 0 1 15,2 0 1-15,-2 0 2 0,4 0 2 16,-4 0-1-16,0 0 1 0,0 1 1 15,0-1-2-15,0 5-1 0,-6 1-2 0,-11 3 0 16,-1 1-2-16,1 2 0 0,-6 0 0 0,3-1 0 16,-5 1 0-16,4-1 0 0,1 2 0 15,-5-2-2-15,17-3 4 0,-9 1-2 16,11-4 0 0,0 1 1-16,-3-2-1 0,7-1 5 0,-2 1-5 0,4-4 6 31,0 0-5-31,0 0 0 0,-2 1 1 0,2 1 0 15,-4-1-1-15,4 0 0 0,-2-1-1 0,2 2-2 16,0-2-2-16,0 0-6 0,0 0 0 16,0 0-26-16,8-9-39 0,7-8-141 15,3-1-53-15</inkml:trace>
  <inkml:trace contextRef="#ctx0" brushRef="#br0" timeOffset="2748">2780 6657 529 0,'0'0'52'0,"0"0"-2"0,0 0-10 0,0 0-10 16,0 0-11-16,0 0-10 0,0 0-4 15,0 0-6-15,0 0 0 0,-25-30 0 16,25 43 1-16,0 9 0 0,7 8 2 16,-1 2-2-16,0 3 1 0,0 3-1 15,0 1-1-15,-3 3-1 0,3-2 0 0,-6 3-1 31,0-5-1-31,0-3-6 0,0-11-2 0,0-10-18 16,4-2-30-16,-4-6-80 0,2-1-125 16</inkml:trace>
  <inkml:trace contextRef="#ctx0" brushRef="#br0" timeOffset="2999.18">2737 6613 607 0,'0'0'51'16,"0"0"-9"-16,0 0-12 0,0 0-9 15,0 0-9-15,0 0-10 0,0 0 2 0,0 0-7 32,0 0 2-32,0 0 0 0,-39-68-2 0,53 62 1 0,9 1-1 0,0 4 0 0,5 1 2 15,1 6 4-15,2 5-4 0,-4 2 3 31,6 1-6-31,3-1-2 0,-14 1-12 16,7-5-34-16,-8-1-44 0,-3-4-135 16,-3 1-37-16</inkml:trace>
  <inkml:trace contextRef="#ctx0" brushRef="#br0" timeOffset="3249.13">2809 6879 492 0,'0'0'44'15,"0"0"-7"-15,0 0-9 0,0 0-11 16,0 0-8-16,0 0-2 0,0 0-3 16,0 0-1-16,0 0 0 0,0 0-2 15,91-70 0-15,-66 70 0 0,0 0-1 0,-5 0 0 31,3 5-2-31,0-1-2 0,-4 4-2 0,-1 1-6 16,1 0-7-16,-7-1-32 0,3 1-96 16,-7-3-96-16</inkml:trace>
  <inkml:trace contextRef="#ctx0" brushRef="#br0" timeOffset="3499.52">3299 6625 559 0,'0'0'62'0,"0"0"-10"0,0 0-14 15,0 0-16-15,0 0-10 0,0 0-7 0,0 0-3 32,0 0-1-32,0 0 0 0,-43 40 1 0,43-16-2 0,0 2 1 0,0 0 1 0,4 0-5 31,2 3 0-31,-4 2 1 0,4 3-4 15,-6 1 1-15,4 1-6 0,-4-1-18 16,0-11-28-16,0 0-44 0,0-10-156 16,0 0-3-16</inkml:trace>
  <inkml:trace contextRef="#ctx0" brushRef="#br0" timeOffset="3715.55">3214 6685 547 0,'0'0'59'0,"0"0"-10"0,0 0-10 0,0 0-14 16,0 0-14-16,0 0-5 0,0 0-7 15,0 0-1-15,0 0-1 0,-10-25-1 16,22 19 2-16,9 0-2 0,4 1 0 16,-4 2-3-16,1 2-4 0,-3 1-4 15,-3 0-20-15,-3 0-27 0,5 4-47 0,-5 0-144 31</inkml:trace>
  <inkml:trace contextRef="#ctx0" brushRef="#br0" timeOffset="3965.39">3223 6947 567 0,'0'0'28'16,"0"0"-5"-16,0 0-7 0,0 0-9 16,0 0-6-16,0 0-1 0,0 0-2 15,64-80 0-15,-44 72 1 0,1 1-1 0,4 1 0 16,-7 1-2-16,1 2-1 0,0 1 0 16,-5 2 0-16,-1 0-2 0,1 2-5 0,3 6-22 31,-9-1-48-31,0 4-100 0,2-4-58 15</inkml:trace>
  <inkml:trace contextRef="#ctx0" brushRef="#br0" timeOffset="4315.46">3384 7026 538 0,'0'0'59'16,"0"0"-10"-16,0 0-13 0,0 0-15 0,0 0-7 0,0 0-5 16,0 0-3-16,0 0-1 0,0 0-4 15,0 0-2-15,-15 2-1 0,15-2 0 16,0 0 1-16,0 0 0 0,0 0 2 16,2 0-1-16,7-2 1 0,3 1 0 31,1-2-1-31,-3 1 1 0,0 0-1 0,3-1 0 15,-9 2 0-15,8 0 1 0,-6 1-1 0,1 0 0 16,3-2 0-16,-4 2-1 0,0 0 1 16,7 0-1-16,-7 0 1 0,6 0-2 15,1 0 1-15,-1 0 0 0,1 0-1 16,-3-1 0-16,0 1 0 0,3-4-2 16,-5 3 1-16,-2-1-6 0,6 1-21 0,-9-1-38 15,3-2-79-15,4-1-117 0</inkml:trace>
  <inkml:trace contextRef="#ctx0" brushRef="#br0" timeOffset="4682.07">3591 6613 573 0,'0'0'48'0,"0"0"-14"16,0 0-13-16,0 0-14 0,0 0-4 15,0 0-2-15,0 0-1 0,0 0 1 16,0 0 0-16,51-1 1 0,-24 1-2 15,-2-2 2-15,2 1-2 0,-2-1 0 0,-3 1 0 16,-3 1 0-16,0 0-4 0,-1 0-1 16,-5 0 0-16,3 0-3 0,1 1-2 0,-5 1 3 15,3 2-7-15,-3 1-25 0,-4-1-47 16,-2-1-106-16,1 0-63 0</inkml:trace>
  <inkml:trace contextRef="#ctx0" brushRef="#br0" timeOffset="4932.46">3859 6578 439 0,'0'0'30'0,"0"0"-7"0,0 0-5 0,0 0-8 16,0 0 0-16,0 0 2 0,0 0-1 15,-20 81-1-15,20-58 0 0,0-2-3 16,0-4 0-16,0 2-4 0,0 1 1 16,4-7 0-16,-4 9 6 0,2-9 0 15,-2 0 0 1,0-1-2-16,0-8-6 0,2 3-3 0,-2-4-3 16,4 1-5-16,-2 5-1 0,4-1-17 0,5-4-123 0,1-2-98 0</inkml:trace>
  <inkml:trace contextRef="#ctx0" brushRef="#br0" timeOffset="6698.06">4384 6692 398 0,'0'0'54'0,"0"0"-6"0,0 0-15 0,0 0-3 16,0 0-2-16,0 0-3 0,0 0 0 0,0 0-1 16,0 0-5-16,-6-9-1 0,6 8-2 15,0-7-2-15,0 2-1 0,-2-5-2 0,-2 1 0 16,2 1 0-16,0 1 0 0,-4 0-2 16,-5-1-2-16,5 3-1 0,-8-1-2 0,5 4-2 15,-3 1-1 1,-11 2-2-16,7 0 0 15,-13 8 0-15,12 4-1 0,-6 5 0 16,5 3 1-16,3 2-1 0,1 4 1 16,-3 1-1-16,7 3 2 0,0 1-1 0,1-1 0 15,3-2 0-15,2-3-1 0,2-7 1 0,2-1 1 16,0 0-1-16,6-4 1 0,3 4-1 16,3-6 0-16,0-2 0 0,7-1 0 15,0-2 1-15,-3-2 1 16,9 0-2-16,-4-2 1 0,7 0 0 0,-5-2-1 15,2 0 2-15,-6 0-1 0,-1 0-1 0,-5 0 1 16,-3 0-1-16,2 0 1 0,-5 0 0 0,3 0 1 16,-2 0 0-16,-4-2-1 15,5 0 1-15,-3 0-2 0,-4 0 0 0,8-2 0 16,-8 1-8-16,2 0-9 0,3-3-24 16,-5 2-41-16,4-2-91 0,2 1-105 15</inkml:trace>
  <inkml:trace contextRef="#ctx0" brushRef="#br0" timeOffset="6981.21">4560 6704 598 0,'0'0'62'0,"0"0"-16"0,0 0-15 0,0 0-13 16,0 0-7-16,0 0-6 0,0 0-2 15,0 0-3-15,0 0 1 0,0 0-1 0,-10 18 0 32,10 9-1-32,0-4 1 0,2 4-1 0,2 0-1 0,-2 0-3 0,0-1-1 0,2 0-6 15,-4-8-7-15,2 0-22 0,2-6-20 31,-4-5-41-31,2 3-67 0,-2-5-77 16</inkml:trace>
  <inkml:trace contextRef="#ctx0" brushRef="#br0" timeOffset="7481.25">4519 6938 448 0,'0'0'30'0,"0"0"-13"0,0 0-6 15,0 0-6-15,0 0-3 0,0 0 0 0,0 0-1 16,0 0-1-16,0 0 0 0,0 0 0 16,84-74-2-16,-69 69 0 0,-5 2-1 15,9 0-3-15,-11 0 0 0,0 0-1 0,3 2-1 16,-5-1-2-16,2-3-3 0,-4 4-7 16,5-5-11-16,-1 0-4 0,-4-2-1 15,8-3 8-15,-5 4 12 0,-1-7 12 0,-4 7 14 31,2-5 14-31,-2 1 12 0,-2-3 13 0,0-4 3 16,0 1 3-16,-2-1-1 0,-2 1-5 16,2 7-7-16,-4-2-5 0,2 0-8 15,-3 1-8-15,5 2-1 0,-2 4-3 16,2 1-1-16,2 4-4 0,0-2-1 16,0 2-4-16,0-1-2 0,0-1-4 0,0 2-1 15,-4-1-1-15,4 1 1 0,0 0-1 16,0 1 2-16,0 11-1 0,0 5-1 0,0 6 1 15,0 1 1-15,4 3-1 0,-2 1 1 16,4 2-2-16,-6 5-1 16,4 1 1-16,-1 6 2 0,1 1-2 0,-2 3 4 15,2-5-4 1,-4-4 2-16,2-13-1 0,2-5-1 16,-4-7 0-16,2-5-2 0,2 1 1 0,-4-3-3 0,2 0-4 0,-2-1-1 0,0-4-4 15,0 0-9-15,0 0-12 0,2 0-24 31,3 0-37-31,-3 0-69 0,4 0-93 16</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4:46:26.398"/>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2060"/>
    </inkml:brush>
  </inkml:definitions>
  <inkml:trace contextRef="#ctx0" brushRef="#br0">22211 9526 273 0,'0'0'36'16,"0"0"-10"-16,0 0-3 0,0 0-1 16,0 0 1-16,0 0 4 0,0 0-1 0,0 0-3 15,0 0-1-15,0 0-5 0,-6 0 0 31,6 0-1-31,0 0 0 0,0-1-3 16,0 1 2-16,0-3-1 0,2 0-3 0,2-1-2 16,4 2 0-16,-1 0-4 0,1-1 0 0,2 0 0 15,-1 1 2-15,3-1-2 16,0 2 1-16,3-4-3 0,-3 4 0 0,5-2-1 16,-7 0 0-16,3 1 0 0,-3 1 1 15,2 1-3-15,-1-2 1 0,1 2-1 16,7 0-1-16,-5 0 1 0,5 0 0 0,3 0 1 15,-5 0 0-15,8 0 0 0,-7 2 1 0,1-2 0 32,-5 1-1-32,1-1 2 0,3 0-1 0,1 0 1 0,-7 0 0 0,9 0 0 15,-8 0-2-15,-1 0 0 0,7 0-2 16,-7 0 1 0,5 0 0-16,1 3 0 0,1 1 1 0,6-2 0 0,-5 3-1 0,1-4 0 31,4 2 1-31,-1-1 1 0,3 0 0 0,4-2 2 15,-2 0 2-15,6 0-4 0,-6 0 2 16,2 0-3-16,-4 0 0 0,0 0 1 16,-8 0-1-16,-1 0-1 0,-3 0 2 15,1 0-2-15,1 0 0 0,1 0 1 16,-5 0-2-16,6 0 1 0,-1 0 0 0,-5 0 1 16,3 0 0-16,3 0-1 0,-9 0 0 0,11 0 1 15,-3 0 0-15,-1 1 1 0,8-1 0 16,1 0 1-16,-1 0 0 0,0 0 0 15,0 0 0-15,-2 0 0 0,-5 0-1 16,5 0 2-16,-6 0-1 0,-5 2 0 16,7-2 0-16,-1 1-1 0,-5-1-1 0,3 2 0 15,-6-2 0-15,3 1 1 0,-1 0 0 0,1-1-1 32,-5 2-1-32,6-2-1 0,9 2 2 0,-2-2 1 0,4 0-2 0,-9 0 3 31,3 0-3-31,-1 0 0 0,-5 0 1 15,7 0-2-15,-7 0 1 0,-1 0 0 0,1 0 0 16,-5 0 1-16,4 0 0 0,1 0-1 16,-1 0 0-16,-4 0-1 0,3 3 0 0,-1-3 1 15,0 1 0-15,-1 1 2 0,3-2-3 16,0 1 2-16,7-1-1 0,-5 2 0 16,5-2 0-16,0 0 0 0,-7 0 0 15,9 0-1-15,-9 0 1 0,1 0 1 16,-1 0-1-16,-2 0 0 0,3 0 0 0,-9 0-1 15,2 0 1-15,0 0 0 0,0 0 1 0,3 0-1 16,3 0 1-16,-6 0-1 0,3 0 0 16,-3 0 0-16,0 0 0 0,0 0 0 15,-6 0 1-15,6 0-2 0,1 0 2 16,-1 0 0-16,0 0-1 0,-6 0 2 0,6 0-2 31,0 0-1-31,-4 0 2 0,5 0-1 16,-7 0 0-16,6 0 0 0,0 0-1 0,0 0 1 15,0 0 0-15,1 0 0 0,-1 0 0 16,0 0 1-16,-2 0-2 0,-4 0 1 16,0 0-1-16,0 0 1 0,0 0 0 15,4 0 0-15,-4 0-1 0,2 0 0 0,-2 0 0 16,5 0-1-16,-5 0-3 0,2 0 1 16,-2 0-4-16,4 0-5 0,-4 0-8 0,0 0-11 15,0 0-14-15,0 0-10 0,0 0-9 16,0 0-19-16,-4-3-38 0,-5-3-106 15</inkml:trace>
  <inkml:trace contextRef="#ctx0" brushRef="#br0" timeOffset="582.66">24074 9341 497 0,'0'0'68'16,"0"0"-13"-16,0 0-14 0,0 0-7 0,0 0-12 15,0 0-8-15,0 0-1 16,0 0-4-16,0 0-1 0,0 0 1 0,-13 0-3 16,19 5 0-16,1 0-4 0,5 3 0 15,0 0-1-15,3 0 1 0,4 0 1 16,-1 0-2-16,1 1 0 0,-3-3 1 0,-3 1-1 15,3-5 0-15,-7 1 1 0,3 0-2 0,0-1 1 16,-3 1 0 0,7-1 0-16,-8-1-1 0,1 2 0 0,-3-3 0 0,-2 1-1 15,2-1 2-15,-4 2-1 0,4 0 1 16,-1-1-1-16,-5-1 1 0,0 0-2 16,0 0 1-1,2 0 0-15,-2 2 0 0,2-2 1 16,-2 0 0-16,4 1 0 0,-4-1 0 0,2 0-1 15,-2 2 1-15,4-2 0 0,-4 0-1 16,2 0 0-16,-2 0 0 0,4 1-2 16,-4-1 2-16,0 0-1 0,0 2 1 15,0 2 0-15,-4 6 1 0,-4 0-2 16,-5 5 1-16,1-1 0 0,0 1 1 0,-3 0 0 16,1 2-1-16,-3 1 0 0,5 2 0 0,-3-2 0 15,3 0 1-15,0-2-3 0,-1-1 2 16,3-6-1-16,4 2 2 0,-1-4-1 15,1 2 1-15,0-2-2 0,2 1 1 16,-2 1-1-16,4-6 1 0,-5 5 0 0,7-4 0 16,-2-1-1-1,-2 2 0-15,4-5 1 0,-2 3-2 0,2 2-1 0,-4-2-2 0,4 1-3 16,0-4-11-16,-2 0-29 0,2 0-58 16,0 2-178-16,-4-2-11 0</inkml:trace>
  <inkml:trace contextRef="#ctx0" brushRef="#br0" timeOffset="3798.37">24987 9835 145 0,'0'0'55'0,"0"0"-3"31,0 0-5-31,0 0-8 0,0 0 1 0,0 0-5 15,0 0-7-15,0 0-2 0,0 0-2 16,-14-4-1-16,10 4 1 0,4-1-5 16,-2 1 0-16,2-2-1 0,-4 2-2 15,4 0-2-15,-3 0 0 0,3-1-5 16,0 1-2-16,0 0-1 0,-4 0-2 0,4 0 1 16,0-2 0-16,0 2 2 0,0 0 1 0,0-1-1 15,7 1 0 1,-1-2-2-16,4 2-2 0,-2 0-1 0,7 0 1 0,1 0-2 15,-3 0 1-15,7 0-1 0,-7 0 0 16,3 0 0-16,3 0-1 0,-7 0 1 16,9 0 0-16,2 0-1 0,-5 0 3 0,9 2-3 15,-4-1 0-15,0-1 1 0,-1 0-2 0,-3 2 1 32,0-2 2-32,-1 0-1 0,1 0-1 0,2 0 1 0,-3 0-1 0,1-2 1 15,-9 2 1-15,13-1-1 0,-2 1 0 31,-9 0 0-31,9 0 0 0,-3 0-1 16,-5 0 1-16,7 0-2 0,-1 0-1 0,-1 0 3 16,7 0-1-16,-2 0-1 0,0 0 2 0,-9 0-1 15,7 0 1-15,0 0-1 0,-3 0 0 16,5 0 0-16,-2 0 0 0,-3 0 1 16,-3 0-1-16,3 1 1 0,1-1-1 15,-5 2 1-15,5-1 0 0,0 1-1 0,-3 1 1 16,9 0-1-16,-11-2 2 0,5 2 0 15,0-1 0-15,-1-1 0 0,7 1 0 0,-4 0 0 16,3-1 4-16,-3-1-4 0,4 0 3 16,2 2-2-16,0-2-2 0,0 0 1 15,-1 0 0-15,3 0 0 0,-2 0-1 16,0-2 1-16,4 1-1 0,-4-3 0 16,0 1 0-1,-2 0 0-15,-1-1-2 0,-9 2 2 0,4-1 0 0,-1 0-1 0,-1 0 1 0,7 0 1 31,1 0-2-31,0 2 0 0,-4-1 1 16,6 2-1-16,-3-2 0 0,-5 1 0 16,0 1 0-16,1-2 0 0,-5 1 0 15,3 1 0-15,-5 0 0 0,-7 0 0 0,6-1 2 16,-10 1-2-16,5 0 0 0,-1 0 0 16,0-2 0-16,0 2 0 0,7 0 0 0,-1-1 0 15,-6 1 2-15,5-2-2 0,-5 2 0 16,6 0 0-16,5-1-2 15,-7-1 2-15,3 2 1 0,-1-2-1 0,4 1 1 16,-7 1 0-16,3-2-1 0,-6 2-1 16,7 0 1-16,-5 0 0 0,4 0 0 0,1 0 0 15,-7 0 0-15,0 0 0 0,0 0-1 0,1 0 1 16,-3 0 0-16,2 0 1 0,-6 0-1 16,0 0 1-16,4 0 0 0,4 0 0 15,-1 0 0-15,5-1-1 0,-6 1 0 31,7 0-1-31,-1 0 3 0,0-2-2 16,5 2 0-16,-5-1 0 0,7-1-1 0,-5 1 1 16,-1-1 1-16,5 1-1 0,-7-1 0 0,-9 1 0 15,10 1 1-15,-6 0 0 0,-4 0-1 16,5 0 0-16,-1-2-1 0,0 2 2 16,-2 0 0-16,0 0-1 0,-4 0 2 15,0-2-2-15,0 2 0 0,4 0 0 16,-4 0-1-16,3 0 1 0,-3 0-1 0,4 0 0 15,-4 0 0-15,2 0-3 0,-2-1 0 0,4 1-2 16,-4 0-6-16,0 0-10 0,0 0-25 16,0-3-26-16,-4 0-50 0,-9-3-141 15</inkml:trace>
  <inkml:trace contextRef="#ctx0" brushRef="#br0" timeOffset="4481.7">26802 9612 520 0,'0'0'50'15,"0"0"-7"-15,0 0-10 16,0 0-7-16,0 0-7 0,0 0-4 0,0 0-1 16,0 0-3-16,0 0-2 0,27-2-1 0,-6 4-2 15,-5 6 1-15,3 0 1 0,-5 1-2 0,1 1-1 16,1 0 0-16,1 0-3 0,2-1 3 16,-1 1-4-16,1-2 0 15,-1 0 0-15,3-2 0 0,0 0-1 0,-3-1 0 31,1-3 0-31,-5-1 0 0,-1 1 0 16,1-2 1-16,-1 0-1 0,-1 0 1 0,1 0-1 16,-7 0 0-16,0 0 0 0,-6 0 0 0,0 0 1 15,0 0 0-15,2 0 0 0,-2 0-1 16,4 0 1-16,-4 0-1 0,2 0 0 16,-2 0 1-16,4 0 0 0,-4 0-2 15,2 0 1-15,-2 0-1 0,5 0 1 16,-5 0-1-16,2 0-1 0,-2 0 0 0,0 0 1 15,4 0-1-15,-4 0 1 0,0 0 1 0,0 0 0 16,0 0 0-16,0 0 0 0,0 2 0 16,0 3 1-16,-4 4-1 0,-5 4 1 15,-1-1-1-15,-4 3-2 0,-1 1 2 16,-2 1 3-16,-1 3-5 0,1 0 6 0,-1 1-5 31,-3-2 1-31,2 1 1 0,1-1-1 16,3-4 0-16,3-5 0 0,2 1 1 0,3-5-1 15,5-3 2-15,-4 5-2 0,2-6 0 16,2 2 0-16,0-1-1 0,2-3 1 16,0 0 1-16,0 0 0 0,0 1-1 15,-4 1 1-15,4 0 1 0,0-1-2 16,0-1 1-16,-2 1 0 0,2-1-3 0,0 0 2 16,0 2-2-16,0-2-3 0,0 0-8 0,0 0-25 15,0 0-46-15,0-2-145 0,0-8-66 16</inkml:trace>
  <inkml:trace contextRef="#ctx0" brushRef="#br1" timeOffset="9400.84">23100 9168 388 0,'0'0'54'0,"0"0"-4"16,0 0-2-16,0 0-8 0,0 0-3 0,0 0-7 0,0 0-5 16,0 0-6-16,0 0-4 0,-31-38-4 31,31 38-5-31,0-1-3 0,-2 1-1 15,2 0-2-15,0 0 2 0,0 1 0 16,2 14 0-16,8 8 4 0,1 9-4 0,1-2 4 16,5 1-5-16,-9-3 0 0,4-3-1 0,1-6 1 15,-7-3 0-15,2-6-1 0,-2-2 1 16,-1-5-2-16,-1 3 2 0,0-4 0 16,2-1 1-16,2-1-1 0,-4 0 1 15,5 0 0-15,3-8 0 0,-6 4 0 16,7-5-1-16,-5-2-1 0,-2 3 1 0,7-3 0 15,-5-2 0-15,2-1 1 0,5-2-2 0,-3-4 2 16,3-1 0-16,-3-4-5 0,4 0 5 16,1-4-4-1,2 2 3-15,-1-1 0 0,1 3 0 0,-5 2 0 0,3 3 0 16,-9 6 1-16,-2 7-1 0,-4 4 1 16,-2 3 3-16,0-2 3 0,0 2-1 0,4-1-1 15,-4-1-2-15,0 2-2 0,0-1-2 0,0 1-3 31,0-2-2-31,3 2-6 0,-3-2-6 16,0 2-16-16,4 0-28 0,-4 0-35 16,0 0-69-16,0 0-107 0</inkml:trace>
  <inkml:trace contextRef="#ctx0" brushRef="#br1" timeOffset="10198.84">23268 9159 355 0,'0'0'49'16,"0"0"3"-16,0 0-2 0,0 0-3 16,0 0-5-16,0 0 2 0,0 0-12 31,0 0-5-31,0 0-9 0,0 0-7 15,-31-24-2-15,24 7 1 0,1-6 0 16,0-1-1-16,4-4-1 0,-4 0-4 0,-1-6 1 16,1-1-3-16,0-1 1 0,-4-3 2 0,1 0-3 15,1 0 0-15,-2 0 1 0,2-2-2 16,1-2 2-16,1 1-3 0,4-4 0 16,2 2 1-16,0-3-3 0,2 0 5 15,6 0-1-15,3-3 1 0,1 1-1 16,1 1-3-16,-3 1 3 0,2 2-3 0,1 3 2 15,-1 0 2-15,1 2-2 0,-1 1-2 0,0-2 2 16,-3 1-2-16,3 1-1 0,-6-1 3 16,2 2-4-16,3 2 3 0,-5-1 0 15,2 1 1-15,-2 0 0 0,1-2-1 16,1-2 2-16,4-1-2 0,-1-3 1 16,-1 0 0-16,7-3 0 0,-3 0-1 0,0-5 1 15,5-2-1-15,-2-5-2 0,-3-5 3 0,-2-5-2 31,3-2 1-31,-5-2 1 0,-1-1-1 16,-3 1 2-16,0 1-3 0,-6 3 0 16,0-1 2-16,0 3-3 0,-4 0 3 15,-2 2 1-15,-1-2-2 0,-1 0 2 16,2 1-3-16,0-2 4 0,-3 0-3 0,5-1-4 16,2 2 5-16,-2 0-4 0,4 4 2 0,-2 1 1 15,2 3-1-15,0 7 2 0,0 4-1 16,2 8 2-16,-2 5-2 15,0 3 1-15,0 5-1 0,0 7 2 0,0 0-2 16,0 1 2-16,0 6-1 0,0-7-1 16,0 1 0-16,0 6 0 0,0-6 0 0,0 8 2 15,-2-1 1-15,2 0-5 0,0 6 4 0,0-5-5 16,0 5 4-16,0 0 1 0,0 2 2 31,0 4-3-31,-4-2 0 0,4 2 0 0,0-1-3 16,0-1 2-16,-2 0-2 15,2 1 1-15,0-1-1 0,0 2 0 16,0-1 0-16,0 1 0 0,0-2-2 0,0 2-3 16,0-1-2-16,0 1-4 0,0-2-8 0,0 1-10 15,0 1-28-15,0-5-53 0,12-1-166 16,3-3 3-16</inkml:trace>
  <inkml:trace contextRef="#ctx0" brushRef="#br1" timeOffset="13364.57">23133 4503 345 0,'0'0'39'0,"0"0"-2"0,0 0-1 16,0 0-4-16,0 0-2 0,0 0-1 15,0 0-1-15,0 0-5 0,0 0-6 16,0 0-6-16,-27-48-9 0,27 46-2 0,0 2 0 15,-4 2 2-15,2 11 6 0,-2 7 1 0,2 8 0 32,2-3-3-32,0 1-2 0,0 0-2 0,0-2 0 0,2 1 0 0,2-4 0 15,-2-6-1-15,-2 0 0 0,4-6 2 16,-4-4 0-16,0 1 1 0,0-6 2 16,0 0-1-16,0 0 0 0,0 1 1 0,0 1-1 31,2-1 5-31,-2 1 4 0,0-1 3 0,0 1-2 15,0-2-3-15,0 0-4 0,0 0-3 16,-6-11-1-16,0-4-1 0,-2-7 1 16,1-2-2-16,5-1 0 0,-4-2-1 15,2-4-3-15,2-4 4 0,2 1-4 16,-4-3 3-16,4 2 0 0,0 5-2 0,0 8 3 16,0 4-2-16,0 8 0 0,0 3-2 0,0 3-1 15,0 4-3-15,0-1 1 0,4 1 1 16,4 2 1-16,1 12 1 0,7 7 1 15,-4 7 2-15,3 5-2 0,-3 2 2 16,-3 1 4-16,3-2-5 0,-2-4 1 16,-1-5 0-16,-3-9-2 0,0-4 1 0,0-2 0 15,-6-8 0-15,2 3 1 0,-2-5 0 0,0 0 1 16,0 0 0-16,0 1 2 0,4 1 1 16,-2-2 1-16,-2 0 0 0,5 0 0 31,1-6-3-31,-4-8 0 0,4-6-2 15,0-2 0-15,1-4 0 0,-1-3-5 0,0-3 5 16,0-1-4-16,7-2 2 0,-5 0 1 16,4 0-1-16,-4 5 1 0,5 4 0 0,-7 8 0 15,-2 7 0-15,-2 8-1 0,-2 3 0 16,0-1-5-16,0 1 1 0,0 0-1 16,6 0 3-16,3 9 2 0,1 9 2 15,2 9-1-15,-3 4 1 0,-1-1-2 16,2 2 2-16,-3-4-1 0,1 0 1 0,-2-5 3 15,0-2-3-15,-2-6 3 0,0 0-6 0,1-6 3 16,-3-4-1-16,2 3-1 0,-2-4 2 16,-2 1 0-16,4-1-1 0,-4-4 2 15,0 0-3-15,0 0 1 0,0 2-1 16,2 0 1-16,-2-1-1 0,0 0-1 16,0-1-2-16,0 2-5 0,4-2-12 0,-4 1-24 15,2 4-23-15,2 0-52 0,3 2-125 0,-1-1-19 31</inkml:trace>
  <inkml:trace contextRef="#ctx0" brushRef="#br1" timeOffset="13930.54">23600 4382 487 0,'0'0'42'15,"0"0"-8"-15,0 0-9 0,0 0-10 16,0 0-4-16,0 0 2 0,0 0 4 16,0 0 3-16,0 0-2 0,7 27-4 0,-5-2-4 15,2-4 0-15,-4-6 0 0,2 3-7 0,2-6 3 32,-4 1-4-32,2-1-2 0,-2-6 1 0,0 0 0 0,0-6 0 15,0 0 1-15,0 0 0 0,0 1 2 0,0 1 4 31,0-1 5-31,0 1 3 0,0-2 0 0,0 2-4 16,0-2-9-16,-2-13 2 0,-8-6-5 16,1-8 4-16,3-1-1 0,-2-2-2 0,4-2 2 15,4 1-2-15,0 2 1 0,0 2 1 16,4 4-3-16,-2 8 1 16,4 1-2-16,0 5 1 0,1 2-1 0,-1 1 2 15,2 3-3-15,11 0 0 0,-5 3 0 16,9 6-2-16,-3 4 2 0,-1 5-1 0,-4 2 1 15,1 5 0 1,-8-1-1-16,1 5 3 0,-5 1-1 0,-2 2 0 0,-2 1 1 0,0 2 0 16,-2-3 4-16,-9 1-3 0,3-3 3 15,-4-1-2-15,-1-3-2 0,-1-3 0 16,1-5 1-16,5-3 1 0,-4-4-1 16,6-2 1-1,1-5 1-15,3 2 1 0,-4-3 1 0,0 2-2 0,0-2 0 0,0 1-2 0,4-1-1 31,-3 0 0-31,-1-1-2 0,4-1 0 16,2 2-1-16,-4-1-5 0,4 1-2 16,0-2-8-16,0-1-13 0,4-1-18 15,2 0-32-15,3 0-55 0,1 0-141 16</inkml:trace>
  <inkml:trace contextRef="#ctx0" brushRef="#br1" timeOffset="14680.84">23968 4356 576 0,'0'0'36'16,"0"0"-20"-16,0 0-8 0,0 0-2 0,0 0 3 0,0 0 7 31,0 0-3-31,0 0-4 0,15 90-5 0,-11-62-1 0,-2 1 2 0,0 0-2 31,-2-1 3-31,0-8-5 0,0-8-1 16,4-6 1-16,-4-6 3 0,0 0 6 0,0 0 6 16,0 1 2-16,0 0 1 0,0-1-2 0,0 0-6 15,-4-4-2-15,0-8 0 0,-6-6-2 16,7-2-5-16,-3-3 4 16,6-1-7-16,-4-4 3 0,4 1 0 0,0-1-3 15,4 0 2-15,2 2-2 0,1 2 2 16,1 3 0-16,0 3-1 0,5 3-1 0,-7 4 1 15,6 3-2 1,-6 5 1-16,7 1 0 0,5 2-2 0,-3 2 0 0,3 7 0 0,1 4-1 16,-7 2 1-16,-1 1 1 15,-5-2 0-15,-2 1 0 0,-2-4 0 0,-2-5 1 16,0 4 0 0,0-4 2-16,0 3 0 0,-6 4 0 15,-6-4-1-15,1 3 3 0,-7-3-4 16,1-2 1-16,-4 0 0 0,3 0-3 0,3-2 3 15,3-1 0-15,4 0 1 0,4-3-1 16,-3 2 1-16,7-3 1 0,0 0-1 16,0 0 0-16,-2 0 1 0,2 1-2 15,0-1 2-15,-4 0-2 0,4 0 0 16,0 0 0-16,0 0 0 0,0 0-2 0,0-2 2 16,4-1-1-16,-2-1 1 0,3 1 1 0,-3 2-1 15,8 1-1-15,2 0 0 0,3 1 0 16,-1 9 0-16,5 3 0 0,-1 4 4 15,1 1-4-15,-2 5 6 0,1 0-5 16,-1-1 0-16,-1-1 0 0,3-1 0 16,-3-3 0-16,-5-5 0 0,1-3 1 0,-6-3-1 15,-1-3 1-15,-3 1-1 0,-2-4-1 0,0 0 2 16,0 0 1-16,0 1 0 0,4-1 0 16,-2 2 1-16,-2-2 0 15,4 1 0 1,-4-1-1-16,2 0 0 0,-2 2 0 15,0-2-2-15,0 0 1 0,4 1-1 0,-4-1-1 16,0 0 0-16,0 0-2 0,2 1-1 16,-2-1-3-16,0 0-7 0,0 0-13 0,0 0-38 15,2 0-59-15,-2 0-167 0,0 0 2 16</inkml:trace>
  <inkml:trace contextRef="#ctx0" brushRef="#br1" timeOffset="15798.18">24431 4622 416 0,'0'0'44'0,"0"0"-6"0,0 0-6 15,0 0-5-15,0 0-1 0,0 0-3 16,0 0-8-16,0 0-7 0,0 0-6 16,0 0-1-16,0-11 1 0,0 19 4 0,-6 7 2 15,0 6 0-15,2 4 0 0,0 0-1 0,2 2-5 16,2 0 0-16,0-4-2 0,0 2 2 31,0-2 0-31,6-4-1 0,-4-5 0 16,4-2-1-16,0-4 0 0,0-2 1 15,3 0-1-15,-3-1 0 0,4-2 1 0,1-3-2 16,-1 1 2-16,2-1 1 0,1-3-1 16,1-6 1-16,-1-3 1 0,-1-2 1 0,-4 4 1 15,-2-4 0-15,-3-1 3 0,1-2-2 16,-2-4 1-16,-2-1-2 0,0 0-1 16,0 1 1-16,-9 1 2 0,1-2-2 15,-2 4 2-15,-3 2-3 0,5 3-1 16,2 3 0-16,0 4-1 0,4 3-1 0,-2 1-2 15,4 2-2-15,-7 0-1 0,-1 0 0 0,-4 0-1 16,-1 8-1-16,7-2-1 0,0 3-5 16,0 6-15-16,6 0-32 0,0 0-93 15,4-1-122-15</inkml:trace>
  <inkml:trace contextRef="#ctx0" brushRef="#br1" timeOffset="16297.48">24729 4605 513 0,'0'0'30'16,"0"0"0"-16,0 0 1 0,0 0-3 0,0 0-7 15,0 0-4-15,0 0-2 0,0 0-2 16,0 0 0-16,0 0-2 0,0 27-3 15,-2-7 1-15,-2 6 0 0,2-2-1 16,2-1-1-16,0 1-2 0,0-2-3 0,2-7-1 16,2 0-1-16,-2-2 0 0,4-3 0 15,0 2-1-15,-1-5 2 0,-3-4-2 0,4 4 1 16,-4-6-1-16,4 1 1 0,4-2 1 16,-1 0 0-16,3-10 0 0,3 0 1 31,-3-4-1-31,-2 1 1 0,-4-3-1 15,3 0 1-15,-7-4-1 0,4 0 0 0,0 0 0 16,-2 5 1-16,3-2-1 0,-5 7 3 16,-2 4-2-16,4-6-2 0,-4 7 3 0,0 1-1 15,2-1 0-15,-2 5 1 0,0-1-4 16,0 1-1-16,0 0 0 16,0 0-1-16,0 0 3 0,0 0 0 0,4 10 2 15,-4 7 0-15,2 3 1 0,4-2 2 16,-4 0-2-16,4 0-3 0,1-5 1 0,-1 0-3 15,0-1 1-15,0-4 2 0,7 2-3 0,-7-3-1 16,2-4-2-16,5 1-7 0,-3-1-6 16,-2 0-26-1,5-1-29-15,-7-2-83 0,2 0-125 0</inkml:trace>
  <inkml:trace contextRef="#ctx0" brushRef="#br1" timeOffset="16597.37">25047 4431 530 0,'0'0'49'16,"0"0"-3"-16,0 0-7 0,0 0-14 0,0 0-12 16,0 0-3-16,0 0-1 0,0 0 3 0,0 0-2 15,0 0-1-15,40 37 0 0,-30-9-7 16,-4 1 6-1,-4 1-5-15,2 0 1 0,3 1 0 0,-1-4-3 0,0-3-1 16,-2-2 0-16,2-4 1 0,5-3 0 16,-5-5 0-16,0 1-1 0,0-3 0 0,0-2-2 15,-1 1 0-15,-1-4-2 0,2 2 0 0,-4-3-1 16,2-1 0-16,2 2-2 0,-6-3-10 16,2 0-22-1,5 0-26-15,3-3-52 0,0-5-134 0,1 2-6 0</inkml:trace>
  <inkml:trace contextRef="#ctx0" brushRef="#br1" timeOffset="16915.25">25054 4648 340 0,'0'0'70'0,"0"0"-9"16,0 0-4-16,0 0-5 0,0 0-3 16,0 0-1-16,0 0-7 0,0 0-8 15,0 0-5-15,-48-18-3 16,44 16-8-16,4 2-5 0,0 0-3 0,-2-1-5 16,2 1-1-1,0-2-2-15,0-3 0 0,6-2 0 16,8-6-2-16,7 0 2 0,4-1-2 0,2 1 1 15,2-1-1-15,0 2-4 0,2-1 2 16,-4 3-7-16,-3 2-2 0,1 4-13 16,-4 4-27-16,-9 0-43 0,1 9-137 15,-7 0-59-15</inkml:trace>
  <inkml:trace contextRef="#ctx0" brushRef="#br1" timeOffset="20586.8">26029 9513 41 0,'0'0'25'0,"0"0"6"16,0 0 7-1,0 0 3-15,0 0 7 0,0 0-1 0,0 0-2 0,0 0-2 16,0 0-6-16,2 13-4 0,-2-13-9 16,0 2-4-16,0-2-4 0,0 1 0 0,0-1-3 15,0 2 1-15,0-2-1 0,0 0-1 0,0 1 1 31,0-1-3-31,0 2-1 0,0-2-1 16,0 1 2-16,0-1 3 0,0 2 2 16,0-1 0-16,0 1 0 0,0 0-4 15,0-1-1-15,0 0-1 0,0 1-2 16,0-1 1-16,0 1-1 0,0-1 0 0,0 1 0 16,0 0 1-16,0-2 0 0,0 0 0 0,0 0 0 15,0-4-1-15,0-9 0 0,0-9-2 16,0-3 0-16,0 0 0 0,0 0-4 15,2-1 1-15,2-2 1 0,-1-2-1 16,3-2 1-16,-2-3-1 0,-2-3-3 16,2-2 3-16,-4-4-4 0,6-4 4 0,0 0-1 15,1-2-1 1,-3 0 0-16,2-3-1 0,0-1 3 0,-2 3-2 0,3-1 4 0,-1 2-4 16,0 2 0-1,0 0 0-15,2 1-5 0,-1 2 6 0,1-1-3 0,2 4 3 31,-2 2 0-31,3 1-2 0,-3 1 1 16,0 0 0-16,3 0 1 0,-3 0-1 0,2 0 1 16,-1 2-1-16,-1-2 0 0,4-3 0 0,5 0 0 15,-3-3-2-15,5 0-1 0,-1-3 4 16,-1 0-5-16,6 1 3 16,-7 4 1-16,7 1-1 0,-6 3 0 0,-1 4 1 15,-1 4 0-15,-3 3 1 0,0 1 0 16,-5 3 0-16,1 2 1 0,-2-1-2 0,0 1 2 15,-2-3-2-15,3-3 0 0,-3-7 0 0,2-5 1 16,6-5-2-16,1-6-1 0,1-5 3 16,3-1-3-16,1-3 3 0,-1 0-1 15,1-1-1-15,1 4 2 0,-4 1 0 16,1 7 1 0,-4 4-1-16,-5 3 2 0,-3 0-1 15,2-2 1-15,-2-1-1 0,-4-4-4 16,0-7 3-16,0-3-2 0,0-5 2 0,0-2 2 15,0-4-2-15,0 1 1 0,0 0-3 16,2 1 2-16,2 2-1 0,3 2-3 16,-1 6 4-16,0 3-3 0,0 7 2 15,-4 5 1-15,4 4 0 0,-4 3 0 16,3 5 1-16,-5 1 1 0,2 3-1 0,-2 6 1 16,0 1-1-16,0-1-2 0,0 0 2 0,0 0 0 15,0 1-2-15,0-3 2 0,0 3-2 16,0-3 0-16,0 3 1 0,0-1-1 15,0 8-1-15,0-6 1 0,4 5-1 16,-4 8 1-16,0 0 0 0,0 5 1 16,0-2-2-16,0 2-1 15,0-2 0-15,2 1-2 0,-2 0-1 0,0-1-1 0,0 1-3 0,0 1-4 32,0-2-7-32,0 2-13 0,4 0-20 0,-4 2-25 0,0 13-44 0,-4 9-140 15</inkml:trace>
  <inkml:trace contextRef="#ctx0" brushRef="#br1" timeOffset="21802.85">25825 9353 239 0,'0'0'30'0,"0"0"6"0,0 0 3 0,0 0-3 16,0 0 1-16,0 0 2 16,0 0-5-16,0 0 1 0,0 0-2 0,0 0-2 15,0-80-1-15,0 74-2 0,0 0-6 16,0 1-2-16,0 5-4 0,0-2-1 0,0 2-3 15,0-1-4 1,0-1-2-16,0 1-3 0,0 0-1 0,0-1-1 0,0 1-1 16,0 1 0-16,0-2 0 0,0 2 0 0,0 0 0 15,0 0 2-15,4 7-3 0,4 7 4 32,0 4-2-32,5 0 2 0,-3 2 1 0,-2 0-2 0,3 2-1 15,-1 0 1-15,0 1-2 0,3 0 2 0,-5-1-1 0,4 0 1 0,-6-7-2 31,3 0 3-31,-5-6-2 0,2 0 0 16,-4 0 2-16,-2-6-1 0,6 2-1 16,-6-2 0-16,5 1 2 0,-3-1-3 15,4 5 1-15,-6-5 1 0,6 1-2 16,0 3 1-16,0-1-1 0,1 0 1 0,-5-3 0 16,2 3-1-16,-2-3 1 15,2 0-1-15,-2 0 1 0,-2-3 0 16,0 0 0-16,0 0 0 0,4 2-1 15,-4-1 0-15,2-1 0 0,-2 2 0 0,2-2 0 16,-2 1 1-16,4-1 0 0,-4 2 1 16,3-2 0-16,-3 1 0 0,4-1-1 0,-4 1 0 0,2-1 0 15,-2 2 1 1,4-2 0-16,-4 2-1 0,2-2 1 16,-2 1-1-16,4-1-2 0,-4 0 3 15,0 2 0-15,2-2 1 0,2 0-1 16,-4 1-1-16,0-1 0 0,6 0 0 15,-3-4 1-15,5-7-1 0,4-5 0 16,-1-4-2-16,1-5 1 0,2-2 0 0,1-5 1 16,1-1-1-16,1-2 0 0,2-3 0 0,3 0 1 15,-1 1-2-15,0 2 4 16,-1 5-3-16,-1 5 1 0,-7 8 0 16,-3 3-6-16,-3 6 4 0,-2 5-2 15,-2 0 3-15,-2 3 1 0,0-1-1 0,0 1 2 16,0 0-2-16,0 0 3 0,0 0-3 0,0 0 2 15,0 0-4-15,0 0 3 0,-2 3-4 0,-2 1 1 16,2 0 0-16,2-4-3 16,0 0-4-16,0 0-10 15,-4 0-15-15,4 1-29 0,-2-1-24 16,-5 0-73-16,1 0-117 0</inkml:trace>
  <inkml:trace contextRef="#ctx0" brushRef="#br1" timeOffset="23963.53">26724 4373 356 0,'0'0'42'15,"0"0"-3"-15,0 0-4 0,0 0-3 0,0 0 1 16,0 0 3-16,0 0 1 0,0 0-1 16,0 0-6-1,0 0-7-15,-19-6-5 0,19 6-7 0,0 0-3 0,0-2-3 16,0 2 0-16,0-4-1 0,6-1 0 16,9 1-2-16,5-2 2 0,3 1-3 0,0 3 0 15,2 1 0-15,2 1-2 0,-3 0 1 0,7 0 0 31,0 4 0-31,-4 1 0 0,6-2 0 16,-6 0 0-16,-8 0 0 0,2-3 1 16,-3 0 0-16,-5 0 0 0,1 0 1 15,-2 0 2-15,-5 0-3 0,-1 0 0 16,0 0-1-16,-4 0-3 0,4 0 0 0,-2-1-2 16,3 1-7-16,-7 0-12 0,0-2-30 0,0 2-31 15,0 0-59-15,-7 4-116 0</inkml:trace>
  <inkml:trace contextRef="#ctx0" brushRef="#br1" timeOffset="24336.09">26957 4408 438 0,'0'0'57'16,"0"0"-9"-1,0 0-4-15,0 0-6 0,0 0-3 0,0 0-8 0,0 0-3 31,0 0-5-31,0 0-4 0,-18-20-1 16,18 18-7-16,0 1-1 0,-4 0-2 0,4 1-2 16,0-2-1-16,0 2-2 0,-2-1 0 0,2 1-1 15,0 0 2-15,0 0 0 0,0 11 1 16,8 6 0-16,2 6-1 0,3 0 0 16,-1-2 1-16,-4 2 2 0,5-2-3 15,-5 0 4-15,-2 1-5 0,4-4 1 16,-3-4 1-16,-5-1 0 0,0-4 0 0,2-4 1 15,-4 1-1 1,0-6-1-16,0 4 2 0,0 1-1 0,0 0 0 0,2 1-1 0,-2-6 0 16,0 0-2-1,0 0 2-15,0 1-2 0,0 0-2 0,0 1 1 0,0-2-5 16,4 2-7 0,-4-2-16-16,0 0-28 0,0 1-37 0,0-1-86 0,0 0-81 0</inkml:trace>
  <inkml:trace contextRef="#ctx0" brushRef="#br1" timeOffset="24662.86">26868 4727 530 0,'0'0'43'0,"0"0"-6"0,0 0-6 15,0 0-15-15,0 0-7 16,0 0-5-16,0 0-2 0,0 0 4 0,0 0 2 15,7 5 1-15,11-5-1 16,9-4-1-16,0-2-4 0,4 1 0 0,-4-2-1 16,4 1-1-16,-4 0 3 0,0 1-4 0,-3 2 0 15,-5 0 1 1,-5 3-1-16,-1-2 2 0,-1 2-2 0,1-1 0 0,-7 1 2 0,0 0-1 31,-6 0 3-31,0 0-1 0,0 0 1 16,0 0 1-16,2 0-1 0,-2 0 0 15,4 0-1-15,-4 0-2 0,2 0-1 16,-2 0-1-16,5 0-3 0,-5 0 0 0,2 0-4 16,-2 0-4-16,4 0-13 0,-4 0-21 0,2 0-25 15,-2-2-58-15,2 0-128 0</inkml:trace>
  <inkml:trace contextRef="#ctx0" brushRef="#br1" timeOffset="25465.36">27373 4371 550 0,'0'0'45'0,"0"0"-1"0,0 0-4 0,0 0-10 15,0 0-11-15,0 0-7 0,0 0-5 0,0 0-5 31,0 0-1-31,0-9 3 0,0 18 1 16,2 9 2-16,4 10 1 0,-2 4 3 16,-2 3-2-16,2-1 0 0,-2 0-5 15,-2-2-1-15,0-3-2 0,0-8-2 16,0-9 1-16,0-1 0 0,0-7 1 0,0 1-1 16,0 1 2-16,0-6-2 0,0 0 3 0,0 0 2 15,0 0-1-15,5 0-1 0,-5 0 0 16,0-2-2-16,2-11 1 0,-2-1 0 15,0-7-1-15,0-1 1 0,0 2 0 16,0-10-4-16,0 5 4 0,0-1-5 16,0 0 3-16,0 0 1 0,0 2-1 0,4 0 0 15,4 1-1-15,4 3 1 0,1 0-1 0,1 4 0 16,1 3 1-16,-3 5 0 0,1 0-1 16,-3 5 0-16,0 3-2 0,7 0 1 15,-3 0-1-15,1 4 2 0,-3 4-1 31,-1 1 1-31,-3-1-1 0,-2 2 1 16,0-1-1-16,-6-4 0 0,2 4 2 0,-2-3 0 16,0 5 2-16,0 4-1 0,-6-3 0 0,-4 3 0 15,-3-3-1-15,1 1 0 0,-7-3 0 16,-1-1-1-16,1 2 2 16,-2-4 0-16,-1 3 0 0,7-6 0 0,1 1 1 15,3-2 0-15,5-3 0 0,4 1 1 16,2-1 0-16,0 0 0 0,0 0 0 0,-4 0 0 15,4 0-1-15,-2 0-1 0,2 0 0 0,-2 0 0 16,2 0-2-16,-4 0 0 0,4 0 0 16,0-1-1-16,0 1-1 0,0-2 0 15,0 2 0-15,0 0 1 0,12 0 0 32,3 8 5-32,3 4-4 0,1 3 5 0,-1 0-5 15,1 4 2-15,-5-3-1 0,1 0-1 16,1-3 1-16,-7-4-1 0,-1 0 2 0,-2-2 0 15,5-2-1-15,-5 2 1 0,-4-4-1 16,2 0-2-16,-4-3 2 0,0 0 0 16,0 0 1-16,0 1 0 0,2 0-1 15,0 1-1-15,-2-2 0 0,4 2-2 16,-4-2-3-16,6 3-7 0,-4 0-14 0,3-2-32 16,1 2-47-16,-6-3-175 0,0 0-6 0</inkml:trace>
  <inkml:trace contextRef="#ctx0" brushRef="#br1" timeOffset="25777.36">27780 4616 656 0,'0'0'20'16,"0"0"-6"-16,0 0-6 0,0 0-3 15,0 0 1-15,0 0 2 0,0 0 3 16,0 0 2-16,0 0 2 0,0 0-2 0,21 79-2 16,-21-52-1-16,0-1-2 0,-4-8 0 0,4-2 0 15,-2-5-2-15,2-6-1 0,0 6-1 16,0-7-1-16,0 4-1 16,2 1 1-16,4-5-1 0,0 1 0 0,4-2-1 15,-1 0 0-15,-1-3 0 0,10 0-1 16,-1 0-1-16,-7-4-1 0,7-3-2 0,-3 1 0 15,-1-3-4-15,5-1-6 0,-3-3-8 0,-3-1-15 16,-4 4-24-16,-1-5-32 0,-3 6-82 16,-4-7-94-16</inkml:trace>
  <inkml:trace contextRef="#ctx0" brushRef="#br1" timeOffset="25998.15">27834 4439 622 0,'0'0'19'0,"0"0"-6"0,0 0-11 16,0 0-2-16,0 0-5 0,0 0-3 0,0 0-2 15,0 0-4-15,0 0-5 0,0 0-4 16,8 7-13-16,-2 6-33 0,0-2-37 15,5 7-33-15,-9 0-74 0</inkml:trace>
  <inkml:trace contextRef="#ctx0" brushRef="#br1" timeOffset="26896.12">27919 4600 526 0,'0'0'37'0,"0"0"-6"0,0 0-4 0,0 0-3 16,0 0-3-16,0 0-4 0,0 0-2 0,0 0-3 15,0 0-1-15,45 17-3 0,-39-9-1 16,0-1-3-16,-6-4 0 16,2 5-1-16,3-5 0 0,-3 0 0 0,2 2 1 15,-4-5-1-15,0 0 1 0,0 0-1 16,0 1 0-16,2 1 1 0,-2-1 0 0,4 4-1 15,-2-1 2-15,-2 1 1 0,6 4 0 0,-6-5-1 16,4 1 0-16,-2 3-2 0,3-4-1 16,-5 1 0-1,2-1 2-15,-2-4-1 0,0 0 2 0,0 0-1 0,0 2 0 16,0-1 1-16,0 1-2 0,0-1 0 0,4 1 0 31,-4-1-1-31,0 1-1 0,0-2 0 16,0 2 0-16,0-2 0 0,2 1-1 0,-2-1 0 15,0 2-1-15,0-1 1 0,0 1 1 16,0-1-1-16,0 5 1 0,2-1-1 16,-2 1-2-16,4-2 3 0,-4-4-1 15,0 0 0-15,0 0 3 0,0 2-2 16,0 0 0-16,2-1 1 0,-2 1-1 0,0-1 1 16,0 0-1-16,4-1 0 0,-4 0 0 0,0 0-1 15,2 0-1-15,5-5 2 0,-1-8-1 16,6-2 0-16,-6-2 0 0,7-1 1 15,-5 0 1-15,2 0-1 16,3-2-1-16,-3 2 0 0,0-1-2 0,-1 6 2 0,1 2-2 16,-4 5 1-16,-4 3 1 0,2 0-2 15,-4 3 1-15,0-1-1 0,3 1 1 0,3 3 0 16,0 3 0-16,0 6 0 0,0 3 1 31,-4-4 0-31,-2 7 0 0,0-1 0 16,0-4-2-16,0 6 1 0,0-9 1 15,0 1 0-15,5 0 3 0,-5-7-5 0,0 7 4 16,2-5-2-16,-2 3 0 0,4 1 0 16,-4-5 1-16,0 5-1 0,2-5 0 0,-2 0 0 15,4-1 0-15,-4-4 0 0,0 0 2 16,0 0-1-16,0 0 1 0,8 0 0 16,5 0-1-16,5-4 0 0,5-7 0 15,0-3 0-15,-7-1-1 0,3 0 1 16,-1-3-1-16,-3-1 1 0,1-2-1 0,-3 0 1 15,-1-2-1 1,-3 2 1-16,-1 0-1 0,2 1-4 0,-4 5 5 0,-4 6-5 16,3 6 3-16,-5 3 2 0,0-2 1 15,0 2-1-15,2-1 1 0,-2-1-2 0,0 0-1 16,0 1 0-16,0-1 0 0,0 2-1 16,4-1 1-16,-4 1-1 0,0 0 1 0,0 0-2 15,0 0 1-15,0 0 3 0,0 0-9 0,0 0-1 31,0 0-23-31,0 0-37 0,0 0-61 16,0 0-161-16,0 6 2 0</inkml:trace>
  <inkml:trace contextRef="#ctx0" brushRef="#br1" timeOffset="52561.86">1978 11246 315 0,'0'0'58'0,"0"0"-4"0,0 0-3 15,0 0-5-15,0 0-7 0,0 0-1 16,0 0-2-16,-76-67-4 0,67 63-4 0,3-2-3 15,-2-1-2-15,8 5-4 0,-4 0-3 16,-2-1-4-16,4 0-6 0,-3 0-1 0,3 1-2 16,2 2 0-16,0-1-3 0,0 1-1 15,0 0 0-15,0 0 0 0,7 8 1 16,5 8 5-16,9 6-4 0,3 2 0 16,-3 0-3-1,10 0-3-15,-8-1 1 0,2-3 4 16,-5-2 1-16,-3-3-1 0,-5-4 1 15,3-4 0-15,-9-2 0 0,6-5 1 0,9 0 1 16,0-9 0-16,14-9 2 0,0-10 2 16,4-7 0-16,11-9-6 0,-3-4 2 15,3-5-4-15,-4 0 2 0,-1-2 1 16,-6 3-2-16,1 5 0 0,-3 3-2 0,-8 6 1 16,2 5 0-16,-11 6 3 0,1 3-1 15,-4 9-1-15,-11 7 0 0,0 1 1 0,-4 4-1 16,2 0 2-16,-2 1-2 0,-2 2 0 15,0-2 0-15,0 2 0 0,4 0 1 16,-4-2-2-16,0 2 1 0,0-1 0 16,2 1 0-16,-2-2 0 0,0 2-3 15,0-1-1-15,3 1-3 0,3-5-18 0,-2 2-44 16,2 0-159-16,0 0-66 0</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4:08:48.606"/>
    </inkml:context>
    <inkml:brush xml:id="br0">
      <inkml:brushProperty name="width" value="0.05292" units="cm"/>
      <inkml:brushProperty name="height" value="0.05292" units="cm"/>
      <inkml:brushProperty name="color" value="#C00000"/>
    </inkml:brush>
  </inkml:definitions>
  <inkml:trace contextRef="#ctx0" brushRef="#br0">1991 7552 365 0,'0'0'38'16,"0"0"-2"-16,0 0-6 0,0 0-4 0,0 0-3 16,0 0-3-16,0 0 3 0,0 0-1 15,0 0 1-15,-15-14-1 0,9 12-2 16,6 2-2-16,0-1-1 0,-4-2-6 16,2 0-2-16,-2-1-1 0,2 3-3 0,2 1 3 15,-7-3-5-15,1 2 2 0,4-2-3 0,-8 0-1 16,4 1-1-16,3 0 2 0,-9 2-2 15,0 0 1-15,-1 0-1 0,-1 0 0 16,-3 5 0-16,7 0 1 0,-7 0-1 16,5 3 1-16,-2 1-2 0,-1 3 1 15,3 1 1-15,-5 0-2 0,7 1 2 0,-7-1-1 32,5 3 0-32,-5-1 0 0,5 0 0 0,-5 2 0 0,3 1 1 0,-5-1-2 0,1 1 1 15,3 0 0-15,-3 2 0 0,-1 1 0 31,5-1-1-31,1 1 0 0,-1 1 1 16,7-2 2-16,1 2-3 0,4-1 4 16,2 2-4-16,0 0 2 0,0 0 0 0,0-1-1 15,2 1 0-15,4 0 0 0,1 0 1 0,1-1-2 16,2 2 2-16,-1 2-1 0,3 0 0 16,0 4 0-16,-3 1 0 0,3 4-2 15,-2 0 2-15,-1 1-1 0,-3 1 1 16,0 0-1-16,0 0 2 0,-4-2 3 15,2-3-3-15,3-3 3 0,-5-2-4 0,-2-3 0 16,4-5 0-16,-4-1 1 0,0-1 2 0,0 1-2 16,0 4 0-16,0-2-1 0,-11-2-2 15,3 2 2-15,-4-2 0 0,-1 2-1 16,-1 0 1-16,-3 0-1 0,-3 1 1 16,1-2-1-16,-2-1 1 0,1 1-1 31,-3-4 0-31,2 0 2 0,1-3 0 0,-1-1 0 15,5-5 2-15,1-2-1 0,3 0 1 16,3-4 0-16,-3 1 1 0,8-1 0 0,-2 2 0 16,-1-2 0-16,1 0-1 0,-4 0 0 15,0 0-1-15,3-2 3 0,1 2-5 16,4-3 2-16,-4 0 1 0,2 0-1 16,2 2 2-16,2 1-2 0,-7-3-1 0,5-1 0 15,-2 1-2-15,2 0 2 0,2 3 1 0,0-4-3 16,0-1 0-16,0-4 0 0,2 2-2 15,4-1 2-15,3 2 1 0,1 1-1 16,-2 0 2-16,3 3-2 0,-3-1 0 16,4 3 1-1,-3 0 0-15,1 0 0 0,2 0 2 0,-3 4-2 0,5 4 0 0,-4 1-1 16,5 5 0-16,-3 0 1 0,1-1 0 0,-5 4 1 16,2 1-1-16,-1 2-1 0,-1 1 1 15,2-1-2-15,-4 1 2 0,1 0-1 31,-1 3 2-31,0 1-1 0,-4 2-1 16,4 2 4-16,-6 4-3 0,0 1 3 16,0 4-1-16,0-1-2 0,0 5 2 0,0 0-2 15,-6 2 2-15,0 0-2 0,0 0 1 0,-1-2-1 16,-1-4 1-16,2-1-2 0,-2-7 0 16,2-1 1-16,-1-1 1 0,1-1-2 15,2-2 3-15,-2 0 2 0,4 0-4 16,-4 2 4-16,1-2-3 0,3 2-1 15,-4 3 0-15,0 0 0 0,0 3 0 16,0 2-1-16,-3 1 1 0,3 1-1 0,0 1 1 16,0-2-1-16,4 1 2 0,-3-3-1 0,3 2 1 15,2-5-2 1,0 1 1-16,0 0-1 0,0 1 1 16,0 1 3-16,0 1-2 0,0 2 3 0,0-1-3 0,0 0-2 31,0 2 1-31,-4-1 0 0,4-1 1 0,-2 0-2 15,2-1 2-15,-6 2-1 0,2-2 0 0,2 1 1 16,-2-1-1-16,-3 0-1 0,7 0 0 16,-2-2 1-16,-2 1 0 0,4-3 1 15,0 3-2-15,6-4 4 0,-1 0-3 16,3-3-2-16,-4-5 3 0,4-1-3 16,-2-2 2-16,1-7 0 0,1 0 0 15,-2 0 0-15,0-5 0 0,5 6 0 0,-3-7 0 0,-2 0-4 16,7 1 3-16,-5-2 1 0,8 0 0 15,-7-2 2-15,3-3-2 0,9 1 0 16,-3-1-1-16,3 0 2 16,4 0-1-16,-5-3 1 0,5-3 1 0,-6 0-2 15,6-1 0-15,-9-3 0 0,3 1 0 0,-3 3 0 32,-7-1 0-32,3 2 0 0,-6 0 0 0,2 1 0 0,-1 1 0 0,-1-2 0 0,0 4-2 15,-4-1 0-15,2 1 1 0,-4 1 1 31,0-2-2-31,0 2-1 0,0 0-3 16,0-1-24-16,2 1-30 0,2-6-87 16,3-2-133-16,-1-1 5 0</inkml:trace>
  <inkml:trace contextRef="#ctx0" brushRef="#br0" timeOffset="1483.99">1354 7572 275 0,'0'0'59'0,"0"0"-5"0,0 0-6 16,0 0-6-16,0 0-5 0,0 0-8 0,0 0-5 0,0 0-5 0,-89 4-3 15,75-12-3-15,-5-4 0 0,5-3 1 31,-5-2-4-31,7-1 0 0,3-3-7 16,5-4-1-16,2 0 0 0,-2-3 0 16,-2 1 1-16,4 0 1 0,-2-2 0 0,-3 0 2 15,1 0 0-15,2-1-3 0,-6 3 7 0,1-1-5 16,-1 2 5-16,4 10 0 0,0-3-1 16,2 1-1-16,-1 1-4 0,-3 2 1 15,2 0-4-15,2 6 1 0,-2 0 1 16,-1 0-2-16,1 1 0 0,4 1 0 15,-4 4-1-15,6-1 1 0,0 4 1 0,-2-4-1 16,2-1 1-16,-4 1-2 0,4-1 0 0,0 5 1 16,-2-1 0-16,2 1 0 0,0-2-1 15,0 1 0-15,0-1-2 0,-5 1 0 16,5-1 1-16,0 1-2 0,0-1 1 16,0 1-1-16,0-1 0 0,0-1 2 31,13 0 0-31,5-1 1 0,7-3-3 0,4 3 3 15,8 1-4-15,5 0 1 0,7 0 2 0,3-2-1 16,0 2 2-16,-5 0 1 0,-1 0-1 16,-1 3 0-16,-5 0 1 0,1 0-1 15,-2 0 1-15,0 3-2 0,-3 1 2 16,-3 1-1-16,4 0 1 0,-6-1 0 16,-4 1-1-16,4-2 0 0,-4 2 1 0,-1-4-5 15,5 2 0-15,-4-2 1 0,0-1-2 0,0 2 5 16,-8-2 0-16,-1 0 0 0,3 0 1 15,-9 0-1-15,9 1 0 0,-2 1 0 16,-3 1 1-16,5 0-1 0,-7 0 1 16,-1 2-1-1,1-2 0-15,-1 0 1 0,-3 0-2 0,-4 0 2 16,0-2-1-16,-4 1 0 16,5-1 1-16,-7-1-1 0,0 0 2 0,0 0-2 15,0 0 0-15,2 2 0 0,-2-2-3 16,0 0-1-16,4 0-3 0,-4 0-39 15,6 0-51-15,-4 0-159 0,4-9-23 16</inkml:trace>
  <inkml:trace contextRef="#ctx0" brushRef="#br0" timeOffset="2265.51">2127 6811 396 0,'0'0'41'0,"0"0"-10"15,0 0-12-15,0 0-11 0,0 0-8 0,0 0 0 31,0 0 0-31,0 0 2 0,0 0 2 0,0 0-3 16,-8-4 2-16,8 6 1 0,0 3-1 16,2 2 2-16,4 1-2 0,0-1 2 15,7 3 0-15,-7-4 1 0,2 4 1 16,5 1-2-16,-1-2 2 0,0 3-1 16,3 0 0-16,-5-3-2 0,-2 2 1 0,1 1 0 15,-5-4 1-15,8 6-2 0,-6-3 0 0,1-3-2 16,-1 0 0-16,-4 0 0 0,2-4 0 15,-4 0 1-15,2 1-1 0,-2-5 1 16,0 0 2-16,0 0 1 0,0 2 3 16,0-1 1-16,0 1 1 0,0-1 0 15,0 0-1-15,0 1-3 0,0-2-3 0,0 1-1 32,0-1-2-32,0 0-1 0,-2 2 0 0,2-2-1 0,0 0 1 0,-4 0-2 0,4 0 1 15,0 0 1-15,-2 0 0 0,2 2 1 31,0-2-1-31,0 0 0 0,-4 0 1 16,4 0-1-16,0 0 0 0,0 0 0 16,-2 0-2-16,2 0 0 0,0 0 0 0,0 0-2 15,0 0 0-15,0 0 0 0,0 0 0 0,0 0 3 16,0 0 1-16,0 0 0 0,0 0 1 16,2 0-1-16,2 0 0 0,-4 0 1 15,2 0 1-15,-2 0 2 0,4 0 2 16,-4 0-1-16,0 0 1 0,0 1 1 15,0-1-2-15,0 5-1 0,-6 1-2 0,-11 3 0 16,-1 1-2-16,1 2 0 0,-6 0 0 0,3-1 0 16,-5 1 0-16,4-1 0 0,1 2 0 15,-5-2-2-15,17-3 4 0,-9 1-2 16,11-4 0 0,0 1 1-16,-3-2-1 0,7-1 5 0,-2 1-5 0,4-4 6 31,0 0-5-31,0 0 0 0,-2 1 1 0,2 1 0 15,-4-1-1-15,4 0 0 0,-2-1-1 0,2 2-2 16,0-2-2-16,0 0-6 0,0 0 0 16,0 0-26-16,8-9-39 0,7-8-141 15,3-1-53-15</inkml:trace>
  <inkml:trace contextRef="#ctx0" brushRef="#br0" timeOffset="2748">2780 6657 529 0,'0'0'52'0,"0"0"-2"0,0 0-10 0,0 0-10 16,0 0-11-16,0 0-10 0,0 0-4 15,0 0-6-15,0 0 0 0,-25-30 0 16,25 43 1-16,0 9 0 0,7 8 2 16,-1 2-2-16,0 3 1 0,0 3-1 15,0 1-1-15,-3 3-1 0,3-2 0 0,-6 3-1 31,0-5-1-31,0-3-6 0,0-11-2 0,0-10-18 16,4-2-30-16,-4-6-80 0,2-1-125 16</inkml:trace>
  <inkml:trace contextRef="#ctx0" brushRef="#br0" timeOffset="2999.18">2737 6613 607 0,'0'0'51'16,"0"0"-9"-16,0 0-12 0,0 0-9 15,0 0-9-15,0 0-10 0,0 0 2 0,0 0-7 32,0 0 2-32,0 0 0 0,-39-68-2 0,53 62 1 0,9 1-1 0,0 4 0 0,5 1 2 15,1 6 4-15,2 5-4 0,-4 2 3 31,6 1-6-31,3-1-2 0,-14 1-12 16,7-5-34-16,-8-1-44 0,-3-4-135 16,-3 1-37-16</inkml:trace>
  <inkml:trace contextRef="#ctx0" brushRef="#br0" timeOffset="3249.13">2809 6879 492 0,'0'0'44'15,"0"0"-7"-15,0 0-9 0,0 0-11 16,0 0-8-16,0 0-2 0,0 0-3 16,0 0-1-16,0 0 0 0,0 0-2 15,91-70 0-15,-66 70 0 0,0 0-1 0,-5 0 0 31,3 5-2-31,0-1-2 0,-4 4-2 0,-1 1-6 16,1 0-7-16,-7-1-32 0,3 1-96 16,-7-3-96-16</inkml:trace>
  <inkml:trace contextRef="#ctx0" brushRef="#br0" timeOffset="3499.52">3299 6625 559 0,'0'0'62'0,"0"0"-10"0,0 0-14 15,0 0-16-15,0 0-10 0,0 0-7 0,0 0-3 32,0 0-1-32,0 0 0 0,-43 40 1 0,43-16-2 0,0 2 1 0,0 0 1 0,4 0-5 31,2 3 0-31,-4 2 1 0,4 3-4 15,-6 1 1-15,4 1-6 0,-4-1-18 16,0-11-28-16,0 0-44 0,0-10-156 16,0 0-3-16</inkml:trace>
  <inkml:trace contextRef="#ctx0" brushRef="#br0" timeOffset="3715.55">3214 6685 547 0,'0'0'59'0,"0"0"-10"0,0 0-10 0,0 0-14 16,0 0-14-16,0 0-5 0,0 0-7 15,0 0-1-15,0 0-1 0,-10-25-1 16,22 19 2-16,9 0-2 0,4 1 0 16,-4 2-3-16,1 2-4 0,-3 1-4 15,-3 0-20-15,-3 0-27 0,5 4-47 0,-5 0-144 31</inkml:trace>
  <inkml:trace contextRef="#ctx0" brushRef="#br0" timeOffset="3965.39">3223 6947 567 0,'0'0'28'16,"0"0"-5"-16,0 0-7 0,0 0-9 16,0 0-6-16,0 0-1 0,0 0-2 15,64-80 0-15,-44 72 1 0,1 1-1 0,4 1 0 16,-7 1-2-16,1 2-1 0,0 1 0 16,-5 2 0-16,-1 0-2 0,1 2-5 0,3 6-22 31,-9-1-48-31,0 4-100 0,2-4-58 15</inkml:trace>
  <inkml:trace contextRef="#ctx0" brushRef="#br0" timeOffset="4315.46">3384 7026 538 0,'0'0'59'16,"0"0"-10"-16,0 0-13 0,0 0-15 0,0 0-7 0,0 0-5 16,0 0-3-16,0 0-1 0,0 0-4 15,0 0-2-15,-15 2-1 0,15-2 0 16,0 0 1-16,0 0 0 0,0 0 2 16,2 0-1-16,7-2 1 0,3 1 0 31,1-2-1-31,-3 1 1 0,0 0-1 0,3-1 0 15,-9 2 0-15,8 0 1 0,-6 1-1 0,1 0 0 16,3-2 0-16,-4 2-1 0,0 0 1 16,7 0-1-16,-7 0 1 0,6 0-2 15,1 0 1-15,-1 0 0 0,1 0-1 16,-3-1 0-16,0 1 0 0,3-4-2 16,-5 3 1-16,-2-1-6 0,6 1-21 0,-9-1-38 15,3-2-79-15,4-1-117 0</inkml:trace>
  <inkml:trace contextRef="#ctx0" brushRef="#br0" timeOffset="4682.07">3591 6613 573 0,'0'0'48'0,"0"0"-14"16,0 0-13-16,0 0-14 0,0 0-4 15,0 0-2-15,0 0-1 0,0 0 1 16,0 0 0-16,51-1 1 0,-24 1-2 15,-2-2 2-15,2 1-2 0,-2-1 0 0,-3 1 0 16,-3 1 0-16,0 0-4 0,-1 0-1 16,-5 0 0-16,3 0-3 0,1 1-2 0,-5 1 3 15,3 2-7-15,-3 1-25 0,-4-1-47 16,-2-1-106-16,1 0-63 0</inkml:trace>
  <inkml:trace contextRef="#ctx0" brushRef="#br0" timeOffset="4932.46">3859 6578 439 0,'0'0'30'0,"0"0"-7"0,0 0-5 0,0 0-8 16,0 0 0-16,0 0 2 0,0 0-1 15,-20 81-1-15,20-58 0 0,0-2-3 16,0-4 0-16,0 2-4 0,0 1 1 16,4-7 0-16,-4 9 6 0,2-9 0 15,-2 0 0 1,0-1-2-16,0-8-6 0,2 3-3 0,-2-4-3 16,4 1-5-16,-2 5-1 0,4-1-17 0,5-4-123 0,1-2-98 0</inkml:trace>
  <inkml:trace contextRef="#ctx0" brushRef="#br0" timeOffset="6698.06">4384 6692 398 0,'0'0'54'0,"0"0"-6"0,0 0-15 0,0 0-3 16,0 0-2-16,0 0-3 0,0 0 0 0,0 0-1 16,0 0-5-16,-6-9-1 0,6 8-2 15,0-7-2-15,0 2-1 0,-2-5-2 0,-2 1 0 16,2 1 0-16,0 1 0 0,-4 0-2 16,-5-1-2-16,5 3-1 0,-8-1-2 0,5 4-2 15,-3 1-1 1,-11 2-2-16,7 0 0 15,-13 8 0-15,12 4-1 0,-6 5 0 16,5 3 1-16,3 2-1 0,1 4 1 16,-3 1-1-16,7 3 2 0,0 1-1 0,1-1 0 15,3-2 0-15,2-3-1 0,2-7 1 0,2-1 1 16,0 0-1-16,6-4 1 0,3 4-1 16,3-6 0-16,0-2 0 0,7-1 0 15,0-2 1-15,-3-2 1 16,9 0-2-16,-4-2 1 0,7 0 0 0,-5-2-1 15,2 0 2-15,-6 0-1 0,-1 0-1 0,-5 0 1 16,-3 0-1-16,2 0 1 0,-5 0 0 0,3 0 1 16,-2 0 0-16,-4-2-1 15,5 0 1-15,-3 0-2 0,-4 0 0 0,8-2 0 16,-8 1-8-16,2 0-9 0,3-3-24 16,-5 2-41-16,4-2-91 0,2 1-105 15</inkml:trace>
  <inkml:trace contextRef="#ctx0" brushRef="#br0" timeOffset="6981.21">4560 6704 598 0,'0'0'62'0,"0"0"-16"0,0 0-15 0,0 0-13 16,0 0-7-16,0 0-6 0,0 0-2 15,0 0-3-15,0 0 1 0,0 0-1 0,-10 18 0 32,10 9-1-32,0-4 1 0,2 4-1 0,2 0-1 0,-2 0-3 0,0-1-1 0,2 0-6 15,-4-8-7-15,2 0-22 0,2-6-20 31,-4-5-41-31,2 3-67 0,-2-5-77 16</inkml:trace>
  <inkml:trace contextRef="#ctx0" brushRef="#br0" timeOffset="7481.25">4519 6938 448 0,'0'0'30'0,"0"0"-13"0,0 0-6 15,0 0-6-15,0 0-3 0,0 0 0 0,0 0-1 16,0 0-1-16,0 0 0 0,0 0 0 16,84-74-2-16,-69 69 0 0,-5 2-1 15,9 0-3-15,-11 0 0 0,0 0-1 0,3 2-1 16,-5-1-2-16,2-3-3 0,-4 4-7 16,5-5-11-16,-1 0-4 0,-4-2-1 15,8-3 8-15,-5 4 12 0,-1-7 12 0,-4 7 14 31,2-5 14-31,-2 1 12 0,-2-3 13 0,0-4 3 16,0 1 3-16,-2-1-1 0,-2 1-5 16,2 7-7-16,-4-2-5 0,2 0-8 15,-3 1-8-15,5 2-1 0,-2 4-3 16,2 1-1-16,2 4-4 0,0-2-1 16,0 2-4-16,0-1-2 0,0-1-4 0,0 2-1 15,-4-1-1-15,4 1 1 0,0 0-1 16,0 1 2-16,0 11-1 0,0 5-1 0,0 6 1 15,0 1 1-15,4 3-1 0,-2 1 1 16,4 2-2-16,-6 5-1 16,4 1 1-16,-1 6 2 0,1 1-2 0,-2 3 4 15,2-5-4 1,-4-4 2-16,2-13-1 0,2-5-1 16,-4-7 0-16,2-5-2 0,2 1 1 0,-4-3-3 0,2 0-4 0,-2-1-1 0,0-4-4 15,0 0-9-15,0 0-12 0,2 0-24 31,3 0-37-31,-3 0-69 0,4 0-93 16</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4:48:34.918"/>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2060"/>
    </inkml:brush>
  </inkml:definitions>
  <inkml:trace contextRef="#ctx0" brushRef="#br0">25194 11192 440 0,'0'0'48'15,"0"0"1"-15,0 0-9 0,0 0 1 0,0 0-5 16,0 0-4-16,0 0-6 0,0 0-6 16,0 0-4-16,0 0-1 0,12-37-4 15,-12 36-2-15,0-1 0 0,0 0-5 16,0 2-2-16,0-1-1 0,-4 1-2 0,-4 3 3 15,-4 7 3-15,-7 7-5 0,0 1 5 16,3 2-5-16,-3 0-2 0,-3-2 3 16,5-2-1-16,1-5 0 0,7-1 1 0,-3-3 0 15,6-2-1-15,-1-4 1 0,5 2-1 16,2-3 1-16,0 0 0 0,0 0-1 16,-4 2 1-16,4-2-2 15,-2 1 1-15,2-1 0 16,-4 2 0-16,4-2 0 0,0 1 0 15,0 6 0-15,0 3 0 0,4 2 0 0,4 5 0 16,5-1 1-16,-1-2-2 0,3 1 1 16,1-1 0-16,-1-2 0 0,3-1 0 15,-3-2 0-15,-7-2-1 0,4 0 2 16,-1-3-1-16,-5 2 0 0,2 0 0 16,-2 0 0-16,1 2-1 0,-5 0 1 0,4-1 1 15,-6-4-1-15,4 2 0 0,-4-1 0 0,2 1 0 16,-2 0 0-16,0 0 0 0,0-5-3 15,0 0-2-15,0 0-5 0,0 2-15 16,4-1-20-16,-4 1-39 16,0 0-80-16,0-2-112 0</inkml:trace>
  <inkml:trace contextRef="#ctx0" brushRef="#br0" timeOffset="717.56">25103 11378 486 0,'0'0'45'0,"0"0"-9"0,0 0-11 16,0 0-5-16,0 0-4 0,0 0-4 15,0 0-1-15,0 0 2 16,0 0 0-16,0-15 0 0,8 12 0 0,11-2-3 15,0 3-2-15,5-2-2 0,3 1-1 0,0 1 0 16,0 0-1-16,6 0 0 0,0-1-2 0,2 2 0 16,0 1-2-1,3-2-1-15,-5 2 2 0,4 0-1 0,-2-1 1 0,4 1 0 16,-1 0-1-16,3 0 0 0,0 0-1 16,1 0 2-16,1 0-1 0,-4 0 1 15,3-2-1-15,3 2 0 0,-2-2 0 0,3 1 1 31,2-1-1-31,-3-1 0 0,0 1 1 0,-1 0-1 16,-1-1 0-16,-1 1-1 0,-3 1 2 16,-2-1-1-16,2 1 2 0,-6 1-1 15,1 0 1-15,-3 0-2 0,0 0 2 16,-3 0 0-16,-1 0 1 0,2-2-1 0,0 2 0 16,0 0-1-16,-2-1-1 0,0-1 2 15,-2-1-1-15,2 2 0 0,-3-2 0 0,-1-1 0 16,6 2 1-16,-6-1-2 0,6 1 1 15,-2 1-1-15,0 1 1 0,-1 0-1 16,5-2 1-16,0 2 0 0,-2-2-1 16,2 1 0-16,0-1 1 0,-4 2-1 0,0-1 1 15,0-1-1-15,-8 1 0 0,-1 1 0 16,-5 0 0-16,-1 0 1 0,-2 0 0 0,-3 0 4 16,-1 0-3-16,-6 0 2 0,0-2 2 31,0 2 0-31,4 0 1 0,-4 0-1 15,2 0-1-15,-2 0-1 0,4 0-1 16,-4 0 0-16,2 0 0 0,-2 0-2 16,4 0 0-16,-4 0 0 0,2 0 0 0,-2 0 0 15,0 0-1-15,4 0 0 0,-4 0 1 0,0 0-1 16,0 0 0-16,3 0 1 0,-3 0-1 16,0 0-1-16,0 0-1 0,0 0 1 15,4-1-1-15,-4 1-4 0,0 0-10 16,0 0-40-16,0 0-97 0,-4-3-146 0,-11-4-3 15</inkml:trace>
  <inkml:trace contextRef="#ctx0" brushRef="#br0" timeOffset="8066.38">22565 10287 238 0,'0'0'49'0,"0"0"-10"16,0 0 1-16,0 0-6 0,0 0-4 0,0 0-3 15,0 0-2-15,0 0 6 0,0 0-2 0,0 0 3 16,-21-49 0-16,19 43-2 0,2 0-5 16,0 0-2-16,0 0-3 0,0 6-3 15,0-2-1-15,0 2-4 0,0-1-2 16,-4 0-4-16,4-1-1 0,0 0-3 15,-2 2 0-15,-4 0-2 0,-5 0 0 0,-3 11 0 16,-5 4 0-16,1 3 0 0,1 4 0 0,-2-2 1 16,-1 0-1-1,1 0 0-15,1-3 2 0,-1-1-2 0,4-2 1 0,3-4 0 16,0-3-1-16,3-3 1 16,-1 0 0-1,2 0 0-15,4-2 0 0,-3-1 1 0,7-1 2 16,0 0-1-16,0 0-1 0,-2 0 0 15,2 1-1-15,-2-1-1 0,2 0 0 0,-4 2-1 16,4-2-2-16,-2 2 0 0,2-2 0 16,0 1 2-16,0 1 0 0,0 4 0 15,0 3 2-15,10 1-2 16,3 4 1-16,5-3 0 0,1-2-1 0,0 2 1 0,1-2 1 16,1 1 7-16,2 1-8 0,-7-2 5 15,3 2-7-15,-1-2 2 0,-5-2 0 0,-5 1 0 16,2-2 1-16,-3 0-1 0,-1 0 2 15,-4-3-1-15,4 5-1 0,-4-5 2 16,-2 0 0-16,4 2 1 0,-4-5 0 16,0 0-1-16,0 0 0 0,0 1-2 15,2 0 0-15,-2 1-1 0,0-1-2 0,0 1-1 16,0-1-2-16,0 1-13 0,0 0-17 0,0-1-36 16,0 1-42-16,0-2-81 0,0 0-73 31</inkml:trace>
  <inkml:trace contextRef="#ctx0" brushRef="#br0" timeOffset="9333">22445 10439 400 0,'0'0'40'0,"0"0"-4"15,0 0-3-15,0 0-4 0,0 0-3 0,0 0-1 16,0 0-2-16,0 0-4 0,0 0-2 0,0 0-1 16,-11-11-5-16,11 11-2 0,0-2-2 15,0 2-3-15,0-1 0 0,0 1-1 16,0-1-1-16,0 1 0 0,0-2 2 16,0 0 0-16,7 1-2 0,5-1 0 15,7 1 1 1,-7-1-2-16,7 2-1 0,-3 0 1 15,3 0-3-15,4 0 2 0,-3 2 1 0,1 1-1 16,-7-2 1-16,3 3 0 0,2-2 1 16,-9 0-1-16,8 1 0 0,-5-2 0 15,1-1-2-15,-1 2 1 0,3-2 1 16,1 0 1-16,-5 0 0 0,11 0 0 0,-7 0 1 16,3 0-1-16,4 0-1 0,-7 0-1 15,3 0 1-15,0 0-1 0,7 0 0 0,-1 0 0 16,0 2 0-16,-4-2 1 0,-1 0 1 15,5 1-1-15,-4-1 1 0,4 0-1 16,-1 0-2-16,3 0 2 0,0-3 0 16,-2 0 0-16,0 1 1 0,-9 1-2 15,7 1 1-15,-8-2-2 0,-1 2 1 0,9 0 1 16,-11 0-1-16,-1 0 0 0,5 0 0 0,-4-1-1 16,5 1 1-16,2 0 1 0,3-1-1 15,-5-1 0-15,6 0 0 0,-7 1 1 31,13-2 1-31,-2-1-2 0,-2 2 2 16,-2-1-2-16,1 1 0 0,-3 1 0 16,-2 1 0-16,-1 0 0 0,3-2 0 0,-5 2 1 15,5 0-2-15,-2 0 2 0,-7 0-1 0,5 0 0 16,1 0-1-16,-5 0 1 0,5 2 2 16,1 1-1-16,-7-2 0 0,9 1-1 15,-2-1-1-15,-3 0 1 0,9 1 1 16,-7-2 2-16,1 0-1 0,-4 0 1 15,-3 0-2-15,9 0 2 0,-5 0-1 0,-1 0-1 16,3 0 0-16,-5 0-1 0,-3 0 1 0,9 2-1 16,-7-2 1-1,7 1 0-15,-1 1-2 0,-5-2 1 16,1 3 0-16,-2-1 1 0,1-2 1 0,-1 1-1 0,-1-1 0 16,-1 1 0-16,2-1 1 0,-3 0-2 15,7 0 3 1,-8 0-2-16,5 0 0 0,-1 0-1 15,-4 0-1-15,5 0 1 0,-7 0 0 0,0 0 1 16,-6 0 0-16,2 0-1 0,5 0 0 16,-1 0 0-16,0 0 0 0,-6 0 0 15,4 0 0-15,4 0 1 0,-1 0-1 16,1 0 1-16,-2 0 0 0,0 0-2 16,7 0 2-16,-7 0-1 0,0 0 0 0,6 0 0 15,-5 0-1-15,-1 0 1 0,6 0 0 0,-8 0 1 16,1 0 0-16,1 0-1 0,-6 0 2 15,0 0-1-15,0 0 1 0,2 0 1 16,-2 0 0-16,4 0 1 0,-4 0 1 16,2 0-1-16,-2 0-2 0,4 0 1 0,-4 0-2 15,2 0 1-15,-2 0-1 0,4 0-1 16,-4 0 0-16,2 0 0 0,-2 0 0 0,7 0 0 16,-1-1 1-16,0 0-1 0,0 1 1 15,-6 0-1-15,0-2 0 0,0 2 1 31,0 0-2-31,0 0 1 0,2 0 0 0,-2 0-2 16,4 0 2-16,-2-2 0 0,-2 2 0 16,5 0 1-16,-5 0-2 0,2 0 2 15,-2-1 0-15,4 1-1 0,-4 0-1 16,0 0 1-16,2 0 0 0,2 0 0 0,-4 0 0 16,2 0 0-16,-2 0 0 0,4 0 0 15,-4 0 0-15,2-2 0 0,-2 2 1 16,4 0 0-16,-4 0-2 0,2 0 1 15,-2 0 0-15,0 0 0 0,3 0 0 0,-3 0-1 16,0 0 0-16,0 0 1 0,0 0 0 0,4 0 1 31,-4 0-1-31,0 0 0 0,0 0 0 0,0 0-1 0,0 0 1 0,2 0 0 16,-2 0-1-16,0 0 0 0,0 0-2 16,0 0-2-16,0 0-9 0,0 0-18 15,0 0-40 1,0 0-94-16,0 0-132 0</inkml:trace>
  <inkml:trace contextRef="#ctx0" brushRef="#br0" timeOffset="11499.34">18538 11381 455 0,'0'0'29'0,"0"0"2"0,0 0-1 16,0 0-1-16,0 0 1 15,0 0-2-15,0 0-4 0,0 0 0 16,0 0-2-16,-23-27-1 0,23 27-3 0,0 0 0 16,-4-1-5-16,4 1 0 0,0-2-1 15,-2 2-2-15,2-2-2 0,0 2-1 0,0-1-2 16,-4 1-1-16,4-2-2 0,0 2-2 16,0 0 0-16,0 0 0 0,0 0-1 15,0 0 2-15,10 0-1 0,5 3 0 16,3 2 1-16,1-1 0 0,4-1-2 15,-1 0 1-15,5 1 0 0,-2-4 1 0,2 0-1 16,0 0 0-16,4 0 0 0,-2-5 1 0,0 0 1 16,0 1-1-16,2 1-1 0,-5 0 0 15,-1-1-1-15,0 3 1 0,-8 1 0 16,1 0 0-16,-5 0 0 0,-1 0 0 16,7 0-1-16,-7 0 1 0,5 1 0 15,-1 1 0 1,3 0 1-16,-3 1-1 0,3-3 0 15,-1 0 1-15,3 0 0 0,-2 0-1 0,-1-2 2 16,1-1-2-16,-7 0 1 0,5 0 0 16,-7 0 0-16,3 2-1 0,-5-1 0 15,-2 1 0-15,0 1 0 0,-6 0 0 16,0-2 2-16,0 2-3 0,0 0 1 16,2 0 0-16,-2 0-1 0,5 0 1 0,-5 0 0 15,2 0 0-15,-2 0 0 0,4 0 0 0,-4 0 1 16,0 0-1-16,2 0 0 0,2 0 0 15,-4 0-3-15,2 0-2 0,-2 0-10 16,0 0-16-16,0 0-38 0,4 0-53 16,-4-5-126-16,-4 0-37 0</inkml:trace>
  <inkml:trace contextRef="#ctx0" brushRef="#br0" timeOffset="11932.16">19063 11194 487 0,'0'0'63'0,"0"0"-5"15,0 0-8-15,0 0-10 0,0 0-11 0,0 0-13 16,0 0-2-16,0 0-5 0,0 0-2 16,0 0-4-16,-8-13-1 0,8 13 0 15,0 0 0-15,14 0 5 0,3 6-6 16,-1 4 5-16,7 3-7 0,-6-1 1 15,1 2-1-15,1-3 1 0,-1 2 1 0,-3-1-2 16,3-3 2-16,-5-1-1 0,-1-3 0 0,-4-1 2 16,3 0-2-16,-3-1 0 0,-6-1 0 15,4 1 1-15,-6-3 0 0,0 0 0 16,0 0 0-16,0 1 1 0,5-1 0 16,-5 2 2-1,0-1-2-15,2 1 0 0,-2 5 0 16,-2 6-2-16,-9 4 1 0,-3 5 1 15,-1-1-1-15,-1 2 0 0,-1 0-1 0,1 0-2 16,1-1 2-16,3-2 1 0,-1-2 0 16,5-6 0-16,2-4-1 0,2 0-1 15,-2-6 2-15,6 2-1 0,-3 0-1 16,3-4 0-16,0 0-7 0,0 0-18 16,0 2-32-16,-2-2-75 0,2 0-159 0,-6 0 3 15</inkml:trace>
  <inkml:trace contextRef="#ctx0" brushRef="#br0" timeOffset="13767.45">18184 11408 324 0,'0'0'46'0,"0"0"-1"0,0 0 0 0,0 0 0 0,0 0-3 16,0 0 0-16,0 0-3 0,0 0-4 15,0 0-7-15,0 0-6 0,17-33-7 31,-13 31-5-31,-4 2-4 0,0-1-3 16,0 1-1-16,2 0 1 0,-2 0 0 16,4 0-1-16,-2 1 1 0,3 9 1 0,1 3-2 15,6-2 1-15,-8 1-2 0,7-1 0 16,-5-4-1-16,2 1 1 0,-2 0-1 0,0-3 3 16,1 2-3-16,-3-4 1 0,-2 0 0 15,-2-3-2-15,0 0 1 0,0 0 1 16,2 1 0-16,-2-1 0 0,4 1 1 0,-4-1-1 15,2 0 2-15,-2 2 4 0,0-2-2 16,4 0 2-16,-4 0-2 0,2 0-1 0,2-10-1 16,-1-7-2-16,7-3 0 0,-4 0-3 15,0 1 2-15,-2 1-1 0,3 1 2 16,-1 3-1-16,4 2 0 0,-8 5-1 16,4-1 1-16,5 0 0 0,-9 5-1 15,0 0 2 1,-2 3-1-16,0-1-1 0,0 1 1 15,0 0-1-15,4-2 0 0,-4 2 2 0,2 0-2 16,-2 0 1-16,4 0 1 0,-4 0-1 16,0 0 1-16,0 0 0 0,0 5 0 15,0 1-1-15,0 4 0 0,-4 4 2 16,-2-6-3-16,2 6 1 0,-7-4 1 16,5-2-3-16,-2 1 3 0,2-2-1 0,0-1 0 15,-3 0 2-15,5-2-2 0,-2 0 0 0,4-1 1 16,-4-2 0-16,2 3-1 0,4-4 1 15,0 0 0-15,0 0 1 0,0 1-2 16,-3-1 1-16,3 0-1 16,0 2 0-16,-4-2 0 0,4 0 0 0,0 1 0 15,0-1 1-15,0 2-1 0,0-2 0 0,0 1-1 16,0 5 0-16,0 1 1 0,0 4 1 0,4 0-1 31,-4 0 0-31,3 7 0 0,1-1-1 16,-4 5 1-16,6-5 0 0,-6 0 0 15,0-7 2-15,0 3-2 0,2 0 1 0,-2-7 0 16,0 5 0-16,0-6 1 0,0-1-2 16,0 2 3-16,0-6-1 0,0 0 0 15,0 0 1-15,4 6-1 0,-4 0-2 0,0-1 2 16,2 1-1-16,-2-2 1 0,0 3 2 16,0-1-2-16,0 4 1 0,0-4-2 15,0-1 1-15,0 1-1 16,0-2 0-16,0 2 0 0,0 1 0 0,0-1 0 0,0-6 0 15,0 0 0-15,0 0-1 0,0 1 0 16,0 0-2-16,0 1 0 0,0-2-2 0,0 2-11 16,0-2-23-16,4 0-57 0,0-9-200 15,3-8-15-15</inkml:trace>
  <inkml:trace contextRef="#ctx0" brushRef="#br1" timeOffset="18488.16">26135 11415 200 0,'0'0'46'0,"0"0"-7"16,0 0-1-16,0 0 2 0,0 0-3 15,0 0 3-15,0 0-4 0,0 0-1 16,0 0-4-16,-11-32-2 0,11 30 1 16,-2 1-2-16,2-1-3 0,0 0-3 0,0 1-5 15,0-1-8-15,-2 2-1 0,2-1-3 16,-4 1-2-16,2 6 0 0,-4 8-1 16,0 7 1-16,-1 3-2 0,3 2 1 15,2 1-1-15,-4 1 0 0,2-1 2 16,0-3-2-16,4-6 2 0,-4-2 2 0,1-5 2 15,3-7 0-15,0 2 0 0,0-6-3 16,-4 0 1-16,4 0-2 0,0 2 0 16,0-2-1-16,0 0-1 15,0 0 1-15,-2-2-1 0,2-12 0 0,-6-6-1 0,6 2 1 16,0-1-2-16,0 6 1 16,0-2 0-16,0 2 1 0,0 2-1 15,0-1 0-15,0 8 0 0,0-6-1 16,0 7 1-16,2-1 0 0,8-1 0 15,-7 4 1-15,5 1-1 0,8 0 3 0,-1 0-3 16,3 6 0-16,-3 1 2 0,1 3-4 16,-7-5 4-16,3 3-2 15,-4-1 0-15,3 0 0 0,-3 2 0 16,2-5-2-16,-6 1 2 0,13 1 0 0,-9-2 2 16,9 1-2-16,-7 0 0 0,0-2-3 0,5 1 0 15,-5-2 1-15,-4-1-2 16,3 1-1-16,-3-1-2 0,-4 1-4 15,4 0-7-15,-6-2-16 0,0 0-14 0,0 0-23 16,0 0-53-16,0 0-83 0,0 0-35 16</inkml:trace>
  <inkml:trace contextRef="#ctx0" brushRef="#br1" timeOffset="18893.4">26172 11396 387 0,'0'0'54'15,"0"0"-12"-15,0 0-8 0,0 0-7 16,0 0-2-16,0 0-3 0,0 0-2 16,0 0-4-16,0 0-3 0,0 0-4 15,-23-6-2-15,23 6-2 0,-2 0 3 16,2 0-1-16,-4 0 1 0,4 2 1 0,0 4 1 15,0 7 1-15,0 7-2 16,0 4-2-16,0 8 1 0,4 0-3 16,2 2 1-16,2 0-2 0,-1 1-1 15,1 0 0-15,-2-1 1 0,0-2-2 0,-2-11 1 16,-1-3-1-16,1-6 1 0,-4-7-1 16,2 1 0-16,-2-6-1 0,0 0 0 0,0 0 0 0,0 1 0 15,0 1 1 1,4-1-1-16,-4 1 1 0,0 0-2 15,0-1-1-15,0 1 0 0,2-2-2 16,-2 0-3-16,0 1-6 0,0-1-17 0,0 0-33 16,0 0-77-16,0 0-137 0</inkml:trace>
  <inkml:trace contextRef="#ctx0" brushRef="#br1" timeOffset="19700.2">25864 12023 529 0,'0'0'28'0,"0"0"0"16,0 0-4-16,0 0-6 0,0 0-8 15,0 0-3-15,0 0 5 0,0 0 6 16,0 0 4-16,10 3 0 0,-4 20-6 0,1 3-6 15,-3 4-3-15,0 2 1 0,-2 0-2 16,4-2 2-16,0-3-2 0,-2-7 1 16,-4-9 0-16,2-5-4 0,-2-6 1 15,0 0 1-15,0 0 0 0,0 2 3 16,0-1-1-16,0-1 0 0,5 0 1 16,-5-1-2-16,0-16 0 0,0-8-2 0,-5-5-1 0,-1 0-1 31,0 1 0-31,0 0-2 0,6 0 1 0,-2 2-1 15,2 3 1-15,0 6-1 0,0 1 1 0,2 3-2 16,4 2 1-16,6-2 1 16,-5 5-1-16,7 2 0 0,3 2 0 0,-5 2-2 15,5 3 1-15,1 0 0 16,1 0 0-16,2 4-1 0,-9 1 1 0,0 3-3 16,-1-4 2-16,-7 4 0 0,2-1 2 15,-6-2 0-15,4 6-1 0,-4 0 2 16,0 4-1-16,-6 3 0 0,-6-5 0 0,-3-1 0 15,3-1 0-15,-7-2 0 16,0-1 0-16,-1-2 0 0,5-1 0 0,-1-4 0 16,3 1-1-16,7-2 2 0,2 1-1 0,4-1 2 15,0 0-2-15,0 0 0 0,-4 0 0 16,4 1-1-16,-2-1 1 16,2 0 0-16,0 2-1 0,0 4 1 15,2 5 0-15,10 1 1 0,3 3-1 16,3-3 1-16,1-1-2 0,-5-3 1 15,3-3-1-15,-7 1 1 0,1-1 1 16,-5-2-1-16,2 1 0 0,-2 1-1 16,5 0 0-16,-7 1 1 0,6-2-1 0,-4 1 2 15,1 1-1-15,-5-5 0 0,8 4 0 16,-8-3-1-16,2-1-3 0,0 2-7 16,0-3-8-16,3 2-14 0,-5-2-26 15,10 0-35-15,-6 0-86 0,-2 0-101 16</inkml:trace>
  <inkml:trace contextRef="#ctx0" brushRef="#br1" timeOffset="20292.64">26296 12181 546 0,'0'0'48'16,"0"0"-10"-16,0 0-9 0,0 0-4 16,0 0-6-16,0 0 2 0,0 0-3 0,0 0-2 15,0 0-3-15,0 0-1 0,0 47-3 16,0-25-3-16,0-3-3 0,0-5-3 16,0 4 0-16,0-6 0 0,0-7 0 15,0 1 2-15,0-6-2 0,0 4 1 16,0 1 0-16,0-1-1 0,0 2 1 0,0-6-2 15,0 0 1-15,0 0-1 0,0 2 1 16,0 0-2-16,0-1-2 16,0 1-4-16,0-1-6 0,0 1-17 15,0-1-35-15,0-1-59 0,0 1-150 0,0-1-2 16</inkml:trace>
  <inkml:trace contextRef="#ctx0" brushRef="#br1" timeOffset="20665.04">26511 12071 579 0,'0'0'34'0,"0"0"-4"16,0 0-4-16,0 0-6 0,0 0-8 15,0 0-4-15,0 0 0 0,0 0 3 16,0 0 3-16,0 0 3 0,6-20-3 16,-4 20 2-16,-2 4-4 0,0 7 0 0,4-1 0 0,-4 3-6 15,0-3-2 1,0 1 0-16,0 1-4 0,0-8 2 15,0 7-1-15,0-7-1 0,2 1 1 16,2 3-1-16,-2-4 0 0,-2-1 2 16,7 4-3-16,-3-4 0 0,-2-1 1 0,2 1-3 15,-4-3 2-15,2 0-2 0,4 0-7 16,0-3-11-16,3-6-30 0,-3 3-42 16,4-8-96-16,-8 7-97 0</inkml:trace>
  <inkml:trace contextRef="#ctx0" brushRef="#br1" timeOffset="20827.62">26550 11880 366 0,'0'0'-65'15,"0"0"-56"-15,0 0-59 0</inkml:trace>
  <inkml:trace contextRef="#ctx0" brushRef="#br1" timeOffset="21333.2">26684 11967 533 0,'0'0'50'15,"0"0"-4"-15,0 0-2 0,0 0-8 0,29 91-17 16,-22-77-3-16,-3-4-3 0,-4 1-1 16,2 0-4-16,2-7-3 0,-4 2 0 15,0-6 0-15,0 0 1 0,0 0 0 16,0 2 1-16,2-1 1 0,-2-1 0 16,0 2 0-16,0 0 0 0,0-2-1 0,0 0-2 0,0 1-2 15,0-1-1 1,0 0 0-16,0 0 0 0,-2 0 1 15,-2-5-2-15,2-4 0 0,-2 0-1 16,4-1-1-16,0-8 2 0,0 1-3 16,0-6 2-16,10 3-1 0,-2 2-1 0,0 0 2 15,5 4-1-15,-3 3-1 0,-2 2 2 16,3 3 0-16,-9 3-1 0,0 1 3 16,4 2-3-16,0 0 0 0,5 8 1 15,-3 4 1-15,-2 0-1 0,-2 5 3 16,-4 3-3-16,0 0 1 0,0 5 0 0,0-7-1 15,2-1 0-15,-2-6 2 16,2 0-1-16,3-1-1 0,-5-5 0 16,2 1 1-16,-2-3-2 0,4 0 1 15,-2 0 0-15,2 0-1 0,2-3 0 0,-4 0 1 16,4-3-1-16,7-5-2 0,-5-2-4 16,2-1-6-16,-1-1-13 0,-3 3-24 15,0-1-54-15,4-6-145 0,-5 0-48 16</inkml:trace>
  <inkml:trace contextRef="#ctx0" brushRef="#br1" timeOffset="23364.43">23119 9951 196 0,'0'0'52'15,"0"0"-6"-15,0 0-4 0,0 0 1 16,0 0-3-16,0 0-3 0,0 0 0 0,0 0-2 15,-19-86-2-15,13 75 3 0,6 7-5 16,0-1 4-16,0 5-7 0,0-2-4 0,0 2-5 16,0-1-3-16,-4-1-5 0,4 1-2 15,0-1-4-15,0 1-2 16,0 0-2-16,0 1-1 0,0 0 0 16,0 0 1-16,0 0 5 0,4 4-5 0,8 7 5 0,1 4-6 15,-1-2 0-15,-8-2 1 0,7 0 0 16,-9-4 0-1,4 1-1-15,0-1-1 0,-2-4 1 0,-2 2 1 16,-2-5-1-16,0 0 1 16,0 0-1-16,0 2 1 0,4-1-1 15,-4 1 1-15,2-1-1 0,-2-1-1 16,5 1 1-16,-5-1 1 0,2 0 0 0,-2 2 0 16,2-2 0-16,8-3-1 0,-4-3 0 15,2-5 1-15,-1-2 0 0,-1-4 1 16,0-6-5-16,0 0 5 0,1 2-6 15,-1 2 4-15,2 0 1 0,-2 7 0 0,0 1 1 16,1 4 1-16,-7 4-1 0,6 0 0 16,-6 3-1-16,0-2-1 0,0 2 1 15,0 0-1-15,2 0 0 0,-2 0 1 16,4 0 0-16,-2 2 0 0,2 1 0 16,-2 7 0-16,-2 1 0 0,0 4 0 0,-2 4 0 15,-8-4-1-15,2-1 4 0,-5-1-4 16,1-1 3-16,4-3-3 15,-5 2 1-15,5-4-2 0,-3-1 1 16,5-1-1-16,-2 0 1 0,4-2 1 0,-2-2-1 16,6 2-1-16,0-3 1 0,-2 0 0 15,2 0 1-15,0 2 2 0,-2-1-3 16,2-1 0-16,-5 2-1 0,5-2 1 16,-2 2 0-16,2-2 0 0,0 1 0 15,0-1 0-15,-4 1 0 0,4-1-1 16,0 2 1-16,0-2 0 0,0 1 0 0,0-1 1 15,0 2-1-15,0 4 2 0,4 1-3 16,5 6 2-16,3 1-1 0,-4 1-1 0,5 0 2 16,-3 0-1-16,-2-3 0 0,-1 0 1 15,-5-1-1-15,4-2-1 16,-2 2 1-16,-2-7 0 0,2 4 1 16,-2-3 0-16,2-3 0 0,-2 3-1 0,-2-5-1 0,0 0 2 15,0 0 0 1,0 1 0-16,0-1 0 0,0 2-2 15,5-2 0-15,-5 0 0 0,0 1-6 0,0-1-14 16,0 0-27-16,2 2-35 0,-2-2-68 16,0 2-122-16</inkml:trace>
  <inkml:trace contextRef="#ctx0" brushRef="#br1" timeOffset="23676.34">23445 9967 594 0,'0'0'29'0,"0"0"6"0,0 0 0 0,0 0-9 16,0 0-9 0,0 0-3-16,0 0-4 0,-2 84-1 15,2-71 0-15,0 5 0 0,0 0 1 16,0-6-1-16,0 4-2 0,2-6-1 15,-2-5-3-15,4 2 0 0,-2-2-2 16,-2-1-1-16,5 1 1 0,-5-5-1 16,2 1-1-16,2 2 0 0,-2-1-3 0,6-2-6 15,2 0-11-15,3-8-21 0,1-4-28 16,-1 3-34-16,-5-1-66 0,2-2-98 16</inkml:trace>
  <inkml:trace contextRef="#ctx0" brushRef="#br1" timeOffset="23842.33">23497 9783 390 0,'0'0'-3'0,"0"0"-5"16,0 0-34-16,0 0-70 0,0 0-90 15</inkml:trace>
  <inkml:trace contextRef="#ctx0" brushRef="#br1" timeOffset="24547.05">23567 9921 498 0,'0'0'32'16,"0"0"2"-16,0 0-1 0,0 0-6 0,0 0-4 16,0 80-5-16,0-67-4 0,0-1 2 15,2-1 1-15,-2 1-1 0,0-8-2 0,0 2-3 16,0-6 0-16,0 0 0 16,0 0-2-16,0 2 1 0,4-1-3 15,-4 1-3-15,0 3 0 0,0 2-1 16,0-1 0-16,0 0-1 0,0-6 0 15,0 0-2-15,0 0 1 0,0 1 0 16,3 1 1-16,-3-1 3 0,0 1 1 16,0 0 0-16,0-1 1 0,0 1-1 0,0-1 0 15,0-1 0-15,0 1-2 0,0-1-1 16,0 0-1-16,4-1 0 0,-4-11-1 16,6-3 0-16,-4-1-1 0,2 3-1 15,2 1 0-15,0 2 2 0,-3 2-2 16,3 0 0-16,-4 5 1 0,2 0-4 0,-2 0 4 15,-2 3-2-15,4-2 1 0,2 2 1 16,3 0 0-16,1 0-1 0,-2 0 1 0,5 6 0 16,-5 0-1-1,4 4 2-15,-1-1-1 0,-7-3 0 0,0 1 0 16,2 1-2-16,-6-4 3 0,2 7-1 16,4 0 0-16,-2-2 1 0,-4 1 0 15,3 1 0-15,1 0 0 0,-2-2-1 16,2 1 1-16,-4-5-2 0,2 1 1 15,-2-6 1-15,0 0-1 0,0 0 1 0,0 2-1 16,0-1 0-16,4 1 0 0,-4-2 2 16,0 0-2-16,8 0 2 0,-6 0-2 15,9-6 1-15,-3-5-1 0,-2 2 1 16,0-5-2-16,1 1 0 0,-5 2 1 0,2-6 0 16,-2 5 0-16,-2 0 1 0,4 0-1 15,-4 6 0-15,0-6 1 0,0 5-1 0,0 1 1 16,2 2-2-16,-2 4 1 0,0-2 0 15,0 2-1-15,0-1 1 0,0-1-1 16,0 1-1-16,0-1-3 0,0 0-3 16,0 1-9-16,0 0-7 0,0-1-15 0,0 1-29 15,0-1-41-15,0-4-129 0,0 0-46 16</inkml:trace>
  <inkml:trace contextRef="#ctx0" brushRef="#br1" timeOffset="27464.49">1836 12693 469 0,'0'0'40'0,"0"0"2"16,0 0 1-16,0 0-5 0,0 0-6 0,0 0-8 0,0 0-8 15,0 0-5-15,0 0-3 0,-27-17-5 16,27 17-2-16,0-1 0 0,0 1 0 0,0 0 3 16,8 5 1-16,11 9 1 0,1 3-1 15,3 1 2-15,-4-1-4 0,3-1 2 16,1-2 2 0,-2-5-1-16,-7-1 4 0,5-7 0 15,2-1-1-15,1-6-2 0,5-10 0 16,8-10-1-16,5-11-1 0,11-7-2 15,5-9-5-15,10-6 5 0,0-6-3 0,3-2 2 16,-5 1-1-16,-2 3-3 0,-4 5 1 16,-3 7-1-16,-9 7 3 0,-7 6-1 15,-10 8 0-15,0 6 0 0,-15 11 0 16,-1 5 0-16,-11 5 1 0,-2 3-1 16,0-1 0-16,0 1-1 0,4 0 0 0,-4-2 0 15,2 2-1-15,-2 0-3 0,0 0-9 0,0 2-31 16,0 11-90-16,0 10-150 0,-6 5-14 15</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4:49:32.680"/>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2060"/>
    </inkml:brush>
  </inkml:definitions>
  <inkml:trace contextRef="#ctx0" brushRef="#br0">27362 11697 277 0,'0'0'45'0,"0"0"-1"31,0 0-3-31,0 0-5 0,0 0-3 15,0 0-5-15,0 0-3 0,0 0-2 0,0 0-1 16,0 0 1-16,-14-35 0 0,14 34-2 16,-2-1-4-16,2 0-5 0,0 1-5 15,0-1 0-15,0 1-1 0,0-1-1 0,0 1-1 16,0-1 0-16,0 1-1 0,0-1 1 16,0 1-1-16,0 1 0 0,0 0 1 15,0 0-1-15,2 10 1 0,2 8-1 0,2 7-2 16,-4 1 0-16,0-1-2 0,-2 5 2 15,5-2 3-15,-5 1-4 0,0 1 6 16,0-1-5-16,0-1 1 0,0-3 1 0,0 0-1 16,0-7 2-16,-5-1 1 0,5-5-1 15,-2-6 1-15,2 4 0 0,0-4-1 16,0-1 2-16,0 1-2 0,0-6 2 0,-2 0-3 16,2 0 0-16,0 2-2 0,0-1 0 31,0 1 0-31,0-1 0 0,0 1-2 15,0-1 3-15,0 2-1 0,4-1 0 0,3 3 2 16,3-1-2-16,2-3-2 0,3 4 2 16,-1-4-1-16,5 3 0 0,0-3 3 15,-1 1-3-15,1 0 0 0,8 0 1 0,-3 1-3 16,-1-1 2-16,2-2-1 0,2 0 0 16,4 0 0-16,-4 0 1 0,4 0 1 15,-4 0-1-15,4 0 0 0,-4 0 0 16,-1 0-1-16,5 0 1 0,-2 0 2 15,6 0-2-15,-1 0 1 0,-6 0-1 0,8 0-1 16,-7 0 2-16,-5 0-1 0,7 0 0 0,-8 0 0 16,2 0-1-16,0 0 2 0,-11 0-1 15,9 0 0-15,-7-2 0 0,-3 0-1 16,10 2 1-16,-3 0 0 0,-1 0 1 0,4 0-1 16,-1 2 1-16,1 3-2 0,0-1 1 31,4 1 0-31,-2-1 1 0,3 1 2 15,1-2-3-15,0-2 2 0,2 2-2 0,0-3 0 16,-2 0 1-16,2 0 0 0,0 0-1 16,-4-1 1-16,0-1-1 0,-8 0-1 15,-1-2 1-15,-9 3 0 0,-3-1 1 16,0 2-1-16,-6 0 1 0,0 0-1 0,0-1 1 16,2 1-1-16,-2 0 2 0,4 0-2 15,-4 0 0-15,2 0 0 0,-2 0 0 0,4 0 1 16,-4 0 0-16,7-2 0 0,-1 1-1 15,0-1 0-15,-4 2 0 0,-2 0 1 16,6-1-2-16,-4-1 2 0,4 1-1 16,-1-1-1-16,-5 2 1 0,0-1-1 0,0 1 1 15,2 0 0-15,2-2 1 0,-4 2 2 16,2-1-2-16,-2-1-2 0,4 2 1 0,-4-2 0 16,2 1 0-1,2-3 1-15,-2-1-1 16,2 2 0-16,3-5 1 0,-5 6-2 15,4-8 1-15,0 3 1 0,-4-3 0 16,2 1 2-16,-2-1-2 0,2-5 2 0,-1 2-1 16,-3-5 1-16,4 0 0 0,-2-3-1 15,-2-7 1-15,4 1-6 0,-4-3 5 0,2 1-5 16,2 0 3-16,-2 0 1 0,-2 5-1 16,4 6 1-16,-2 1 1 0,-2 6 0 15,0 5 0-15,0-4-1 0,0 5 0 0,0 0-1 16,0 1 0-16,0 4-1 0,0-1 0 15,0 1-3-15,0 0-2 0,0-2-3 16,0 2-8-16,0 0-15 0,0 0-29 0,0 0-66 16,0 0-162-16,-2 0 2 0</inkml:trace>
  <inkml:trace contextRef="#ctx0" brushRef="#br0" timeOffset="717.41">27898 11852 484 0,'0'0'58'16,"0"0"-5"-16,0 0-17 0,0 0-11 15,0 0-5-15,0 0-3 0,0 0 0 31,0 0-4-31,0 0 0 0,0 0-8 16,-10 66-1-16,7-41 0 0,-1-8-1 16,4-1-1-16,-2-5-1 0,2-7 0 0,0 2 2 15,0-6 1-15,-2 0 3 0,2 0 1 0,0 0 0 16,0 0-2-16,0-15 0 0,2-6-1 16,7-8 2-16,-3-1-1 0,4-2-4 15,-4-2 5-15,3 3-7 0,1-3 4 0,-2 4-1 16,0 1-2-16,3 3 1 0,-5 9-1 15,0 2 0-15,-4 6 1 0,2 5-2 16,-2 0 0-16,0 4-1 0,11 0 0 0,5 5 0 16,1 9 0-16,0 4-1 0,-5 2 0 15,1 3-1-15,-5-1 0 0,-4-5-1 16,0 0 0-16,-6-5 1 0,0 0 1 16,0 5 5-1,-10-5-3-15,-4 2 3 0,-1-6-3 16,-8-1 2-16,9-4 3 0,-5-1-4 15,1-2 2-15,7 0-2 0,-11 0-2 0,9 0 2 16,3 0 0-16,-3-2-3 0,9 0 3 16,-2 1 0-16,6 1-2 0,0-2 5 15,0 2-5-15,0 0 0 0,0 0-1 16,0 0 2-16,4 8-1 0,5 4 1 0,9 2 1 16,-3-1-2-16,3 1 2 0,1-2-1 15,-1 0 1-15,-3 0-1 0,-3-4-1 0,1-1-1 16,-7-2 0-16,0 1-2 0,2-2-5 15,-8 0-14-15,9 1-24 0,-5-3-41 16,-2 0-96-16,2 1-101 0</inkml:trace>
  <inkml:trace contextRef="#ctx0" brushRef="#br0" timeOffset="1143.33">28191 11932 600 0,'0'0'40'15,"0"0"-2"-15,0 0-4 0,0 0-9 16,0 0-5-16,0 0-4 0,0 0-8 16,52-91 6-16,-40 78-8 0,3-3 1 15,1 2 0-15,-1 2-2 0,4 2 0 16,-7 1-2-16,0 3 0 0,-3 1-1 0,3 3-2 15,-4-1 1-15,3 3-2 16,1 2 1-16,-6 3-2 0,-2 8 1 16,-4 7 2-16,0 3-5 0,-8 9 6 15,-11-2-4-15,1-1 1 0,1-4 2 0,-5-3 1 16,5-2 1-16,1-8 1 0,7-5 0 16,5-4 1-16,4-3 0 15,0 0 0-15,0 0 0 0,0 0 0 16,0 0-1-16,6 0 0 0,13 0-1 0,8-3-1 15,10-6-1-15,0-1-1 0,-2-1-1 16,5 0-2-16,-3 1 0 0,-4 0-4 16,-2 2-6-16,-2 1-17 0,-6 2-33 15,-11 2-71-15,-8 3-140 0,-4 0-23 16</inkml:trace>
  <inkml:trace contextRef="#ctx0" brushRef="#br0" timeOffset="2183.03">25229 11771 412 0,'0'0'65'15,"0"0"-6"-15,0 0-6 0,0 0-5 0,0 0-6 0,0 0-7 16,0 0-5-16,0 0-5 0,0 0-4 15,-8-27-7-15,8 26-3 0,0 1-5 16,-8-2-2-16,-5 2-3 0,-5 3-1 0,-7 6 1 16,0 5-1-1,-2 2 0-15,0 1 1 0,0 0-1 0,1-1 1 16,3-2 4-16,2-1-5 0,9-6 6 16,3-3-5-16,5 0 0 15,4-4 0-15,-2 0-2 0,2 0 1 16,0 0 0-16,0 1 1 0,0-1 0 15,0 0 0-15,2 2 0 0,11 0 0 0,3 5-1 16,5 2 0-16,-2 0 1 0,-3 0-1 16,7 2-1-16,-7 1 2 0,3-2-2 15,0 1 0-15,-5-2-1 16,-2-1-2-16,-1-1 0 0,-3 0-3 0,2-3-4 16,-1 2-12-16,-7-3-22 0,4 3-29 0,-2-3-59 15,-4 0-109-15,2 2-25 0</inkml:trace>
  <inkml:trace contextRef="#ctx0" brushRef="#br0" timeOffset="2831.88">25111 11897 579 0,'0'0'50'31,"0"0"-10"-31,0 0-13 0,0 0-6 15,0 0-5-15,0 0-1 0,0 0-2 16,0 0-2-16,0 0-3 0,0 0-8 16,89-37 6-16,-66 35 1 0,6 2-2 0,4 0 7 15,0 0-7-15,6 0-2 0,1 0 1 16,3-2-6-16,5-2 3 0,3-1 0 0,1 1 0 16,0-1-1-16,-1 0 0 0,1 1-5 15,0 0 6-15,-1-1-1 0,3 2 1 16,4 0-1-16,0 0 0 0,-2 0 1 0,4 0-1 15,-3-2 0-15,1 2 0 16,-4 0 1-16,2 0-1 0,-6-2 1 0,-1 2-1 0,-3 0 2 16,-3-1-2-16,-4 1 3 0,1 0-2 15,-7-2 0-15,-2 2-1 0,-2 0-1 16,-3 0 1-16,-7 0 1 0,-2 1-2 16,-1-1 1-16,1 3 0 0,1-1-1 15,-7 0 2 1,1 1-1-16,-2 0 1 0,5 0 0 15,3 0 0-15,1 0 0 0,4 0 0 0,2 0-1 16,-1 0 0-16,3-2-2 0,0 2 2 16,6-3 1-16,2 0 0 0,-6-2 1 15,4 1-1-15,3-1-1 0,-8 0 0 16,6 1 0-16,-6 1 1 0,-7 2 1 0,-2-3-2 16,-7 4 1-16,-2-1-1 15,3-1 0-15,-9 2 1 0,2 0 0 0,-6 0 0 0,0-1 0 16,0 1 0-16,2 0 1 0,-2 0 0 15,4 0-1-15,-4 0 0 0,2 0-1 16,-2 0 1-16,5 0 0 0,-5 0 0 16,0 0-1-16,0 0 3 0,2 0-3 0,-2 0 1 15,0 0 1-15,0 0-1 0,0 0 0 16,4 0 0-16,-4 0 1 0,0 0-2 0,0 0 0 16,0 1-1-16,0-1-2 0,0 2 1 31,0-2-2-31,-4 3-5 0,-5 2-17 15,-1-2-40-15,-4 1-126 0,-1 2-113 0</inkml:trace>
  <inkml:trace contextRef="#ctx0" brushRef="#br0" timeOffset="7182.67">24483 11205 350 0,'0'0'50'0,"0"0"-7"16,0 0-4-16,0 0-1 0,0 0-2 16,0 0-1-16,0 0-3 0,0 0-7 0,0 0 0 15,0 0-12-15,-39-29 1 16,37 28-3-16,-9-2-4 0,9 1-1 16,-2 1-2-16,-6-3 2 0,4 4 0 0,-5 0-1 15,-1 0 0-15,-1 0-3 0,-3 0 2 0,-3 0 0 16,-1 0 1-16,-3 0 1 0,2 4-1 15,1-1 0-15,-3 0-1 0,2 1 6 16,0 1-7-16,1 1 5 0,-3 0-6 16,0-2 1-16,-2 3 0 0,5-4-1 0,1-1 1 15,1-2-1-15,-1 2 2 0,-2-2-2 16,-3 0-1-16,-1 0 2 0,2 2-1 0,-2-2 0 16,11 0 1-16,-5 0-1 0,-4 0 0 31,3 0-6-31,1 0 6 0,-2-2-1 15,1 2-1-15,-1 0 4 0,-10 0-5 16,4 0 1-16,-4 0 2 0,4 0-1 0,-4 0-1 16,0 3 1-16,4 0-2 0,-4 2 1 15,2-2 0-15,-2 1-1 0,-2-2 1 0,0 1-1 16,0-1 1-16,0-1 1 0,-2 1-2 16,2-1 0-16,0 0 1 0,-4 2 0 15,8-1 0-15,-11 0 2 0,7-1-2 16,-4 1 0-16,0-1 1 0,2 2-2 0,2-1 1 15,2-1 0-15,-2 2-2 0,2 0 2 16,0 1 0-16,4-2 0 0,0 1 1 0,0 2-1 16,2-2-1-16,0 0 1 0,5 0 0 15,5 0 1-15,-1-2 0 0,3 3-1 16,7-4 0-16,-4 1-1 0,4-1 1 16,-7 0 1-16,1 0-2 0,-1 0 2 31,1 0 0-31,0 0-1 0,3-1 1 0,-5 1-2 15,1 0 2-15,1-2-2 0,0 2 1 16,-3 0 0-16,3 0 0 0,-1 0 1 0,1 0-1 16,0 0 0-16,-1 0-1 0,5 0 1 15,-4 0 0-15,-1 0 0 0,5 0 0 16,2 0 0-16,-7 0 0 0,9 0 0 16,-2 0 0-16,-4 3-1 0,5-1 0 0,-7 1 0 15,4 1 1-15,-3 1 0 0,3 1 0 16,0 0 0-16,-5 3-1 0,3 0 1 0,-4 5 0 15,5 1 0-15,-1 3 2 0,2 0-3 16,-3 0 1-16,5 4-2 0,4 1 2 16,-4 3 0-16,4 1 1 0,2 2 0 0,0 1-1 15,0-1-1-15,0 1 1 0,0-3-1 16,0 0 1-16,6-4 1 0,-4 2-1 0,4-2 0 16,1-1 0-16,-1 1 3 0,-4-2-4 15,2-4 4-15,-2-2-4 0,2 0 1 31,-2-4 0-31,4 5 0 0,-1-9 0 16,-5-3 0-16,2 1 0 0,-2-2 1 0,4 1 0 16,-4 0-1-16,2 0 2 0,-2-4-2 15,0 0 1-15,0 0-1 0,0 2 1 0,0-1-1 16,0 1 0-16,0-1 1 0,2 1 0 16,-2-1 0-16,0 1 2 0,0-1-3 15,0 1 1-15,0-2-1 0,4 1 0 16,-4-1 1-16,0 2 0 0,0-2 1 0,0 0-1 15,0 2 0-15,0-2 0 0,0 0 0 16,0 0 0-16,0-2 1 0,-4-7-1 0,-4-3 0 16,-1-5-1-16,-3 2 0 0,0-2 2 15,1 2-6-15,7 3 5 0,-2 0-3 16,2 2 2-16,2 2 1 0,-4-2-1 16,6 6 0-16,-5-1 0 0,3 1 1 0,2 0-1 31,-4 0 2-31,4 1-2 0,0 3 0 15,-2-1 0-15,2 1-2 0,0 0 2 0,0-2 0 16,0 2 0-16,0-2 0 0,0 2-1 16,-4-1-1-16,4 1 3 0,0-2-2 15,0 2 2-15,0 0 0 0,0 0-1 16,0 0 0-16,0-1 0 0,0 1 1 16,-2 0 0-16,2 0-1 0,0 0 0 0,0 0 1 15,0 0 0-15,0 0 1 0,-4 0-2 0,4 0 0 16,0 0 1-16,-2 0-1 0,2 0 0 15,-2 0 1-15,2-2-1 0,-4 2 0 16,1-1 0-16,-3-2 0 0,0 2 0 0,2-1 0 16,4 2 1-16,-6-3-1 0,6 1 0 15,-6 1 3-15,3-1-3 0,3 2 1 16,0-1-1-16,0 1-4 0,-4-2 5 0,4 2-1 16,-2-1 1-16,2 1 1 0,-2-2-1 15,2 2-1 1,-4-1 1-16,4 1 0 15,-2-2 0-15,2 2 2 0,-4-1-3 0,4 1 1 16,-2-2-1-16,2 2-1 0,0-2 1 16,-4 2 0-16,4 0 0 0,0 0-2 15,0 0 2-15,0 0 2 0,0 10-4 0,4 2 4 16,4 3-2-16,-2 0 0 0,3 0 0 16,1 0 1-16,-2 2-2 0,2 1 4 15,-1-1-5-15,-3-5 3 0,0 2-1 0,-4-5 0 16,4 0 1-16,1 5-1 0,-1-7 1 15,0 5-1-15,0-5 1 0,-6-4-1 16,2 1 1-16,-2-4-2 0,0 0 1 0,0 0 1 16,4 1 0-16,-4 1 2 0,2-2-1 15,-2 2-1-15,5-2 1 0,-5 0 0 16,0 1 0-16,0-1 3 0,6 0-4 16,0-5 1-16,2-5-1 0,3-5-3 15,-1-2 2-15,2-1-2 0,5-2 3 16,-3 0-4-1,1 1 3-15,3 2-1 0,1 2 1 0,-11 4 0 16,5 4 0-16,-3 2-1 0,-8 2 1 16,2 1 2-16,-4 2-2 0,0-1 0 15,0 1-1-15,2 0-3 0,-2-2 3 16,0 2 0-16,4-1-1 0,-1 1 1 0,-3 0-1 16,0-1-4-16,2 1 0 0,-2-2-9 15,4 2-14-15,2-5-40 0,2 2-85 0,5-4-145 16,1-2-8-16</inkml:trace>
  <inkml:trace contextRef="#ctx0" brushRef="#br0" timeOffset="10058.79">20014 12558 381 0,'0'0'66'0,"0"0"-8"16,0 0 0-16,0 0-8 15,0 0-3-15,0 0-10 0,0 0-7 0,0 0-7 16,0 0-6-16,-56-40-5 0,56 40-2 0,0 0-6 16,-2 0-1-1,2 0-1-15,-4 0 1 0,4 0 3 16,6 11-6-16,6 3 6 0,1 2-8 0,1-2 2 0,5-2 1 16,-3-3-1-16,1 0-1 0,6 0 1 0,-3-1 1 15,-1 0-1 1,6-3 1-16,-5 2 0 15,1-1-2-15,0-2 1 0,-3-1 1 0,1 0-1 16,-4 0 1-16,-3-1-1 0,0 1 1 16,1-2-1-16,-11 1 0 0,4-1 1 15,-6-1-2-15,0 0 2 0,0 0 0 0,4 0 1 16,-4 2 3-16,0-2-3 0,2 0 1 16,-2 1-1-16,0-1 0 0,-2 2-1 15,-10 1 1-15,-3 1-1 0,-3 3 0 16,1 0 0-16,1 5 0 0,-1 0-1 0,-4 5 0 15,1 1 0-15,-5 4 0 0,-2 0 0 16,2 3 0-16,0-3 0 0,5-2 0 0,1-6 0 16,11-3-2-16,2-4 1 0,2-4 0 15,1 0-3-15,3-3 0 16,-4 0-4-16,4 0-7 16,0 0-16-16,0 0-28 0,13 0-58 15,-1-1-137-15,7-7-31 0</inkml:trace>
  <inkml:trace contextRef="#ctx0" brushRef="#br0" timeOffset="10780.38">18652 12922 648 0,'0'0'46'16,"0"0"-13"-16,0 0-10 0,0 0-10 0,0 0-7 0,0 0-4 16,0 0-1-16,0 0 1 15,0 0 1-15,0 0 1 0,-69 101 1 0,61-67 1 16,2 2-1-16,0 1 3 0,-3-1-7 16,3-2 3-16,0-4-6 0,0-9 1 0,2-8 0 15,4-8-2-15,0-5 0 0,-2 0-4 31,2 0-5-31,0 2-8 0,0-2-8 0,0 0-11 16,0-2-3-16,0-13 2 0,2-7 7 16,2-9 9-16,-4-1 12 0,0 0 7 15,0-1 3-15,0 1 6 16,0 3 2-16,0 0 6 0,0 10 7 0,0 7 4 0,0 1 4 16,0 5 0-16,0 0-3 0,0 1-6 15,0 5 1-15,0-1-6 0,0 1 0 0,8 1 0 16,5 12-2-16,5 3 1 0,-3 5 0 15,3 2-3-15,-3 2-1 0,3 0-3 16,-1-2-2-16,-3 1-2 0,5 1 1 0,-5-3 1 16,5 0-4-16,-5-2 4 15,3-4-6-15,-9-4-2 0,1-1-2 0,-3-5-14 16,-2-3-19-16,-2 0-37 0,-2-3-70 0,0 0-142 16</inkml:trace>
  <inkml:trace contextRef="#ctx0" brushRef="#br0" timeOffset="10997.9">18554 13132 545 0,'0'0'36'16,"0"0"-1"-16,0 0-6 0,0 0-6 0,0 0-8 15,0 0-4-15,0 0-1 16,0 0-1-16,0 0-2 0,0 0-1 0,60-4-5 15,-33 4 0-15,-2 0-2 0,-6 0 0 16,-1 0-5-16,-1 0-6 0,-5 2-20 0,-6 0-36 16,11-1-77-16,-11 0-124 0</inkml:trace>
  <inkml:trace contextRef="#ctx0" brushRef="#br0" timeOffset="11514.38">18879 12951 591 0,'0'0'36'15,"0"0"-9"-15,0 0-7 0,0 0-5 0,0 0-2 16,0 0 2-16,0 0-3 0,-27 82 2 16,27-58-3-16,0 0 0 0,2 0-2 15,4 3-3-15,-6-2 1 0,7 1-5 0,-5-4 2 16,2-5-5-16,-4-6-1 0,2-5 1 15,-2-6-2-15,0 0 2 0,0 0-1 16,0 2 1-16,0-1-2 0,0 1-2 0,0-2 2 16,0 0-2-16,0-11 1 0,-6-8 6 15,-3-8-4-15,3-1 4 0,0-3 0 16,0-1-2-16,0 1 3 0,4 2-1 0,-3 0 2 16,3 9-1-16,2 2 1 0,0 3 0 31,2 4 0-31,5-4-2 0,-3 8 0 15,4 2 0-15,-2 0-1 0,2 3 0 0,9 2 0 16,-3 4 2-16,7 5-3 0,-2 2 0 16,-3 2-1-16,1 1 0 0,-1 2 0 15,-3 3 0-15,-5 0 0 0,0 1 0 0,-1 1-1 16,-3 1 2-16,-4-1 0 0,0 0 1 16,-4 0 0-16,-3-1 0 0,-1 0 5 15,0 0-4-15,-5-1 5 0,1-2-5 16,2-5 1-16,1 0-1 0,1-3 0 0,2-1 2 15,0-2-3-15,-1-2 1 0,3 0-1 16,2-1-2-16,-2 0-1 0,4-3-1 16,-2 0-4-16,2 0-2 0,0 0-11 0,0 1-17 15,0-1-33-15,8-6-52 0,5-6-159 16,3-2 7-16</inkml:trace>
  <inkml:trace contextRef="#ctx0" brushRef="#br0" timeOffset="12018.02">19125 13057 638 0,'0'0'28'16,"0"0"-7"-16,0 0-3 0,0 0 0 0,0 0 0 16,0 0-2-16,0 0-1 0,0 0-6 15,14 80-3-15,-11-62 2 0,-3 2-8 0,0-5 4 16,0 5-4-16,0-6 0 0,0-8 0 15,0 0 1-15,0-6-2 16,0 0 4-16,0 0 0 0,0 1 1 0,4-1 1 16,-4 0 0-16,0 0 1 0,-4-15-5 0,1-6 4 15,-3-8-3-15,0 0 0 0,0 1 1 16,4-1 0-16,-4 1-2 0,1 3-1 0,5 2 1 16,0 2-2-16,0 3 2 0,5 4-1 15,3 3 2 1,2 2-2-16,-2 3 0 15,7 0 0-15,1 3-2 0,3 3 2 0,2 0-1 16,-1 6 0-16,-1 5-1 0,0 1 0 16,-3 1 0-16,1 2 0 0,-5 2-1 15,-6 3 0-15,3 1 1 0,-5 0-1 0,-4 1 0 16,0-1 3-16,-4 0-1 0,-5 0 1 16,-3 1 4-16,-5-1-5 0,1-2 5 15,-1 1-4-15,-1-3 0 0,1-2 2 16,1-1-1-16,7-5 3 0,-3-2-2 15,6 0 0-15,4-5 1 0,-2 0-2 16,4-2 0-16,0 0 0 0,0 0-1 0,0 2 0 0,-3-2-1 16,3 0-1-16,0 1-2 0,0-1-4 15,0 0-11-15,0 0-33 0,0 0-93 16,9 0-151-16,1-4-10 0</inkml:trace>
  <inkml:trace contextRef="#ctx0" brushRef="#br0" timeOffset="14382.42">21420 13122 16 0,'0'0'23'0,"0"0"5"0,0 0-2 16,0 0 3-16,0 0 3 0,0 0 7 0,0 0 3 15,0 0 5-15,0 0 1 0,-32-29-3 0,26 22 0 16,0 1-3-16,0-2-4 0,4 5-3 16,-4-5-2-16,1 5-1 0,-1-4-3 0,0 1-3 15,4 2-2-15,-2 2-3 16,4 2-3-16,0-2-3 0,0 2-3 0,-2-1-3 15,2 1-2-15,-4-2-4 0,4 2-2 16,0 0-1-16,-2 2 0 0,2 15 1 0,0 8 1 31,2 10 0-31,8 3 2 0,-2 1-4 0,3 4 3 16,-3 1-4-16,-2-2 2 0,0 0 0 0,-4-3-2 0,2-3 2 16,-4-4-1-16,0-2 1 0,0-1-2 15,0-3 2-15,0-7-2 0,0 0 1 0,-4-1 0 31,2-5 0-31,2 6 0 0,0-8 1 0,0-5 0 16,0 5 0-16,0-5-1 0,0 0 0 16,0 0 1-16,0-6-1 0,0 0 0 15,0 0 0-15,0 2 0 0,0-1 1 0,0 0 0 16,0-1-2-16,0 2 1 0,0-2-2 16,0 0-1-16,-6-9-1 0,-2-5 0 15,-3-2-2-15,-1-3 1 0,0 1-2 0,3 0 3 16,-3-2 0-16,0 2 3 0,3 1-1 15,3 3 2-15,0 7 0 0,4-1 2 16,-2 4 0-16,2-1 0 0,-2-3 0 0,1 6 1 16,-1-3 1-1,4 2 0-15,0 3 0 0,-2-2 1 0,2 2 0 0,0-1-1 16,0-1 1-16,-4 1-1 0,4-1 3 0,0 1-2 16,0-1 2-16,-2 1-1 0,2 0 1 31,0-1 0-31,0 0-2 0,-4 1-1 15,4 1-1-15,0-2-1 0,0 2 0 0,0-1-2 16,-2 1 1-16,2-2-1 0,0 2 0 16,0-1 0-16,0 1 0 0,0 0 0 15,0-2 1-15,0 2 1 0,0 0 0 0,0-1-1 16,0 1 2-16,0 0-2 0,-4-2 1 16,4 2 1-16,0-1-3 0,0-1 0 15,0 1 0-15,-2-1 1 0,2 0 0 16,-4-2-1-16,1-2 0 0,1 1 1 0,2 2-1 15,0 3 2-15,-6-4-2 0,6-1 1 16,0 1-2-16,-4 0 0 0,4 4 2 0,0-1-1 16,0 1 0-16,0-1 1 0,-2-1-1 15,2 1 1-15,0 1 0 0,0-2-1 16,-4 2 0-16,4-1 0 0,0 1 0 16,0-2 1-16,-2 2-1 0,2-1 0 15,0 1-2 1,0 0 0-16,0 0 2 0,0 9-1 15,2 6 3-15,4 4-2 0,-2 3 0 0,4-1 0 16,-1 0 0-16,1 0 0 0,2-1 0 16,-1 0 0-16,1-2 1 0,-2-4-2 15,-2-4 1-15,-4-2 1 0,-2-5 0 16,7 2 0-16,-7-5 0 0,0 0-1 0,0 0 0 16,0 1 1-16,4 1 0 15,-4-2-1-15,2 0 1 0,-2 1 0 0,4-1 0 0,-2 0 0 16,4 0 0-16,7 0 0 0,-1-9 0 15,2-5 1-15,3-5-2 0,0-2 1 16,-1-4-1-16,1 3 0 0,1-3 1 16,1 1-1-16,-5 1 0 0,5 2 0 15,-3 3 0-15,-5 1 0 0,1 5 1 0,-6 6-2 16,-1 3 2-16,-5 3-1 0,0-2-1 0,0 2 1 16,0 0-1-16,2-1 0 0,-2 1 1 31,4 0 0-31,-4 0 0 0,2 0-1 15,-2 0 0-15,0 0 0 0,4 0 0 0,-4 0 0 16,0 0 1-16,0 1-2 0,2 1 0 16,-2-1 0-16,0 1-3 0,0-1-2 15,0 1-7-15,0 4-13 0,6-1-24 0,-6-1-42 16,6 4-103-16,-4-4-98 0</inkml:trace>
  <inkml:trace contextRef="#ctx0" brushRef="#br1" timeOffset="18396.88">22081 13244 542 0,'0'0'50'0,"0"0"-5"0,0 0-9 0,0 0-12 15,0 0-6-15,0 0-7 0,0 0-4 16,0 0 0-16,0 0 0 0,-12 4 0 0,12-2 0 16,0-1-3-16,0 2-1 0,12 0-1 15,2-1-1-15,7-2 0 0,4 0 0 16,2-3 0-16,0-3 0 0,2-3-2 16,-3 1 1-16,-1-1 2 0,-4 3-3 15,-2 0 3 1,-5 3-2-16,-6 1 0 0,-1 0 0 15,-1 2 1-15,-6 0-1 0,0 0-1 0,0 0 2 16,0 0-2-16,4 0 2 0,-4 0-1 16,2 0 2-16,-2 0 0 0,0 0 0 15,0 7 3-15,0 2-2 0,-6 4-1 16,-3 3 1-16,-7-2-1 0,1 2 1 0,-5 1-1 16,-1 4-1-16,-4 3 0 15,5 2-1-15,-5 3 2 0,0-2-1 0,4 0 1 0,3-1 0 16,-1-6 1-16,7-5-1 0,3-4 2 15,3-4 0-15,4-4 0 0,2 2 1 16,0-5-1-16,-4 0-1 0,4 0 0 16,0 0-2-16,0 2 1 0,0-2 0 0,0 0 0 15,4 0 0-15,4-3-1 0,5-4-1 16,-5 4 1-16,11-1-1 0,-5 3 0 0,-1-1 2 16,5 0-4-16,1 1 2 0,-1-1-2 15,3-2 2-15,4 1 0 0,-9-2-1 31,9 0 1-31,-4 3 0 0,-2-1 0 16,-3 1 0-16,-8 1-1 0,-1 1 0 0,-1 0 0 16,-6 0 0-16,0-2 0 0,6 2-1 15,-4 0-1-15,4 0-2 0,0 0-7 0,-6 0-13 16,0 0-26-16,0 0-46 0,5 0-94 16,-5 0-101-16</inkml:trace>
  <inkml:trace contextRef="#ctx0" brushRef="#br1" timeOffset="18663">22523 13401 595 0,'0'0'41'15,"0"0"0"-15,0 0-10 16,0 0-11-16,0 0-5 0,0 0-6 15,0 0 0-15,0 0-3 0,2 85-1 0,-2-74-2 16,-2 7 0-16,2-6-1 0,0 2 0 16,0-2 0-16,0 0 0 0,0-1-1 15,0-7 1-15,0 6-1 0,0-6-1 0,0 1-3 16,2 0 0-16,3-4-2 0,1 1-7 16,2-2-29-16,4 0-47 0,1-10-111 15,1-3-95-15</inkml:trace>
  <inkml:trace contextRef="#ctx0" brushRef="#br1" timeOffset="18830.68">22569 13314 643 0,'0'0'26'16,"0"0"-9"-16,0 0-8 0,0 0-5 31,0 0-6-31,0 0-7 0,0 0-15 15,0 0-30-15,0 0-56 0,0 0-75 0,33 0-74 16</inkml:trace>
  <inkml:trace contextRef="#ctx0" brushRef="#br1" timeOffset="19198.3">22707 13388 518 0,'0'0'70'0,"0"0"-9"0,0 0-15 0,0 0-12 15,23 83-11-15,-21-66-5 0,-2-5-5 16,0-1-2-16,0 1-5 0,0-8-2 0,0 2-1 16,0-6 2-16,0 0 1 0,0 0 3 15,0 2 0-15,0 0 0 0,0-1 0 16,0-1-4-16,0 0 0 0,0 0-1 16,0 0-1-1,0 0-1-15,0 0-1 0,0 0-2 16,0-5 1-16,-2-1 0 0,2 2 0 15,0-5 0-15,0 4-1 0,0-4 2 0,6-3-2 16,3 1 0-16,5-4-1 0,3 1-2 16,-3 2 2-16,0 0-1 0,5 2 1 15,-7 2-1-15,1 2 2 0,-5 3-2 0,-2 2 2 16,5 1-1-16,-3 0 2 16,2 7 1-16,5 6-1 0,-7 3 0 0,-4-5-1 15,2 4 1-15,-4 2-1 0,-2-7 1 0,5 8-6 16,-3-7-9-16,2-5-22 0,2 1-48 15,-4-5-154-15,0-1-69 0</inkml:trace>
  <inkml:trace contextRef="#ctx0" brushRef="#br1" timeOffset="20463.78">25783 12136 481 0,'0'0'33'15,"0"0"-7"-15,0 0-4 0,0 0 3 16,0 0 1-16,0 0-2 0,0 0-5 16,0 0-5-16,-12 94-3 0,8-67-3 15,2-3 0-15,-3-1-1 16,3-8 1-16,-4 1-1 0,2-8 2 0,4-3 0 15,-2 0 6-15,2-5 2 0,0 0 3 16,0 0-2-16,-6 0-3 0,0-2-3 0,-7-9-2 16,7-5 0-16,0-7-2 0,0-1-1 15,6-3-1-15,0-2-2 0,0-2-2 16,0 4 1-16,6 0-3 0,4 1 1 0,3 5-1 16,-1-1 1-16,2 6-1 15,1 2 2-15,3 2-2 0,-3 4-1 0,1 3 0 16,1 4-1-16,2 1 0 0,3 0 2 15,-5 6-1-15,-1 2-1 0,-1 2 1 16,-3 1-2-16,-3-2 0 0,-5 5 0 0,-4 1 1 16,0 2-1-16,-13 4 1 0,1-2 1 0,-7-2 0 15,1 0 1-15,-3-3 0 16,0-4 0-16,1-1 1 16,1-2 0-16,0-4 1 0,7-2-1 0,0-1 0 0,-1 0-1 0,7 0 1 31,2 0 1-31,4 0-1 0,-4 0 3 15,4 0-3-15,0 0-1 0,-2 0 0 0,2 0 0 16,0 0 1-16,0 2-1 0,10 5 0 16,7 4 1-16,3 3-1 0,5-1 1 15,-4-1-2-15,-1 0 1 0,3-1 0 0,-2-2-1 16,-1 0 0-16,-7-3 1 0,1 1-2 16,-3-4 1-16,-3 1-1 15,-2 0-2-15,-2-2 2 0,3 4-1 0,-5-3 0 16,0 0-1-16,2 0-5 0,-4-3-6 0,0 0-8 15,0 0-13-15,0 2-18 0,0-1-40 16,2 1-79-16,-2-2-101 0</inkml:trace>
  <inkml:trace contextRef="#ctx0" brushRef="#br1" timeOffset="21032.41">26116 12324 638 0,'0'0'60'15,"0"0"-9"-15,0 0-16 0,0 0-7 0,0 0-7 16,0 0-7-16,0 0-3 0,0 0-4 15,0 0-1-15,0 0-3 0,21-93 1 16,-9 78-2-16,0 2-1 0,7-1 1 16,-4 3-1-16,-3 5-1 0,2 2 0 0,-3 0 0 15,1 4-1-15,1 2 1 0,-3 7-2 16,2 6 2-16,-8 3-1 0,-4 5 1 0,0 4-1 16,-10 2 1-16,-4 2 1 0,-5 1-2 15,-2 1 0 1,-3 0 0-16,1-1 1 15,-2-1-3-15,0-4 4 0,5-6-3 0,-5-2 1 16,10-7 2-16,-1-5-2 0,7-3 1 16,5-2 1-16,-6-2 0 0,6 0 2 15,-4 0-3-15,-3-3 1 0,5-4-1 0,-2-1-3 16,8-1 6-16,-4 0-5 0,4 0 3 16,0-2-1-16,0 2 0 0,0 0 1 15,10 1-1-15,-4 1 0 0,2 2 0 0,5 0-1 16,-1 5 1-16,7 0 0 0,-5 0 0 15,5 7-1-15,-5 2 0 0,-3-3 4 16,-5 4-5-16,0 4 5 0,-4-3-5 0,4 4 0 16,-4-5 1-1,3 0 1-15,-5-1-3 0,2-4-2 0,-2-1-3 0,4-3-13 16,-2 2-11-16,2 0-32 0,4-3-37 0,3 0-84 16,-1-6-96-16</inkml:trace>
  <inkml:trace contextRef="#ctx0" brushRef="#br1" timeOffset="21848.97">26058 12506 402 0,'0'0'49'0,"0"0"-11"0,0 0-4 16,0 0-6-16,0 0-1 0,0 0 3 15,0 0-4-15,0 0-3 0,0 0-1 16,4 6-7-16,5-2-1 0,3 3-5 16,-6-3-3-16,0-2-3 0,3 1-1 0,-3-3 2 15,6 0-3-15,1 0 1 0,-5 0-1 16,2 0-1-16,-4-2 2 16,-4 2-1-16,-2 0 1 0,5-3 1 0,1 2-1 0,-4-1 3 15,4 1-5-15,-6-4 1 0,2 2-2 31,2 0 2-31,-2 0-2 0,-2 3-2 16,0-3-3-16,4 0-9 0,-1 0-37 16,1 0-84-16,-4 3-138 0</inkml:trace>
  <inkml:trace contextRef="#ctx0" brushRef="#br1" timeOffset="22297.25">26507 12359 597 0,'0'0'52'0,"0"0"-7"0,0 0-13 15,0 0-10-15,0 0-8 0,0 0-1 0,0 0-4 16,-73 80 1-16,71-69-3 16,-2 0-2-16,4-1 1 0,0 1-4 0,0-1 2 15,4 2-4-15,2-2 1 0,3-1-1 16,-3-3 1-16,2-6-1 0,5 0 0 16,3 0 2-16,-1-8-5 0,-1-1 6 15,-4 0-6-15,-1 0 2 0,-3 3 2 0,-2-3-3 0,0-1 2 16,0 0 1-16,-2 1-1 0,-2-4 2 15,4 3-2-15,-4-1 0 16,-4 1 1-16,-2 2-1 0,2 0 1 0,0 5 2 16,2 1-5-16,-4 2 0 0,-1 0-2 15,-5 0-2-15,2 0-3 0,1 2-10 16,1 5-18-16,4 0-30 0,-2 2-59 0,6-4-126 0,0 1-15 31</inkml:trace>
  <inkml:trace contextRef="#ctx0" brushRef="#br1" timeOffset="22730.9">26653 12332 644 0,'0'0'41'15,"0"0"-6"-15,0 0-9 0,0 0-9 16,0 0-1-16,0 0-5 0,0 0-3 0,9 77-3 15,-9-65 0-15,0 0 0 0,0-1 0 0,0-1-1 16,4 1-1-16,-2-2 2 0,2 0-6 16,-2-4 5-16,2 3-3 0,-2-6 0 0,-2 1 0 15,4 2 0-15,-1-4-1 16,1 3 0-16,-2-3 0 16,0 2 0-16,4-3-3 0,0 0 0 0,5 0 5 0,3-8-4 15,-2-1 5 1,3-3-3-16,1-2-3 0,-1 1 2 15,-3-1 0-15,1 2 2 0,-5-2-1 0,-2 4 1 16,0-2-2-16,1 4 1 0,-7 4 0 16,2-1 1-16,-2 5 0 0,0 0 1 15,0 0 0-15,0 0-1 0,4 0 1 0,-4 0 0 16,0 0 2-16,-6 9 0 0,-1 6 1 16,1-1 1-16,0 1 0 15,0 2-2-15,6-6-1 0,-2 5 0 0,2-5-6 16,0-2 5-16,0 1-7 0,2-3 1 15,4 0-2-15,-2-4-7 0,4-1-12 0,1-2-21 16,1 0-22-16,2-7-38 0,1-1-44 16,-5-5-73-16</inkml:trace>
  <inkml:trace contextRef="#ctx0" brushRef="#br1" timeOffset="22963.17">27011 12219 689 0,'0'0'42'0,"0"0"-8"16,0 0-5-16,0 0-3 0,0 0-5 15,0 0-3-15,0 0-5 0,0 0-3 0,0 0-1 16,-6 93-2-16,4-66-1 0,-2 0-1 16,2 2-2-16,2 1-1 15,0 1 1-15,0 2-4 0,0 1 4 16,0-4-6-16,0-9 1 0,0-9-3 0,0-1-5 15,0-5-9-15,0 0-25 0,0 0-51 16,0-6-124-16,0 0-91 0</inkml:trace>
  <inkml:trace contextRef="#ctx0" brushRef="#br1" timeOffset="23243.08">26939 12450 680 0,'0'0'42'0,"0"0"-11"16,0 0-10-16,0 0-5 0,0 0-3 15,0 0-1-15,0 0-1 0,0 0-4 0,0 0-3 16,31-34-1-16,-17 27-3 0,5-1 1 16,1-1-1-16,-1 2 0 0,2-1-1 15,4 2 1-15,-7 0-2 0,3-2 0 16,-1 2-1-16,-3 2-3 0,-2-1-5 15,-7 2-11-15,-2 1-21 0,0 1-25 16,-6 1-42-16,0-1-74 0,0 1-81 16</inkml:trace>
  <inkml:trace contextRef="#ctx0" brushRef="#br1" timeOffset="27263.1">1790 14208 618 0,'0'0'40'0,"0"0"6"0,0 0-1 16,0 0-14-16,0 0-7 0,0 0-7 0,0 0-3 16,0 0-3-16,0 0-4 0,0 0-2 15,-14-57-3-15,14 57 1 16,8 8 1-16,2 9 2 0,5 7-1 0,3 3 2 16,-3 1 0-16,-3-4 0 0,1-1 1 15,-1-5-3 1,0-5-1-16,3-1 0 0,3-2-5 15,3-4 1-15,-2-3-2 0,1-3 1 0,5 0 4 16,2-9-1-16,0-6 1 0,4-8-3 16,6-6 2-16,5-8-1 0,7-5 1 15,5-6-2-15,4-4 2 0,2-1-2 16,2-2 1-16,-9 1 0 0,3 0-6 16,-8 2 3-16,-3 6-4 0,-1 5 4 0,-9 4 3 15,-4 9-1-15,-10 5 0 0,-3 9 0 0,-10 6 0 16,-3 5 0-16,-5 3 0 0,0-1 0 15,0 1-1-15,2 0 2 0,-2 0-2 16,0 0 0-16,4 0 0 0,-4 0-3 16,0 0 0-16,0 0-3 0,0 0-19 15,0 12-48-15,0 3-220 0,-6 7-32 0</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4:50:08.909"/>
    </inkml:context>
    <inkml:brush xml:id="br0">
      <inkml:brushProperty name="width" value="0.05292" units="cm"/>
      <inkml:brushProperty name="height" value="0.05292" units="cm"/>
      <inkml:brushProperty name="color" value="#002060"/>
    </inkml:brush>
    <inkml:brush xml:id="br1">
      <inkml:brushProperty name="width" value="0.05292" units="cm"/>
      <inkml:brushProperty name="height" value="0.05292" units="cm"/>
      <inkml:brushProperty name="color" value="#C00000"/>
    </inkml:brush>
  </inkml:definitions>
  <inkml:trace contextRef="#ctx0" brushRef="#br0">2067 15508 432 0,'0'0'56'15,"0"0"-11"-15,0 0-4 0,0 0-5 16,0 0-4-16,0 0-5 0,0 0-10 0,0 0-5 16,0 0-7-16,-27-21 0 0,23 21-5 15,4 0-3-15,0 1 2 0,4 15 0 16,5 8 2-16,5 10 1 0,5 2 1 16,5 0-1-16,-3-2 0 0,4-4 2 15,0-6 2 1,-3-4 3-16,3-5 3 0,0-6 3 15,6-7 3-15,-4-2 3 0,2-11-2 0,2-9-2 16,2-8-3-16,4-10-4 0,-2-6-3 16,7-6-1-16,-3-4-2 0,0 1-6 15,0 2 3-15,3 2-4 0,-5 2 2 16,2 3 3-16,-6 2-5 0,0 2 3 0,-2 4-3 16,-4 5 2-16,-4 6 1 0,-6 3 1 15,-1 10 0-15,-8 4-1 0,-3 6-1 0,-5 2 1 16,0-2-1-16,0 2 0 0,0 0 0 15,0-1-2-15,2 1-3 0,-2-2-5 16,0 2-11-16,2 0-19 0,8 3-49 16,-2 8-138-16,9-2-64 0</inkml:trace>
  <inkml:trace contextRef="#ctx0" brushRef="#br1" timeOffset="6848.02">24220 13564 350 0,'0'0'63'0,"0"0"-5"16,0 0-6-16,0 0-6 0,0 0-5 0,0 0-6 15,0 0-5-15,0 0-8 16,0 0-4-16,-10-9-5 0,10 9-5 0,-2-2-2 16,2 2-4-16,0 0 0 0,0 0 0 0,0 2-1 31,0 8 1-31,2 5-1 0,8 5 0 15,-1-1 1-15,3-3 0 0,3-1 2 16,3-1 0-16,3-3 2 0,4-2 0 16,-1-3 0-16,3 0-2 0,-2-1-1 0,-2-2-1 15,2 1-1-15,-9-1 0 0,-1 0 1 0,-3 0-1 16,-4 1 0-16,3-2 0 16,-9 0 0-16,4-1 0 0,-6-1 1 15,0 0-1-15,0 0 0 0,0 2 1 16,2-2-1-16,-2 1 1 0,4-1 1 0,-4 2 1 0,0-2 1 15,0 1-2-15,0-1 0 16,2 2-1-16,-2 3 1 0,-2 4-2 0,-10 1 1 0,-3 5 0 16,-3 3-1-16,-1 1 3 15,-6 4-4-15,3 1 4 16,-7 2-5-16,2-1 1 0,0-2 1 0,2-3-1 16,11-6 1-16,1-7 0 15,7-1-3-15,4-2 0 0,-2-2-1 16,-2 1-2-16,6-3-7 0,0 0-19 15,0 0-32-15,0 0-57 0,0 2-105 0,0-2-66 16</inkml:trace>
  <inkml:trace contextRef="#ctx0" brushRef="#br1" timeOffset="8199.19">22426 13840 238 0,'0'0'56'16,"0"0"-8"-16,0 0 1 0,0 0-3 15,0 0-5-15,0 0-5 0,0 0-4 16,0 0-3-16,0 0-6 0,-18-12-4 16,18 12-3-16,-2-2-5 0,2 2-2 0,-5-1-2 15,5 1 1-15,-2 0-3 0,2-2 1 0,-4 2-1 16,4 0 0-16,0 0 1 0,-2-1 1 15,2 1 3-15,0 0 0 0,0-1-1 16,0-1-1-16,6 1-2 0,3-3-1 16,1 3-2-16,-6-1-1 0,8 2-1 15,-5 0-1-15,5 0 0 0,3 0 0 0,-3 0 0 16,7 2 1-16,-3 1-1 0,1-1 2 0,7 1 0 16,1-2 1-16,0-1 2 0,2 0-1 15,0 0 1-15,4 0-2 0,-4 0 0 31,0-3-1-31,-1 2-2 0,3-1 0 0,-12 0 1 16,6 2-1-16,-7 0 0 16,-3 0 3-16,5 0-4 0,-3 2 1 0,-3 0 1 15,7 1-1-15,-1-1 0 0,1 3 2 0,4-2-2 16,-1 0 0-16,1-1 0 0,2-2 0 16,0 0 1-16,-1 0 0 0,3 0 0 15,0 0 0-15,0 0 1 0,2 0-1 16,-2-2 0-16,-6 1 0 0,-3-1-1 0,3 2 0 15,-3 0-1-15,-5 0 1 0,5 0 1 16,-7 0-1-16,1 0 0 0,1 0 0 0,-3 0 0 16,2 0 0-16,-1 0 0 0,7 3 0 15,-1 2 5-15,3-1-5 0,5 3 5 16,-10-5-4-16,3 0 0 0,3-2 0 16,0 0-5-16,10 0 5 0,-4-3-5 15,-3 0 4 1,1 1 0-16,-4 1 0 0,-7-1 0 15,5 2 1-15,-7 0-1 0,3 0 3 0,-3 0-3 16,1 0 0-16,1 0-1 0,-2 0 0 16,1 0 1-16,-1 0-2 0,1 0 8 15,-1 0-6-15,7 0 1 0,-3 0 3 16,3 2-3-16,-1-1 1 0,-5-1 0 0,1 0-3 16,5 2 2-16,-7-2-1 0,9 0 4 15,-9 0-3-15,1 0-4 0,5 0 4 0,-5 0-6 16,3 0 5-16,-3 0 0 0,-1-2 0 15,7 1 0-15,-7-1 1 0,3 0-1 16,-3 1 1-16,-4 1-1 0,9-1 2 16,-15 1-2-16,10-2 0 0,-8 2 0 15,1-1 0-15,1 1 0 0,-6 0-2 0,4-2 4 16,2 2-2-16,0 0 0 0,3-1 3 0,1 1-2 16,-8 0 0-16,4 0 0 0,-6 0 0 31,6-2-1-31,1 2 1 0,-5-1 0 15,4 1 1-15,-6 0-1 0,0-2 2 0,0 2-1 16,4 0-1-16,-4-2 1 0,2 2-2 16,-2 0 2-16,4-1-2 0,-4 1 1 15,2 0-1-15,-2 0-1 0,4 0-1 0,-4 0 2 16,2 0-2-16,-2 0 1 0,0 0-1 16,0-2-2-16,5 2-3 0,-5 0-7 15,0 0-17-15,0 0-37 0,0 0-95 16,0 0-130-16</inkml:trace>
  <inkml:trace contextRef="#ctx0" brushRef="#br1" timeOffset="12399.1">24981 11440 300 0,'0'0'51'16,"0"0"-6"-16,0 0-5 0,0 0-8 16,0 0-7-16,0 0 0 0,0 0-1 15,0 0-1-15,0 0 2 0,4-10-2 0,-4 8 0 16,0 2-4-16,0-2 1 15,0 2-4-15,0-1 1 0,0 1-3 0,0-2-2 16,0 2-1-16,0 0-3 0,0-1-1 0,0 1-1 16,0 0-3-16,0-1 1 0,2 1-2 15,-2 0 0-15,2 0 0 0,5-2 0 16,-1 2 1-16,6 0 0 0,7 0 0 0,-7 0 0 31,9 0-1-31,-2 0 0 0,-1 0-1 16,9 0 0-16,-6 2 0 0,3-1 2 15,-3 2-1-15,4-2 3 0,0 1-3 0,4 0 0 16,0-2 0-16,-7 0-1 0,7 0 1 16,-6 0-1-16,2 0 1 0,0 0-1 15,-1 0-1-15,-3 1 2 0,0 1-2 16,-1 0 0-16,3-1 1 0,-8 0-1 0,-1 2 1 16,5 0 1-16,1-1-2 0,5 1 1 15,0 0-1-15,0-1-3 0,-2-2 3 0,6 0 1 16,-3 0 0-16,1 0 1 0,0 0-1 15,4 0-2 1,0 0 2-16,-2-2 0 0,2-1 0 0,0 1 3 0,-4 1-4 0,4 1 0 16,-8-2 0-16,2 2-1 15,-1 0 1-15,-5 0-1 0,-3 0 1 0,3 0 1 16,4 0-1-16,0 0 1 0,-7 0-1 0,1 0 0 16,5 0 1-16,-1 0-1 0,6 0 0 15,0 0 2-15,-2 0 0 0,1 0 0 31,3 0 0-31,-2-3 0 0,0 2-1 0,4-1 1 16,-2 2-1-16,2-1 0 0,-4 1-1 16,4 0 0-16,0-1 0 0,-4-1 0 15,-2 2 0-15,-9-2-1 0,7 2 1 0,-2-1 0 16,-3 1 0-16,9-2 1 0,-8 0-1 16,1 2-1-16,-1-1 1 0,-7-1 0 15,9 2 0-15,0 0 2 0,-9 0-1 16,7 0-1-16,-7 0-1 0,1 0 0 0,-1 0 1 15,-8 0 0-15,2 0 1 0,-2 0-1 16,3 0 0-16,-1 0 1 0,0 0-1 0,-6 0 2 16,0 0-2-16,6 0 0 0,0 0 0 15,1 0 1-15,-3 0-1 0,-4 0 0 16,0 0 0-16,0 0-1 0,0 0 2 16,4 0-1-16,-4 0 1 0,2 0-1 15,-2 0 0-15,4 0-1 0,-4 0 1 0,0 0 0 31,2 0 0-31,-2 0 1 0,4 0-2 0,-2 0 1 16,-2 0 0-16,4 0-1 0,-4 0 1 16,3 0-2-16,-3 0-2 0,4 0-3 15,-4 0-6-15,2 0-10 0,-2 0-23 16,0 0-36-16,0 0-85 0,0-1-120 0</inkml:trace>
  <inkml:trace contextRef="#ctx0" brushRef="#br1" timeOffset="13164.69">26753 11237 557 0,'0'0'55'0,"0"0"-9"15,0 0-8-15,0 0-6 0,0 0-9 0,0 0-4 16,0 0-2-16,0 0-3 0,0 0-1 16,-7-6-2-16,5 6-5 0,2-2 1 15,0 2-1-15,0 0 0 0,0 0-1 16,0 0 1-16,2 0-1 0,3 0 2 15,3 2-2-15,8 4-1 0,-1 0 0 0,3 3 1 16,1 0-4-16,-2 2 3 0,1-1-4 0,5 0 1 16,-6-1-3-16,1 1 2 0,1 0 1 15,-1-2-2-15,1 0 2 0,-9-1-1 16,7 0 0-16,-5-1 1 0,-4-3-2 16,7 1 2-16,-9 0 0 0,0-3-1 0,5 1 1 15,-5-1 1-15,0-1-1 0,-2 1 1 31,-4-1 0-31,4 0-2 0,3 0 2 0,-5 0-1 16,4 0 1-16,-6 0-1 0,0 0 0 16,0 0 0-16,4 0-2 0,-4 0 2 15,2 0 0-15,-2 0 1 0,4 0-1 16,-4 0-1-16,0 0-1 0,2 0 1 0,-2 0 0 16,0 0 0-16,0 0-1 0,0 0 1 15,4 0-1-15,-4 0 1 0,0 0-1 0,0 0 1 16,-6 8 0-16,-6 3-1 0,-5 5 1 15,1 4 0-15,-7 5 0 0,2 2 0 16,-6 6-2-16,1 2 2 0,-5 2 0 16,4-1 0-16,2-1 2 0,4-3-1 0,-2-5-2 15,7-1 3-15,-1-5-3 0,5-3 1 16,2-5 0-16,3-3 0 0,1-2 1 0,2-5 0 16,4 0-2-16,0-3 3 0,-2 0-2 15,2 0 0-15,0 1 3 0,0 1-3 31,0-1 2-31,-4 1-3 0,4 0 1 16,0-2 1-16,0 1-1 0,0-1 3 16,0 0-3-16,0 2-1 0,0-2 1 0,0 0-2 15,0 0-1-15,0 0-2 0,0 0-6 0,0 0-8 16,0 0-20-16,0 0-51 0,0-11-195 16,0 0-35-16</inkml:trace>
  <inkml:trace contextRef="#ctx0" brushRef="#br0" timeOffset="18050.2">22693 14303 421 0,'0'0'47'0,"0"0"-3"0,0 0-8 15,0 0-7-15,0 0-2 0,0 0-2 16,0 0-1-16,0 0 0 0,0 0-5 0,-15 0-2 16,15-1-3-16,-4 1-1 0,4 0-1 15,0 0-1-15,-2 0-2 0,2 0-1 0,0 0-1 16,0 0 0-16,-4 0-1 0,4 0-2 15,0 0 1-15,0 0-2 0,-2 0-1 16,2 0-1-16,0 0-1 0,0 0 0 0,0 0 0 16,0 0 0-16,8 0 0 0,3 3 1 15,1 1 0-15,2 1-1 0,-1-4 1 16,8 1-1-16,-3-2 0 0,1 0 0 0,3 0 2 16,1-3-1-16,-2 0-1 0,0-3 1 15,-3 1-2-15,-5 0 1 0,1 0 0 31,-2 1 0-31,-1 1 0 0,-1 2 1 0,-4-1-1 16,1 2 1-16,-7 0-2 0,0 0 1 16,0 0-1-16,0 0 1 0,4 0 1 15,-4 0-1-15,2 0 0 0,-2 0 0 0,4 0 0 16,-4 0 1-16,2 0 1 0,-2 0-2 16,4 0 0-16,-4 0 1 0,2 0-1 15,-2 0 1-15,0 0 0 0,4 0 1 16,-4 0-1-16,0 2 0 0,0-1 0 0,0 7 1 15,0 3 1-15,-4 4-1 0,-4 5 0 16,-2-2-1-16,-3 2 0 0,3 0 0 0,-7 4 0 16,3 0 1-16,-1 2-1 0,-3 1 5 15,-1 0-5-15,0 4 3 0,-5-2-3 16,7-1-2-16,-6 0 2 0,5-4 1 0,1-4 1 16,5-5 1-1,2-5 0-15,1-3-1 16,7-4 0-16,-2-1-2 0,4-2 1 15,0 0 0-15,0 0-1 0,-2 2 1 0,2-2 1 16,-4 1-5-16,4 1 2 0,-2-2 0 16,2 2 0-16,0-2 0 0,0 1 0 15,0 2 0-15,8 0 0 0,0 2 0 16,9-1-1-16,1 0 1 0,-1-1 0 0,0-1 0 16,1 0 0-16,-3-1 0 0,-3 1 0 15,7-2-1-15,-9 0 1 0,2 0 0 0,5 0-1 16,-5 0 1-16,-3 0 0 0,3 1-2 15,0 1 3-15,-10 0-1 0,5-1 0 16,-7-1 0-16,0 0 0 0,0 0 0 16,0 0-1-16,4 2 0 0,-4-2 1 0,2 0-2 15,-2 0-1-15,4 1-7 0,-4-1-11 16,4 0-21-16,0-1-42 0,2-6-95 0,3 1-122 16</inkml:trace>
  <inkml:trace contextRef="#ctx0" brushRef="#br0" timeOffset="18481.91">23146 14643 622 0,'0'0'28'0,"0"0"-1"0,0 0-6 15,0 0-5-15,0 0-3 0,0 0-1 0,0 0 1 16,-25 96-1-16,23-73-1 0,-2-1-1 0,1 3 0 16,3-1-2-16,0 2 3 0,7-2-3 15,-1 0 0-15,2-1-4 0,-2-8-1 16,1-3-1-16,-1-4-1 0,2-2 0 16,-2 0 0-16,0-4 0 0,3-1-1 0,3-1 0 15,5-3-2-15,-1-8 2 0,3-1 0 31,-7-4 0-31,1-1 0 0,-1-2 0 0,-6 4 1 16,-4 0 1-16,2-3-1 0,-4 1 1 16,0-5 0-16,-6 0 0 0,0 3-2 15,-6-1 1-15,-3 2 0 0,3 1 2 16,-1 3-1-16,1 4 0 0,6 4-1 0,4 3-1 16,-3 0 1-16,5 3-2 0,-2-2-1 15,2 2 1-15,-4 0-4 0,2 0 0 0,-2 0-1 16,-2 2-5-16,0 5-10 0,6-2-25 15,0 4-38-15,0 0-94 0,0-3-115 16</inkml:trace>
  <inkml:trace contextRef="#ctx0" brushRef="#br0" timeOffset="18947.27">23437 14623 688 0,'0'0'39'0,"0"0"-9"0,0 0-11 0,-19 81-3 15,13-60-7-15,4 1-3 0,-2-7-2 0,2 3 1 16,2 0-2-16,0-1 1 0,0 5 0 16,6-3-1-16,-4-6 0 0,4 0 1 15,3-3-1-15,-3-4 1 0,0 2 0 16,0-5-1-16,5-1-1 0,-3-2 0 15,4 0 1-15,-3 0-3 0,7-2 1 0,-6-6-1 16,7-1 0-16,-5-3 0 0,-3 0 0 0,-3 1-1 16,2-1 1-16,-2-1 0 0,-2-3 0 15,5-2 0-15,-5 4 1 0,-2-2 0 16,2-2 1-16,-4 5-1 0,2-6 1 16,-2 8-1-16,0 5 1 0,0 0 1 0,0 6-1 15,0-2 2-15,0 2-1 0,0-1-2 31,4 1-1-31,-4 0 0 0,0 1-1 0,0 16 3 16,0 6-1-16,0 6 1 0,0-2-1 16,0-1-2-16,0-2 2 0,2-1 0 15,5-2-1-15,-1-4 1 0,0-5-2 16,0-5-2-16,-4-4 0 0,2 2-2 16,3-5-7-16,5-1-9 0,2-9-22 0,5-4-35 15,-5-4-54-15,-1 0-107 0,-1-3-45 0</inkml:trace>
  <inkml:trace contextRef="#ctx0" brushRef="#br0" timeOffset="19148.49">23803 14559 729 0,'0'0'40'0,"0"0"-6"0,0 0-8 16,0 0-6-16,0 0-7 0,0 0-4 15,4 89-3-15,-4-65-2 0,0 0-2 31,0-5-1-31,0-3 0 0,0 1-3 16,0-5 0-16,6 3-4 0,-4-4-4 0,-2-7-17 16,4 6-27-16,-2-6-65 0,-2 1-143 15,5 1-44-15</inkml:trace>
  <inkml:trace contextRef="#ctx0" brushRef="#br0" timeOffset="19298.29">23770 14783 792 0,'0'0'26'16,"0"0"-11"-16,0 0-6 0,0 0-6 0,0 0-2 0,0 0-3 15,0 0-6-15,0 0-3 0,0 0-15 16,64-90-22-16,-43 70-46 0,-3-1-149 16,1 2-48-16</inkml:trace>
  <inkml:trace contextRef="#ctx0" brushRef="#br0" timeOffset="20898.53">25643 11717 581 0,'0'0'54'0,"0"0"-8"16,0 0-11-16,0 0-9 0,0 0-8 0,0 0-6 16,0 0-4-16,0 0-2 0,0 0 3 15,0 0 1-15,-21 42-1 0,21-10-2 0,0 2 3 16,0 1-4-16,0-2 1 0,0-1-4 15,0-10-2-15,0-2 0 0,0-7 1 16,0-6-1-16,0-1 3 0,0-6 2 0,0 0 2 16,0 0 1-16,0 1 0 0,0-1-1 15,-6 0-2-15,2-3 0 0,-5-8 2 16,1-4-3-16,-2-4 0 0,8-2-1 0,-5-4-4 16,7 1 3-16,-4-4-5 0,4 5 4 31,0-2-2-31,7 3 0 0,3 2 1 15,2 3-2-15,3 2 1 0,-1 4-1 16,5 3 0-16,2 4-1 0,3 2 1 16,1 2-1-16,-4 0 1 0,4 5 0 0,-7 3-3 15,-3 1 1-15,-3 3-1 0,0-4 3 0,-5 3-1 16,-5-1 2-16,-2 2-2 0,0 5 1 16,-9-1 4-16,-3 5-5 0,-4-5 2 15,1-2 0-15,1-6 1 0,-3 0 0 0,7-4 3 16,-3-1-4-16,1-1 1 15,0 0 0-15,5-2 1 0,1 0-1 0,6 0 2 16,0 0-1-16,0 0-2 0,-2 0 0 0,2 1-3 31,-4-1 3-31,4 0-1 0,0 3 1 0,4 3 1 16,6 2-1-16,7 1 0 0,2 2 0 0,1-4 0 0,1 2 0 0,-3-1 0 31,3-2 0-31,2 0-1 0,-13 0 1 0,7-1-1 0,-9-1 1 0,-2 0-2 31,5 1 1-31,-7 0 0 0,2 1 0 0,0 0 0 16,0 2-3-16,-2-6-6 0,-2 3-3 16,-2-2-9-16,5 2-5 0,-3-1-14 15,2 1-31-15,-4-5-53 0,0 5-118 16,0-1-41-16</inkml:trace>
  <inkml:trace contextRef="#ctx0" brushRef="#br0" timeOffset="21598.12">25998 11920 487 0,'0'0'60'16,"0"0"-10"-16,0 0-4 0,0 0-8 0,0 0-7 31,0 0-6-31,0 0-3 0,0 0-4 16,0 0 1-16,0 0-4 0,0 9-3 15,6-12-2-15,3-9-2 0,1-6-3 16,0-2-4-16,1-1 4 0,-3-4-5 16,2 3 6-16,-4-1-2 0,1 2-1 0,-3 5 1 15,0 0-1-15,-2 5-1 0,-2 5 0 0,4 0-1 16,-4 6 0-16,0-2 0 0,0 2 0 15,0-1-2-15,0 1 1 0,0 0-1 16,2 11 0-16,-2 8 1 0,4 6 1 16,-2 2-1-16,-2 2 0 0,5 0 3 0,-3-2-4 15,-2-6 5-15,4-3-3 0,-4-7-1 16,2 0 0-16,-2-1-1 0,4-5 0 0,-4-1 0 16,0-4-1-16,0 0-3 0,0 0-2 15,0 2-9-15,2 0-11 0,-2-1-22 31,0 1-24-31,0 2-38 0,0 1-56 0,-8 2-102 16</inkml:trace>
  <inkml:trace contextRef="#ctx0" brushRef="#br0" timeOffset="21847.75">25998 12037 569 0,'0'0'53'16,"0"0"-4"-16,0 0-9 0,0 0-8 15,0 0-7-15,0 0-4 0,0 0-5 0,0 0-5 16,0 0-2-16,8 6-5 0,15-6-1 0,0-3-1 16,4-2-1-16,2-1-1 0,-7 0-2 15,7 2 2-15,-12 1 0 0,-1 1-1 16,-3 0 2-16,-7 2-2 0,4 0-1 16,-3 0 0-16,-3 0-1 0,4 0 1 15,-8 0-1 1,4 0 0-16,-2 2-2 0,2 0-4 15,-2 1-13-15,-2-3-25 0,0 0-33 0,0 0-79 16,0 1-120-16</inkml:trace>
  <inkml:trace contextRef="#ctx0" brushRef="#br0" timeOffset="22363.72">26364 12114 693 0,'0'0'50'0,"0"0"-15"0,0 0-10 15,0 0-7-15,0 0-6 0,0 0-4 0,0 0-2 16,0 0-2-16,0 0 1 0,0 0 0 0,10 25-1 16,-8-3 1-16,-2 3 0 0,0 2-1 15,0-1-1-15,0 0 1 0,0-2-1 16,0-8 0 0,5 0 0-16,-3-5-1 0,2-7-1 0,-2 2-1 0,4-5 1 0,4-1-4 15,1 0 3-15,5-3-2 0,5-9-1 31,-2-1-5-31,-5-4-7 0,3-1-12 0,-7-2-17 16,0 6-31-16,-4-2-49 0,-4 5-99 16,-2-4-57-16</inkml:trace>
  <inkml:trace contextRef="#ctx0" brushRef="#br0" timeOffset="22531.19">26432 11985 667 0,'0'0'41'0,"0"0"-16"0,0 0-15 0,0 0-8 16,0 0-5-16,0 0-8 0,0 0-26 15,0 0-49-15,0 0-91 0,0 0-103 16</inkml:trace>
  <inkml:trace contextRef="#ctx0" brushRef="#br0" timeOffset="23082.47">26432 11985 718 0,'110'122'43'0,"-108"-96"-15"0,-2-4-7 16,4-1-6-16,-4 1-4 0,2-7-3 15,0 0 0-15,-2-4-2 0,4 0-2 16,-2-1 1-16,-2-5 0 0,0 1 1 0,0-6 3 15,0 0-3-15,0 0 1 0,0 1-1 16,4 0-1-16,-4 1 1 0,0 0-1 0,0-1-1 16,0 1 0-16,0-1-1 0,0 1 2 15,0 0-3-15,0-1 1 0,0-1-1 16,3 0-1-16,-3 1 3 16,0-1-1-16,0 0 1 0,6-7-3 0,0-8 0 0,0-5-3 31,7-2 3-31,-1 2-1 0,0-5 0 15,3 4 0-15,-3 0 0 0,3 2 0 0,-5 6 0 16,-2 2-1-16,3 4 1 0,-9 3-5 16,4 1 3-16,-6 3 1 0,2 0-1 15,8 2 2-15,-1 7 0 0,1 0-3 16,-4 5 3-16,-4 4 0 0,2 2 0 0,-4 7 4 16,2-1-4-16,-2-2 1 0,2-6-2 15,3-1-1-15,-5-7 2 0,2 0-2 0,2-1 2 16,-2-4-1-1,-2-1 1-15,0-4 2 0,4 2-2 0,-2-1 1 0,2 0-1 16,2 2 1-16,-4-3-1 0,3 0 0 16,3-3 0-16,4-4 0 0,-6 1 0 0,7-5-1 15,-7 3 1-15,0 1 0 0,-2-5 0 16,3 3-1-16,3-3-1 0,-8-2-4 0,4 5 0 16,-2-6-5-16,-4 6-6 0,2 4-8 31,-2-5-18-31,5 5-41 0,-3-1-91 15,-2 1-126-15</inkml:trace>
  <inkml:trace contextRef="#ctx0" brushRef="#br0" timeOffset="23631.4">26478 11832 552 0,'0'0'52'0,"0"0"-4"0,0 0-10 15,0 0-6-15,0 0-8 0,0 0-5 16,0 0-6-16,0 0-2 0,0 0-5 16,0 0 0-16,-4-32 1 0,4 32 2 0,-2 0-1 15,2 5 0-15,0 7 2 0,0 0-6 0,0-1 7 16,0-1-8-16,0-5 1 0,0 0-1 15,0-5 0-15,2 0-1 0,8 0-1 16,2-5 0-16,3-4-4 0,-7 1 2 16,-2-2-2-16,0 0 4 0,-6 0-1 0,5 0 1 15,-5 0 0-15,0 0 1 0,-5 0 1 16,3 1 0-16,-8 1 0 0,4 1 0 0,0 4 0 16,4 0 0-16,-5 3 2 0,1 0 0 15,-6 0 0-15,4 1 1 0,-3 6 0 31,7-2 0-31,0-2-2 0,2 2-2 0,2-5-3 16,0 5 1-16,0 1-2 0,0-2-3 16,0 5-10-16,8-4-19 0,0 0-76 15,-1 0-196-15,-1-3-19 0</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6:12:12.46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20593 16173 129 0,'0'0'14'0,"0"0"-2"16,0 0 0-16,0 0-4 15,0 0 1-15,0 0-1 0,0 0-1 0,0 0 3 0,0 0 2 0,0 0 5 31,84-17 0-31,-71 13 1 0,3-1 2 0,1 2-5 16,1-1-2-16,7 0-1 0,-10 0-8 16,3 3 3-16,3-1-2 0,2 2-1 15,0 0 1-15,1 0 0 0,1 0-4 16,0 0 1-16,-2 0 3 0,-1 0-3 0,1 0 5 16,-6 0-3-16,-1 0 1 0,3-3 2 15,-7 2-3-15,9-2 2 0,-9 1 0 0,1 1-2 16,-1-1 0-16,1 2-2 0,-1-1 0 15,-10 1-1-15,10-2 1 0,-5 2 0 16,1 0-2-16,4 0 0 0,-1 0 0 16,1 0 0-16,-6 0 0 0,0 0 0 0,-4 0 0 15,5 0 1-15,-1 0 2 0,0 0 1 16,-6 0-1-16,2 0 0 0,4 0 3 0,1 0-3 16,-1 0 1-16,-2 0-2 0,0 0-2 15,2 0 0-15,0 0 1 0,1 0-2 31,-1 0 1-31,6 0 1 0,1 0-2 16,-5 0 1-16,4 0 2 0,1 0 3 16,-1 2 3-16,0-2 0 0,7 0 1 0,-2 0 1 15,5-7-3-15,-3 3 1 0,-5-2-3 0,5 0 0 16,0 0-2-16,1 1-3 0,-1-1 0 16,2 3 0-16,-1 0 0 0,-5 0 0 15,3 0 1-15,-1 1-2 0,-5-1 2 0,-1 2 0 16,-1-1 0-16,-4 2 3 0,-4-1-2 15,4 1 2-15,-6 0 0 0,0-1 3 16,0 1 0-16,5 0-1 0,-5 0 0 0,2-2-1 16,-2 2-3-16,4 0 1 0,-4-2-2 15,2 2-1-15,-2-1 0 0,0-1-3 16,0-2 1-16,-6-4-3 0,-7 0 0 16,-5 1-4-16,-5 1-4 0,-2 3-3 15,-8 1-7-15,-4 2-11 0,-2 0-9 0,-5 0-16 31,-3 0-4-31,-5 3 2 0,0 0 16 0,-6-1 20 16,-2 1 12-16,-2-3 15 0,2 2 7 16,3-2 6-16,-1 0 10 0,6 0 7 15,4 0 1-15,5-2 3 0,4 2-2 16,4-5-7-16,6 1-3 0,2 1-2 16,8 0-6-16,5 0-1 0,5 1-1 0,3 1-4 15,2 1 1-15,4 0-4 0,-2-2-2 0,2 2-2 16,0 0-1-16,0 0-1 0,0-2 5 15,0 2-2-15,12 0 0 0,5 0 4 16,8 0-3-16,6 0 2 0,2 0 3 16,6 0-3-16,5 0 0 0,13-1 0 15,3 1-3-15,7 0-2 0,5-1 0 0,2-1-1 16,5-1 0-16,1 0 1 0,7 0 0 0,-2-2-1 16,0 1-1-16,-5-2-1 0,3 1-2 15,-6 1 3-15,-3-4 1 0,0 1 2 31,-5 1 0-31,1-1-1 0,0 2 3 16,0-2-2-16,1 1 0 0,1 2 1 16,-2-1-4-16,3 0 1 0,-7 2-1 0,4 1-3 15,-6 0 2-15,-4 1 0 0,-2 1 2 0,-6 0 0 16,-5 0-1-16,-1 0 2 0,-7 0-2 16,-2 0 1-16,-4 0 0 0,0 1 1 15,-2 1-1-15,-4 0-1 0,0-2 2 16,2 2-2-16,-10-2 1 0,-3 1-1 15,-3-1-1-15,-7 0 1 0,4 0-2 0,-10 0 1 16,0 0-3-16,0 0-5 0,0 0-2 0,0 0-10 16,0 0-7-16,-16 0-29 0,-9 0-49 15,-10 3-130-15</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6:12:12.96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20599 16237 265 0,'0'0'32'0,"0"0"-3"0,0 0 2 0,0 0-2 16,0 0-7-16,0 0-3 0,0 0-6 15,0 0 2-15,0 0 1 0,-31 1 1 16,74-1 2-16,11 0-3 0,10-2-3 0,13 0 1 16,5-4-1-16,9 0 1 15,6 0 3-15,3-2-5 0,5 1-2 0,5-1-4 16,-1 1-1-16,3 0-1 0,4 3 1 0,-1-2 2 16,7 0 1-16,2-2 5 0,6 0-2 15,5 2 0-15,3-1-1 0,5-1-1 31,4 1-2-31,-3 0-3 0,5 1 0 16,-2 2-3-16,-2 1-1 0,-5 0 2 16,-1 0-4-16,-9 1 3 0,-2 2-1 0,-4 0-1 15,-8-1 1-15,-4 1 1 0,-5-2 0 0,-6 2-1 16,1 0 1-16,-5 0-1 0,-4 0 0 16,-2 0 2-16,4-1 0 0,-4-2-2 15,0 1 3-15,-2-1-2 0,-3 0 0 16,-1 0 0-16,-6-1-2 0,-5 0-1 0,-8 1 0 15,-6 0-1-15,-4 0-1 0,-8 1-3 16,-5-2-4-16,-8 4-4 0,0-1-5 0,-8 1-12 16,-8 0-13-16,-9 0-25 0,3 0-45 15,-7 0-131-15</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6:12:13.56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22004 16328 479 0,'0'0'13'0,"0"0"-5"16,0 0-3-16,0 0 2 0,0 0-3 0,0 0-1 16,112-53-2-16,-66 47 1 0,5-2 1 15,7 1 0-15,6 1-2 0,9-2 6 31,5-1 1-31,11 0 6 0,8 0 6 0,7-2-2 16,5-1 0-16,3 1-5 0,3-1-6 16,-1 1-2-16,2 2 0 0,0 0 1 15,-5 2-3-15,9-1 0 0,-8 4-1 0,4-3 0 16,-5 4 1-16,5-4 1 0,0 2-2 16,4-2 0-16,2 1 1 0,2-2 0 15,6-1 0-15,4 0 1 0,3-2-1 16,-3 1-1-16,2-1-1 0,-3 0 0 0,-3 1-1 15,-4-1 0-15,-6 2 2 0,-6 1-2 16,-5 3 1-16,-8 1 0 0,3 4 1 0,-3 0 2 16,-2 0 0-16,-2 0 1 0,1 2 0 15,3 1 0-15,-4-1-1 0,0-1 0 16,0-1-2-16,-6 0-1 0,-6 0 1 16,-4 0-1-16,-5-1 0 0,-6-2-2 15,-10-2 1-15,-4 0 0 0,-10 2-2 0,-7-1 3 31,-10 1-6-31,-6-1-4 0,-7 3-5 0,-5-1-8 16,-5 1-19-16,0 1-32 0,-6 0-59 16,0-1-132-16</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6:12:14.21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22344 15999 483 0,'0'0'46'0,"0"0"-13"15,0 0-12-15,0 0-7 0,0 0-5 16,0 0-3-16,0 0-1 0,121-62-1 0,-67 52-3 15,8 1 1-15,9 0-1 0,7 0-2 16,3 2 4-16,8-1-5 0,10 2 4 0,2-2-1 16,4 2 0-16,11-1 5 0,2-1-1 15,4 1 4-15,6-3 0 0,4 1-1 16,5-2 4-16,3 1-3 0,9-2 3 16,0 0-1-16,2-1-3 0,2 0-2 0,0-3-3 15,2 3 1-15,4-2-2 0,-6-2 0 31,6 0-2-31,-4-1 1 0,0 1-1 0,-2-1 2 16,0 1-2-16,-4-1 0 0,0 3-1 16,0 0-1-16,-7 0 0 0,1 3 0 15,-6 0 0-15,-7-1 1 0,-6 3-1 16,-6 1 2-16,-9 1-2 0,-5 2 4 0,-7 0-2 16,-8 1 0-16,-9 2 0 0,-7 0 0 15,-9 2 0-15,-9-1 0 0,-13 2 1 0,-3 0-1 16,-14 0-1-16,-4 0 1 0,-9 0-4 15,-2 2-3-15,-1 1-3 0,-7-2-1 16,4 2-2-16,-6 2-2 0,0 1-12 16,0 2-16-16,-2 2-28 0,-13-4-103 0,-3 0-76 15</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6:12:15.01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21475 16258 429 0,'0'0'17'0,"0"0"4"16,81-40-1-16,-42 28-3 0,9 0-7 16,8 4-5-16,6-2-4 0,6 1 1 15,4 0-2-15,11 2 1 0,8 0 0 16,6 1 1-16,6 2 0 0,9-3 1 16,6 3 2-16,4 0 1 0,4-3 4 0,2 1 1 15,2 0 2-15,0 0 2 16,5-1-4-16,-1 2 1 0,-2-1-3 0,5 2-3 0,-3 1 2 15,3-2-3-15,-5-1-1 0,6 2-1 16,1-3 0-16,2 0 0 0,-3-3-1 0,5 3 1 16,3-2-3-16,-7 0 0 0,4 1 3 15,-3 1-2-15,-10-1 1 0,1 2-3 16,-9 0 0-16,-5 1 1 0,-1 2 1 0,-6 0-1 16,-5 2 1-16,-2 1-1 0,-5-5-1 31,-1 2 0-31,-6-3-2 0,0 2 2 15,-7-3-1-15,1 1 2 0,-6 0-1 16,-7-2 2-16,-4 3 1 0,-4-2-2 0,-6 1 3 16,-4 1 0-16,-9 0-1 0,-1 2 0 15,-5-2-1-15,-6 2 1 0,-4 0-1 0,-4 2-1 16,0-1-1-16,0 2 0 0,-5 0-2 16,-5 0 1-16,3 0 3 0,-3 3-3 15,3 0 2-15,3 2 1 0,2-1-1 0,2 3 1 16,-3-2 0-16,9-2 1 0,-4 4-1 15,4-3 1-15,0 0-1 0,2 1 1 16,0-2 1-16,-4 2 1 0,2-4 2 0,0 2 1 16,-12-1-2-16,4-2 1 0,-11 1-3 15,0-1-2-15,1 0 1 0,-7 0-1 16,0 0-1-16,-6 0-3 0,0 0-7 16,0 0-11-16,2 0-31 0,-2 0-72 15,0 0-143-15</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6:12:15.83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20431 15923 357 0,'0'0'35'0,"0"0"2"16,0 0-9-16,0 0-8 0,0 0-6 16,87-20-3-16,-58 18-2 0,2 1 0 0,6-2 0 15,3 1 0-15,5-2-2 0,1 1 0 31,12-3 0-31,-3 0 1 0,7-2 3 0,9-1 5 16,1 1 3-16,7 2 0 0,3-1 3 16,5-1-7-16,8 2-2 0,4 0-2 15,3 1-1-15,-1 1 0 0,6-1 1 16,3 2-2-16,0-3-1 0,1 2 0 0,7-4-1 16,4-1 0-16,8 0 1 0,5-2-2 15,1 1 0-15,7-3-2 0,1 1-1 0,5 2 0 16,2-1-1-16,2 2 1 0,-2 1-1 15,2 2 0-15,-4 2 0 0,-1 1-1 16,-3 0-1-16,0 1-1 0,-2-1-1 16,-3 2 2-16,-3-1 0 0,-1 2-1 0,-2-2 1 15,-1 1-1-15,3-2 0 0,-6 2 1 16,5-2-1-16,-5 1 0 0,-6-1 0 0,-2 1 1 16,-11 1-1-16,-1-1 2 0,-9 1 0 15,-8 1 0-15,-10 0-1 0,-6 0 0 31,-15 0-3-31,-5 0 0 0,-11 0-7 16,-9 0-5-16,-10 0-8 0,-15 0-21 0,-3 0-21 16,-9 0-29-16,0 0-81 0,-15 0-83 15</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6:12:16.91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20473 15908 462 0,'0'0'14'0,"0"0"-4"0,0 0-1 16,0 0-2-16,0 0-3 0,0 0-3 0,78-69 1 15,-51 63-1-15,4-3 1 0,2 3-2 16,7 0 2-16,1 2 0 0,8 0 4 0,9 0 0 16,2-1 1-16,6 2 2 0,5 0 1 31,1 2 1-31,9 1 2 0,-1 0-1 15,3 0-1-15,-2 0 1 0,8 0 0 0,-1 0 3 16,3 0 1-16,7 0 2 0,-1 0 1 16,6 0 0-16,5-2-4 0,7-1-2 15,3-3-4-15,4 0-1 0,6-2-2 0,2 1-4 16,1-1-1-16,-1 1-1 0,-2 0 0 16,-2 2 0-16,0-2 0 0,-2 3-2 15,0-1 1-15,-2 2 0 0,0 2 0 16,-2-2 1-16,2-1 1 0,-4 3 2 0,4 0-3 15,0-1 1-15,-4 1 1 0,4-1-2 16,-5 1 1-16,7-1 2 0,-6-1-2 0,2 1 0 16,-2-1 0-16,-6 0-1 0,-1 1 0 15,-3-2 1-15,-3 1-2 0,-4-1 1 16,-3 1-1-16,-5 1 2 0,-4 2 0 16,-5 0-1-1,-3 0 0-15,0 0-2 0,-7 0 1 16,-4 2 0-16,0 2 0 0,-3-1 3 15,-3 2-1-15,0-1-1 0,-4 1 1 0,2 0-1 16,-6-2 1-16,1 1 0 0,-5-1 0 16,4-2 1-16,-4 3-1 0,-5-1 2 15,-1-3-1-15,-7 0 2 0,-6 1 0 16,-4-1-1-16,-8 0 0 0,-3 2 1 0,-5-1-3 16,-3 1 0-16,2-1 1 0,1 1-3 15,3 1 1-15,-7 0 0 0,5 2-1 0,-2-1-1 16,-1 0 2-16,3 3-1 0,-1 0 0 15,1-1 1-15,5 3 0 0,-7-1 0 16,1-2 0-16,-1 0 3 0,-4-1-2 16,7 1 0-16,-9-2 0 0,4-1 2 0,-2 2-1 15,1-2-2-15,1 1 2 0,-8-2-6 16,11-1 6-16,-7-1-2 16,6 0 1-16,7 0 0 0,-1 0 0 0,-3 0 3 0,3-3-4 31,-3 0 1-31,-3 2 1 0,3-2-3 15,-3 0 4-15,-8 1-3 0,9 1 3 0,-11-1 1 16,4 1-2-16,-4 1 4 16,-2 0-3-16,0-2-1 0,0 2 0 0,4 0-2 15,-4-1 0-15,2 1 0 0,-2-2-1 0,4 2 0 16,-4-1-1-16,2 1-1 0,-2 0 1 16,0 0 1-16,0-2-2 0,0 2-1 15,0 0-4-15,5 0-11 0,-5 0-21 0,0-1-45 16,2 1-100-16,-2-3-112 15</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6:12:18.23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20068 16050 337 0,'0'0'52'0,"0"0"-8"15,0 0-5-15,0 0-6 0,0 0-7 0,0 0-2 16,0 0 0-16,0 0-4 0,0 0-4 16,4-75-6-16,-4 73-7 0,0 2 0 15,-13 6-3-15,-5 12 2 0,-9 11-3 16,-4 6 1-16,-4 6-1 0,-7 3 2 0,3 1-4 15,0 1 2-15,0-5 1 0,3-4 0 16,7-9 1-16,9-9 1 0,12-8-5 0,1-6 2 16,7-5 1-16,0 0 2 0,9-12 2 15,11-9-2-15,11-14 0 0,6-9-1 16,5-6 1-16,7-7 0 0,5-2 3 16,2 0-1-16,-2 3 3 0,-3 0 2 15,1 3-3-15,-4 4 6 0,-7 3-4 0,-6 6 2 31,-4 8 0-31,-10 6-3 0,-9 11-7 0,-4 7-4 16,-8 8 0-16,0 5-3 0,-14 17 5 16,-7 13 3-16,-10 14 0 0,-8 9-4 15,-4 8 3-15,-3 4-4 0,1 5 1 16,3-4 2-16,5-4 1 0,4-9 4 0,8-13-3 16,9-11 1-16,5-13-3 0,9-9-1 15,-2-8 0-15,8-4 2 0,11-10 0 0,5-12 0 16,14-11 1-16,1-8-1 0,0-7 2 15,2-6-1-15,2-2 2 0,-6 2 2 16,-2 0 2-16,-4 4 4 0,-6 0-7 16,-5 3 6-16,-7 3-5 0,-7 3 1 0,2 8 0 15,-4 12-3-15,0 7-4 0,-4 8-1 16,-4 6 0-16,-7 5 0 0,-8 11 0 0,1 13 1 16,-3 10 1-16,0 9-2 15,-2 4 3-15,2 3-3 0,5-1 0 0,1-6 1 31,7-4 1-31,3-9-2 0,3-12 0 16,2-9 1-16,4-9 0 0,0-5 4 16,0 0-1-16,0 0 0 0,6-3 1 0,11-9-2 15,1-5 0-15,-1-4 1 0,6 0-1 0,-3 1 0 16,-1 3 1-16,2 4-2 0,-7 5 0 16,-4 4-1-16,-1 4-2 0,-3 3-1 15,2 12 2-15,2 11-1 0,-10 7 0 16,-4 2 1-16,-6 7-2 0,-7 5 1 0,-1-4-1 15,1 1 3-15,-1-4-3 0,1-7 4 16,3-6-2-16,5-10 1 0,3-7-2 0,6-6 2 16,0-4-2-16,0 0 1 0,0 0 0 15,0 0-1-15,8-8 3 0,11-8-1 16,2-4 2-16,6-2-1 0,4-2 0 16,0 1 3-16,2 0-1 0,4 5 1 15,-4 2-1 1,0 3-2-16,-2 6 1 0,-4 2-2 15,-2 4 0-15,-5 1 1 0,-5 0-3 0,-5 8 0 16,-1 2-1-16,-7-2 0 0,2 7 3 16,-2-6 2-16,-2 1 0 0,0 3 1 15,-2-4-1-15,-4 0 1 0,1-5-2 16,5 0 2-16,0-4-1 0,-2 0-2 0,2 0 2 16,0 1-1-16,0 2 0 0,0-3 1 15,0 7-1-15,0 5 0 0,0 3 0 0,2 6 0 16,3-6 0-16,1 4 1 0,0-3-2 15,0-1 2-15,0-3 1 0,1-1-3 16,-1-2 5-16,-4-8-6 0,4 5 1 16,0-4-4-16,0 0-6 0,3-1-23 15,-5-1-39-15,2 0-79 0,0-9-125 0</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6:12:18.48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20208 15975 364 0,'0'0'67'0,"0"0"-6"0,0 0-3 16,0 0-12-16,0 0-8 0,66-82-11 15,-41 69-7-15,6 3-5 0,4 3-5 16,11 3-1-16,5 3-4 0,7 1-4 0,2 0 1 15,2 5-3-15,4 2 1 0,1 2 1 16,-5 0-2-16,4 1 1 0,-6 3-3 0,-5-1 0 16,-3 2-3-16,-10 1-5 0,-3-2 0 15,-8 2-7-15,-6 0-18 0,-7 4-23 16,-3-7-57-16,-9 5-140 0</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6:12:18.91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20324 16420 386 0,'0'0'43'0,"0"0"-10"16,0 0-9-16,91 2-4 0,-58-4 2 15,0-6 4-15,6-3-2 0,5 0-2 16,1-2-4-16,3-2-5 0,1-1-3 16,-3 1-5-16,-1 0-1 0,1 1-3 15,-7 3-4-15,-4 3-1 0,-4 1-11 0,-10 4-3 16,-3 3-4-16,-9 0 0 0,-3 3 5 0,-2 9 4 16,-4 2 5-16,-6 4 3 0,-9 0 1 31,-1-1 4-31,-3-2 5 0,5-4 3 15,-1-3 3-15,9-4 3 0,0-2 0 16,2 1-1-16,4-3-2 0,0 0-1 16,0 0-1-16,4 0-3 0,10 0 0 0,13 0-5 15,8 0 0-15,1 0 1 0,3 2-4 0,0 2 6 16,7 1-2-16,-3 2-1 0,-4-1 2 16,1-1-2-16,-1-2 2 0,-2-2 1 15,-4-1-1-15,0 0-3 0,-2-1-5 16,-2-5-13-16,-4-2-19 0,0-3-64 0,-7-1-159 15</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6:12:19.63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20663 16471 462 0,'0'0'24'0,"0"0"-3"16,0 0 0-16,0 0-9 0,112-27-4 15,-69 17-3-15,2 1-1 0,7 0 4 16,6 0 5-16,2 0 6 0,4 1 2 16,8 1 1-16,1-1-2 0,3 2-1 0,3-1-1 15,3 3 1-15,1-3-4 0,2 1-4 0,0-1-2 16,-1 3-5-16,1-2 0 0,4 1-1 15,-2 0 0-15,4 0 2 0,0 0-3 16,0 1 0-16,0 1-2 0,0-2-2 16,-3 0 2-16,-1 1 1 0,0-2-1 15,-6 1 0-15,4-2 1 0,-7 1-2 0,5-2 2 16,-5 1 0-16,1-1 0 0,1 2 0 0,5-3 0 16,-4 2 1-16,2 0-2 0,-1 0 1 31,-1 1 0-31,2-2-2 0,-5 0 2 15,1 2 0-15,3-1 1 0,-5-1 0 0,1 2-2 16,-5-2 2-16,-3 1-4 0,-4-1 2 16,-2 1 0-16,0-1 3 0,-4 0-4 15,4 4 2-15,0-1-1 0,0 2 0 0,5 0-1 16,1 0 1-16,0 0 0 0,1 2 0 16,1-1 1-16,-2-1 1 0,2 0-2 15,-1-1 0-15,-5 1 1 0,0 0-1 16,-2-1 1-16,0 1 0 0,-6 2 0 0,0-1 0 15,-4 1 0-15,4 1 1 0,-5-2 2 16,3 1 0-16,2 1-1 0,2 0 0 0,0 0-2 16,4 0 1-16,0 0 0 0,0 0 0 15,0 0-1-15,-4 0 0 0,0 0-2 16,-2 0 1-16,-2 0-1 0,-2 1 0 0,-5 2 1 16,-7 0-1-16,1 0 0 0,-4 1 0 31,-6-1 2-31,0 1 2 0,0-1-1 15,-2 0 0-15,3 0-2 0,-1 2 0 0,0 1 1 16,4-3 0-16,0 0-1 0,2-1 2 16,3-2-1-16,1 0-1 0,3 0 0 15,-7-5-2-15,4 0-1 0,-8-2-4 16,-1 2-3-16,-6-2-11 0,-7 1-20 0,-13 2-45 16,-1-2-107-16,-9-6-104 0</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6:12:20.88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20376 15761 363 0,'0'0'35'16,"0"0"-1"-16,0 0-8 0,0 0-7 15,0 0-3-15,0 0 1 0,0 0 1 16,0 0-1-16,0 0 3 0,66-81 1 16,-48 72-3-16,3 1 1 0,0 2-1 0,-1 1-5 15,3 1-2-15,0 1-2 16,6 2-2-16,-2-1 0 0,4 2 1 0,2 0-1 0,2 0-2 15,4 0 0-15,5 0-2 0,3 0 1 16,5 2 2-16,6-1 0 0,0 1-1 16,4-2 0-16,0 0 1 0,2 0-1 15,4-2 2-15,0-3 2 0,2 2-2 0,3-1-1 16,3-1 1-16,1 1-2 0,-3 0 0 0,3 2-2 16,-1-1-1-16,3 1-2 0,-3 1 1 15,3 1 1-15,1 0-1 0,1-2 1 31,-3 2 0-31,3 0-2 0,2 0 0 0,1 0 1 16,1 0 1-16,0 0 1 16,4 0 0-16,2 0-1 0,-2 0 0 0,2 0-1 15,-5 0 1-15,3 0 0 0,-8 0-2 0,6 0 1 16,-7 0-1-16,-1 0 0 0,4 0 0 16,-5 0 2-16,1-1-2 0,3-6 0 15,3 3 1-15,0-4-1 0,4 2 2 16,-2-1-1-16,4-1 0 0,-2 1 1 15,-1-1-1-15,-3 2 1 0,-4 1 1 0,-3 0-1 16,3 1 1-16,-7 3-2 0,-5-1 1 0,-7 2 0 16,6 0-2-16,-10 3 2 0,2 3-1 15,-3 1 0-15,3-2 1 0,2 1-2 16,0 2 1-16,3-2 0 0,5-1 0 16,0 1 1-1,0-2-1-15,-1 1 1 0,-1 0-1 16,-2-1 1-16,0 0-2 0,-2 3 1 15,0-1 0-15,0 0 0 0,-4 0-1 0,-2 1 0 16,0 0 0-16,-4-1-1 16,-3-1 2-16,1 0-1 0,0 0 1 0,-3-2-1 15,3 0-1-15,0-2 0 0,2-1 1 16,-3 0 1-16,1 0 0 0,-5 0 0 16,3 0 0-16,-4 0 2 0,-5-1-2 0,-4-2 0 15,0 1-1-15,-8 1-2 0,0-1 2 0,-8 2 0 16,-3 0-1-16,-3 0 3 0,-3 0-2 15,7 0-1-15,-11 0 1 0,5 0-1 16,-5 0 2-16,4 0 2 0,-1 0-2 16,3 0 0-16,5 0 1 15,-1 0 0-15,3 0-2 0,4 0 1 0,-11 0-1 0,5 0 1 16,-5-1 0-16,-1 1 0 0,5-3-2 0,-5 1 2 16,-5 0 0-16,4-1-1 0,-10 2 1 15,9 1-1-15,-9-1 0 0,4 1 0 31,0 0 0-31,5 0-1 0,-7 0 2 16,2 0 0-16,6 0-1 0,-5 0 0 0,3 0 1 16,0 0 0-16,-6 0-1 0,11 0 1 15,-11 0-1-15,4 0 0 0,3 0-1 0,-7 0-2 16,2 0-2-16,0 0-6 0,-2 0-12 16,4 2-25-16,3 1-71 0,-3 1-184 15,-4-4-13-15</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6:05:10.091"/>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7030A0"/>
    </inkml:brush>
    <inkml:brush xml:id="br2">
      <inkml:brushProperty name="width" value="0.05292" units="cm"/>
      <inkml:brushProperty name="height" value="0.05292" units="cm"/>
      <inkml:brushProperty name="color" value="#00B050"/>
    </inkml:brush>
    <inkml:brush xml:id="br3">
      <inkml:brushProperty name="width" value="0.05292" units="cm"/>
      <inkml:brushProperty name="height" value="0.05292" units="cm"/>
      <inkml:brushProperty name="color" value="#00B0F0"/>
    </inkml:brush>
  </inkml:definitions>
  <inkml:trace contextRef="#ctx0" brushRef="#br0">20502 5150 315 0,'0'0'50'31,"0"0"-3"-31,0 0-9 0,0 0-4 0,0 0-4 16,0 0-4-16,0 0-4 0,0 0-3 16,0 0-2-16,-25-30 0 0,25 30-3 15,-2-2-1-15,2 1-4 0,0-1-3 0,0 1 0 0,0-4-3 0,0-1-1 31,8-3 1-31,9 0-1 0,-3 1-1 0,5 2 1 16,-1 2-1-16,-1 1-1 0,8-1 0 0,-3 1 1 16,-5 0-1-16,-1 2 1 0,-3 0 0 15,-3 1-1-15,3-2 1 0,-7 2 0 16,0 0-2-16,-2 0 1 0,2 0-1 16,-2 0-1-16,3 0 0 0,-3 0 1 15,2 0-1-15,-4 0 1 0,4 0-1 0,-6 0-1 16,0 0-3-16,6 0-4 0,-1 3-7 0,1-2-16 31,0 2-13-31,-6-3-25 0,0 5-25 16,2 0-37-16,-2 5-85 0</inkml:trace>
  <inkml:trace contextRef="#ctx0" brushRef="#br0" timeOffset="333.35">20615 5134 390 0,'0'0'49'0,"0"0"-5"0,0 0-5 16,0 0-7-16,0 0-5 0,0 0-4 16,0 0-6-16,0 0-4 0,0 0-5 15,0 0-6-15,-29-28-4 0,27 28-2 0,2 0 1 16,0 0 1-16,0 0 2 0,0 9 0 0,0 5 1 16,7-1 0-16,-1 2 4 0,-4 1-4 15,4 0 3-15,0 4-3 0,0 0-1 31,-3-5 0-31,1 2 2 0,-4 0 0 0,2-5-1 16,-2 6 1-16,4-8-1 0,-4 1 1 16,0 1 0-16,0-7 0 0,2 1 1 15,-2-6-1-15,0 4 1 0,0 3-1 0,0-3 0 16,0 2-1-16,0-6-1 0,0 0 0 16,0 0-1-16,4 2-1 0,-4-1-3 15,2 1-3-15,-2-1-8 0,4 1-16 16,-4-1-31-16,2-1-54 0,-2 0-133 0</inkml:trace>
  <inkml:trace contextRef="#ctx0" brushRef="#br0" timeOffset="932.27">20878 5202 222 0,'0'0'33'0,"0"0"5"0,0 0 0 0,0 0-3 16,0 0 1-16,0 0-1 0,0 0-4 15,0 0-2-15,0 0-2 0,-46 29-4 16,46-29-1-16,0 0-3 0,0 1 0 16,0-1-1-16,-2 2 0 0,2-2-1 15,0 0-4-15,0 0-5 0,-4 0-2 0,4 0-2 16,0-3-1-16,0-11-4 0,0-4 3 0,4-7-4 16,-2 4 4-16,9-2 1 0,-3 0-2 31,0 1 2-31,3 1-1 0,-5 1 0 15,2 4 0-15,-4 8 0 0,-2 0-2 16,2 5 1-16,-4-2 0 0,3 2-1 0,-3 3-2 16,0-1 0-16,2 1-1 0,2 6 1 0,2 8 3 0,-4 4-1 0,2 1 0 0,-2-2 0 31,-2 0 0-31,4-2 0 0,-4-3 1 16,7 5-1-16,-5-6 0 0,-2 0 5 15,4 5-4-15,-2-5 3 0,2 5-5 16,-4-5 1-16,2-1-1 0,4 5 1 15,-4-4 0-15,2 5 0 0,-2-8 0 0,-2-3 0 16,0 7 0-16,0-6-1 0,0 0 1 0,0 0-1 16,0-1-2-16,0 1-2 0,0 0-2 15,0 0-3-15,0-6-7 0,0 5-15 16,5-1-13-16,-5 1-24 0,2 1-17 16,-2-6-18-16,0 4-20 0,0 1-38 15</inkml:trace>
  <inkml:trace contextRef="#ctx0" brushRef="#br0" timeOffset="1249.73">20820 5416 360 0,'0'0'53'16,"0"0"-8"-16,0 0-8 0,0 0-8 0,0 0-7 16,0 0-6-16,0 0-4 0,0 0-4 15,0 0-2-15,0 0-3 0,-23-2-2 0,23 1-1 16,0-2 0-16,9-4 2 0,3 3-4 15,7-2 2-15,1 1 2 0,5 2-2 16,-4 0 1-16,4 0 0 0,-7 0 0 16,-1 2 0-16,-5-1 0 0,-2 1 1 15,1-1 1-15,-5 2 0 0,0 0-1 0,-6 0 1 16,0-2-3-16,0 2 1 0,0 0-1 0,0 0 0 16,4 0 0-16,-4 0 0 0,9 0 0 15,-3 0-1-15,0 0 0 0,0 0 0 31,0 0-1-31,1 0-2 0,1 0 0 0,4 0-6 16,-1 0-9-16,-3 2-36 0,0 3-77 16,5-2-111-16</inkml:trace>
  <inkml:trace contextRef="#ctx0" brushRef="#br0" timeOffset="2032.46">21225 5299 289 0,'0'0'46'16,"0"0"-7"-16,0 0-5 0,0 0-6 16,0 0-8-16,0 0-7 0,0 0-5 15,0 0-5-15,0 0-3 0,0 0-1 16,-18-13 1-16,18 13 1 0,18 0 0 15,5 0 0-15,10 0-1 0,-2 0 1 0,6 0-1 16,-4 0 1-16,5 0 1 0,-3 0-1 0,-2 0 0 16,4 0 0-16,-6 0 1 0,2 0 2 15,-4 0-2-15,0 0 1 0,-2 0-1 16,-7 0-1-16,-1 0 0 0,-7 0-1 16,-3 0 1-16,7 0-1 0,-5 0 0 0,1 0 1 31,-8 0-1-31,9 2 0 0,-11 0 0 15,4-2 0-15,0 1 1 0,-6-1-1 0,2 0 0 16,4 2 0-16,-2-2 0 0,3 1-1 16,-7-1 1-16,0 0-2 0,0 0-1 15,0 0-3-15,0 2-3 0,2-2-11 16,2 0-27-16,-4 0-53 0,0 2-120 0</inkml:trace>
  <inkml:trace contextRef="#ctx0" brushRef="#br0" timeOffset="2849.92">21349 5121 357 0,'0'0'43'16,"0"0"-4"-16,0 0-5 0,0 0-9 15,0 0-3-15,0 0-3 0,0 0-5 0,0 0-2 16,0 0-2-16,-18-27-3 0,18 27 3 16,-5-2-1-16,5 1 0 0,-2 1 1 15,2-2-3-15,-2 2-3 0,2-1-2 16,-10 1-2-16,-2 0 0 0,-7 1-1 15,-2 9 0-15,1 1-1 0,1 2 1 0,0 0 0 16,1 3-1-16,3-1 4 0,3 0-6 0,4-5 4 16,2 2-4-16,-1-2 0 0,7-6 0 15,-2 1 2-15,2-1 1 0,0 3 1 16,0 3 1-16,0-1 0 0,2-1 0 16,5-1 0-16,-1 1-1 0,0-2 1 15,2 0-1 1,-2 2 0-16,1-2 1 0,5 3-3 15,-6-3 3-15,2 3-2 0,3 0 2 0,-3-3-1 16,2 3 0-16,-1-4 0 0,-1 0 1 16,4 2-1-16,-1-2 1 0,-1 1 2 15,0-3-2-15,-1 0 0 0,1 1 0 16,-4-1-2-16,2 1 2 0,-1-3 0 0,-1 2-3 16,0-2 2-16,-4 1 0 0,2-1-1 15,-4-1 1-15,0 0 0 0,0 0-1 0,2 2 2 16,-2-2 0-16,4 2 0 0,-4-2 1 15,2 1 2-15,-2-1-3 16,5 2 2-16,-5-2 1 0,2 0 0 0,-2 1 0 16,0-1 2-16,4 0-1 0,-4 2 1 0,0-2-1 15,2 0 1-15,-2 0-1 0,4 0-1 16,-4 0 0-16,2-5 1 0,-2-1 0 0,2 2 1 16,-2-7-1-16,0 5 2 0,0-5-2 15,0-1 2-15,0 0-2 0,0-5 2 31,-2 2-2-31,-6-5-1 0,2 0 0 16,-1 2 0-16,1-2 0 0,0 1-7 0,2 4 5 16,2-1-5-16,-2 7 4 0,2 3 0 15,2 2 0-15,0-2 2 0,-5 1-3 0,5 1 2 16,0-1-1-16,0 5 1 0,-2-1-2 16,2 1-1-16,0-2 0 0,0 0-2 15,0 1-1-15,0 1 0 0,0-2-2 16,0 2-3-16,0-1-5 0,0 1-19 0,0 0-32 15,2 4-92-15,9 8-122 0</inkml:trace>
  <inkml:trace contextRef="#ctx0" brushRef="#br0" timeOffset="13916.39">21634 8485 113 0,'0'0'36'16,"0"0"1"-16,0 0-3 0,0 0-5 15,0 0-1-15,0 0-8 0,0 0-3 0,0 0 2 31,0 0-1-31,-10-15-1 0,10 13 4 0,0 1-3 16,0-1 0-16,0 1-1 0,0-1-1 16,0 1-3-16,0-1 0 0,0 1 0 15,0-1-3-15,0 2 0 0,0-2-3 16,0 2-3-16,0-1 0 0,-2 1-1 0,2-2-1 16,0 2-2-16,0-1-1 0,0 1 2 15,0 0-1-15,0 0 1 0,0 0 0 0,0-1 0 16,0 1 2-16,0 0 0 0,8-2 1 15,-1 2 0-15,-1 0-1 0,4-1 1 16,-4 1 0-16,-2 0-1 0,3 0-1 16,-3 0-1-16,2 0-1 0,0 0 0 0,7 0 0 15,-7 0-1-15,2 0 3 0,4 1-2 0,-9 1 0 0,7 0 0 0,-4 0 0 0,2 1 0 32,1 0 0-32,1-1 0 0,-2 1 1 15,5-3 0-15,-1 1 0 0,0 1 0 31,7-2-1-31,-7 1 1 0,5 1-1 16,-5-1 0-16,1-1 1 0,-1 2-1 16,1-2 0-16,-1 1 0 0,-10-1-1 0,15 0 2 15,-13 0-1-15,8 0 1 0,0 0 0 0,1 0-1 16,-5 0-1-16,5 0 1 0,-1 0 0 16,0 0 1-16,7 0 4 0,-7 0-3 15,9 2 0-15,-2-2-2 0,-7 1 1 16,9 1 0-16,-3-2-1 0,1 2 3 0,4-2-2 15,1 1 1-15,1-1 2 0,0 0-2 16,2 0-1-16,-2 1 1 0,-2-1-4 0,1 2 4 16,7 1 0-16,-8-2 0 0,2 3-1 15,0 0 3-15,-1-2-3 0,-1 0 0 16,2 0 0-16,2-2 0 0,4 1-1 16,-4 1 2-1,4 0 0-15,0-1 0 0,-2 1 0 16,4-2-1-16,-2 2 0 0,2-2 2 15,0 0 3-15,2 0-1 0,-2 0 2 0,0 0-2 16,0 0-2-16,-2 0-3 0,-2-5 2 16,0 1-2-16,-2 1 0 0,0 1 1 15,-2 0-1-15,2-1 0 0,-1 2 2 16,6-3 0-16,-1 1-1 0,2 2 1 0,0-3 0 0,2-1-1 0,0 0 0 0,-2 1 0 31,0-1 0-31,0-1 0 0,-2 1 0 0,-2 0 0 16,0 0 1-16,-6 0 0 0,2 1-1 15,-5-1 0-15,3-1-2 0,-2 2 2 16,-1-1-1-16,-1 0 1 0,2 1-1 16,-3-2 0-16,3 1 0 0,-3 1 0 15,1-1 0-15,2 1-1 0,-3-1 1 0,3 1 0 16,2-2 1-16,-3-1-1 0,1 1 2 0,-2-1-1 16,-1-1-1-16,-3 1 2 0,3-1 2 31,-5 4-1-31,-1-3 2 0,3 1-1 15,-9 3 0-15,12-4-2 0,-5 1-1 16,-5 3 0-16,5-4 0 0,-5 3 0 0,-2 1 0 16,4-1 0-16,-3-1-1 0,-1 1 2 15,2-1 0-15,0 0 0 0,3-1 1 0,-5 2-2 16,2-4 1-16,5-1 0 0,1 0-1 16,3-3 1-16,-3 0-2 0,5 1 2 15,-5 2-1-15,-2 2 0 0,3 0 0 0,-3 1 1 16,-1 0-2-16,1-2 1 0,3 0 0 15,-7 4 0-15,4-5 1 0,1 3-2 16,-7 0-1-16,6-2 1 0,1 1 0 0,-5 2 0 16,4-4 0-16,1 0 1 0,-1 2-2 15,7-4 2-15,-5 0 1 0,-1 2-2 16,1-2 1-16,1 1 0 0,1-1-1 16,3 2 0-16,-11 2 1 0,4-1 0 15,3 0-2-15,-3 1 2 0,1-2-3 0,-1 1 2 31,0 0 1-31,-3 4-1 0,3-6 2 0,0 2-2 16,1-2 1-16,6-3-5 0,-5 1 5 16,-2 0-4-16,3-1 4 0,-3 3 1 15,3-1-1-15,1 0 0 0,-1 2 1 16,-3 2 0-16,-4-1 0 0,3 4-1 16,-3-1-1-16,4-2 2 0,-3 2-2 0,7-2 1 0,-8 4-2 0,1-2 0 0,1 0 1 0,-2 1-1 31,9-2 1-31,-9 1 0 0,7-1 0 15,1 0 0-15,-3 1 0 0,3-2 0 16,3 1 1-16,1 0 0 0,3 0-1 16,2-1 0-16,-2 2 1 0,1-2 0 0,7 1 0 15,-4-1-1-15,0 0 0 0,0 2 0 16,-2-2 1-16,-7 3 1 0,-3-2-2 0,-3 3 1 16,1 0-1-16,-1 0-1 0,-4 0 0 31,3 1 2-31,-5 1-2 0,4-1 1 15,-6 2 0-15,11-1-2 0,-3-1 3 16,1 2-1-16,7 0 0 0,-1 0 1 0,6 0-2 16,-5 0 2-16,7 3 0 0,-2-1-1 15,0 1-1-15,-4 0-1 0,-1 0 2 0,-7 0 0 16,5 0 0-16,-9-2 2 0,3 1-2 16,0 1 0-16,-1-2 0 0,-1 1 1 15,-6-2-1-15,2 1 0 0,1-1 0 16,-5 2 0-16,4-2 0 0,-2 2 0 15,-4-2 0-15,0 0 2 0,0 0-2 0,2 0 1 16,-2 0-1-16,4 0 0 0,-4 0 1 0,2 0-1 16,-2 0 1-16,4 0 0 0,-4 0-1 15,2 0 0-15,-2 0-2 0,0 0-2 16,0 0-2 0,0 0-2-16,0-4 0 0,0-2 0 0,0-4-1 0,-6-4 1 15,-6 1 1 1,-1-4 1-16,-1 3 0 0,0 0 4 15,3 5 2-15,-1 0 0 0,4 3 2 0,-1 0 0 16,-1 0 0-16,2 0 3 0,1 1-1 16,1 2 0-16,0-1 0 0,0 1 0 15,4 0 0-15,-9-2 2 0,9 2-2 16,-4 0 1-16,0-2 1 0,0 4-1 0,2-1 3 16,2 1-1-16,2 1 0 0,0-2 0 15,0 2-1-15,-5 0-3 0,5-1 0 0,0 1-1 16,-2-1-2-16,2 1 1 0,0 0-3 15,0 0 3-15,0 0 0 16,0 0-1-16,2 0 1 0,9 1-3 0,1 5 2 16,-4-1 0-16,7-1 1 0,1 2 1 15,-7-3-1-15,7 2-4 0,-1-1 4 0,-7-1-1 16,9 2 1-16,-5-2 2 0,-4 0-3 0,0 0 0 16,-1-2 1-16,3 1-1 0,-4-1 0 15,-4 1-1-15,4 0 1 0,-6-2 0 31,0 0 0-31,0 0 1 0,0 0-1 16,0 1 0-16,3-1 0 0,1 0-1 16,-4 2 0-16,2-2 1 0,-2 0-1 0,0 0-1 15,0 1 2-15,0-1-2 0,0 6 2 0,0 5 0 16,-2 3-1-16,-11 2 1 0,1 1-1 16,-7 1 1-16,3 0 1 0,-3 2-2 15,1-2 1-15,-1-1-1 0,7-5 1 16,3-1 1-16,3-4-1 0,2-4 0 15,2 0 0-15,2-3-1 0,0 0 1 0,0 0 1 16,-2 2 0-16,2 0 0 0,-4-1-1 0,4-1 0 16,0 2 0-16,0-2-1 0,-2 1 0 15,2-1-1-15,0 1-2 0,0-1-9 16,-5 0-7-16,5 2-21 0,0-2-27 16,0 1-54-16,0-1-161 0</inkml:trace>
  <inkml:trace contextRef="#ctx0" brushRef="#br0" timeOffset="15950.1">25163 7184 379 0,'0'0'52'15,"0"0"-2"-15,0 0-9 0,0 0-5 0,0 0-4 16,0 0-4-16,0 0-5 16,0 0-7-16,0 0-6 0,0 0-5 0,0-44-4 0,0 44 0 15,0 0-1-15,0 0-1 0,0 2 4 16,4 11-3-16,-2 6 1 0,-2 6-3 16,0-2 0-16,0-6 0 0,0 0-1 15,0-5 3 1,0-6-1-16,0 6 0 0,0-6 1 15,0-2 0-15,0 3 1 0,0-7 1 0,0 0 3 16,0 0 4-16,0 0-1 0,0 1 1 16,0-1 2-16,-2-9-1 0,-2-8 2 15,-2-5-1-15,4-3-2 0,2 0-2 16,-4-3-7-16,2-1 3 0,-3 0-3 0,5 4 2 16,0 2 0-16,0 6 0 0,5 2-1 15,1 1-2-15,-4 6 0 0,4 0 0 0,4 3 0 16,-8 3 1-16,11 2-1 0,5 0 0 15,-1 5-2-15,2 5 3 0,3 3-2 16,-5 2 2-16,-1 0-3 0,-3-1 0 16,-5-2 0-16,-2 0-1 0,-4-4 1 15,-2 2 0-15,0 5 5 0,0-1-4 0,-8 4 5 16,0-4-4-16,-11-3 0 0,1-3-1 0,-3 1 2 16,-2-4-1-16,7-2 2 0,-3-1 0 15,0-2 0-15,7 0 1 0,-9 0-1 31,9-2 2-31,4-1 1 0,-5 1-1 16,7 0 0-16,2 2 2 0,4 0-2 16,-2-1 1-16,2 1-2 0,0-2-1 0,0 0-1 15,0 1 0-15,0-1-1 0,0 2 1 0,0-2-1 16,14 2 0-16,5 0 0 0,2 2-1 16,3 6 2-16,-3 1-2 0,2 2 1 15,0 1 1-15,-1 0-1 0,-1 0 1 16,0 0-1-16,-7 1 1 0,3 0-2 15,-9-4 2-15,4 0 0 0,-5-1 0 0,-1-2 0 16,0 1 1-16,-4-4-1 0,4 5 0 0,-2-5 0 16,-2 0-1-16,3 0 1 0,-5-3 0 15,0 0 0-15,0 0 0 0,6 5-3 16,-4-2-2-16,2 0-1 0,-2 0-6 16,-2-3-12-16,0 0-19 0,0 0-25 15,0 1-39-15,0-1-95 0,2 0-48 0</inkml:trace>
  <inkml:trace contextRef="#ctx0" brushRef="#br0" timeOffset="16169.29">25442 7210 573 0,'0'0'48'16,"0"0"-9"-16,0 0-15 0,0 0-8 15,0 0-10-15,0 0-1 0,0 0-2 16,83-70-2-16,-63 65 0 0,1 1-1 16,4 2-2-16,-11 2-2 0,5 0-5 15,-7 0-4-15,1 0-11 0,5 6-17 0,-9-1-23 16,7 4-49-16,-12-3-92 0,3 2-36 0</inkml:trace>
  <inkml:trace contextRef="#ctx0" brushRef="#br0" timeOffset="16419.5">25521 7281 482 0,'0'0'53'0,"0"0"-13"0,0 0-9 15,0 0-8-15,0 0-4 0,0 0-4 16,0 0-5-16,0 0-2 0,0 0-2 0,0 0 0 15,16-4-4-15,-1-1 0 0,3 1 0 16,7-1-2-16,-10 2 1 0,3 1-2 0,-5 1-1 16,1 1-2-16,5 0-3 0,-7 0-3 15,3 0-6-15,-7 0-7 0,-2 3-15 16,4 1-11-16,-8-2-24 0,9 6-21 0,-9-4-35 31,2 1-86-31</inkml:trace>
  <inkml:trace contextRef="#ctx0" brushRef="#br0" timeOffset="17266.62">25806 7190 550 0,'0'0'48'0,"0"0"-8"15,0 0-20-15,0 0-8 0,0 0-10 16,0 0-1-16,0 0 3 0,0 0-4 0,0 0 5 16,0 0-6-16,19 43 1 0,-19-30 0 15,0 4-1-15,0-5 0 0,0-8 0 31,4 3 0-31,-4-7 1 0,0 0 1 16,0 0-1-16,0 2 4 0,0-1 1 16,0 0 2-16,0-1 1 0,2 0 4 0,-2 0 1 15,0-13 3-15,0-8 1 0,0-7-2 0,0 1-9 16,0-2 3-16,0-1-7 0,0 2 0 16,0 1 2-16,4 3-3 0,-4 7 0 15,2 2 0-15,0 6-1 0,2 4 0 16,-4 1-1-16,0 4 0 0,6-2-1 0,-4 1 1 15,9 1-1-15,3 0 2 0,1 3-2 16,7 6-1-16,-7 3 0 0,-3-3-2 0,-3 1-1 16,1 0-2-16,-8-1 0 0,4 0-2 15,-6-5 0-15,0 7 5 0,0-2 2 16,-12 3 2-16,-3 0 2 0,-3-2 0 16,3-4 0-16,-1-2 1 0,5-2 1 0,1 1 1 15,-2 0 4-15,10-1-3 0,-5-1-1 31,7-1-1-31,0 0-4 0,0 0 3 0,-4 0 4 16,4 1-4-16,0-1 0 0,0 0 1 16,0 2-5-16,0-2 4 0,4 0-1 15,3 0-1-15,5 0 0 0,9 3-1 16,-3 0 4-16,3 3-3 0,0 1 3 16,-3 1-4-16,-5-2 1 0,-1 2-2 0,0-1 1 15,-5-1 0-15,1 5-1 0,-2-5 0 0,-6-1-1 16,4 5 1-16,-4-3 0 0,0 3-1 15,0 5 0-15,-6-3 0 0,-6 2 0 16,-1-2-1-16,-5-3 3 0,-1-1-1 16,-2-1 1-16,1 0 1 0,1-3 1 15,5-1 0-15,1 0 2 0,7-3-2 0,-6 1 1 16,5-1 1-16,1 0-1 0,0 0 2 0,6 0 0 16,-2 0-2-16,2 0 1 0,0 0 0 15,-4 0-3-15,4 0 2 0,-2 0-2 31,2 0-1-31,-4 0 2 0,4 0-2 0,0 0 0 16,-3 0-1-16,3 0-2 0,0 0-1 16,0 0 0-16,0 0-3 0,0 0-4 15,0 0-12-15,0 0-27 0,7 0-41 0,-5 0-97 16,6 7-82-16</inkml:trace>
  <inkml:trace contextRef="#ctx0" brushRef="#br0" timeOffset="17765.09">26422 7017 502 0,'0'0'45'0,"0"0"-5"0,0 0-9 16,0 0-7-16,0 0-10 0,0 0-4 0,0 0-4 16,0 0-3-16,0 0-1 0,0 0 0 15,-68-26-2-15,49 41 1 0,1 5 1 16,-1 1-1-16,4 4 0 0,-1 0 1 0,1 3 5 16,7-1-7-16,-4 2 5 0,8-1-5 15,2-3 0-15,-3-2 1 0,5-1-1 31,0-2 0-31,7-3 0 0,-1-2 0 16,6-1 0-16,1-2-1 0,1-1 1 16,3-2 0-16,1-1 0 0,-7-5-2 0,7-1-6 15,1 1-9-15,-1-3-23 0,1 0-48 0,-5 0-177 16,5-4-3-16</inkml:trace>
  <inkml:trace contextRef="#ctx0" brushRef="#br0" timeOffset="18016.54">26422 7142 445 0,'0'0'37'0,"0"0"-6"0,0 0-9 0,0 0-7 31,0 0-4-31,0 0-4 0,89-55-3 0,-71 50-2 16,3 2-3-16,-2 2-1 0,-1 0-5 16,-3 1-4-16,-1 0-6 0,5 0-12 15,-5 1-27-15,-3 3-52 0,-5 1-121 16</inkml:trace>
  <inkml:trace contextRef="#ctx0" brushRef="#br0" timeOffset="18253.52">26550 7128 510 0,'0'0'45'0,"0"0"-9"0,0 0-10 16,0 0-8-16,0 0-9 15,0 0-5-15,0 0-1 0,0 0 0 0,0 0 6 16,0 0-4-16,-14 35 4 0,14-17-5 0,0 7 0 16,0-9-1-16,2-1-2 0,2-4 0 15,-2-1-2-15,2 1 0 16,-2-2-1-1,0 2-2-15,2-2-1 0,-2 0-3 16,-2-5-8-16,4 1-10 0,-4 0-21 0,3-1-22 16,-3 1-45-16,4 4-71 0</inkml:trace>
  <inkml:trace contextRef="#ctx0" brushRef="#br0" timeOffset="18633.56">26726 7135 570 0,'0'0'46'16,"0"0"-14"-16,0 0-11 0,0 0-12 0,0 0-6 16,0 0-3-16,0 0-2 0,0 0-1 0,0 0 1 31,6-1 2-31,-6 13-1 0,0 5 3 15,0-5-4-15,0 6 2 0,0-5-2 0,0-2 2 16,-2 0 0-16,2-6 0 0,0 1 1 16,0-6 1-16,-4 0 1 0,4 0 1 15,0 1-1-15,0 1 0 0,0-1 0 16,0 4 0-16,4-2-2 0,4 2 0 0,-2-3 0 16,3 0-2-16,3-1 1 0,-2 1 0 15,3-2 0-15,-3 1-1 0,3-1 0 0,-7 0-3 16,0 2 0-16,-2-2 0 0,2 0 0 15,-4 0-1-15,5 2-3 0,-7-2-6 16,0 0-4-16,0 0-17 0,2 1-17 16,-2-1-38-16,4 2-45 0,-4-2-101 0</inkml:trace>
  <inkml:trace contextRef="#ctx0" brushRef="#br0" timeOffset="18899.59">26837 7207 539 0,'0'0'59'0,"0"0"-16"0,0 0-5 16,0 0-16-16,0 0-4 0,0 0-6 15,0 0-4-15,0 0-1 0,0 0-7 0,0 0 4 16,-10-15-6-16,10 18 3 0,0 11 1 16,0-2-1-16,0 9 0 0,0-2-1 15,0 1 0-15,2 6 0 0,2-3 1 0,-2-7-1 16,0 3 0-16,-2-9 0 0,5 3 1 15,-5 0-2-15,2-2 1 0,-2 1-1 16,0-8-1-16,0 7 1 0,4-5-1 0,-4 0 0 16,0 0-2-16,0-1-3 0,0 1-7 15,0 0-18-15,2 0-22 0,-2-6-39 16,0 0-60-16,0 0-108 0</inkml:trace>
  <inkml:trace contextRef="#ctx0" brushRef="#br0" timeOffset="19449.78">26817 6981 462 0,'0'0'64'0,"0"0"-10"15,0 0-5 1,0 0-6-16,0 0-12 0,0 0-4 0,0 0-9 0,0 0-6 16,0 0-3-16,18-53-4 0,-18 53-2 0,2-2 1 15,5 2-2-15,3 2 0 0,2 6 2 16,7 5-6-16,-5 3 4 0,5 1 1 0,-2 1-3 16,1 2 1-16,1 0-2 0,-1 0 3 15,-3 1-2 1,-3-2 0-16,3 3 0 15,-5-1-1-15,-2 0 5 0,3 1-5 16,-5 1 5-16,0-3-4 0,-2 2 0 16,0-1 1-16,-2 0-2 0,-2 2 1 0,0 0 1 15,0 1 0-15,0 1-1 0,-2-3 1 0,-4 3-2 16,0-3 1-16,0 1-1 0,-3 0 1 16,-1-2 0-16,8 0-1 0,-4-7 0 15,0 1 1-15,4-6 0 0,-3 0 0 16,3 1 1-16,2-6-2 0,-6 5 1 0,6-4 1 15,-4-1-1-15,4 1 0 0,0-5 0 16,-2 3-1-16,-2 1 1 0,4-1 0 0,-2 2 1 16,2-5-1-16,0 0 0 0,0 0 1 15,0 2-1-15,-4-1-1 0,4 1 1 16,0-1-2-16,0-1 0 0,0 2-2 16,0-2-9-16,0 1-6 0,0-1-25 15,0 0-41 1,0 0-176-16,0-1-33 0</inkml:trace>
  <inkml:trace contextRef="#ctx0" brushRef="#br0" timeOffset="27350">25667 11964 313 0,'0'0'50'15,"0"0"-5"-15,0 0 0 0,0 0-3 0,0 0-4 16,0 0-3-16,0 0-7 0,0 0-4 16,0 0-5-16,-20 0-6 0,16 0-2 15,4 0-5-15,-2 0-2 0,2-2-3 16,0 2-2-16,0-1 1 0,0 1-1 0,0-3 2 16,10 0 0-16,6 0 0 0,11 0-1 15,-2 1 1-15,4 1 1 0,6 1 0 0,0 0 2 0,3 0-1 0,-3 0-1 0,6 0 0 31,-6 0 1-31,9 0-2 0,-9 0 0 16,2 0 0-16,-4 0 0 16,0 0-1-16,0 0 2 0,2 0-2 0,-2 0 1 0,0 0-1 15,3 0 0-15,1 0 0 0,0 0-1 16,-2 0 1-16,2 0 0 16,1 0 0-16,1 0-1 0,0 0 2 0,0 1-1 0,3-1 0 15,-3 0 1-15,4 0 0 0,-3 0-1 31,3 0 1-31,-8 0 0 0,5-3-1 16,-7 2 1-16,2-1 0 0,-8-1 1 0,-7 2 0 16,-1 1-1-16,-7-2 0 0,-6 2-1 15,1 0 0-15,-7 0 0 0,0-1 1 0,0 1 1 16,2 0-2-16,-2 0 1 0,0 0-1 16,4 0 0-16,-2 0 1 0,-2 0-1 15,4 0 1-15,-4 0 0 0,2 0-1 16,-2 0-1-16,2 0 0 0,-2 0-3 15,4 0-6-15,-4-2-22 0,0 2-50 0,0 0-125 16,0-2-63-16</inkml:trace>
  <inkml:trace contextRef="#ctx0" brushRef="#br0" timeOffset="28186.95">25913 11875 439 0,'0'0'58'16,"0"0"-15"-16,0 0-4 0,0 0-5 0,0 0-9 15,0 0-6 1,0 0-5-16,0 0-7 0,0 0-3 0,13-37-4 0,-13 35-3 0,0 1 0 16,0 1 0-16,0-2 0 0,0 2 2 31,-13 0 3-31,-3 8-2 0,-5 4 3 15,3 2-3-15,-3-1 0 0,2 1-1 16,1 0 1-16,1-2 0 0,1 0 0 0,3-3 1 16,3 0 0-16,0-2-1 0,1-3 0 15,3 2 0-15,0-4 0 0,2 1 0 0,4-3 0 16,0 0 0-16,0 0 0 0,-2 1 1 16,-2 1-1-16,4-1 0 0,0 1 0 15,0 4 1-15,0 0 0 0,0 3 0 16,6 4 0-16,4-2 0 0,3 5-1 0,-1-4 0 15,2 1 0-15,1 2 1 0,1 0-1 16,-1 1 0 0,3-1 0-16,-3 0-1 0,-1 0 1 0,3 1 0 0,-5-1 0 0,3-3 0 15,-1 0 0-15,-3-4 0 0,1-1 0 16,-8-2 0-16,0-2 0 0,2 0 0 16,-6-3 1-1,0 0 0-15,0 0 0 0,0 1 2 16,3-1 1-16,-3 2-1 0,4-2 1 15,-4 0-1-15,0 1-1 0,2-1 0 0,-2 0 1 16,0-1-2-16,-2-8 2 0,-5-5 1 16,1-4 0-16,-2-1 2 0,2 0-1 15,0-2 1-15,-1-1 1 0,1 1 0 16,0-3 2-16,0-2-4 0,0 0 0 0,-1-1-3 16,1 1 0-16,0 3 0 15,4 7 0-15,-2-1 0 0,4 6-5 16,-2 5 4-16,2-6-4 0,0 8 4 15,-4-3 0-15,4 3 3 0,0 4-3 0,0-2 0 0,0 2-2 16,0-1 0-16,0-1 0 0,0 1 1 16,0 0 0-16,0-1 0 0,0 0 0 0,0 2-3 15,0-1 0-15,0 1 0 0,0-2-3 16,0 2 0-16,0 0 0 0,0 0-14 0,0 0-22 16,10 9-37-16,2 5-93 0,3 1-97 31</inkml:trace>
  <inkml:trace contextRef="#ctx0" brushRef="#br0" timeOffset="28749.48">26095 12578 374 0,'0'0'40'0,"0"0"-4"0,0 0-8 0,0 0-8 15,0 0-4-15,0 0-2 0,0 0-4 16,97-45 0-16,-68 41-1 0,7 1-3 0,-3 1 0 16,0 1-2-16,0 1 0 0,-2 0-3 15,-8 0 0-15,-1 0-1 0,-7 0 0 31,-3 0-1-31,-4 1 0 0,5 1-2 16,-9-2-2-16,8 1-5 0,-10 1-5 0,5-1-9 16,-5 1-24-16,-2-2-43 0,0 0-107 15</inkml:trace>
  <inkml:trace contextRef="#ctx0" brushRef="#br0" timeOffset="29066.69">26364 12518 324 0,'0'0'24'15,"0"0"1"-15,0 0-1 0,0 0-5 16,0 0-5-16,0 0-2 0,-47 97-1 16,40-72-4-1,5-1-2-15,-4 0-3 0,0 0-1 16,0 2 2-16,2-2 2 0,-3 1-2 15,5 0 2-15,-2-2-2 0,2-4-2 0,2-1 1 16,-4-4-1-16,4-3 1 0,-2 1 3 16,2-7-1-16,0 2-1 0,0-7 3 15,0 0-1-15,0 0 2 0,0 1-2 16,0 0 2-16,0 1-3 0,0-1-1 16,0 1-1-16,0-1-2 0,0 1-4 0,0-2-7 15,0 0-8-15,6 0-28 0,2-2-46 0,-1-4-129 16</inkml:trace>
  <inkml:trace contextRef="#ctx0" brushRef="#br0" timeOffset="29566.85">26732 12543 451 0,'0'0'44'15,"0"0"-6"-15,0 0-8 0,0 0-6 0,0 0-9 16,0 0-3-16,0 0-4 0,0 0 1 16,0 0-6-16,0 0 0 0,4-7 0 15,-8 7-3-15,-2 7 2 0,-7 6-4 16,1 4 4-16,-2 1-1 0,1 2-1 0,-1-1 1 15,-1 2-2-15,-3 3 1 0,1-3 0 16,1-2 0-16,-1-1 0 0,5-5 1 0,3-4-1 31,3-2 0-31,4-4 1 0,2 1 1 0,0-4-1 0,-4 0 1 0,4 0 1 0,0 1 2 0,0-1 2 0,0 0-2 32,4 2-1-32,6-2-1 0,9 0-2 15,4 1 1-15,-1 1-2 0,-3-1 0 0,0 1-1 31,-5 0-1-31,3 2-1 0,-1-1 1 0,1 1-1 16,-9-1 0-16,-4-1 3 0,4-1-1 16,-1-1 2-16,-1 0 0 0,6 2-1 15,-6-2 1-15,1 0-2 0,-1 0-1 16,-6 0 0-16,0 0-1 0,0 0-3 0,2 0-1 16,-2 1-5-16,2-1-6 0,-2 0-14 15,4 4-30-15,-2-1-51 0,2-1-79 0</inkml:trace>
  <inkml:trace contextRef="#ctx0" brushRef="#br0" timeOffset="29964.71">26771 12626 500 0,'0'0'50'0,"0"0"-8"16,0 0-7-16,0 0-10 0,0 0-8 16,0 0-7-16,0 0-6 0,0 0-2 0,0 0 0 15,0 0-1-15,-8 2 1 0,4 14 1 0,2 5-2 16,-2 1 0-16,2 0 0 0,-3 1-1 16,3 2 0-16,-4 0 0 0,4 1 0 15,-2 1 1-15,-2 0-2 0,4 1 2 16,-4-2-3-16,1 1 0 0,-1-2 2 15,4-3-4-15,-2-5 4 0,2-1 1 0,-2-5 0 16,2-5 1-16,2 0-2 0,0-6 0 0,-2 0 1 16,2 0 0-16,0 2 0 0,0 0 0 15,0-1 1-15,0 1-1 0,0-1 1 16,0 0-1-16,0 1 0 0,0-1-1 16,0 1 0-16,0-1-1 0,0 1 0 0,0 0 1 31,0-2-3-31,0 1-1 0,0-1-6 15,2 0-7-15,0 2-14 0,-2-2-32 0,0 0-80 16,6 0-117-16</inkml:trace>
  <inkml:trace contextRef="#ctx0" brushRef="#br0" timeOffset="39419.17">31482 12368 264 0,'0'0'44'0,"0"0"-2"15,0 0-4 1,0 0-6-16,0 0-7 0,0 0-4 16,0 0-1-16,0 0-2 0,0 0 0 15,0-15-3-15,0 13-2 0,0 1-4 16,0 1 0-16,0-2-2 0,-10 2 0 0,4 0-1 16,-7 5 0-16,-1 4-3 0,1 1 2 15,1 3 1-15,0-1-1 0,7-3 1 0,-7 0 0 16,6 1 1-1,0-3 0-15,-1 3 1 0,1-2-2 0,2-5 1 0,2 1-1 16,2-4 0-16,0 0 1 0,0 0 2 16,0 2 1-16,-4 0 0 0,4-2 3 0,0 0-2 15,0 1 0-15,-2-1-2 0,2 0-2 16,0 0-4-16,0 0-2 0,0-8 3 0,6-5-2 31,0-4 1-31,3 0 1 0,3-1-2 0,0 0-1 0,1-2 0 0,-1 1-1 31,1 0 1-31,-1 3-1 0,-4 4 1 16,1 0-1-16,-3 5-1 0,-2 4 1 0,-2 0 0 16,-2 3-2-16,0-2 1 0,0 2 0 15,4 0 0-15,2 0 3 0,3 2-3 0,-3 4 1 16,6 3 0-16,-6 2 0 0,3 0-1 16,-3-1 2-16,4 1-2 0,-2-2 1 15,1 0 0-15,3 0 0 0,-2 0 0 16,1-1-1-16,1-1 1 0,7 3-1 0,-7-4 0 15,1-1 1-15,-1 3-1 0,-6-3 0 16,2-1-1-16,-1 3-3 16,-3-5 2-16,-2 1-1 0,4 3 0 0,-4-2 1 0,2-1-5 15,-2 0-3-15,2-1-10 0,-2 3-16 16,3 0-17-16,-3 4-33 0,2-4-49 16,-4-1-97-16</inkml:trace>
  <inkml:trace contextRef="#ctx0" brushRef="#br0" timeOffset="39832.78">31505 12395 441 0,'0'0'49'0,"0"0"-6"15,0 0-9-15,0 0-7 0,0 0-7 0,0 0-3 16,0 0-4-1,0 0-3-15,0 0-3 0,0 0-1 0,-21-10-4 0,19 10 1 16,2 0 0-16,-4 0 0 0,4 12 0 16,-2 6 1-16,-2 8 1 0,4 1-4 0,0 3 3 15,-2 4-3-15,-2 2 0 0,-2 2 1 16,-3 3 0-16,3 2 3 0,-2-1 0 0,-3-2 0 16,3-3-2-16,2-5 0 0,2-3-2 15,2-9 2-15,2-2-1 0,0-5 1 31,0-8-2-31,0 6 0 0,0-5 2 16,0 0 0-16,0 0 0 0,0-6 1 0,0 5-1 16,0-1 0-16,0 1-1 0,0 1-1 15,0-6 1-15,0 0 0 0,0 0-2 0,0 1 0 16,0 1 0-16,0-1-2 0,0 1 2 16,0 0-3-16,0-1 0 0,0 1-2 15,0-1-4-15,0 1-5 0,2-1-25 16,2 4-41-16,-2-2-104 0,2 2-94 15</inkml:trace>
  <inkml:trace contextRef="#ctx0" brushRef="#br0" timeOffset="40719.89">30970 13358 531 0,'0'0'44'16,"0"0"-8"-16,0 0-12 0,0 0-13 0,0 0-7 0,0 0-2 0,0 0-1 15,0 0 1-15,0 0-1 0,-7 43 0 31,7-14-2-31,0 5 3 0,-4 0-2 0,2 1 2 16,-4-1-2-16,-4-4 0 0,1-2 3 16,3-10 1-16,2-4 1 0,0-5 2 15,4-6 2-15,-4 1 0 0,4-4 5 0,0 0-2 16,0 0-3-16,0 0 0 0,-2 0-4 16,2-12-1-16,0-6 1 0,-4-8-1 15,4-4 2-15,0-2-2 0,0-3 2 16,4 0-1-16,2 0 0 0,-2 3 0 15,6 3 1-15,3 2-2 0,-5 6 0 0,9 1 0 16,-7 5-2-16,6 5 2 0,-3 1-3 0,1 5-1 16,-5 3 0-16,3 1-2 0,7 0 0 15,-1 0 1-15,1 5-2 0,-5 0 0 16,-1 4-1-16,-5 1-1 0,-2-3-3 16,0 7 0-1,-6 1-2-15,0 2 0 0,-2 4 0 16,-10-1 1-16,-5-4 3 0,1 1 1 15,-1-4 2-15,-3 0 1 0,-1-2 2 0,-4-3 2 16,0 0-2-16,3-1 2 0,-3-2 1 16,2-3 1-16,9-1 0 0,1-1 1 15,1 0-1-15,1 0 0 0,5 0 1 16,2-1 0-16,4 1-1 0,-2-2-2 0,2 2 0 16,0 0-3-16,0-1 1 0,0 1 1 15,0-2-1-15,0 2 3 0,8 0-3 0,5 5 0 16,5 4 1-16,1 3-3 0,-5 0 1 15,1 2 1-15,1-1-2 0,-5 2 0 16,1-1 0-16,1 3-1 0,-1-2 1 16,-4 3 1-16,3 0 1 15,-3 2 0-15,2 2-3 0,-4-1 2 0,1-2-1 0,-3-4 1 16,0 1 0-16,-2-5 0 0,-2-7 0 0,4 7 0 31,-4-5 3-31,0 0-5 0,0 4 1 0,2-5-7 0,-2 0-6 0,4-1-9 31,-4-4-13-31,0 0-21 0,0 0-55 16,2 0-104-16,4-4-37 0</inkml:trace>
  <inkml:trace contextRef="#ctx0" brushRef="#br0" timeOffset="41149.83">31335 13416 495 0,'0'0'17'0,"0"0"4"15,0 0-4-15,0 0-6 0,0 0-7 16,0 0 0-16,0 0-1 0,0 0 0 16,-39 93 1-16,37-72 2 0,-2-1 0 0,2-3 1 15,-2-2 3-15,4-6 1 0,-2-4 2 31,-4 4-6-31,6-6 0 0,-5 0-2 0,3 1-2 16,2-4 3-16,0 0-6 0,0 0 1 16,0 2-1-16,0-2-1 0,0 2-1 15,0-2-3-15,0 1-1 0,0-1-1 16,0 0 1-16,0 2 3 0,-4-2 0 16,4 0 2-16,0 1 1 0,0-1 0 0,0 0 1 15,0 0-2-15,-2 0 1 0,2 0-2 0,-4 0 4 16,4 0-2-16,-2 0-2 0,2 0 1 15,-2 0-1-15,2 2 1 0,-6 2 0 16,2 1 0-16,-3 4 1 0,5-2-3 16,-2-2-1-16,2 2-4 0,2-2-2 0,-4 0-10 15,4-1-17-15,0-4-51 0,-2 0-96 16,2 0-55-16</inkml:trace>
  <inkml:trace contextRef="#ctx0" brushRef="#br0" timeOffset="41399.71">31232 13462 624 0,'0'0'44'0,"0"0"-12"0,0 0-9 16,0 0-9-16,0 0 0 0,0 0-3 0,0 0-1 15,0 0-2-15,89-80-5 0,-68 77-3 16,-1 0-2-16,3 0-1 0,0 1-2 16,2 0-4-16,-1 1-5 0,-9 1-12 15,6 0-27-15,-3 0-16 0,-5 0-47 0,5 3-75 16,-10 0-53-16</inkml:trace>
  <inkml:trace contextRef="#ctx0" brushRef="#br0" timeOffset="41615.94">31309 13577 473 0,'0'0'36'15,"0"0"-8"-15,0 0-2 0,0 0-12 0,0 0-5 16,0 0-1-16,76-22-6 0,-53 17-4 15,0 1-7-15,-1-1-13 0,1 4-12 16,-6-1-38-16,-1 2-55 0,-3 0-103 16</inkml:trace>
  <inkml:trace contextRef="#ctx0" brushRef="#br0" timeOffset="41882.51">31242 13743 458 0,'0'0'35'0,"0"0"4"0,0 0-6 16,0 0-4-16,0 0-15 0,0 0-1 16,0 0 1-16,0 0-9 0,75 6 2 15,-52-6-6-15,-7 0-1 0,3 2 0 16,-7-2 1-16,9 1-3 0,-11-1 2 15,3 2 0-15,-1-1 0 0,-10-1 1 0,4 2-1 16,0-2 0-16,1 0-1 0,-1 0-4 0,2 0-3 16,-2 0-10-16,3 0-20 0,1-2-38 15,-4 1-67-15,2-4-102 0</inkml:trace>
  <inkml:trace contextRef="#ctx0" brushRef="#br0" timeOffset="42366.54">31782 13475 538 0,'0'0'30'16,"0"0"-4"-16,0 0-9 0,0 0-10 0,0 0-3 15,0 0-3-15,0 0 0 16,0 0-1-16,0 0 1 0,-72 95-1 0,65-74 0 0,1-1 2 15,0-4 0-15,2 0 3 0,4-7 2 16,-2-4 2-16,2 0 2 0,0-5 2 16,0 0 1-16,0 0 2 0,0 2-1 0,0 0-1 15,0-1-4-15,0-1-3 0,0 0 0 16,0 0-1-16,0-1 0 0,0-15 2 0,0-7-1 16,8-5 1-16,-2-3-2 0,7 3 0 15,-1-1-3-15,1 0 1 0,5 5-3 31,-3 2-1-31,3 4 1 0,-5 6-1 16,-1 3 0-16,-6 3 1 0,-2 3-2 0,0 1 0 16,-1 2 0-16,3 0 0 0,0 5 0 15,4 7-1-15,-8 5 2 0,5 4-1 0,-1 0 1 16,-2 2 0-16,-4 0-1 0,0 1 0 16,0 2 0-16,0-8 0 0,0 0 1 15,0 0 0-15,2-5 0 0,0 3 0 16,2-7-2-16,-4 0 0 0,2 2-1 0,2-6 0 15,-4-1-5-15,0 1-1 0,2 0-4 16,-2-1-8-16,0 2-20 0,0-6-28 0,0 0-59 16,0 0-149-16</inkml:trace>
  <inkml:trace contextRef="#ctx0" brushRef="#br0" timeOffset="42615.75">31724 13637 523 0,'0'0'46'0,"0"0"-15"0,0 0-10 0,0 0-5 16,0 0-1-16,0 0-2 0,0 0-4 15,0 0-3-15,0 0-4 0,89-30-1 0,-68 25-2 16,-3 0 0-16,1 2-2 0,-5 2-2 15,5-2-5-15,-11 1-3 0,11-1-17 16,-5 0-18-16,-1 3-36 0,1 0-55 16,-4 0-99-16</inkml:trace>
  <inkml:trace contextRef="#ctx0" brushRef="#br0" timeOffset="43203.89">32140 13433 493 0,'0'0'35'0,"0"0"-2"0,0 0-7 0,0 0-3 15,0 0-4-15,0 0 0 0,-48 90-3 0,32-63-1 16,1 0-4-16,1 0-2 0,1-4-5 16,7-6-7-16,2-6 2 0,2-2-2 15,2-4 0-15,0-1 5 0,0 5-3 16,2-5 2-16,2-1 2 0,-2-1-1 15,-2-2 1-15,4 0-1 0,-2 0 2 0,4-7 0 16,5-5 0-16,-9 2 2 0,2-6 0 0,-2-5 1 16,0 0 2-16,2-8 0 0,-4 3 0 15,0 6-1-15,2 2-2 0,2 0-2 16,-4 5-1-16,7-2 0 0,-5 6 0 16,4 0-1-16,4 0-1 0,-1 3 0 15,-1-2 0-15,2 5 0 0,-4 2-1 0,3-1 1 31,-3 2-1-31,6 0-1 0,3 3 1 0,-5 2 0 16,2 4-1-16,-3 0 0 0,-3 3 0 16,2-1 0-16,-4 2-2 0,2 4 0 15,-6 3 1-15,0 6 0 0,0-1-1 16,0 0 2-16,-4-1 0 0,-8-1 1 0,6-2-1 16,-5-3 1-16,-1 0-1 0,-5-2-1 15,3-1 2-15,0-3-1 0,-5 0 1 0,0-3 0 16,1-1 1-16,3-4 0 0,1-1 1 15,3 0 2-15,-1-3 0 0,0 2-6 16,7-2 5-16,-7 0-4 0,8 0 4 16,-2 0 3-16,4 0-3 0,2 0 1 15,0 0-2-15,0 0-1 0,0 0 0 0,-4 0-1 16,4 0 0-16,0 0 0 0,-3 0 0 0,3-2 3 31,0 1-7-31,0-1-2 0,0-1-4 16,3-1-6-16,7-1-23 0,2-1-36 15,-1 3-80-15,5 0-135 0</inkml:trace>
  <inkml:trace contextRef="#ctx0" brushRef="#br0" timeOffset="43932.68">31433 14095 525 0,'0'0'55'0,"0"0"-8"0,0 0-13 16,0 0-7-16,0 0-9 0,0 0-4 0,0 0-4 31,0 0-2-31,0 0-3 0,0 0-2 0,-19-59 0 0,13 59-2 0,-2 0 0 31,-7 4-1-31,-4 8 1 0,3 7 0 16,1 4 0-16,1 7 0 0,-5 4-4 16,1 2 0-16,-3 2 1 0,3 1-2 0,3 1 5 15,-1-1-2-15,5-2 2 0,1-2 1 0,4-3-3 16,6-2 5-16,0-3-6 0,10-1-1 16,-2-4 2-16,7-2 1 0,3-1 0 15,1-4 5-15,0-3-1 0,-1 0-4 16,-1 0 4-16,-1-1-6 0,-3-3 3 15,-3-1-1-15,-4-2 1 0,4-1 0 0,-3 2-1 16,-5-4 2-16,2 1-2 0,-4-3 0 0,0 0 1 16,0 0-1-16,2 1 0 0,-2-1-1 15,4 2 1-15,-4-2 0 0,0 0-2 16,2 2-3-16,2-2-2 0,-4 0-11 16,2 0-22-16,2 0-39 0,-1-7-79 0,3-2-117 31</inkml:trace>
  <inkml:trace contextRef="#ctx0" brushRef="#br0" timeOffset="44699.02">31631 14232 447 0,'0'0'56'0,"0"0"-12"0,0 0-5 16,0 0-8-16,0 0-4 0,0 0-4 0,0 0-8 15,0 0-6-15,0 0-3 0,0 0-2 0,8-29 1 16,7 20 1-1,8 3-2-15,-1 1 0 0,7 1-2 0,0-1 0 0,4 0-2 16,0 2 2-16,2 2-2 0,1 0 7 16,-3 1 1-16,2 0 0 0,-2 0 2 0,-6 0-9 15,-7 0 0-15,-1 0 0 0,-7 0-1 16,-5 0 0-16,-1 0-1 0,-6 0-1 0,0 0-3 16,0 0-3-16,2 0-4 0,-2 0-9 15,0 0-17-15,0 0-16 0,0 5-28 31,0 6-57-31,-2 4-95 0</inkml:trace>
  <inkml:trace contextRef="#ctx0" brushRef="#br0" timeOffset="44983.78">31912 14189 522 0,'0'0'47'0,"0"0"-12"16,0 0-5-16,0 0-8 0,0 0-2 0,0 0-6 15,0 0-3-15,0 0-2 0,-70 87-4 16,62-63-2-16,-3-1-2 0,9-1-1 0,0 1 0 31,-2-6 0-31,2 1-1 0,2 1 0 0,0-1 0 0,0-1 4 0,0-1-2 16,0-4 3-16,0-1-2 0,0 1-2 16,0-8 1-16,0 3-1 0,0-3 1 0,0 2-1 31,0-1 1-31,2 1-2 0,-2-6-3 15,0 0-3-15,0 0-4 0,0 1-6 0,0 1-12 16,0-1-17-16,0 1-22 0,4 0-37 16,-4-2-50-16,0 1-84 0</inkml:trace>
  <inkml:trace contextRef="#ctx0" brushRef="#br0" timeOffset="45400.13">32131 14191 536 0,'0'0'42'0,"0"0"-7"16,0 0-14-16,0 0-8 0,0 0-4 15,0 0 1-15,0 0-3 0,0 0-1 31,0 0-2-31,2 25 0 0,-2-6 0 16,0 5 0-16,-6-1-1 0,4 1 0 0,-4-1-2 16,0-4 0-16,0-3-1 0,6-1 1 15,-3-6 0-15,-1-4 0 0,4-1 2 0,0-4-3 16,0 0 3-16,0 0 0 0,0 3 1 16,0 0 1-16,4 1-3 0,7-3-2 15,-1-1 0-15,9 0-2 0,3 0-1 16,-5-3 1-16,-3 1-1 0,-1 1-1 0,1-1 0 15,-1 1-1-15,-1 1 1 0,3 0-1 16,-3 0 0-16,0 0-4 0,1 0-2 0,-1 0-5 16,-4 0-8-16,5 0-8 0,-1 0-14 15,7 0-30-15,-7 0-34 0,1 0-46 16,-9 0-53-16</inkml:trace>
  <inkml:trace contextRef="#ctx0" brushRef="#br0" timeOffset="45715.78">32394 14270 608 0,'0'0'49'0,"0"0"-11"16,0 0-16-16,0 0-10 0,0 0-5 0,0 0-2 15,0 0 0-15,0 0-2 0,0 0-1 0,0 0 0 16,-23 35 0-16,19-17-1 0,2-1 0 15,-4 4-1-15,2 0 0 0,-3 0 2 16,3 3-2-16,-2 1 0 16,0-1 4-16,0 2-5 0,1 0 6 0,-1-2-5 15,0 0-1-15,-2-2 2 0,6-2-2 0,-4-7 2 16,-1-1-2-16,3-4 2 0,2-5-2 0,2 1-1 31,0-4-2-31,-4 0-1 0,4 0-2 16,0 0-1-16,0 0-6 0,6-1-19 15,7-11-31-15,5-5-46 0,-3-4-117 16,-3 0-37-16</inkml:trace>
  <inkml:trace contextRef="#ctx0" brushRef="#br0" timeOffset="46232.91">32489 14025 627 0,'0'0'53'16,"0"0"-11"-16,0 0-15 0,0 0-6 0,0 0-5 16,0 0-2-16,0 0-3 0,0 0-3 15,0 0-2 1,-19-25-4-16,19 23-1 0,0 2 0 15,0 0-1-15,7 3 0 0,5 9 0 0,0 4 1 16,-3 2-2-16,1 1 1 0,2 2 0 16,-1 1 0-16,1 2-1 0,-2 2 7 15,-1 0-8-15,-3 1 9 0,-2 1-7 16,-2-1-1-16,-2 1 8 0,0 2-7 16,0-2 0-16,0-1-5 0,0 0-3 0,-2-2 1 15,-4 2 10-15,0 1-5 0,-1-1 5 0,1 0-3 16,-6 1-1-16,6-1 1 0,-3 2-2 15,-1 0 1-15,2 0 1 0,-3-2-3 16,3-1 3-16,2-2 0 0,0-2-1 16,0-3 2-16,3-5-1 0,-3 0 0 0,2-6 0 15,-2 2-2-15,4-3 3 0,-2-4-2 16,4 2 2-16,0-5 0 0,-2 0-2 0,2 0 0 16,0 2-1-16,0-2 1 0,0 1-1 15,0-1 1 1,0 0-4-16,0 1-5 15,0-1-10-15,2 0-12 0,4-4-32 16,6-4-46-16,1-6-143 0,-13-1-32 0</inkml:trace>
  <inkml:trace contextRef="#ctx0" brushRef="#br0" timeOffset="91498.61">25810 4538 259 0,'0'0'49'0,"0"0"-5"0,0 0-6 15,0 0-13-15,0 0-6 0,0 0-6 31,0 0-1-31,0 0-3 0,0 0 0 0,-6-13-5 16,6 13-3-16,0-2 0 0,0 2 0 16,0 0 1-16,0 3-1 0,0 11 1 15,2 9-2-15,2 6 1 0,2 1 0 16,0 3 0-16,-3 4-1 0,1 1 0 0,-4 3 0 16,0 1 0-16,0-1 0 0,0 0-1 15,0-1 1-15,0-5-1 0,-4-4 1 0,1-9 0 16,3-3 0-16,-4-7 0 0,4-6 0 15,0 7 1-15,0-7 1 0,0 0-2 16,0 0 2-16,0-6-2 0,0 0 0 16,0 0 2-16,0 1-2 0,0 1 3 0,0-1-2 31,0 1 2-31,-2 4 2 0,2-2-1 0,-4 1 0 0,-2 1 1 0,0-4-2 0,4-1 0 16,-11-1 1-16,1 0 3 15,-1 0-1-15,-3-1 3 0,4-5-1 0,1-1 1 31,-1 0 1-31,4 2 3 0,1-1 0 16,1 0 0-16,4 3-1 0,-2 0-1 0,2-1-1 16,-2 1 0-16,2-2-1 0,2 2-2 15,0 3 0-15,-4-2-2 0,4 2 0 0,0-1-3 16,0-1-2-16,0 2-3 0,-3-1-1 16,3 1 0-16,0 0 1 0,3 6 3 15,3 7 0-15,6 4 0 0,1 1-1 16,-1-1 4-16,-4 2-4 0,5-3 4 0,-1 1-6 15,-6-5 2-15,2-1-2 0,-1-4 3 16,-1 0 0-16,0-2 1 0,-2-3 1 0,-2 1-1 16,-2-3 1-16,0 0 0 0,0 0 2 15,6 0 0 1,3 0 2-16,3-8 0 0,1-2 0 0,-1-4-7 0,-4-1 4 31,3 0-4-31,-5 0 2 0,2 0 1 0,-2 2-1 16,0 1-1-16,3 0-1 0,-3 4-1 15,4-2-2-15,-4 2-6 0,-4 5-5 0,5-3-23 16,-3 4-29-16,2 1-61 0,2-2-138 16</inkml:trace>
  <inkml:trace contextRef="#ctx0" brushRef="#br0" timeOffset="91998.46">26128 4505 487 0,'0'0'36'0,"0"0"-13"0,0 0-5 16,0 0-6-16,0 0-5 0,0 0 1 16,0 0 0-16,0 0-1 0,79-31-3 31,-48 28 0-31,-2-1-1 0,6 1-1 0,-6 0-2 15,2 1 0-15,-12 1-4 0,1 1-1 0,-7 0-4 16,-7 0 0-16,2 0-3 0,-2 0-5 16,-2 0-6-16,3 1-20 0,-7 4-31 15,-4 5-43-15,-3 4-29 0</inkml:trace>
  <inkml:trace contextRef="#ctx0" brushRef="#br0" timeOffset="92216.8">26329 4525 287 0,'0'0'64'15,"0"0"-5"-15,0 0-14 0,0 0-12 0,0 0-12 16,0 0-7-16,0 0-2 0,0 0 1 16,0 0 8-16,-6 38-4 0,6-6-3 0,0-2-2 15,0 0-7-15,0 0-2 0,2 1-2 16,-2-2 0-16,4-3-2 0,-2-8 2 0,2-1-2 16,-4-7 1-16,2 1-1 0,-2-2 0 31,0-4-1-31,4-1-1 0,-4-4-3 15,0 0-5-15,0 0-4 0,2 1-8 16,-2 1-25-16,0-1-71 0,0-1-119 0</inkml:trace>
  <inkml:trace contextRef="#ctx0" brushRef="#br0" timeOffset="93615.83">25940 3603 384 0,'0'0'49'0,"0"0"-10"15,0 0-6-15,0 0-7 16,0 0-6-16,0 0-6 0,0 0 1 0,0 0-1 16,0 0-2-1,0 0 2-15,-25-29-2 0,23 26 0 0,2 3-1 16,0-1 0-16,0 1-1 15,-4-2 0-15,4 2-2 0,0-1 1 0,-2 1-1 16,2-1-2-16,0 1 0 0,0-2-1 16,-4 2 0-16,4-2-1 0,0 2 1 15,0-1-2-15,-2 1-1 16,2 0-4-16,-4 0 1 0,4 12 1 0,0 12-1 0,0 13 2 16,0 7-1-16,6 4 0 0,-2 6 4 15,-2-3-4-15,4-1 2 0,-1-6-4 0,-3-6 0 16,4-8-1-16,-2-9-1 0,0-5 0 15,0-5-3-15,-2-7-5 16,-2 0-21-16,4-2-25 0,-1 1-72 0,7-3-136 16</inkml:trace>
  <inkml:trace contextRef="#ctx0" brushRef="#br0" timeOffset="94032.43">26044 3835 555 0,'0'0'42'0,"0"0"-10"0,0 0-13 16,0 0-12-16,0 0-2 0,0 0-1 16,0 0 4-16,0 0-5 15,0 0 3-15,66 81-7 0,-60-52 0 0,0-2-1 16,-4-6 0-16,-2-2 2 0,4-7-1 15,-4-6 1-15,0 0 1 0,0-6 1 0,0 0 2 16,0 0 1-16,0 0 2 0,2 0-1 16,-2 0-1-16,5-12 1 0,-3-6 0 0,2-8-1 15,-2 0 0-15,4-1 1 0,0-2-5 16,0 0 4-16,5 0-6 0,-3 3 2 16,0 4 0-16,-1 6-4 0,3 4 2 15,-4 6-1 1,2 5 0-16,5 1-1 0,1 3 1 15,5 10 0-15,-5 6 1 0,5 5 1 0,-7 2 3 16,3 1-5-16,-5-1 5 0,-2-2-4 16,-1-7-1-16,-3-7 1 15,-2 0-2-15,2-6 0 0,-2 0-9 0,0 1-5 16,-2-5-30-16,4 0-58 0,4-6-160 16,9-6-2-16</inkml:trace>
  <inkml:trace contextRef="#ctx0" brushRef="#br0" timeOffset="94349.35">26672 3691 561 0,'0'0'48'31,"0"0"-10"-31,0 0-10 0,0 0-13 16,0 0-6-16,0 0-4 0,0 0-3 16,-101-7 1-16,80 29-3 0,2 4 1 0,1 5-1 15,3-1 2-15,3 0 2 0,0 1-5 16,5-10 5-16,7-1-3 0,0-3 0 0,0-7 1 16,5 5-1-16,3-4-2 15,-2-5 0-15,11 0-1 0,-3-4 1 0,5-2 0 16,7 0-4-16,-5-6-4 0,4-1-10 15,-4 1-14-15,-5 2-17 0,-1 1-20 0,-7 1-58 16,4 0-113-16</inkml:trace>
  <inkml:trace contextRef="#ctx0" brushRef="#br0" timeOffset="94915.89">26980 3635 436 0,'0'0'19'16,"0"0"-1"-16,0 0-7 0,-39 88-2 16,33-59-2-16,1-1-2 0,1 0 0 0,-2-1-8 15,4-7 5-15,-2-1-6 0,4-8 1 16,0-4 4-16,0-1 2 0,0-6 3 0,-2 0 6 16,2 0 4-16,0 0 16 0,0 0 7 15,-4-3 0-15,-2-11 4 0,-1-4-16 31,1-8-2-31,2 1-4 0,0-5-4 16,-2 0-1-16,-1-2-5 0,5-3-4 16,2-1-2-16,-4-1-4 0,4 4 1 0,4 3-4 15,-2 4 1-15,11 5 0 0,-1 6-1 0,3 3 0 16,3 7 0-16,3 2-1 0,4 3 0 16,2 1 1-16,2 8-2 0,-7 5-1 15,1 1 1-15,-6 3-3 0,-5 0 3 16,-6-4-1-16,-2 3 2 0,-4 1 1 15,-4 0 0-15,-4 4 2 0,-9-4-1 0,3-1-1 16,-7-4 2-16,3-1-2 0,-7-1 2 0,4-2 1 16,1-3-2-16,3 0-2 0,9-3-5 15,4-1-9-15,4-2-16 0,-2 0-18 16,2 0-18 0,0 2-35-16,2-1-77 15,10-1-53-15</inkml:trace>
  <inkml:trace contextRef="#ctx0" brushRef="#br0" timeOffset="95380.25">27346 3609 522 0,'0'0'46'0,"0"0"-7"16,0 0-13-16,0 0-4 0,0 0-6 15,0 0-4-15,0 0 1 0,0 0 1 0,0 0 0 16,0 0 0-16,0-62-3 0,0 57-1 16,0 0-3-16,-4-3-1 0,2 5-1 0,-2 0-2 31,-9 1 1-31,3 2-4 0,-9 11 0 15,-6 9 1-15,1 4-3 0,-1 6 3 16,4 1 0-16,1 0-1 0,1 0 0 16,4-4 0-16,3-3-2 0,6-7 2 0,2 0-2 15,4-1 1-15,4-2-2 0,2 3 1 0,6-5 2 16,3-1-3-16,-3-2 5 0,1-2-3 16,-1-2 2-16,1-2-2 0,-3-1 1 15,2-1-1-15,1-1 1 0,-1 0 2 16,0 0-1-16,1 0 0 0,-7 0-1 15,6-1 0-15,-9 1-2 0,3-2 1 0,0 2-1 16,-6 0-2-16,2-1-2 0,4 1-9 0,5-3-18 16,1 1-27-16,-4-4-63 0,5 0-150 15,1-4 16-15</inkml:trace>
  <inkml:trace contextRef="#ctx0" brushRef="#br1" timeOffset="132831.29">20066 11179 106 0,'0'0'37'0,"0"0"0"0,0 0-4 0,0 0-4 15,0 0 1-15,0 0-3 0,0 0 4 31,0 0-8-31,0 0 2 0,0 0-5 16,-19-3-2-16,19 2-1 0,-2-1-1 16,-2 2-3-16,4-1-2 0,0-1 0 0,-2 1 0 15,2 1 4-15,0-2-1 0,0 2 1 16,-4-2 0-16,4 2 0 0,0-1-2 0,0 1-1 16,0-2-4-16,0 1-1 0,0 0-4 15,0-2 0-15,4 0-2 0,4-2 0 16,0 2 1-16,3 1-1 0,1 1-1 15,0 1 1-15,9 0 0 0,-9 0 1 0,9 0 1 16,-2 0-1-16,1 0 3 0,5 0 0 0,2-1 0 16,0-3 2-16,-2 3-1 0,8-2 0 15,-2 1-2-15,-4 2-1 0,4 0-2 16,-2 0 0-16,0 0 0 0,-7 0 0 16,3 3-1-1,-4 2 1-15,2 1 0 0,-3 0-1 16,1 0 1-16,0 1 3 0,3 1-4 15,1 0 4-15,2-2-3 0,4 0 1 0,0-3 0 16,2 1 1-16,2-2-3 0,2 0 3 16,3-2-1-16,-3 0 0 0,-2 0 1 15,2-4-2-15,-2 0 1 0,1 0-5 16,-3 1 4-16,-4-1 0 0,0 3 0 16,-1-1-1-16,1 1 2 0,0-1-6 0,2 1 5 15,0 1 0-15,-2-2-1 0,2 2 0 0,0-1 2 16,-2-1-1-16,2-1 0 0,0 2 0 15,-4-3 0-15,0 1 1 0,-2 1-1 16,-7 0 0-16,-1-1 0 0,-5 3 0 16,1-1 0-16,3-1 0 0,-5 2 0 15,1-2-1-15,5 2 0 0,-1-1 0 0,-3-1 1 16,9 2 0-16,-1-1 0 0,-2-1 1 0,1 1 0 16,-1 1 0-16,-1-1-1 0,-3-1 1 31,6 2-1-31,-3 0 1 0,-5 0-1 15,7 0-1-15,-7 0 1 0,-1 0-2 16,0 0 2-16,-5 0 0 0,5 0 0 16,-8 0 0-16,0 0 0 0,5 0 1 0,-5 0-1 15,2 0 0-15,0 0 0 0,0 0-1 0,-6 0 0 16,0 0 0-16,0 0-1 0,0 0-1 16,2 0-1-16,-2 0-4 0,5 0-3 15,-5 0-4-15,2 0-10 0,-2 0-16 16,0 0-25-16,-7 2-48 0,-7 5-96 0,-9-1-31 15</inkml:trace>
  <inkml:trace contextRef="#ctx0" brushRef="#br1" timeOffset="133748.51">20320 11091 424 0,'0'0'53'0,"0"0"-1"16,0 0-8-16,0 0-8 0,0 0-9 0,0 0-10 16,0 0-3-16,0 0-4 0,0 0-4 15,-27-33-1-15,23 31-4 0,4 2-1 31,-2-1 0-31,-4 1-1 0,-3 0 1 16,-9 6-1-16,-3 5 0 0,2 4 1 16,-3 3-1-16,-1 3 2 0,-2 2 2 0,0 0-2 15,-2-1 3-15,1 1-3 0,1-3 0 0,4-3-1 16,2-5 0-16,7-3 1 0,4-3-1 16,4-3 0-16,2 0-1 0,2-3 1 15,-5 0-2-15,5 0 1 16,0 2 1-16,0-1 0 0,0 3 1 0,5 4 1 15,3 0 0-15,6 1-1 0,3 0-1 0,1-1 1 16,-1-1-1-16,6 3 1 0,-3-2-1 0,1 3 0 16,2 0 0-16,-3-1 1 0,1 1-1 15,-2 0 0-15,-1-1 0 0,1 0-1 16,-5 0 1-16,-1-1 1 0,-1-3-1 16,-1 2 1-16,-5-5 0 0,6 1-1 31,-1-1 2-31,-3 2 0 0,-2-2-1 0,-2-2 1 15,0 2-1-15,-4-3 1 0,0 0 0 0,0 0 1 16,0 0 1-16,4 2 2 0,-4-2 2 16,2 0 1-16,-2 1 0 0,5-1 1 15,-5 0-1-15,0 0-2 0,0 0 1 16,2 0-4-16,-2-4-1 0,0-8 0 16,-2-5-1-16,-5-4-1 0,1 0 0 0,0-2-1 15,-2 0 2-15,-3 0-1 0,5-1 0 0,-6 0 0 16,6-4 0-16,-3 2 0 0,1 1-4 15,2 0 4-15,0 7-4 0,-1 1 4 16,3 7 1-16,2 0-1 0,-2-2-2 16,4 7 1-16,-2-6 0 0,2 7 1 15,0-3-1-15,0 3 0 0,-2-2 1 0,2 1-1 16,0-1 0-16,0 2-1 0,0 4-1 0,0-2 1 16,0 2 0-16,0-1 1 0,0-1 0 15,0 1-2-15,0-1-1 0,0 0-2 31,0 1-1-31,0-1-4 0,0-1 1 16,2 1-7-16,10 0-16 0,3 2-27 16,-5 0-41-16,7 2-90 0,6 3-76 0</inkml:trace>
  <inkml:trace contextRef="#ctx0" brushRef="#br1" timeOffset="139564.17">20624 11559 317 0,'0'0'50'15,"0"0"-5"-15,0 0-10 16,0 0-11-16,0 0-5 16,0 0-5-16,0 0-1 0,0 0 2 0,0 0 1 0,0 0 3 15,24-2 0-15,-1-4-3 0,2 0 2 0,0 0-2 31,2-1-3-31,0-1-2 0,2 2-3 0,-3 0-3 16,-3-1-1-16,6 2-2 0,-8 0 0 16,-1 0-2-16,-1 2 0 0,0 2 1 15,-7 0-1-15,0-1 1 0,3 2-2 16,-9-2 0-16,6 2 0 0,-5 0-3 16,-1 0-2-16,0 0-6 0,-6 0-10 0,0 0-15 15,0 0-16-15,2 0-22 0,0 2-44 0,2 2-89 16</inkml:trace>
  <inkml:trace contextRef="#ctx0" brushRef="#br1" timeOffset="140163.96">20876 11492 314 0,'0'0'57'16,"0"0"-9"-16,0 0-8 0,0 0-9 15,0 0-9-15,0 0-8 0,0 0-3 31,0 0-2-31,0 0 1 0,0 0-3 16,-33 18 0-16,29 0-2 0,4-1-3 16,0 0 0-16,0 0-1 0,4-2-2 0,-2-3 0 15,2 4-1-15,-4-5 0 0,2 1 0 0,0 0 0 16,-2 0 2-16,0 1 0 0,0-3 2 16,0 2 0-16,0-5 0 0,0-1 0 15,0-2-1-15,0 2 0 0,0 0 0 16,0 0 3-16,0-6 0 0,0 0-1 15,0 0 1-15,0 2-1 0,0 0 1 0,0-1 1 16,0 1-2-16,0-1 0 0,0 0-1 0,0 1 0 16,0-1-1-16,0 1 1 0,4-1-2 15,-4 1 1-15,0 0 0 0,0-1 0 16,2 1 0-16,-2-1 1 0,0 1-1 16,0-1 2-16,0 1-1 0,0-1-1 15,4 1 0-15,-4-1 1 0,0 1-3 0,0-1 1 31,0 1 1-31,0 0-2 0,0-1 1 0,3 0 0 16,-3 1 0-16,0-1 1 0,0 1-1 16,0-1 0-16,0 1 0 0,4-1 1 15,-4 1 0-15,0-2 0 0,0 2 0 16,0-2 0-16,0 1 0 0,0-1 1 0,0 2-2 16,0-2 0-16,2 1 0 0,-2-1-1 15,0 1 2-15,0-1 0 0,0 0-1 0,0 2 0 16,0-2 0-16,0 0 0 0,0 1 0 15,0-1 1-15,0 0 1 0,0 2-1 16,0-2 0-16,0 0 0 0,0 0 0 16,0 0 0-16,0 0-2 0,0 0 0 15,0 2-2-15,0-2-4 0,0 0-8 0,0 0-23 16,0 0-35-16,0 0-70 0,0 0-104 0</inkml:trace>
  <inkml:trace contextRef="#ctx0" brushRef="#br1" timeOffset="141747.43">21099 11548 114 0,'0'0'47'0,"0"0"0"16,0 0-1-16,0 0-1 0,0 0-2 15,0 0 1-15,0 0-3 0,0 0-2 16,0 0 0-16,-10 11-1 0,6-11-2 16,4 1 0-16,-2-1-6 0,2 0-4 15,-5 0-7-15,5 0-5 0,0 0-2 0,-2 0-2 16,2 0-3-16,0-6 1 0,0-6-2 16,0 2-2-16,9-5 0 0,-1 2-2 0,2 2 1 15,3 3-1-15,-1-2-1 0,-4 6 0 31,1-1-2-31,3 2 0 0,-2 2 1 16,3-1-1-16,-5 2 1 0,11 0 0 16,-7 5-2-16,0-1 0 0,-1 5-3 0,-5-2 1 15,-2 0-2-15,2 2 0 0,-6 2 0 16,0 4 2-16,0-5-1 0,-4 6 3 0,2-6 0 16,-4-2 1-16,0 1 1 0,-1-2 0 15,-1 1 0-15,2-2 1 0,0 2-1 16,0-5 0-16,-1 2 1 0,3-3 0 15,2 1 1-15,-4 1 0 0,6-4 1 0,-4 0 1 16,0 1 0-16,0-1 2 0,-3 2-2 0,7-2 0 16,0 0 0-16,0 0-1 0,-6 0-1 15,0 0 1-15,4 0-1 0,-4 0 0 16,6 0-1-16,0 0-1 0,0-5 0 16,0 0 0-16,2 0 2 0,4-3-2 31,6 3 1-31,-1 2 0 0,-1 0-2 0,2 2 1 15,5 1-1-15,-3 0-1 0,-1 0 1 0,1 3 0 16,-1 1-1-16,-7 1 1 0,6 4 0 16,-5-3-4-16,1 5 1 0,-2-6 1 15,-2 5-1-15,2-1 1 0,-6 0 0 16,2 0 1-16,-2 2-1 0,0 0 4 16,0-1-1-16,0 1 0 0,0-1 0 0,-2 4 0 15,-4-5-1-15,0 5 1 0,-4-2-1 0,-3-2 2 16,-1 2 0-16,-1-1 0 15,-3-2 0-15,3 1 2 0,-3-3 3 0,7-1-1 16,-3-1 3-16,-1-1-3 0,5-1 0 16,-9-1 1-16,11-1 0 0,-4-1 0 15,3 0-1-15,-3 0 4 0,6 0-3 0,-2-4 2 16,-3-1 0-16,9 2-3 0,-8-1-1 16,8 0-1-16,-2 1-1 0,2 2 1 0,2 1-1 31,0 0-2-31,-5-4 2 0,3 1-2 15,2-2 0-15,-4 2 1 0,4 3-1 16,0-2-3-16,0 2-1 0,0-1-2 16,0-1-4-16,0 2-7 0,0-1-18 0,0-2-40 15,4 0-105-15,-2 1-115 0</inkml:trace>
  <inkml:trace contextRef="#ctx0" brushRef="#br2" timeOffset="150730.81">23939 13790 366 0,'0'0'45'16,"0"0"-8"-16,0 0-9 0,0 0-2 15,0 0-4-15,0 0-2 0,0 0 0 16,0 0 3-16,0 0 0 0,-16-42 0 16,16 40-2-16,0 0-1 0,0 1-5 15,0-1-5-15,0 1-4 0,0 1-2 0,0 0-2 16,0 1 1-16,0 15-2 0,0 8 1 0,8 11 3 16,-2 4-5-16,3 4 4 0,-3-1-6 31,0 1 1-31,-2-2 1 0,-2-3 0 15,2-3 0-15,-4-5 0 0,2-9 0 16,-2-8 3-16,0-8-2 0,0-5 2 16,0 0 2-16,0 0 3 0,0 2 3 0,4-1 2 15,-4-1-1-15,0 0 2 0,0 0-2 0,-4-10-1 16,-4-8 0-16,-2-9-2 0,1-3-3 16,-3-3 1-16,0-3-2 0,3-2 1 15,-1-3-1-15,2 0-6 16,6 0 3-16,-2 5-7 0,2 2 6 0,2 5-1 15,0 10 1-15,0 2 1 0,0 7-2 0,2 6 0 16,-2 0-1-16,0 4-1 0,6 0 1 0,2 0 0 31,11 8 0-31,-1 9 0 0,1 3-2 0,-5 5-1 0,3 2 2 0,-9 1 3 16,5 1-4 0,-5-1 5-16,-2-3-4 0,0-6 1 15,-2-4 1-15,-2-6 0 0,0-5 0 16,3 1 0-16,-5-5 1 0,0 0 2 15,0 0-2-15,2-2 1 0,4-8 0 0,4-7-2 16,-2-9 3-16,3-3-6 0,-7-6 4 16,6-1-2-16,-4-3 2 0,1-1 1 15,1 1-1-15,2 1 1 0,-1 3-1 16,3 5-1-16,0 4 0 0,-3 9 1 16,-5 8-2-16,2 6 2 0,-6 3-2 0,2 0 0 15,6 1 0-15,5 12 0 0,5 6 1 0,-5 6 1 16,-5 3-1-16,2 3-2 0,-1 2 2 15,-3 2-3-15,0 2 2 0,0-2 3 16,0 1-3-16,-4-4 4 0,3-2-3 16,1-4 0-16,-4-8 0 0,2-3 0 15,-4-6 0-15,2-4 0 0,-2 0-2 0,0-5 2 16,0 0 0-16,0 0 2 0,0 1-2 0,4 1 0 16,-4-1-2-16,0 1 1 0,0-1-1 15,0 1-3-15,0-1-4 0,0 1-7 31,2-1-9-31,-2 1-17 0,0-2-28 16,0 1-55-16,0 1-156 0,0 0 1 16</inkml:trace>
  <inkml:trace contextRef="#ctx0" brushRef="#br2" timeOffset="152130.54">23257 13758 591 0,'0'0'55'0,"0"0"-12"0,0 0-13 16,0 0-8-16,0 0-8 0,0 0-5 0,0 0-6 15,0 0-3-15,0 0-1 0,-8-19 0 0,10 43 0 16,4 11 2-16,7 6 2 0,-5 1-3 15,2 2 3-15,5 0-3 0,-5-4-1 16,-2-4 1-16,1-4-2 0,-3-5 2 16,0-9-3-16,-2-7 4 0,-2-6-1 15,-2-5 2-15,0 0 1 0,0 0 2 0,0 1 0 16,0 1 1-16,0-2 1 0,4 0-3 0,-4 0 5 16,0-3-4-16,0-13 0 0,0-5 0 15,0-8-1-15,2 2-1 0,2 0-1 31,3 1 0-31,-3 0-1 0,6 0 0 16,3 5 1-16,-1 2-1 0,-4 5-2 16,0 3 1-16,-1 5-5 0,3 5 5 0,4-1-2 15,-1 2 1-15,5 9 4 0,-3 3-5 0,-3 5 1 16,1 0 0-16,-5-1-1 0,2-3 1 16,-3-1-1-16,-5-5 2 0,2 1-2 15,-2 1 3-15,2-6-1 0,-2 2 0 16,-2-5 3-16,0 0-2 0,0 0 0 15,0 1 0-15,6 1 0 0,-4-1 0 0,9 1-1 16,-9-1 2-16,4-1 0 0,0 0-1 0,4 0 3 16,-1-3-2-16,-3-1 0 0,2-1-1 15,-2-1 2-15,1 0 0 0,-1-2 1 16,-2 1 0 0,0-3 0-16,2-3 1 0,-2 4-2 15,3-8 0-15,-1 2 0 0,-4 3-2 16,2-6-4-16,-2 7 5 0,2-1-6 15,-2 1 6-15,-2 7-1 0,0-1-1 0,0-1 1 16,0 0 0-16,0 0 1 0,0-5 2 16,0-1 0-16,-6-3 1 0,0-6 1 15,0-1-3-15,-1 0 1 0,-1-5-1 16,2 0 0-16,0-3-2 0,0 1 0 16,4 6-2-16,2 2 1 0,0 7-1 0,0 8 1 15,0 1-1-15,0 5 0 0,0-2-3 0,0 2 0 16,0-2-1-16,0 2 0 0,0-1-1 15,0 1 1-15,0 0-1 0,0 9-2 16,2 0-3-16,4 5-10 0,-2-4-13 16,-2-5-35-16,-2 1-56 0,0-1-167 15,0-1-5-15</inkml:trace>
  <inkml:trace contextRef="#ctx0" brushRef="#br2" timeOffset="152747.22">24483 13644 548 0,'0'0'32'0,"0"0"-10"0,0 0-8 0,0 0-8 16,0 0 0-16,0 0-2 0,0 0-4 0,6 90 1 16,-2-61-1-16,3-2 2 0,-5-1-3 31,2-1 1-31,-2-8-5 0,0-6 0 15,-2 0-2-15,4-7-2 0,-4 1-3 0,2-1-3 16,-2-4-4-16,0 0-8 16,0 0-19-16,0 0-33 0,0 0-45 0,0-1-39 15</inkml:trace>
  <inkml:trace contextRef="#ctx0" brushRef="#br2" timeOffset="152914.19">24475 13709 473 0,'0'0'73'0,"0"0"-19"16,0 0-12-16,0 0-11 0,0 0-13 0,0 0 0 15,0 0-9-15,0 0-1 0,33-80-5 16,-19 71-2-16,3-2 0 0,3 2-3 0,-1-1 1 16,2-1-1-16,4 0-2 0,-1 1 1 15,-1 1-6-15,2 1-14 0,-11 4-32 16,3 4-46 0,-5 0-79-16,-5 7-86 0</inkml:trace>
  <inkml:trace contextRef="#ctx0" brushRef="#br2" timeOffset="153165.76">24520 13778 598 0,'0'0'49'0,"0"0"-15"0,0 0-16 16,0 0-6-16,0 0-5 0,0 0 1 15,0 0-3-15,0 0-2 0,0 0-1 16,64-24-5-16,-41 21 0 0,-4 0 0 16,-1 1-5-16,-5 2-5 0,-1 0-4 15,2 0-11-15,-3 3-6 0,-3 2-7 0,0 0-7 16,-4 2-8-16,3-4-10 16,-5 6-19-16,2-4-22 0,-4-1-62 0</inkml:trace>
  <inkml:trace contextRef="#ctx0" brushRef="#br2" timeOffset="153631.31">25072 13682 528 0,'0'0'53'15,"0"0"-7"-15,0 0-15 0,0 0-6 0,0 0-9 0,0 0-1 0,0 0-3 31,0 0-4-31,0 0-1 0,-91-28-1 0,77 41-1 16,-3 4-1-16,3 3-1 0,1 1-1 16,1 2-2-16,6 1 0 0,-1 2 3 15,1 1-4-15,6-1 3 0,0 1-4 16,0-3 2-16,13-1 1 0,3-1-1 16,1-6 0-16,5-1 1 0,3-3-1 0,4-4 2 15,-2-4 0-15,4-2-2 0,0-2 0 0,-2 0-1 16,0-4 1-16,-6-2-1 0,-1-1 1 15,-7 2-5-15,-7 1-3 0,3 1-4 16,-9 2-8-16,4-1-20 0,0 2-31 16,-6 0-84-16,0-1-119 15</inkml:trace>
  <inkml:trace contextRef="#ctx0" brushRef="#br2" timeOffset="154066.1">25552 13547 571 0,'0'0'48'0,"0"0"-10"0,0 0-9 15,0 0-6-15,0 0-5 0,0 0-3 16,0 0-3-16,0 0-3 0,0 0-1 16,-52-38-1-16,33 52 1 0,7 7 1 15,2 5 0-15,-1 6-2 0,3 3 1 0,2 1-2 31,2 5 0-31,4 0 2 0,0 2-6 0,4-2 6 16,8 0-6-16,1-3-1 0,3-2 2 16,3-4-4-16,6-2 2 0,1-6-2 15,5 0 1-15,3-6-1 0,-3-5 2 16,2-1-2-16,-4-4-1 0,2-4-1 16,-11-1-3-16,3-3-3 0,-11 2-4 0,-10-2-6 15,7 0-9-15,-5 0-19 0,2 0-37 0,-4 0-82 16,4 0-118-16</inkml:trace>
  <inkml:trace contextRef="#ctx0" brushRef="#br2" timeOffset="154348.87">25734 13736 672 0,'0'0'38'0,"0"0"-14"0,0 0-8 15,0 0-5-15,0 0-3 0,0 0-3 0,76-74-2 16,-51 70-3-16,-4 3 1 0,3 1-2 16,3 0 0-16,-2 0 0 0,-2 0-3 15,-7 0-1-15,-1 0-2 0,-1 0-5 16,-3 1-5-16,1 2-10 0,-10-2-16 15,4 1-16-15,-6-2-26 0,2 5-44 0,-2-1-44 16</inkml:trace>
  <inkml:trace contextRef="#ctx0" brushRef="#br2" timeOffset="154530.96">25973 13691 563 0,'0'0'52'0,"0"0"-18"16,0 0-11-16,0 0-7 0,0 0-1 0,0 0 1 15,0 0-4-15,-12 78-1 0,12-46-5 0,0 0 1 16,0 0-3-16,0-1-3 0,0-2 1 16,0-2-5-16,0-8-1 0,0-1-4 15,4-7-4-15,-2-6-11 0,-2 2-23 16,0-7-40-16,0 0-80 0,0 0-107 16</inkml:trace>
  <inkml:trace contextRef="#ctx0" brushRef="#br2" timeOffset="155164.37">26161 13783 516 0,'0'0'35'0,"0"0"-3"16,0 0-2-16,0 0-3 0,0 0-2 0,0 0-3 16,0 0-3-16,0 0-1 0,0 0 0 15,0 0-3-15,40-57-1 0,-34 44-1 0,0 4-1 16,2-4-1-16,-3 6-1 16,1-1-2-16,0 1-2 0,-4 0-2 0,4 0-2 15,-6 4-2-15,4 0 0 0,-4 3-2 16,0-2 0-16,0 2-1 0,9 0 0 15,-3 0 1-15,2 0-1 0,2 0 0 0,-3 5-2 16,1 4 3-16,2 2-1 0,-4 6 2 0,-1 1 0 16,1 3 0-16,-2 2 1 0,-2 2-2 15,-2 4 5-15,0 0-4 0,0 2 3 16,0 0-2-16,-6 0-1 0,-2-3 0 16,-5 1-1-16,-1-4 0 0,1-2-2 15,-1-4 3 1,1-6 0-16,3-3 2 0,2-4 2 15,2-4-1-15,-3-2 1 0,-1 0 1 0,-2-6-1 16,-3-6 1-16,7-4-1 0,-3 4 0 16,11-5 1-16,0 0-1 0,0-1 1 15,0 2-1-15,5 0 1 0,3 4-1 16,-2 5 0-16,2-3 0 0,3 6 0 16,-3 3-3-16,6 1 0 0,3 0-1 0,4 3-1 15,-7 6 1-15,3 3-1 0,-5 0 0 16,-4 2-1-16,1-4-1 0,-3 1-2 0,-2-2-2 15,2-2-1-15,-4 1-2 0,2-5 0 16,-2 2-3-16,-2-5 0 0,7 0-1 16,-1 0-1-16,-2 0 1 0,0 1-15 15,2-1-20-15,0 0-50 0,1 0-86 0,-1 0-80 32</inkml:trace>
  <inkml:trace contextRef="#ctx0" brushRef="#br2" timeOffset="155531.34">26410 13520 730 0,'0'0'31'16,"0"0"-9"-16,0 0-6 0,0 0-6 15,0 0-1-15,0 0-2 0,80-15-4 0,-59 33 0 16,-1 5-2-16,-1 4-2 0,0 5 2 0,-5 2-2 16,3 2-1-16,-7 3 0 0,-4 2-2 15,0 5-2-15,-6-1-3 0,0 4 2 16,-2-1-1 0,-8 3 0-16,-4-1 3 0,-1 0-2 0,-4-2 1 0,1-2 0 0,-3-2 2 31,1-5 2-31,1-2 3 0,0-5-1 15,5-5 5-15,1-4-1 0,1-8 1 0,8-6 1 16,2-1-1-16,-2-4-3 0,4 0 1 16,-2 1-2-16,2-5-1 0,0 0 2 15,0 0-5-15,0 0-2 0,0 0-7 16,0-1-28-16,0-4-47 0,0-5-140 16,0 0-72-16</inkml:trace>
  <inkml:trace contextRef="#ctx0" brushRef="#br1" timeOffset="167526.03">20183 8300 282 0,'0'0'42'15,"0"0"-2"-15,0 0-8 0,0 0-7 16,0 0-4-16,0 0-5 0,0 0-1 0,0 0 2 16,0 0 0-16,0 0-1 0,-6-61 0 15,17 49 0-15,-7 5 0 0,6-6-1 0,-2 2 0 16,-2 5-3-16,11-4-4 0,-7 1-1 0,1 3-3 16,3-2-1-16,-1 1-1 0,1 0 0 15,5 2 0-15,1-2-1 0,-1 1 2 31,4 0 1-31,-1-2-1 0,1 3 2 16,0-3 2-16,2 0-2 0,-1 2 0 0,-3 0-2 16,0 2-1-16,-5 1-2 0,-1 1 0 15,-3 1 0-15,1 1 1 0,-1 0-1 0,0 0 1 16,-1 0-1-16,-1 0 1 0,5 3-1 16,-5 0 0-16,4 1 1 0,1-1 1 15,-3-1-1-15,7-1 1 16,-1 1 1-16,-3-1-1 0,6-1 2 0,-3 2-1 15,-5-2 0-15,7 0 0 0,-1 0 0 0,-1 1-1 16,3-1-1-16,-2 2 0 0,-1-2-1 0,1 1 1 16,4 1 0-16,1 1-1 0,1-2 2 15,2 3 0-15,0-4 0 0,0 0-1 16,4 0 3-16,0 0-2 0,-4 0 2 16,4-2 2-16,-4-1-3 0,4-2-1 15,-2 1 1-15,-3 1-3 0,3 0 2 0,-2-1 0 31,-2 3-2-31,-2 1 0 0,2 0 0 0,-1-2-1 16,3 2 2-16,0-1-1 0,6 1 1 16,2-1 0-16,1-1 0 0,3 1 1 15,0-2 0-15,-2 1-2 0,3-3 2 16,-1 2-5-16,-2-1 3 0,2-1 0 16,-1 1 1-16,-3-1 1 0,2 1-2 0,-4-1 0 15,-2 2 0-15,-2 0 0 0,2 0 0 0,0 2 0 16,-4-1 0-16,0 2 0 0,0 0 0 15,-1 0 0-15,3 0 1 0,-6-2-2 16,2 2 1-16,0-1 1 0,0 1-1 16,-3-2 2-16,3 1-1 0,-10-1-1 15,3 1 0-15,-1-1-1 0,-5 1 2 0,-2-1-1 16,-3 2 1-16,-7 0 0 0,4-1 1 16,2 1 0-1,-4 0-1-15,8 0 0 0,-10 0 0 16,0-2 0-16,0 2-1 0,0 0 2 15,2 0-1-15,-2 0-1 0,5 0-1 16,-5 0-1-16,2 0 2 0,4 0 0 0,2 0 0 16,4 0 1-16,1 0-1 0,-1 0-1 15,-3 0 1-15,1 0 0 0,4 0 0 16,-9 0 2-16,5 0-2 0,-4 0 0 16,0 0 1-16,0 0-2 0,1 0 2 15,-1 0-3-15,0 0 2 0,0 0 0 0,0 0-1 0,1 0 2 16,-5 0-1-16,4 0 0 15,0 0 1-15,0 0 0 0,7 0-1 0,-1 0 1 16,1 0-1-16,-1 0 0 0,2-1 0 0,7-1-1 16,2 0 2-16,6 1-2 0,2 0 2 15,0-1-1-15,2-1 1 0,-4 2-2 16,6-1 0-16,-6 1 2 0,-2-1-2 16,2 0 2-16,-2 1-1 0,-3 1-1 15,-1-2 1-15,2 2 1 0,0-1-1 0,0 0-1 31,-5-1 1-31,5-1 0 0,-2 1 1 0,-1 1 1 16,-7-1-2-16,4-1 0 0,-1 2 0 16,-1-2-1-16,7 0 1 0,-9 1 0 15,4-1 0-15,3 1 0 0,-5 1 0 16,8-1 0-16,-5 1 0 0,5-2 0 16,0 0 1-16,2 2-1 0,0-3 1 0,2 1 0 15,-3 0-1-15,3-1 0 0,-4 1 0 0,2-2-2 16,-2 1 3-16,2-2-1 0,-2-1 0 15,-1 3 2-15,1-4-2 0,-2 2 2 16,0-1-6-16,-3-1 3 0,5 2-2 16,-8 0 2-16,5 0 1 0,-1 0 0 15,-9 3-1-15,7-2 1 0,-4 1 0 0,-1-1 0 16,9-1 0-16,-7 1 0 0,9 1-1 0,0-1 2 16,-4 2-1-16,5-1 0 0,-1 0 0 31,0 0 0-31,0 1 0 0,-2 0 0 15,-1 0 1-15,-7 0-1 0,-1 0 0 16,-3 2 1-16,-3-3 0 0,4 1 0 0,-5 2 1 16,1-2 0-16,-2 2 0 0,4-2 0 15,-1-1 2-15,-5 3-2 0,0-1 0 0,0-1-2 16,-2 2 1-16,2-1 0 0,2 1-1 16,-6 1 1-16,0-2 0 0,7 1 0 15,-5-2 0-15,2 1 1 0,2 0 0 16,-6 2 0-16,2-3-1 0,2 1 0 15,-2-1-2-15,2-5 1 0,-2 5 1 0,1 0-1 16,3-5 0-16,-2 5 0 0,4-4-1 0,-2-1 1 16,1 2 0-16,-1 0 0 0,2 0 1 15,-4 0-1-15,4 1 1 0,-1-1-1 16,-3 3 0-16,4-3 0 16,-4 3 0-16,-2 0 0 0,6-4 1 0,-3 3-1 15,-3 1 0 1,2-4 1-16,-2 4-1 0,4-4 1 15,0 0 0-15,0 1-2 0,1 0 1 0,-1-2 0 16,0 2 0-16,0-1 0 0,0-1 0 16,3 1 0-16,-3-1 0 0,0 2 0 15,5 0 0-15,-9 3 0 0,4-4 1 16,-4 5-1-16,4-4 0 0,4 1 0 16,-3-2-1-16,-1 0 1 0,2 1 0 0,-2 0 1 15,0 1 1-15,3 1-2 0,1-2-1 0,-4 1 1 16,3-1 0-16,-1 0 0 0,2 0 3 15,-4 0-2-15,1 3-1 0,-5 2 1 16,2-2-3-16,-2-1 1 0,2 1 1 16,4-2-1-16,-6 3 1 0,2-1 1 15,3 1-1-15,-5 1 0 0,2-1 0 0,2 0 0 16,-4 1 0-16,4 0 0 0,0 1 2 0,-1-2-2 16,5 1 0-16,-4 1-1 0,0 0-2 31,5-2 3-31,-5 2 0 0,0 0 0 15,0 0 1-15,-2 0-1 0,3 0 0 16,-1 0 0-16,0 0 0 0,-6 0 0 16,0-1-3-16,0 1 2 0,0 0-1 0,4 0 0 15,-4 0-1-15,2 0-5 0,-2 0-6 0,4 0-4 16,-4 0-6-16,0 0-5 0,0 0 2 16,0 0 1-16,0 0 4 0,-6 1 4 15,-6 1 1-15,1-1 4 0,1-1 1 16,-2 0 3-16,-1 0 0 0,1-1 3 15,-3-1 4-15,3 1 0 16,2-1 4-16,-3 0 1 0,9 2 2 0,-2 0 4 0,0 0 5 16,6 0 1-16,0-1 5 0,0 1 2 0,-4 0-3 15,4-2 5-15,-7 1-3 0,1-1-1 16,4 1-3-16,-2 0-3 0,4 1-3 16,-2-2 0-16,2 2-3 0,0 0 1 0,-4-1-2 15,4 1-3-15,0-2-1 0,0 2-1 31,-2-2-1-31,2 2-1 0,0 0 0 0,0-1 0 16,0 1-1-16,0 0 1 0,0 0 0 16,0 0 0-16,0 0 1 0,0 0 0 15,2 0-1-15,4 0 1 0,0 0-1 16,7 0 1-16,-7 0-1 0,0 0 0 16,0 0-1-16,-6 0 1 0,2 0 1 0,4 0 0 15,1 0-1-15,-1 0 1 0,-6 0 0 0,0 0-1 16,0 0 1-16,0 0 0 0,4 0-1 15,-4 0 2-15,2 0 1 0,-2 0 0 16,0 0 2-16,0 0-2 0,4 0-1 16,-4 0 0-16,0 0-1 0,0 0 0 15,0 0 2-15,0 0-4 0,0 0 1 0,0-2-1 16,0-1-1-16,-6 0 2 0,0 2-1 0,-5-2 0 16,5 1 0-16,4 1 1 0,-10 1-1 15,6 0 1-15,-9 0 0 0,3 0 1 31,-1 0-1-31,-1 0 0 0,1 0 1 16,1 0-1-16,0 1 0 0,-1 1 0 16,1-1-2-16,4 1 2 0,6-1 0 0,-11 2 0 15,9-1-1-15,-2-1 1 0,4 1-3 0,2-2 3 16,-4 0-1-16,4 0 0 0,-3 1 3 16,3-1-2-16,0 2-1 0,-4-2 0 15,4 2 1-15,0-2-1 0,0 1 2 16,0 1 0-16,0 0 1 0,11 1-1 15,1 0 0-15,3-1 0 0,3-2-1 0,-5 0 1 16,3 0-1-16,-6 0 1 0,5 0-1 0,-3 0 0 16,-5-2 0-16,5 1 0 0,-6 1 0 15,-4 0 0-15,4 0 0 0,-6 0 1 16,0-2-1-16,0 2 1 0,5 0 0 16,-5 0-1-16,2 0 1 0,4 0-1 15,-2 0-2 1,2 0 2-16,-2 2 0 0,0 1 0 15,3 5 0-15,-5-1 0 0,-2 5-1 0,0 6 1 16,0 1-1-16,-7 5 2 0,1 0-1 16,2 1 0-16,-6-3 0 0,2 3-1 15,-3-4-1-15,3-1 0 0,0-2-3 16,-3-1-5-16,5-5-20 0,4 3-35 16,-4 0-110-16,2 2-131 0</inkml:trace>
  <inkml:trace contextRef="#ctx0" brushRef="#br1" timeOffset="168797.66">19731 7958 383 0,'0'0'58'0,"0"0"-6"15,0 0 1-15,0 0-2 0,0 0-11 0,0 0-5 16,0 0-17-16,0 0-4 0,0 0-6 16,-15-77-2-16,15 77-2 0,0-2-5 15,0 2 2-15,-4 2-6 0,2 13 5 16,0 6-1-16,-2 5 1 0,4-6 1 15,0-2-2-15,0 0 2 0,0-4-1 0,0 2 0 16,0-3 1-16,0-9-1 0,0 2 0 0,0-6 3 16,0 0 2-16,0 0 4 0,0 2 8 15,0 0 1-15,0-2 1 0,0 1-4 16,-2-1-6-16,-4-9-3 0,-1-5 0 16,-3-7-2-16,2 0 0 15,4-1-2-15,-1-2 2 16,5-2-1-16,-4-1-4 0,4-1 3 15,0 3-5-15,4 2 3 0,1 8 0 0,-1 0 0 16,4 4 0-16,-2 3-2 0,-2 1 1 16,9 4-1-16,-3 3-1 0,9 2 2 15,5 6-1-15,-3 5-1 0,2 3 2 16,-7 2-2-16,1 0 4 0,-5 2-5 16,-3-6 4-16,-3 1-3 0,-4-4 2 0,2-7 1 15,-4 7-1-15,0-5 0 0,0 5-1 0,-10 1 1 16,6-6 1-16,-9 3 0 0,3-6 2 15,-3-1-1-15,5-1 0 0,-4-1 0 16,-1 0 1-16,1 0-1 0,2-3 0 16,3-3 0-16,-3 0-1 0,8 3 0 15,-2-5 2-15,2 4-1 0,2-1 1 0,-4 2 1 16,4 3-3-16,0-1 0 0,0 1-1 0,0-2-3 16,0 2 4-16,12 0-1 0,5 2 1 15,-1 6-1-15,7 5 1 0,-7 2 0 31,1 2-2-31,-3 1 2 0,5-1-1 16,-5 1 1-16,3-3 0 0,-2-1-1 16,-1-2-1-16,-4-3 2 0,-1 0-1 0,-3-3 1 15,-4-3-1-15,4 5-1 0,-2-3-2 0,-4-1-2 16,6 5-9-16,-4-4-7 0,-2-1-19 16,7 7-27-16,-7-5-43 0,4 0-103 15,-4 0-49-15</inkml:trace>
  <inkml:trace contextRef="#ctx0" brushRef="#br1" timeOffset="169030.36">20061 7942 562 0,'0'0'53'0,"0"0"-11"15,0 0-14-15,0 0-11 0,0 0-6 0,0 0-3 16,0 0-3-16,0 0-4 0,0 0 0 16,0 0-2-16,11-70 0 0,3 63-1 15,-6 5-4-15,5 2-1 0,3 0-11 16,-1 2-26-16,-3 5-40 0,1 2-74 16,-7-2-106-16</inkml:trace>
  <inkml:trace contextRef="#ctx0" brushRef="#br1" timeOffset="169247.53">20053 8036 493 0,'0'0'43'16,"0"0"-12"-16,0 0-10 0,0 0-10 31,0 0-4-31,0 0-4 0,0 0-3 15,0 0 0-15,0 0-2 0,0 0-3 16,77-10-1-16,-57 10-5 0,-1 0-19 0,0 0-46 16,-5 0-89-16,-2 2-79 0</inkml:trace>
  <inkml:trace contextRef="#ctx0" brushRef="#br1" timeOffset="169946.91">20442 7782 515 0,'0'0'30'16,"0"0"-13"-16,0 0-6 0,0 0-6 16,0 0 3-16,0 0 0 0,0 0-2 15,0 0 1 1,-21 93-6-16,21-69 0 0,-4-6-2 15,4 0 1-15,0-6-1 0,0-5 0 0,0 0 1 16,0-7-2-16,0 5 4 0,0-1-1 16,0 1 3-16,0 1 4 0,0-6 2 15,0 0 4-15,0 0 3 0,0 0 3 16,-2-11 0-16,-4-4 1 0,-5-5-4 16,5 0-1-16,0 0-1 0,4-3-6 0,-4-2 2 15,6 0-6-15,-2 0 0 0,2 3 0 0,0-1-2 16,2 3-1-16,6 3-2 0,4 2 1 15,-5 4-1-15,5 5-1 0,-4 2 1 16,5 4-3-16,5 0 1 0,-1 6-1 16,-1 6-1-16,1 2-1 0,-5 3-3 15,-8 2-2-15,1 1-1 0,-5 1-5 0,0 1-1 16,-7-3 3-16,-1-1-1 0,2-5 12 0,0-6 0 16,-1-1 7-16,3-4 3 0,-2 0 2 15,4 0 0-15,2-2-1 0,-6 0-4 31,4 0 2-31,-9-4-1 0,5-3-4 16,6 3 3-16,0-5-6 0,0 4 2 16,4-2 0-16,3-1 0 0,1 5 1 0,6 0 0 15,3 3-1-15,4 2-1 0,-3 7 3 0,-3 1-3 16,-1 3 3-16,-2-3-3 0,-1 1 0 16,-5-3 0-16,0 0 1 0,-4 0 0 15,2-3-1-15,-4 4 2 0,0-3-2 16,0 3 2-16,-6 4 1 0,-6-2 0 15,-5 2 2-15,1-5 1 0,-3 0-1 0,3-3 4 16,-1-3-1-16,7 0 2 0,-5-2-4 0,3 0-1 16,-1 0 0-16,1 0 1 0,6 0-1 15,4 0-3-15,2 0 0 0,-4 0-3 16,4 0 0-16,0 0-1 0,-2 0-2 16,2 0-3-16,0 0-6 0,0 0-12 15,0 0-33 1,0 0-53-16,0 2-170 0,8 2 2 15</inkml:trace>
  <inkml:trace contextRef="#ctx0" brushRef="#br1" timeOffset="170449.03">19896 8436 504 0,'0'0'51'0,"0"0"-8"0,0 0-9 16,0 0-10-16,0 0-10 0,0 0-7 15,0 0-4-15,0 0-1 0,0 0-2 0,0 0 2 16,-64 14-2-16,54 9 1 0,1 1 1 0,3 3-4 16,4 0 4-16,2 0-5 0,0-2 2 15,2-2 2-15,6-2-1 0,3-3 1 16,1 1-2-16,1-4 0 0,1-1-1 16,0-2-1-16,3-2-1 15,-7-2-1 1,7-2-7-16,2-1-12 0,-9-4-27 0,8 2-45 15,-1-3-141-15,-9 0-8 0</inkml:trace>
  <inkml:trace contextRef="#ctx0" brushRef="#br1" timeOffset="172513.6">20068 8568 440 0,'0'0'51'16,"0"0"-5"-16,0 0-9 0,0 0-8 15,0 0-5-15,0 0-9 0,0 0-7 16,0 0-3-16,0 0-3 0,0 0-3 16,-7-13 3-16,14 8 1 0,9 1 2 15,1-1 0 1,5 0-1-16,1 1 1 0,2 0-2 15,0-1-4-15,2 0 2 0,-3 1-2 0,1 1 1 16,-2-2 0-16,-6 3-1 0,1-1-3 16,-10 1 1-16,5 2-1 0,-1 0-12 15,-6 0-19-15,3 0-28 0,-9 0-46 16,6 1-54-16,-6 5-72 0</inkml:trace>
  <inkml:trace contextRef="#ctx0" brushRef="#br1" timeOffset="172748.49">20260 8540 384 0,'0'0'54'15,"0"0"-14"-15,0 0-11 0,0 0-8 0,0 0-11 16,0 0-4-16,0 0-3 0,0 0 1 16,0 0-1-16,0 0 0 0,-25 36-1 0,23-17-2 31,2-1 2-31,0-5-1 0,0 6-1 15,0-9-1-15,0 0 1 0,0 1-3 16,0-6 1-16,0 4 0 0,0-4-2 16,0-1-2-16,2 0-5 0,-2-4-8 0,0 5-27 15,2 1-66-15,2-1-115 0</inkml:trace>
  <inkml:trace contextRef="#ctx0" brushRef="#br1" timeOffset="173363.47">20334 8511 561 0,'0'0'47'15,"0"0"-11"-15,0 0-6 0,0 0-11 0,0 0-7 31,0 0-3-31,0 0-3 0,0 0-3 0,81-75-2 16,-65 72-1-16,-5 3 0 0,9 0 0 16,-5 0-1-16,1 0-1 0,-1 6 0 15,-3 2 0-15,-3 4-1 0,-5-3 3 16,-2 8-3-16,-2 1 1 0,0-1-6 16,-2 4 4-16,-11-3 0 0,7-7 5 0,-2-2 1 15,2-3 0-15,2-3 2 0,1 0 0 0,3-3 5 16,0 0 0-16,0 0 0 0,0 0 0 15,-4 0-2 1,4 0 1-16,-2 0-2 0,2 0-1 0,-4 0-1 0,2 0-2 0,2 0 0 16,0 0 0-16,0-1-2 15,0-1 1-15,0 0-3 0,6-1 2 0,7 2-1 16,-5 0 0-16,4 1 0 0,7 0-2 0,-11 1 1 16,9 7-1-16,-13-3 0 0,6 2 0 31,-2 1 0-31,-3 0-2 0,1 2 2 15,-6 0 0-15,0 4 2 0,0-3 0 16,-6 2 1-16,-5-1-1 0,-1 2 2 0,-3 1 1 16,1 0 3-16,-3-2 1 0,3-3 1 15,2-2 0-15,-3-2 0 0,7-3 0 0,-3 0 3 16,-1 0-1-16,10-2 0 0,-4 1-1 16,6-2-1-16,0 0-3 0,0 0 0 15,-4 0-1-15,4 1-1 0,-2-1-1 16,2 0 0-16,-5 0-3 0,5 0 0 0,-2 0-2 15,2 0-3-15,-4 0-9 0,4 0-16 16,-2 0-29-16,2 0-47 0,0 0-140 0,-2 0-37 16</inkml:trace>
  <inkml:trace contextRef="#ctx0" brushRef="#br1" timeOffset="173781.93">20533 8356 615 0,'0'0'58'0,"0"0"-9"0,0 0-12 0,0 0-9 15,0 0-9-15,0 0-7 0,0 0-8 0,0 0-1 16,0 0-3-16,8-39 0 0,4 39 0 15,7 5 0-15,8 9-2 0,-6 3 1 16,3 1 0-16,-3 5-2 0,2 0 2 16,-5 1 0-16,-1 2 2 0,-5 1-2 15,1 0 2-15,-1 1-5 0,-6-2 3 0,-4 1-1 16,2 0 0-16,-4 2 2 0,0 0-2 0,0 3 3 16,0-1-2-16,-4 6 2 0,-2 1-1 31,-2 1 0-31,0 4 0 0,-3-4 0 15,-1-4 0-15,4-6 2 0,1-11-1 16,1-3 1-16,0-5 0 0,6-7-2 0,-2 1 2 16,2-4-1-16,0 0 0 0,0 0 1 15,0 2-1-15,0-2-1 0,0 1-2 16,0-1-10-16,-6 0-27 0,0 0-51 0,-5-1-194 16,-3-3-22-16</inkml:trace>
  <inkml:trace contextRef="#ctx0" brushRef="#br1" timeOffset="188346.7">25791 9754 214 0,'0'0'38'15,"0"0"-5"-15,0 0-6 0,0 0-4 16,0 0-5-16,0 0 0 0,0 0-3 15,0 0-7-15,0 0 0 0,-14-3-4 0,14 3-2 16,-4 0 3-16,4 0-1 0,0 0 3 0,-2 0 3 16,2 0 3-16,0 0-2 0,0 0 1 15,0 0-1-15,0 0 0 0,0 0 2 16,0 0-2-16,0 0 1 0,0 0-2 16,2 0-1-16,-2 0 2 0,4 0-2 0,-4 0-1 15,2 0 0-15,-2 0-1 0,4 0-1 31,-4 0-2-31,2 0 2 0,-2 0-3 0,6 2 0 16,1-1 1-16,-1 1-1 0,0-1 2 16,2 0-1-16,3 1 1 0,-1 1 0 15,2-3 0-15,-1 2 1 0,1-2-1 16,-4 1 1-16,5-1-1 0,5 0-1 16,-5 2 0-16,1-1-1 0,-1 1 0 0,-5-1-1 15,4 1-1-15,-7-2 0 16,3 1 0-16,-2 0 2 0,0 1-2 0,2 0 0 0,-1-1-1 15,-3 1-1-15,8-1 2 16,-8 1 1-16,7-1 0 0,-3 2-2 0,-4-3 1 16,11 2 0-16,-11-2 1 0,6 0 1 15,2 0-1-15,1 0 1 0,-1 0 0 0,1 0 0 16,-5 0-2-16,4 1 0 0,1-1 0 0,-9 0-2 31,6 2 1-31,-4-2 1 0,7 0-1 0,-1 1 0 0,-6-1 1 0,7 0-3 31,-7 0 3-31,6 0 0 0,1 0 0 0,1 0 2 16,-1 2-2-16,-1-2 0 0,0 0-1 16,3 0 1-16,-3 0-1 0,3 0 2 15,5 0 0-15,-7 0-2 0,5 0 0 16,-5 0 0-16,-1 0 1 0,3 0-1 16,-5 0 2-16,0-2-3 0,-3 2 2 15,5 0 0-15,-6 0-1 0,7 0 0 0,-5 0 0 16,-2 0-3-16,6 0 3 0,-1 0 0 15,-1 0 1-15,7 0 1 0,-5 0-2 0,3 0 0 16,-3-1 0-16,2 1-1 0,-1 0 1 16,1-2 0-16,-1 2 0 0,-1-1 0 0,1 1 1 15,-1-2-1-15,-6 2 0 0,7-1 0 16,-7 1 0-16,0 0-1 0,0 0 2 16,-6 0-1-16,2 0 1 0,4 0-1 15,1 0 0 1,5 0-1-16,-6 0 2 0,0 0-1 15,7-2 0-15,-9 2 0 0,8-1 0 0,5 1 0 16,-9-2 0-16,5 1 0 0,-1-1 1 16,0 1-1-16,-10 1 0 0,11-2 1 15,-7 2-1-15,-4-2 0 0,4 2 0 16,1-1-2-16,-3 0 3 0,2-1-1 16,0 2 0-16,-4-1 0 0,4 1-1 0,-2-2 1 15,7 1 0-15,-5 1 1 0,-2-2 0 16,9 1-1-16,-7 1 0 0,8 0 0 0,-1-2-1 15,1 2 2-15,-2-2-2 0,3 1 0 16,-3 1 1-16,1-2 0 0,1 1 0 16,-1 0 1-16,-1-1-1 0,-8 1 0 0,9-1 0 15,-9 2 0-15,2 0-1 0,4 0 2 16,-4 0-1-16,1 0 0 0,-1 0 0 16,0-2 0-16,0 2-1 0,-2 0 1 0,9-1 1 15,-7 1-1-15,4 0 0 0,3-2 1 31,-3 2-1-31,0-1-1 0,3 1 1 0,-5-2-2 16,-2 2 2-16,7-1 0 0,-7 1 0 16,0 0 0-16,0 0 1 0,-6 0-2 15,0 0 1-15,0 0 1 0,0 0-1 0,2 0 2 16,-2 0-2-16,4 0 0 0,-4 0 0 16,3 0 0-16,-3 0 0 15,4 0 1-15,-4 0 0 0,2 0 0 0,-2 0-1 16,4 0-1-16,-4 0-1 0,2 0-2 0,-2 0-8 15,0 0-25-15,0 0-32 0,-2 0-66 16,-15 0-136-16</inkml:trace>
  <inkml:trace contextRef="#ctx0" brushRef="#br1" timeOffset="189763.3">26102 9607 319 0,'0'0'44'16,"0"0"-7"-16,0 0-5 0,0 0-4 15,0 0 0-15,0 0-1 0,0 0 1 16,0 0-1-16,0 0-1 0,0 0-2 15,0-32-4-15,0 31-2 0,0-1-2 0,0 0-2 16,0 1-2-16,0-1-1 0,0 0-3 0,0 1 0 31,0-1-2-31,0 1 0 0,0 0 0 0,0-1-2 0,0 1-2 0,0-1 0 16,-5 2-2-16,5-1-1 0,-8 1 0 16,-4 0-2-16,-3 4 0 0,-3 5 1 0,3 3 1 15,-1 1 0-15,1-1 0 0,-1-2 1 31,1 0-2-31,3-3 2 0,-1-1 1 0,7-1-2 16,-2 0 0-16,2 2 1 0,4-4-2 16,-5 3 2-16,3-3 0 0,2 0-1 15,-8 3 0-15,10-3 0 0,-6 5 1 16,2-2 0-16,-3 1 0 0,1 0 0 16,2-5-1-16,-2 6 1 0,4-5 1 0,-2 0-1 15,4 1 1-15,0-4 1 0,-2 0-2 0,2 0 3 16,0 2-2-16,-5-1 1 0,5 1 1 15,-2 0-1-15,2-1 0 0,0-1 0 16,-4 2 1-16,4-2-2 0,0 1 2 16,0-1-1-16,-2 2-1 0,2-2 1 15,0 0-1-15,0 1 2 0,-4-1 0 0,4 0 0 16,0 2-1-16,0-2 0 0,0 0 1 16,0 0-2-16,0 1 0 0,0-1 0 0,0 0-2 15,0 0 3-15,-2 0-2 0,2 2 0 31,0-2 1-31,0 0-1 0,0 1-1 0,0-1 1 16,0 7 1-16,0 3-1 16,0 5 5-16,6 3-4 0,0 1 3 0,1-1-4 15,-1-1 0-15,-4-5 0 0,4 1-1 0,4 1 1 16,-8-6 0-16,7 5 0 0,-3-1 1 16,0-4-2-16,4 2 1 0,-3-3 0 15,-1-1-1-15,2 1 2 0,-2 0 0 16,3 0-1-16,-3-2 0 0,0 1 0 0,0-2-2 15,0-1 2-15,1 4 1 0,-5-5-1 16,2 1 1-16,-2 3-1 0,2-2 0 0,-2-1 0 16,2 1 0-16,-2-3 0 0,2 3 0 15,-2-1 0-15,3 0 1 0,-5-3 0 16,0 0 0-16,0 0-1 0,0 1 1 16,0-1 0-16,2 0-1 0,-2 2 1 15,0-2 0-15,0 0 0 0,4 1 0 0,-4-1 1 31,0 0 0-31,0 1-1 0,0-1 2 0,0 0-2 16,2 0 0-16,-2 0 1 0,0-1 0 16,4-3 0-16,-2-7 0 0,2-6-1 15,-4 7-1-15,2-9 1 0,0 1 1 16,2 0-2-16,-4-8 1 0,3 3 0 16,1-1-7-16,-4 8 8 0,2-3-6 0,-2-1 4 15,0 9 2-15,4-9-2 0,-4 8 2 0,0-2 0 16,0 2-1-16,0 6-1 0,0-8 1 15,0 8 0-15,0 0 1 0,0-6 0 16,0 6-1-16,0 0 0 0,0 1-2 16,0 5 2-16,0-6 0 0,0 0 0 0,0 0 0 15,0 0 0-15,0 6 0 0,0-1-2 16,0 1 3-16,0-2-2 0,2 0 1 0,-2 1-1 16,0-1 0-16,0 0 0 0,0 1 0 15,0-1-1-15,0 1 1 0,0 0 0 31,0-1 0-31,0 1 0 0,0-1 0 16,0 1-1-16,0-1-2 0,0 0-1 16,0 1-2-16,0-1 0 0,0 1-4 0,0-1-5 15,0 1-12-15,0 0-17 0,-2-1-33 0,2 0-55 16,0 2-145-16</inkml:trace>
  <inkml:trace contextRef="#ctx0" brushRef="#br1" timeOffset="-171092.13">26490 9217 412 0,'0'0'66'15,"0"0"-6"-15,0 0-11 0,0 0-7 31,0 0-11-31,0 0-3 0,0 0-10 0,0 0 2 16,0 0-2-16,0 0-3 0,-18-72-1 16,26 59-2-16,2 2 0 0,3 2-4 15,3-3-1-15,3 4-1 0,-1 1-1 0,7 0-1 16,4 1 2-16,2 2-2 0,2-1-1 16,6-1-1-16,-1 2-4 0,1-2 4 15,0-1-1-15,-2 2 0 0,3-2 0 16,-7 3-1-16,-13-1-1 0,1 4 1 15,-9-1-1-15,-5 1-1 0,-1 1-1 0,-6 0 1 16,0-2 0-16,0 2-1 0,0 0-3 0,-2 11-4 16,-4 4-9-16,-11 3-5 0,7-3-7 15,-9-1-6-15,7-5-9 0,-1-1-14 16,1-2-15-16,4-2-21 0,-9 2-29 16,9-3-41-16</inkml:trace>
  <inkml:trace contextRef="#ctx0" brushRef="#br1" timeOffset="-170801.57">26769 9139 360 0,'0'0'61'0,"0"0"-6"0,0 0-1 16,0 0-7-16,0 0-3 16,0 0-9-16,0 0-9 0,0 0-9 0,0 0-6 15,0 0-3-15,-23 9-2 0,19 7 5 0,-2 6-4 16,2 4 3-16,2 1-6 0,-4 3-1 15,2 1 0-15,2-2-1 0,-5 0-1 16,3-4 0-16,2-6 1 0,-2-3-2 0,2-5 1 16,2 1-1-16,0-1 1 0,0 0-1 15,0 1 0-15,0-8-2 16,0 5 1-16,0-4 0 0,2-2-2 0,2 1-1 0,-4-4-4 16,2 2-10-16,2 1-22 0,-2 0-35 15,3 0-55-15,-5-3-145 0</inkml:trace>
  <inkml:trace contextRef="#ctx0" brushRef="#br1" timeOffset="-170053.16">26978 9078 541 0,'0'0'65'0,"0"0"-8"0,0 0-16 0,0 0-8 15,0 0-8-15,0 0-5 0,0 0 0 0,0 0-7 31,0 0-3-31,52-78-5 0,-50 74-2 0,2 1-1 16,2 2-2-16,2-1 1 0,5 2-1 16,1 0 1-16,5 6-1 15,-1 4 0-15,-3 0 0 0,1 1-1 0,-7-3 0 0,3 0-1 16,-6 0 1-16,-4 1-1 0,5 0 0 16,-7 2 0-16,0 7-1 0,-2-3 3 15,-7 7-1-15,-3-3 1 0,-1-2 4 0,-3 1-5 16,-1-3 4-16,1-1-3 0,8-5 0 15,-5-1 2-15,5-4 0 0,4-2-1 16,2 1 1-16,2-3 0 0,0 0 2 0,-7 0-1 16,3 0 0-16,-2-2 0 0,0-5 0 15,6 2-1-15,-2 1 2 0,2-7 0 16,0 2-4-16,2-2 3 0,4 1-5 0,4 4 3 16,-1 2 0-16,9 3 0 0,1 1-1 15,4 0 0 1,-1 8 5-16,-3 1-7 15,2 4 5-15,-3 1-6 0,-1 0 0 16,-1 0 3-16,-3-3-2 0,-5 0 1 16,0-2-1-16,-1-1-1 0,-3-5 2 0,-4 8-2 15,0 1 2-15,-7 5 1 0,-5 4 0 0,-2-3 0 16,-5-2-1-16,-6 0 2 0,0-1-1 16,3-1 1-16,-1-2 2 0,0-2-2 15,0-2 0-15,9-2 2 0,-1-3-1 0,5 0 1 16,8-3 0-16,-10 0 0 0,10 0 0 15,-5 0 0-15,-3 0 0 0,8-2-1 16,-2-1 1-16,2 2 0 0,2 1-2 0,-4-1 1 31,4 1-1-31,0 0 0 0,-2-2 0 0,2 2-2 0,0-1 2 16,-5 1-2-16,5-2 0 16,0 2 0-16,0-1-1 0,-2 1-1 0,2-2-2 0,0 2-2 0,0-2-7 15,0 2-17-15,0 0-47 0,0-1-108 31,0 1-125-31</inkml:trace>
  <inkml:trace contextRef="#ctx0" brushRef="#br3" timeOffset="-139936.22">18451 6049 348 0,'0'0'42'0,"0"0"-3"16,0 0-6-16,0 0-8 0,0 0-5 15,0 0 1-15,0 0-4 16,0 0-1-16,0 0-4 0,0 0-3 15,48-22-2-15,-36 21-2 0,0 1-1 0,9 0 0 0,2 0 1 16,6 1-1-16,-4 3 1 0,1-3 0 16,1 2 2-16,4-2 2 0,0-1 0 15,2 0 2-15,5 0 1 0,1 0-2 0,0 0-1 16,3-2-1-16,1-1-3 0,2-1-1 0,-5 1 0 16,5 2-3-16,-6 1 0 0,-1 0-1 31,-5 0 0-31,0 0 0 0,-2 0 1 15,-4 0-2-15,0 1 1 0,-3 1 0 0,1-1 0 16,2 1 0-16,0-2 0 0,0 2 0 16,4-2 0-16,0 0 0 0,-2 0 1 15,4 0-1-15,-2 0 0 0,0 0 0 0,-4 0 0 16,0 0 0-16,-1 0 1 0,3 0-1 16,-6 1 0-16,-4 1-1 0,-1-1 1 15,-3-1 0-15,1 1 0 0,1-1 1 16,6 0-1-16,-3 0 0 0,7 0-1 15,4-1 0-15,0-2 1 16,8-2 1-16,3-1 0 0,7 2-1 0,3-1 1 0,6 1-1 0,-2 0 1 16,6 0-1-16,-8 1 1 0,-3 0-1 15,-1 0 1-15,-9 0 0 0,-2 1 0 16,-1 1 0-16,-5 0 0 0,-6-1 1 16,-1 1-1-16,3-3 1 0,-2 3-2 15,0-3 1-15,4 2 2 0,-2-1-1 0,12 0 1 31,-1 0-1-31,-1-1-1 0,0 1-1 0,1 1 1 16,-7 0-1-16,0 2 1 0,-15 0 0 16,3 0-2-16,-9 0 1 0,-7 0 0 15,1 0 0-15,-6 0 0 0,0 0 1 16,0 0-1-16,2 0 0 0,-2 0-1 16,2 0 0-16,-2 0-5 0,4 0-5 0,-4 0-7 15,0 0-19-15,0 0-23 0,-6 0-47 0,-13 4-127 16,-8-1-20-16</inkml:trace>
  <inkml:trace contextRef="#ctx0" brushRef="#br3" timeOffset="-138935.46">18842 5921 363 0,'0'0'54'0,"0"0"-8"16,0 0-4-16,0 0-9 0,0 0 1 0,0 0-2 15,0 0-1-15,0 0-3 0,0 0-5 0,12-22-6 31,-12 20 0-31,0 0-3 0,0 1-4 0,0-1-2 16,0 1-5-16,0-1-2 0,0 1-4 16,0 1-2-16,-6 0-2 0,-6 0 0 15,-3 9 1-15,-3 4 0 0,-7 4 1 0,4 1 2 16,-4 1 0-16,-2 1 4 0,3-1 0 16,1-2 1-16,0-3 1 0,9-4-3 15,-1-4 3-15,5-2 0 0,8-2 2 0,-2 1 3 16,4-3 0-1,0 0 0-15,0 0 0 0,-2 0 1 0,2 0 0 0,-5 0 1 16,5 0-2-16,-2 0-2 0,2 0-1 16,-4 0-3-16,4 0-1 0,0 0-2 15,0 0-2-15,-2 0-3 0,2 0 0 0,0 0 3 16,0 0-3-16,0 0 4 0,6 5 2 0,7 4-1 16,1 4 0-16,1 1 0 0,1 0 0 15,-1 3 1-15,-3-1 0 0,3 4-1 31,1 0-1-31,-3 3 0 0,-3 1 0 0,2 0 1 16,1 2-1-16,-3-3 4 0,-2-2-3 16,-6-7 2-16,5-1-1 0,-3-5-1 15,-2-4 1-15,2 4 1 0,-2-5-1 0,-2 0 1 16,4 2-1-16,-4-5 0 0,0 0 1 16,0 0 2-16,2 1 0 0,-2-1 1 15,0 2 1-15,0-2-1 0,4 0 0 0,-4 1-1 16,0-1-1-16,0 0-1 15,2 0 0-15,-2 0 0 0,0-4 1 0,4-3 2 16,-4-6-1-16,0-7 1 0,3 2 0 0,-3-6-1 16,0 1 1-16,0-1 0 0,0-2-2 15,0-2 0 1,0 0-1-16,0 0-1 0,0 1 2 0,0 0 0 0,0 1 0 0,0 8-1 16,0-2 2-16,0 8-2 15,-3-2 2 1,-1 2 0-16,4 6 1 0,-2-7 0 15,2 9 0-15,-4-2-2 0,4 1 1 0,0 5-2 16,0-4-1-16,-2 0-1 0,2-1 2 16,-4 0-1-16,4 5-1 0,0-1 3 15,0 1-4-15,0-2 0 0,0 1 0 16,-2 0-4-16,2-1 2 0,0 2-4 0,0-2-3 16,0 2-7-16,0-1-11 0,0 1-24 15,0 0-26-15,0 0-59 0,0-2-146 0</inkml:trace>
  <inkml:trace contextRef="#ctx0" brushRef="#br3" timeOffset="-136885.15">19970 5793 287 0,'0'0'51'16,"0"0"-2"-16,0 0-12 0,0 0-8 15,0 0-5-15,0 0-3 16,0 0-2-16,0 0 0 0,0 0-2 0,0 0-1 16,-18-21 1-16,16 21-1 15,2-1 1-15,-2 1-2 16,2-1-3-16,-4 1-1 0,4 0 1 15,-2-2-3-15,2 2-2 0,0-2-1 0,0 2 0 16,0 0 0-16,0-1 3 0,10-1 1 16,13 1-1-16,-1-2-2 0,9 0 0 15,0-2-1-15,2 2-3 0,0-2 2 16,1 1-3-16,-1 0 0 0,-2-1-1 16,-4 0-1-16,-9 3 0 0,-5 0 0 0,-7 2 0 15,-6 0-1-15,0 0-2 0,0 0-2 0,0 0-4 16,0 0-2-16,2 0-1 0,-2 0-1 15,0 0-7-15,0 0-12 0,0 2-15 16,0 2-20-16,-2 4-27 0,-4-1-36 16,-3-3-38-16</inkml:trace>
  <inkml:trace contextRef="#ctx0" brushRef="#br3" timeOffset="-136602.25">20183 5719 399 0,'0'0'60'0,"0"0"-7"0,0 0-12 16,0 0-9-16,0 0-10 0,0 0-12 16,0 0-6-16,0 0-2 0,0 0 2 15,0 0 3-15,-6 5 0 0,6 13 0 0,0 6-2 16,0-1 0-16,0 1 5 0,0 1-5 16,0-1 3-16,0-6-3 0,0 1-2 15,0-8 2-15,0 1-1 0,0 2 0 0,0-3-1 16,0 1 0-16,0-1-1 0,0 0-1 15,4-7-1-15,-4 0-1 0,2 1 0 16,-2 0 0-16,5-1-3 0,-5 1 1 0,0-5-4 16,0 0-3-16,0 0-7 0,2 1-12 15,-2 1-20-15,0-1-33 0,0-1-90 16,0 0-77-16</inkml:trace>
  <inkml:trace contextRef="#ctx0" brushRef="#br3" timeOffset="-136201.99">20456 5753 457 0,'0'0'23'16,"0"0"-8"-16,0 0-1 0,0 0-6 0,0 0 3 15,0 0 0-15,0 0 0 0,0 0-2 16,0 0 0-16,4 27-1 0,-8-3 3 16,-2-1 2-16,-2 0-3 0,-3-1 2 15,3 1-5-15,2-8 0 0,0-1 2 0,0-4-2 16,3-6 1-16,3 0-1 0,0-4-4 16,-4 0 2-16,4 0-2 0,0 2 2 0,0-1-1 15,0 1 2-15,0 0-3 0,0 1 1 31,4-2 0-31,9 2 1 0,3-3-2 0,-5 0-2 16,9 0 0-16,-1 0-1 0,-7 0-1 16,7 0-1-16,-9 0-1 0,3 0-3 15,-1 0-1-15,1 0-2 0,-5 0-6 0,4 1-16 16,-1 3-18-16,-5-3-33 0,-4 1-57 16,-2-2-107-16</inkml:trace>
  <inkml:trace contextRef="#ctx0" brushRef="#br3" timeOffset="-135902.1">20527 5777 429 0,'0'0'61'0,"0"0"-4"0,0 0-13 0,0 0-12 31,0 0-13-31,0 0-12 0,0 0-1 16,0 0-1-16,0 0 4 0,0 0-2 15,-25 38 0-15,23-12 4 0,-5 3-5 0,1 1 4 16,0-1-7-16,2-2-3 0,2-2 1 16,0-7 0-16,-2-1 1 0,4-6-1 15,-2 1 0-15,2 2-1 0,0-1 0 0,0-1 0 16,0-6 1-16,0 6-1 16,0-6 0-16,0 0-1 0,0 0 0 0,0-2-2 15,0 3 0-15,0-3-1 0,0 2-1 0,0-1 0 16,2-1 0-16,2 4-3 0,0 0-4 15,0-5-14 1,-4 0-20-16,0-3-42 0,8 0-102 0,-1 0-63 0</inkml:trace>
  <inkml:trace contextRef="#ctx0" brushRef="#br3" timeOffset="-134552.16">19753 6654 307 0,'0'0'45'15,"0"0"-9"-15,0 0-10 0,0 0-7 0,0 0-3 16,0 0-3-16,0 0-4 0,0 0 1 15,0 0 4-15,0 0 3 0,-16 0 7 16,14 0 2-16,2 0 2 0,-4 0-4 16,4 0-4-16,-2 0-5 0,2 0 2 15,0 0-3-15,0 0 1 0,0 0 0 0,2-1-4 16,14 1-2-16,5 0-2 0,6 0-1 0,-2 0-1 16,1 0-1-16,5 1-1 0,-2 2 1 15,7 0-3-15,-1-1 2 0,8 1 1 31,-2-1 1-31,9 1-1 0,2-1-1 16,1-2-1-16,9 0-1 0,-2 0-1 16,-2 0 1-16,0 0-1 0,0 0 0 0,-6 0 1 15,-1 0-1-15,-3 0-2 0,-3 0 3 0,-5-1-1 16,-1 0 0-16,-2-1 1 0,-8 1-1 16,2 1-1-16,-4 0 2 0,2 0-1 15,-13 0 1-15,3 0-1 0,-2 0-1 16,-7 0 1-16,9 0 1 0,-9 0 1 0,4 0-2 15,-1 0 2-15,-7 0-1 0,8 0-2 16,-1 0 1-16,-7 0 3 0,0 0-3 0,0 0 0 16,1 0 1-16,-5 0-2 0,8 0 2 15,-10 0-1-15,0 0 0 0,0 0-1 16,0 0-1-16,2 0-8 16,-2 0-3-16,0 0-4 0,4 0-7 0,-4 0-22 0,-10 0-22 15,-9 1-68-15,-8 2-134 0</inkml:trace>
  <inkml:trace contextRef="#ctx0" brushRef="#br3" timeOffset="-133801.85">19977 6556 589 0,'0'0'51'0,"0"0"-10"0,0 0-18 16,0 0-1-16,0 0-10 0,0 0 1 31,0 0 0-31,0 0-4 0,0 0-3 15,0-29-2-15,-2 27-2 0,2 1-1 0,0-1-2 16,-5 2 0-16,-1 0-1 16,-8 0 1-16,-5 6 5 0,-1 6-5 0,-1 4 7 15,2-1-9-15,-1 3 1 0,1-1 2 0,-4-2-2 16,7-1 2-16,-3-1-1 0,5-5 2 16,1-1 0-16,7 0 0 0,0-6 1 15,0 3-2-15,1 0-1 0,-1-3 1 0,4 2-2 16,2-3 0-16,0 0 1 0,0 0-2 15,-4 2 2-15,4-1 0 0,0 1 0 16,0-1 1-16,0 0 1 0,0 7-1 0,0-2 1 16,0 7 0-16,0 2 0 0,4-5-1 15,4 4 1-15,-1-2-1 0,5 2 0 16,5 3 0-16,-3-1 1 16,1 3 0-16,1-1-1 0,1 0 0 0,1 0-1 15,1-1 2-15,-5 1-2 0,5-1 2 0,-5-2-2 31,3-2 1-31,-9-3 0 0,3-1 0 0,-5-5 1 16,-4 0-1-16,0-2 0 0,-2-2 1 16,0 0 1-16,0 0 2 0,0 2 0 15,4-1 2-15,-2-1 1 0,-2 2 2 0,0-2 2 16,4 0-2-16,-4 0 0 0,0 0-2 16,0-2-2-16,0-13-2 0,0-5 0 15,0-7-1-15,0 2 0 0,0-3-2 0,0-3 1 16,0 1-1-16,0 0 2 0,0 0-1 15,0 0 1-15,0 0-2 0,-4 1 1 16,4 10-1-16,-6 1 2 0,6 5-1 16,-2 1 1-16,0 2-1 0,-2 5 0 15,4 0-1-15,0 5 0 0,-2-4-1 0,-3 1-2 16,3 0 0-16,2 0-2 0,0 3-2 0,-4-2-3 16,4 2-6-16,0 0-10 0,0 0-11 15,0 0-24-15,0 0-28 0,0 2-71 31,11 4-113-31</inkml:trace>
  <inkml:trace contextRef="#ctx0" brushRef="#br3" timeOffset="-133251.97">20527 6454 542 0,'0'0'59'16,"0"0"-8"-16,0 0-14 0,0 0-11 16,0 0-11-16,0 0-6 0,0 0-6 0,0 0-3 15,0 0 1-15,0 0 1 0,-5-5 2 16,24 5 0-16,6-1 2 0,12-2-3 0,-4 1 0 16,2 0-1-16,2-2 0 0,-4 1-1 15,-2 0 1-15,1 0-2 0,-6 0-1 31,-7 2 0-31,-2 1-3 0,-7 0-1 0,-4 0-6 16,0 0-10-16,-4 0-19 0,2 0-21 16,-1 0-23-16,3 3-40 0,-6-2-48 15,-6 2-58-15</inkml:trace>
  <inkml:trace contextRef="#ctx0" brushRef="#br3" timeOffset="-133035.55">20808 6437 440 0,'0'0'58'16,"0"0"-5"-16,0 0-14 0,0 0-10 15,0 0-9-15,0 0-8 0,0 0 0 16,0 0-1-16,0 0 3 0,0 0-1 0,-36 58 1 16,32-35-7-16,2-1 0 0,-2 3-6 15,2-9-1-15,2 1 1 0,-2-5-2 16,2-6-1-16,0 8-2 0,0-8-1 16,0 0-5-16,0 0-5 0,0-1-7 15,0 1-13 1,0 0-22-16,0 0-39 0,0-6-111 15,0 0-39-15</inkml:trace>
  <inkml:trace contextRef="#ctx0" brushRef="#br3" timeOffset="-132701.9">21085 6364 594 0,'0'0'54'16,"0"0"-11"-16,0 0-16 16,0 0-12-16,0 0-9 0,0 0-4 0,0 0-1 15,0 0-2-15,0 0 0 0,0 0-1 0,0 25 0 16,-7-4 2-16,1-3-1 0,0-4 2 0,0 0-1 16,4-6 1-16,-2-3-1 0,4 0 1 15,-2-1 0-15,2 2 1 16,0-1 3-1,0 5-4-15,0-5 4 0,0 2-4 16,6 3 0-16,0-6 0 0,6 2-1 16,3-3 1-16,-7-1-1 0,11 1-1 0,-1-3-1 15,-5 1-3-15,5 1-1 0,-5-1-3 0,-5 2-7 16,6-1-17-16,-9 0-29 0,7 1-46 16,-6-2-161-16,-4 1 24 0</inkml:trace>
  <inkml:trace contextRef="#ctx0" brushRef="#br3" timeOffset="-132421.49">21219 6436 592 0,'0'0'54'16,"0"0"-17"-1,0 0-14-15,0 0-9 0,0 0-8 0,0 0-3 16,0 0 2-16,0 0-2 0,0 0 1 16,0 0 4-16,-31 53-8 0,23-23 6 15,-3 2-5-15,3-2-2 0,2-1 2 16,0-3-3-16,0-6 1 0,1-2-1 0,3-6-1 16,2 0 0-16,0 0 0 0,0-7-1 15,0 4 0-15,0-4-6 0,0 0-11 0,0-1-31 16,0-4-57-16,0 0-162 0,0 0 0 15</inkml:trace>
  <inkml:trace contextRef="#ctx0" brushRef="#br3" timeOffset="-130217.86">22056 6043 422 0,'0'0'54'0,"0"0"-4"16,0 0-9-16,0 0-6 0,0 0-2 0,0 0-8 15,0 0-5-15,0 0-5 0,0 0-8 0,-10-39-5 16,10 38-4-16,0 1-1 0,-2 0 2 16,-2 13 1-16,2 6 0 0,-5 7 1 15,1 2-2-15,0 0 2 0,4-9-2 16,-2 0 1-16,2-7 0 0,-2-6-1 15,4 0 1-15,0-6 1 0,0 0-1 0,0 0 1 16,0 2 1-16,0-1 1 0,0 1 1 0,0-2 0 16,0 0 0-16,-3 0 0 0,3-6 0 15,0-8 0-15,-4-6 2 0,2 1 1 16,2-9 3-16,0 2 2 0,-4 2 0 16,4 0-2-16,0 0 0 0,0 1-6 15,0 0 2-15,4 4-2 0,5 2-1 0,-5 3 0 31,4 2-7-31,2 1 4 0,-1 3-4 0,-1-1 4 16,2 5 1-16,-2 1-2 0,3 1 1 16,1 2 0-16,3 0-2 0,-7 0 1 15,4 5 3-15,1 3-5 0,-7-3 5 16,2 8-5-16,-4-6-1 0,-2 3 0 16,-2 0 0-16,0 2-5 0,0 5 1 0,-6-1 0 15,-2 6 0-15,-4-4 3 0,-1-3 1 0,1-1 1 16,-1-5 1-16,5-1 2 0,0-2 0 15,4-5 3-15,2 2 2 0,2-3 3 16,-5 0-2-16,-1 0 2 0,0 0-2 16,0 0 0-16,-2 0 1 0,6-3-6 0,-3 0 3 15,3 2-1-15,2 1 1 0,-4-2-2 16,4 2-2-16,0-1-1 0,0 1-2 0,0-2 0 16,0 2 1-16,6 0 1 0,9 9 0 15,3 3 2-15,1 0-2 0,0 2 0 31,-1-2 0-31,-1 1 0 0,1-5 1 16,-5 0 0-16,-1-1 0 0,-4-2 0 0,-3-3 0 16,1 1 0-16,-6-3 0 0,0 0-2 15,0 0 2-15,0 1-1 0,2-1-5 0,-2 2-7 16,4-2-19-16,-4 1-31 0,2 1-45 16,-2-2-83-16,0 0-81 0</inkml:trace>
  <inkml:trace contextRef="#ctx0" brushRef="#br3" timeOffset="-129685.2">22304 5954 614 0,'0'0'56'31,"0"0"-11"-31,0 0-13 0,0 0-15 0,0 0-1 16,21-77-10-16,-11 65 4 0,-1 3-4 16,1 3-2-16,-2-3 0 0,2 4-4 15,-5 2-2-15,5 2 0 0,-2 1-1 16,5 0 1-16,1 7 5 0,-2 8-7 16,-1 3 4-16,-9 5-6 0,2 3-4 0,-4 2-1 15,-4-1-3-15,-4 0-1 0,-3-3 4 0,-3-1 6 16,-1-3 3-16,3-4 4 0,-7-2 0 15,11-5 1-15,-2 0 1 0,-3-1 1 16,5-3-1-16,-4 2 1 0,5-2-1 16,1-4 0-16,0 4 0 0,4-4 1 15,-4 1-2-15,2 1-1 0,4-3 0 0,0 0-1 16,0 0 1-16,0 0 0 0,0 0 1 0,0 0 1 16,10 0 1-16,4-3-1 0,7-2 0 15,2-2-1-15,0 1 1 0,-1-3-2 31,1 1 1-31,0-1-1 0,-3 1 0 16,1 1 0-16,-4 2 0 0,-3 1-2 0,-6 2 0 16,-3 1 0-16,1-1-2 0,-6 2 1 15,0-1-1-15,0 1-2 0,2 0 1 0,-2 0 0 16,4 0 0-16,-4 0 1 0,2 0-3 16,-2 0-6-16,0 0-9 0,4 0-23 15,-4 0-41-15,2 0-78 0,2 0-121 16</inkml:trace>
  <inkml:trace contextRef="#ctx0" brushRef="#br3" timeOffset="-128851.72">21928 6466 554 0,'0'0'47'0,"0"0"-5"16,0 0-9-16,0 0-10 0,0 0-6 0,0 0-9 16,0 0-6-16,0 0-2 0,0 0-2 15,-2-12 2-15,2 30 4 0,-4 8-4 31,2 10 4-31,-2 0-4 0,2-3-3 16,-3-3 1-16,3-9-1 0,-2-3 0 16,2-5 2-16,2-9 1 0,0 2 1 0,0-6 1 15,-4 0 3-15,4 0 1 0,0 0 1 0,0 2-1 16,0-2 1-16,0-2 0 0,0-10 4 16,-2 1 2-16,2-8-1 0,-2-1-2 15,-2-3-1-15,2-4-2 0,2 1-5 0,0 7 3 16,0-1-7-16,0 0 4 0,0 2-2 15,6-2-1-15,-2 3 0 0,8 5-1 16,5 3 1-16,-9 3-1 0,7 3-1 0,3 3 0 16,1 0-1-16,6 0 1 0,-5 8 0 15,-1 0-1-15,-5 4-1 0,-3-5-1 16,-3 5-7-16,-4 3 1 0,-4 2-4 0,0 4-15 31,-4 0-2-31,-4-1-6 0,-5-3 7 16,-3 0 11-16,1-4 14 0,-3-2 4 15,-1-3 5-15,5-3 5 0,-1 0 1 0,3-3 5 16,-1-1 3-16,1 1-3 0,6-2-1 16,0 1 2-16,6-1-3 0,-2 0 1 15,2 0-2-15,-5 0-1 0,5 0-2 16,0 0 0-16,-2 0-2 0,2 0-3 0,-4 0-2 16,4 0-1-16,0 0 1 0,0 0-1 15,0 0 3-15,6 2-1 0,7 3-1 0,3 4 0 16,1-2-2-16,-5-1 2 15,1-1 0-15,-1-1-1 0,0-1 1 16,1 3-1-16,-5-1-2 0,3-3 0 0,-1 3-1 16,-6-3-1-16,4 3-5 0,-2-3-12 0,-1 0-27 15,1 1-54-15,-6-3-166 0,0 0 7 16</inkml:trace>
  <inkml:trace contextRef="#ctx0" brushRef="#br3" timeOffset="-127984.02">22321 6398 638 0,'0'0'53'0,"0"0"-11"0,0 0-13 16,0 0-9-16,0 0-5 0,0 0-5 0,0 0-5 15,0 0-2-15,0 0-4 0,0 0 0 16,20-63-2-16,-17 62-2 0,-3 1 1 0,4 0 0 16,-4 0-1-16,0 3 3 0,0 3 1 15,0 5-1-15,0 1 4 0,0-1-2 16,-4 2 0-16,-3-4 1 0,1 5-1 0,-2-3 2 31,2-4-4-31,-3 5 2 0,-1-2 2 16,2-3-2-16,-3 2 0 0,3-4 1 15,2-1-2-15,-2 1 2 0,4-4 1 0,1 3 1 16,3-4 0-16,-4 0 1 0,4 0 1 16,0 0-1-16,-2 1 1 0,2-1-1 15,-4 0 2-15,-2 0-2 0,2 0 1 16,0 0 1-16,-3 0-1 0,5-1-1 16,-2-3 1-16,2 1-4 0,-2 0 0 0,4 3-1 15,0-4 0-15,0-1 0 0,4-1-1 0,2-1 0 16,3 4-1-16,5-1 2 0,3 4-1 15,3 0 0-15,-1 0-1 0,-5 5-1 16,-1 1 2-16,-1 2-3 0,1 2-1 16,-1 5-1-16,-6 2-1 0,-4 1-8 15,-2 4 3-15,-2 0-7 0,-8-2 6 0,2 0 5 16,-9-2 1-16,3 0 6 0,-1-3 0 0,-8 1 1 16,7-5 3-16,-3 2-1 0,5-6 2 15,-3 0-1-15,9-3 2 0,4-3 2 31,-9-1-2-31,7 0 3 0,2 0 0 16,-8 0-2-16,8 0 0 0,-3 0-2 0,5 0-1 16,-4-2-1-16,2-1 0 0,2 0-2 15,-2 1 2-15,4 2-2 0,0-2 0 0,0 2-1 16,0-1-2-16,0-1 2 0,0 1-2 16,0-1 1-16,0 0 0 0,4-2 1 15,8 3 0-15,-3-2 1 0,3 3-1 0,7 0 0 16,-7 0-2-16,7 0 1 0,-3 0-1 15,-3 0 0-15,3 3-1 0,-6 0-3 16,1 0 0-16,-3 1 0 0,-2 3-2 0,0-1-1 16,-1 3-2-16,-5 4-3 0,0 1-3 15,-13 4 7-15,1-3 0 0,-3-1 8 16,-3-2 3-16,-1 0 4 0,0-3 1 16,-1-1 2-16,3-3 2 0,1-2 1 15,-1-3 2 1,5 0 0-16,-9 0-1 0,7-2-1 15,3-1-4-15,-3-5-1 0,6 4-2 0,1 0-2 16,-3-3-2-16,8 4 1 0,-2 2-2 16,2-4-2-16,-2 2-4 0,2 0-9 15,2 0-21-15,0 3-26 0,-2-2-60 16,2 2-138-16,0 0 8 0</inkml:trace>
  <inkml:trace contextRef="#ctx0" brushRef="#br3" timeOffset="-127518.42">22296 6499 397 0,'0'0'54'0,"0"0"-4"0,0 0-8 0,0 0-2 16,0 0-3-16,0 0-6 15,0 0-7-15,0 0-5 0,0 0-4 0,0 0-2 16,-46-54 0-16,30 48-4 0,8 0 0 0,-5-2-1 16,-1 2-2-16,3 0 1 0,-3 0-1 15,8 1-1-15,0 4 0 16,-3-2-3-16,3 1 0 0,0 1-1 0,-2-1-1 16,1 2-2-16,-5 0 1 0,0 0-2 15,1 0-3-15,1 0 1 0,0 5-2 0,-3-1-2 31,5 1-3-31,2 1-2 0,-2 0-10 0,1 0-22 16,3-3-30-16,4 0-59 0,0-3-128 16</inkml:trace>
  <inkml:trace contextRef="#ctx0" brushRef="#br3" timeOffset="-112185.96">19553 7538 168 0,'0'0'52'0,"0"0"-5"0,0 0-4 16,0 0-1-16,0 0 2 0,0 0-7 15,0 0-3-15,0 0-4 0,0 0-5 16,-19 6-6-16,19-6-3 0,0 1-2 16,0-1-2-16,0 0-1 0,0 0-3 0,0 0-1 15,0 0-4-15,0 0-2 0,0 0 1 0,6 0 1 16,9 0 0-1,10 0 1-15,8 2 2 0,0 0 0 0,6-2 1 0,0 0 1 16,7 0 3-16,4 0-1 0,-3 0-1 16,5-2 0-16,-1-3-2 0,1 1 1 15,-2-1-1-15,-5 1-2 0,-3-1 0 0,-5 1-1 16,0 1 0-16,-4 0 0 0,-4-1 0 0,2 1-1 16,-6 0-1-16,-7 2 1 0,-1 0-1 15,-5-1-1-15,-5 2 0 0,3-2-1 31,-4 2 0-31,-2 0 1 0,2 0-1 0,-6 0 0 16,0 0 0-16,0 0 0 0,5 0 0 16,-5 0 0-16,2 0-1 0,-2 0-1 15,4 0-1-15,-4 0-2 0,2 0-2 0,-2 0-7 16,4 0-9-16,-4 0-6 0,0 0-11 16,0 0-12-16,0 0-15 0,-4 0-26 15,-11 0-24-15,-3-4-9 0,-9-2 19 16</inkml:trace>
  <inkml:trace contextRef="#ctx0" brushRef="#br3" timeOffset="-111852.22">20272 7447 30 0,'0'0'63'16,"0"0"10"-16,0 0 6 0,0 0-1 0,0 0-9 16,0 0-12-16,0 0-2 0,-80-49-6 15,78 46-6-15,0 0-2 0,-5-1-6 16,3 1-6-16,2-1-4 0,-2 1-5 16,4 3-5-16,0-1-4 0,0 1-3 0,0-2-5 15,-2 1-4-15,2 1-2 0,0-2-1 31,0 2 1-31,0 0 2 0,14 0 2 0,5 9-2 16,8 2 2-16,0 1-1 0,0-1-1 16,4 1 1-16,0-1 0 0,-5-1-1 15,1-1 2-15,-2-1 0 0,-10-2 0 16,1 0-1-16,-8-1-1 0,-1-1 0 0,1 0 0 16,-4 4-1-16,-2 0 1 0,-2 4-1 15,-2 6 2-15,-6 3 0 0,-9 7 2 0,-1-4-1 16,-5-1-1-16,-2-3 1 0,0-2 0 15,5-2-1-15,5-5 2 0,3 0-1 16,-1-5-1-16,9-3-3 0,2 0-4 16,2-3-3-16,0 0-2 0,0 4-3 0,0 0-21 15,6 1-30-15,7 0-74 0,1-3-129 16</inkml:trace>
  <inkml:trace contextRef="#ctx0" brushRef="#br3" timeOffset="-110836.39">21252 8354 138 0,'0'0'41'0,"0"0"2"0,0 0 4 0,0 0-1 0,0 0 2 15,0 0-5-15,0 0-4 0,0 0-4 16,0 0-1-16,-52-9-4 0,46 8 0 16,0 1-6-16,6 0-3 0,-4-2-3 15,0 2-4 1,-2-2 0-16,1 2-3 0,5 0-2 15,-2-1-1-15,2 1-4 0,0 0-3 0,0 0-1 16,0 0 0-16,0 0 1 0,0 0 3 16,13 0 3-16,7 0 1 0,7 0-2 15,6 0 0-15,0 0-1 0,7-1-3 16,1-1 1-16,-6 1 0 0,4-1-1 0,-1 1 0 16,-5 1 0-16,0 0-2 15,-2 0 2-15,-4 0-1 0,-9 0-1 0,1 0 1 0,-7 0 0 16,-8 0 0-16,7 0-1 0,-5 0 1 15,0 0-1-15,0 0-1 0,-6 0 2 16,2 0-1-16,5 0-1 0,-1 0 1 0,0 0-3 16,-6 0 0-16,0 0-1 15,0 0-4-15,0 0-2 0,2 0-8 0,-2 0-9 16,0 1-13-16,0 1-13 0,0-2-24 0,0 3-55 16,-6-2-111-16</inkml:trace>
  <inkml:trace contextRef="#ctx0" brushRef="#br3" timeOffset="-110485.52">21475 8180 532 0,'0'0'57'0,"0"0"-10"16,0 0-11-16,0 0-15 0,0 0-11 0,0 0-4 0,0 0-3 15,0 0-3 1,0 0 3-16,0 0-3 0,35-9 1 16,-14 18 0-16,0 3-2 0,-3 0 1 0,1 2 1 0,0 1-1 0,-5-1 0 15,1 1-1-15,-5-5 1 0,2 1-1 16,-8-4 0-16,-4 3 0 0,7-1 0 16,-7 2 0-16,0 4 1 0,0 0 0 0,-9 3 0 31,-3-3-1-31,-3 1 1 0,-1-3 1 15,-1-1 0-15,1 0 0 0,3-2 0 0,-1-3 0 16,8-2-2-16,0-1-1 0,-3 2-2 16,5-4-4-16,2 1-2 0,2-3-6 15,-4 3-12-15,4 2-17 0,-2-3-36 16,2 3-96-16,0-4-77 0</inkml:trace>
  <inkml:trace contextRef="#ctx0" brushRef="#br3" timeOffset="-108569.66">22850 7093 565 0,'0'0'54'16,"0"0"-12"-16,0 0-8 15,0 0-10-15,0 0-9 16,0 0-6-16,0 0-7 0,0 0-4 15,0 0-1-15,-2-32 0 0,0 44 2 0,-4 10 0 16,1 7 2-16,-1 1 0 0,4 2-4 16,-2-1 5-16,2-2-7 0,-2-9 2 15,4-2 1-15,0-7-1 0,0-7 3 16,0 3 0-16,0-7 1 0,0 0 1 16,0 0-1-16,0 1 3 0,0 0 2 0,0 1 1 15,0-2 0-15,0 1-1 0,0-1-2 0,-6-8 0 16,4-6 0-16,-3-7 3 0,3-2 1 15,0 0-5-15,2-3 5 0,0 0-7 16,0 1 1-16,2 0 2 0,7 2-2 16,3 4 1-16,5-1-2 0,-3 4 1 0,7 0-2 15,-1 4 2-15,3 4-3 0,4 4 1 16,0 4-2-16,-2 0 0 0,0 9-1 0,-3 3 0 31,-3 3 0-31,-7 2-2 0,1 1-1 16,-7-4-3-16,-4 1-1 0,-2 3-5 15,-2 2-2-15,-11 4 7 0,-1-2-2 0,-9-6 11 16,3-4 2-16,-5-2 2 0,8-5 3 16,-5-3 1-16,1-2 2 0,2 0 1 15,-1-6-2-15,5-3 2 0,3 2-3 0,1-3-6 16,5 3 4-16,0-3-5 0,2 2 4 16,0 3-1-16,4 2 2 0,0 3-4 15,-2-2 0-15,2 2-1 0,0-1-2 16,0 1-1-16,0-2 1 0,0 2 1 15,8 0 1-15,6 8 4 0,9 4-5 0,-6 0 4 16,5 2-3-16,-1-2-2 0,-2 0 1 0,-1 0-1 16,-1 1 0-16,-1-3 0 0,-1 2 0 15,-7-4-1-15,2 1 0 0,-1 2-1 16,-3-4-1-16,0 4-2 0,0-4-10 16,-2 2-14-16,-2-1-30 0,1-3-50 0,-3-1-87 15,0-4-71-15</inkml:trace>
  <inkml:trace contextRef="#ctx0" brushRef="#br3" timeOffset="-108168.52">23166 7159 612 0,'0'0'57'15,"0"0"-13"-15,0 0-12 0,0 0-11 16,0 0-5-16,0 0-5 0,0 0-5 16,0 0-3-16,0 0-2 0,44-80-2 15,-32 80 0-15,3 0-3 0,-3 3-1 0,7 8-1 16,-11 0-1-16,-2 2-1 0,-6 5-3 0,0 2-2 16,-6 7-5-16,-7 0 2 0,-5-3 0 15,-1-1 9-15,3-5 4 0,-3-4 5 31,7-4 2-31,5-5 1 0,5-2 3 0,2-3 1 16,0 0-1-16,0 0 0 0,0 0-2 16,-4 0-4-16,4 0 0 0,0 0-2 15,-2 0 0-15,2 1 2 0,0-1-2 0,13 0 0 16,3 0 1-16,7 0-1 0,-2-3 1 16,3 0-2-16,-9 1 1 0,5 1-2 15,-7 1-2-15,-1 0-5 16,3 0-11-16,-9 0-29 0,6 0-48 0,-8 3-178 15,-4-1 0-15</inkml:trace>
  <inkml:trace contextRef="#ctx0" brushRef="#br3" timeOffset="-107252.41">22827 8022 539 0,'0'0'60'0,"0"0"-9"16,0 0-11-16,0 0-10 0,0 0-8 15,0 0-8-15,0 0-6 0,0 0-7 31,0 0-2-31,0 0-1 0,-27-20 0 16,17 42 2-16,2 11 1 0,-5 5-2 0,3 5 2 16,2 2-3-16,-5 0 2 0,5 1-2 15,-2-7 1-15,4-5 1 0,3-11 0 16,-1-11-1-16,4-6 1 0,0-6 0 0,0 0 4 16,0 0 0-16,0 0 2 0,0 1 1 15,0-1 0-15,0-12 2 0,0-6 0 16,4-8 1-16,-1-1-1 0,1-4 1 15,-4-2-1-15,2-2-2 0,-2-3-3 0,0 2 1 16,4 1-4-16,2 1 2 0,-4 6-2 0,4 2 0 16,5 3-1-16,-9 8 0 0,6 1-1 15,2 2 1-15,-3 6-1 0,5-3 0 16,2 3-1-16,-5 3 0 0,9 0 0 16,3 3 1-16,-2 0 0 0,5 1-1 15,-5 6 1 1,0 0-1-16,-7-1-1 0,-4 3-1 15,1-3 1-15,-5 3-2 0,2 1 2 0,-6 3 1 16,0 5-2-16,-4 1 1 0,-9 5 1 16,3-3-1-16,-9-1 2 0,3-2 0 15,-1-1-1-15,-1-3 1 0,1-1-1 16,7-4-1-16,-3-1 2 0,7-2 0 16,0-5 1-16,2 2 1 0,4-3 1 0,-8 0 1 15,3 0 0-15,-5-1 1 0,0-4-2 0,4-1 1 16,-3 0-1-16,5 3-1 0,4 0 2 15,0 3-3-15,-2-1 1 0,2 1-1 16,0-2 0-16,0 1-1 0,0-1-1 16,2 2 1-16,11 0-1 0,5 3 1 15,7 6 1-15,-4 3-1 0,-1 2 0 0,-1 1-1 16,0 0 0-16,-5 2-1 0,-2-2 2 0,1 0-1 16,-5-3 1-16,2-1 0 0,-7-5 1 31,1-3-1-31,-2 2 0 0,-2-2-1 15,4 1 0-15,-4-1-2 0,2 2-4 0,-2-5-6 16,0 0-6-16,4 5-13 16,-4 0-26-16,2 0-35 0,-2 1-86 0,0-6-89 15</inkml:trace>
  <inkml:trace contextRef="#ctx0" brushRef="#br3" timeOffset="-106452.33">23141 8026 681 0,'0'0'52'0,"0"0"-17"0,0 0-8 16,0 0-9-16,0 0-6 15,0 0-1-15,0 0-3 16,0 0-2-16,23-77-3 0,-23 77-2 15,0-2-1-15,0 2-2 0,6 0 0 0,1 0-1 16,3 0 1-16,2 5-1 0,-1 6 0 16,-3-2-1-16,-2 5-1 0,-4-5 0 15,-2 0 0-15,0 1 1 0,0-5 3 16,0 5-1-16,0-3 3 0,0 2-1 0,0 0 1 16,-2-3 0-16,-4 0 0 0,4-3 2 15,-2 0-1-15,2-1 1 0,-3-1 1 0,-1 0-2 16,4 2 1-1,2-3-2-15,0 0 0 0,0 0-1 0,-4 2-1 0,4-2-1 16,0 2 1-16,0-2 1 16,0 1 0-16,0 1 1 0,0 2-2 0,0-1 1 0,10 2 0 15,-1 1-1-15,-3-3 2 0,2 1-2 16,3 1 0-16,-5 0 0 0,0 0 0 0,6 5 0 16,-10-3 1-16,5 4-2 0,-1-2 2 15,-6 0 0-15,2 2-2 0,-2 1 1 31,0 3 0-31,-2-5-1 0,-4 5 1 16,-3-3-3-16,-1-2 0 0,2 1 0 16,-5-1 1-16,1-2 1 0,-3-2 3 0,-1 2 0 15,1-5 3-15,3 0 1 0,0-3 0 0,-5 0 1 16,5 0-3-16,-5-2 1 0,9-1 0 16,-2-1 0-16,1-1 1 0,3 2-2 15,0-1 0-15,4 1 0 0,-2-1 0 16,2 3 0-16,2 1-1 0,-5 0 0 15,5 0-1-15,0 0-1 0,-2-2 0 0,2 1 1 16,-4 1-2-16,4-2 1 0,0 2-1 0,0-1 2 16,-2 1-1-16,2-1 0 0,0 1 1 15,0-2-2-15,-4 2 1 0,4-1-1 16,0 1 0-16,0-2 0 0,0 2 0 16,0 0 0-16,0 0 1 0,-2 0-3 15,2 0 2-15,0 0 1 0,0 0-2 0,0 0 1 31,0 0 0-31,0 0 1 0,0 0-1 0,0 0 1 16,0 0-2-16,0 0 2 0,0 0 0 16,0 0-1-16,0 0 1 0,0 0-2 15,0 0 0-15,0 0-1 0,0 0-2 16,0 0-4-16,0 0-7 0,0 2-24 0,0-1-41 16,0 1-119-16,0-1-100 0</inkml:trace>
  <inkml:trace contextRef="#ctx0" brushRef="#br3" timeOffset="-101802.55">24210 8399 439 0,'0'0'53'16,"0"0"-7"-16,0 0-7 0,0 0-7 15,0 0-7 1,0 0-10-16,0 0-8 0,0 0-5 15,0 0-2-15,-18-29-2 0,11 36 1 0,-1 5 0 16,0 5 0-16,-3-5 0 0,5 1 1 16,0 0 0-16,4-4 0 0,-4 5 4 15,2-7-4-15,2-2 4 0,2-1-4 16,0-4 1-16,-3 0 2 0,3 0 1 16,0 2-1-16,0-1 1 0,-4 1 1 0,4-1-2 15,0-1 1-15,-2 0-5 0,2 0 3 0,-4 0-3 16,-2-4 4-16,4-5 0 0,-2 0-1 15,4-4 2-15,0-2-1 0,0 5 1 16,4-5 1-16,-2 7-4 0,4-1 0 16,0 1 0-16,-2 4 0 0,1-2-1 0,1 4-1 15,4 2 0-15,3 0 0 0,-1 0 0 16,2 9 0-16,-1 2-1 0,-1-2-2 0,-3 0-2 16,-3-2-2-16,0 3-9 0,2 4-28 31,-2-6-46-31,-1 2-125 0,-3-4-50 15</inkml:trace>
  <inkml:trace contextRef="#ctx0" brushRef="#br3" timeOffset="-101652.4">24210 8399 434 0</inkml:trace>
  <inkml:trace contextRef="#ctx0" brushRef="#br3" timeOffset="-101152.52">24210 8399 434 0,'19'33'36'0,"-19"-33"-11"0,0 0-6 0,-4 0-10 0,4 0-4 0,-2 0-3 0,2 0-1 0,0 0 1 16,0 0 1-16,0 4-2 0,0 7 1 16,0 0 3-16,6 2-1 0,0-5 1 0,0-1-2 15,-4 0 2-15,2-4-1 0,-2 0 4 31,5-2 4-31,-3 0 3 0,2 1 2 0,2-1 1 16,7-1-3-16,3 0-7 0,7-7 1 16,-4-1-6-16,4 0 1 0,1-3 0 15,1 0-1-15,4 2-1 0,0 0-1 16,-2 1 0-16,8 4-1 0,1 1 1 0,-5 3 0 16,2 0 0-16,0 0 0 0,0 0 0 15,-2 3-1-15,4 0 1 0,1 1 1 0,1 1-2 16,2 0 0-16,3-2 0 0,1-2 0 15,3-1 1-15,3 0 0 0,1 0 1 16,4 0-2-16,-2-3 1 0,-3 0-1 16,1 0 0-16,-7 1 0 0,-5 1 0 15,-1 1-1-15,-6 0 1 0,0 0 0 0,-4 0 1 16,-6 0 0-16,-5 0 0 0,1 0-1 0,-7 0-1 16,1 0 2-16,1 0-1 0,-5 0 1 15,7 0 1-15,-3 0 0 0,-1 0 2 31,-8-2 0-31,6 1-1 0,-3-1 0 0,-1 1 0 16,0 1 1-16,-6 0-3 0,2-1 2 16,4-1-1-16,-2 0 0 0,-2 2 0 15,-2 0 0-15,7-1 1 0,-1-1 0 0,-4 0 1 16,2 1 0-16,2 0-1 0,-4-1 1 16,5 1-3-16,-3-1 0 0,-4 2 0 15,0-1-1-15,0 1 0 0,2 0 0 16,-2-2-2-16,4 2 1 0,-4-1-6 0,2 1-4 15,-2-2-14-15,2 2-45 0,2-5-110 16,2 2-111-16</inkml:trace>
  <inkml:trace contextRef="#ctx0" brushRef="#br3" timeOffset="-100553">26058 8181 557 0,'0'0'44'16,"0"0"-7"-16,0 0-12 0,0 0-9 0,-2-94-2 0,-8 78-5 15,-3 1-2 1,5 5-5-16,-6 4 0 15,-3 3-2-15,-4 3-1 0,-3 0-1 16,3 8 0-16,0 3-1 0,3 1 2 16,5-1 1-16,1-1-1 0,6 0 2 0,-1-2-2 15,5 1 2-15,-4 0 0 0,6-4 0 0,0 5 1 16,0 1 0-16,0 6-1 0,6 3 0 16,3-2 0-16,3-2 0 0,0 1-1 15,3-2 1-15,3 2-1 0,1 0 0 16,-4 1 1-16,3-2-1 0,-3 2-1 15,-3-2 0-15,-6-4-2 0,0 0 2 0,-1-3 0 16,-5-4 0-16,0 7 1 0,0-3 0 0,-5 2-3 16,-1 2 6-16,-2-2-2 0,2-5 0 15,-9 2 2-15,5-4-2 0,2-1 2 16,-5 2-1-16,1-4 0 0,4 3-2 16,1-3 2-16,3 0-4 0,4-1-4 15,-2 0-9-15,2 0-28 0,0 0-39 0,0 2-73 31,-4-2-122-31</inkml:trace>
  <inkml:trace contextRef="#ctx0" brushRef="#br3" timeOffset="-98885.85">26147 8277 491 0,'0'0'31'0,"0"0"-3"0,0 0-1 16,0 0-6-16,0 0-2 0,0 0-7 15,0 0-3-15,0 0-4 0,0 0-3 0,0 0-1 16,-4 80-1-16,4-75-1 0,0 1 1 0,0-6 0 16,0 0 0-16,0 0 1 0,0 2 2 15,0-1 1-15,0-1 3 0,0 1 1 31,0-1 0-31,0-1 4 0,0-6 1 0,0-8 2 16,0-9 2-16,-2 0 1 0,-2-7-3 16,2 0 1-16,-3 2-3 0,5 4-3 15,0 0-2-15,0 5-2 0,7 2-2 0,-1 2-2 16,4 5 0-16,-2 2-1 0,5 1 0 16,-5 4-1-16,9-1-1 0,-5 5-1 15,3 0-1-15,3 5-1 0,-3 5-2 16,-3 2-2-16,-4 3-1 0,-1 4-4 0,-3 1-2 15,-4 2-3-15,-4 2-2 0,-9 1-1 16,3-3 5-16,-7 0 6 0,3-4 6 0,-1-4 7 16,3-5 1-16,-1-2 1 0,7-2 1 15,0-3-1-15,2 0 1 0,4-2-1 16,0 0-1-16,0 0 0 0,-2 0 1 16,2 0-3-16,-2 0 1 0,2 2-1 0,-4-2-1 15,4 1 0-15,-2-1-1 0,-3 4 1 31,-1-3-1-31,4 1 0 0,-2 1 1 0,4-3-2 16,-2 0 2-16,2 0 0 0,-4 1 1 16,4-1 2-16,0 2 0 0,-2-2-3 15,2 1 4-15,-4-1-2 0,4 0 1 16,0 1 1-16,-2-1-2 0,2 0-1 0,0 2-1 16,0-2-1-16,-5 0 0 0,5 0 0 15,0 0-2-15,0 0 1 0,0 0-2 0,-2 0 0 16,2 0-1-16,0 0-3 0,0-2-1 15,0-3-3-15,0-1-4 0,0-3-6 16,0 1-6-16,7 0-6 0,-5 1-1 16,4 0 7-16,-2 0 12 0,2-1 10 15,0 3 7-15,-4-5 3 0,5 1 3 0,-3-3 6 16,-4 1 2-16,0-1 4 0,0 0 1 0,0 0-2 16,0 0 0-16,0 1-2 0,-4 0-1 31,-3 1-2-31,7 1-2 0,-2 4 0 15,2 2 1-15,-4-2-1 0,2 1-2 16,2 0 2-16,-4-1-4 0,4 5-1 16,0-2 0-16,0 2-2 0,0-1 1 0,0-1 1 15,-2 1-2-15,2 0 0 0,-4-1-2 0,4 1-1 16,0-1 0-16,0 0 1 0,0 1-1 16,0-1 1-16,-2 1-2 0,2-1 1 15,0 1-2-15,0 1-1 0,-4-2-1 16,4 2-1-16,0 0 1 0,-2 14 0 0,2 6 2 15,0 7-1-15,0 0 1 0,0 2-1 16,0-1 0-16,0-1-1 0,0-1 2 0,0-8-1 16,0 0 0-16,2-2 0 0,2-5 1 15,-2 5-1 1,-2-7 1-16,4 0-1 0,2 0 1 16,-4 1 0-16,4 0-1 0,-6-2 1 0,7 3 0 0,-3-2-1 15,0 0 1-15,0 1-1 0,-2-1 0 0,-2-5 4 31,4 4-4-31,-2-4 0 0,-2-1 1 0,4 2-4 16,-4-5 5-16,7 0 0 0,5 0-1 16,3-5 1-16,3-2-1 0,1-2 1 15,-3-2-2-15,1 0 2 0,-5-1-1 16,-1 5-1-16,-1-5 2 0,-4-2 1 0,-4 5-2 16,4-9 3-16,-1 1-1 0,-3-3-1 15,-2-4 0-15,4 0 0 0,-4 0 0 0,2-1 1 16,2 1 0-1,0 1-2-15,2 2 0 0,-2 5 0 0,3 3 0 0,-5 4 0 16,2 4 0-16,-2 2 0 0,-2 3 0 16,0 0 0-16,0 0 0 0,0 0 0 15,0-1 1-15,0-1-2 0,4 0 1 0,-4 1 0 16,0 1-2-16,0-1 1 0,0 1-1 0,0-2 1 16,0 2 1-16,0 0 0 0,0 0 1 15,0-1-1-15,0 1 0 0,0 0 0 31,0 0 0-31,0 0 0 0,-4 0 0 16,4 0-1-16,0 0 2 0,0 0-2 16,0 0 0-16,0 4 2 0,0 10-2 0,0-2 1 15,-2 8 0-15,-2-1-1 0,4 3 2 0,-2 4-2 16,-3-1 1-16,3 0-2 0,-4-1 0 16,0-1 0-16,-2-1 1 0,2 0-1 15,-5-2 1-15,3-7-2 0,2-1 2 16,-3 2-2-16,3-2-1 0,-6 3 0 15,2-1-1-15,1 0 3 0,-3-1-5 0,6-2 5 16,-3 0-5-16,-1-1 1 0,2-4 2 0,2 1-3 16,6-3 5-16,0-4 0 0,-5 0 3 15,5 0 0-15,0 0-1 0,-4 0 1 16,-2 0 0-16,0-5 1 0,-4-9 3 16,3-2-5-16,1-7 4 15,4-1-5-15,2 0 4 16,0-1 1-16,-4-2-3 0,4 0 1 15,-2-3-1-15,0 2 1 0,2-1-2 0,-4 2 2 16,-3-1 0-16,5 4 0 0,-2 6 1 16,2 3 0-16,-2 4 0 0,4 1-1 15,-2 0 1-15,-2 0 0 0,4-1 1 16,0 5 0-16,0-4 1 0,0 3 0 0,-2 1 0 16,2 2-1-16,0 4-1 0,0-2 0 15,0 2-2-15,0-1-1 0,-4-1-2 16,4 0-2-16,0 1-1 15,0 1 0-15,0 0-1 0,-2 0-1 0,-3 9-1 0,3 7-10 16,-2 6-13-16,0-1-33 16,4 2-59-16,-4-6-167 0,4 1-2 0</inkml:trace>
  <inkml:trace contextRef="#ctx0" brushRef="#br3" timeOffset="-97936.16">26620 8224 488 0,'0'0'50'0,"0"0"-10"16,0 0-6-16,0 0-9 0,0 0-10 16,0 0-7-16,0 0-5 0,0 0-3 0,0 0 4 15,-12 6-1-15,6 14 1 0,4 4-1 31,-2 0-1-31,4-1-2 0,-2-6 3 0,2 2 1 16,0-6 4-16,0 0 1 0,-5-1 0 16,5-6-1-16,0 0-2 0,0-6-3 15,0 0-1-15,0 0 0 0,0 2 0 16,0 0 0-16,0-1 3 0,0 1 1 16,0-2-2-16,0 0 4 0,0 0 2 0,-2 0 1 15,2-5 3-15,-4-7-1 0,2-8-3 0,2-3 1 16,0-7-2-16,0-2-1 0,0-2 0 15,2 0-2-15,4 2-3 0,7 1 1 16,-1 6-4-16,1 3 2 0,-1 4-1 16,-4 8 0-16,1-1-1 0,1 5 0 15,-2 1-2-15,2 2 1 0,-1 3 0 0,5 0-2 16,-3 7 2-16,3 4-3 0,-4 5 1 0,-1 2 0 16,-3 2-2-16,-6 3-1 0,0 1-3 15,0 2-3-15,-4-2-2 0,-5-1-3 31,1-2 1-31,-2-3 2 0,-3-1 5 16,1-4 3-16,2-2 4 0,-3-4 2 0,1-2 1 16,2-1 0-16,-5-3 1 0,3 0 1 15,5-1 2-15,-1 0 1 0,2 0 0 0,0 0 0 16,4 0 0-16,2 0-1 0,0-1 3 16,0 1-7-16,0-1 0 0,0-1 1 15,0 0-3-15,0-1 2 0,0-1 0 16,4 1-1-16,6 0 0 0,3 3 1 15,5 0-2-15,-3 3 1 0,5 4 0 0,-5 2-2 16,1 0 1-16,-1 1-1 0,-5-3-1 0,-2 4-4 16,1 1-1-16,-3-3-2 0,0 6-6 15,-6-6-3-15,0 4-1 0,0 3 5 16,0 1 2-16,-8 1 12 0,-3-2-1 16,3-3 1-16,0-6 2 0,-4 1 0 15,-5-3 1-15,0-1 2 0,-5-1 0 0,1 2 2 31,7-4 1-31,-5 1 1 0,7-2-1 0,-1 0-1 16,-1 0 1-16,1 0-2 0,1-2 2 16,-1-1-2-16,5 2-2 0,2-1 1 15,2 0-3-15,4 2 0 0,-6-2-3 16,4-1-1-16,0 0-4 0,-3 1-7 16,5 2-19-16,0-1-52 0,0 1-98 0,0-7-101 15</inkml:trace>
  <inkml:trace contextRef="#ctx0" brushRef="#br3" timeOffset="-97219.21">25713 8439 374 0,'0'0'39'15,"0"0"-13"-15,0 0-6 0,0 0-8 31,0 0-1-31,0 0-2 0,0 0-2 16,0 0-2-16,0 0-2 0,0 0-2 16,0 10 1-16,8 2 0 0,3-2-4 0,3 4 0 15,-6-5-10-15,-2-4-13 0,7-3-34 0,-1-2-97 16,9 0-69-16</inkml:trace>
  <inkml:trace contextRef="#ctx0" brushRef="#br3" timeOffset="-96535.98">27044 8007 449 0,'0'0'55'16,"0"0"-7"-16,0 0-9 0,0 0-8 16,0 0-6-16,0 0-7 0,0 0-7 15,0 0-4-15,0 0-2 0,0 0 0 16,-58-2-2-16,44 16 0 0,1 4-1 15,1 5 0-15,4 4-1 0,-1 4 1 0,-1 4-3 16,4 1 1-16,4 3-1 0,-2 0 1 0,4-2 0 16,0-2 0-16,10-4-1 0,2-6-1 15,-1 0 1-15,5-4 2 0,5-1-1 16,0-2-1-16,3-3 5 0,-3-1-7 16,4-5 5-16,-6-5-5 0,-1-1-2 15,-10-1-5-15,5-2-6 0,1 2-14 0,-3-2-18 31,1 0-29-31,-4 0-61 0,1-2-109 0</inkml:trace>
  <inkml:trace contextRef="#ctx0" brushRef="#br3" timeOffset="-96269.55">27133 8243 541 0,'0'0'51'0,"0"0"-15"0,0 0-9 0,0 0-9 16,0 0-6-16,0 0-3 0,0 0-4 0,0 0-2 16,77-77-2-16,-61 76-2 0,7 1 0 15,4 0-3-15,-7 0-2 0,-1 0-3 31,-11 0-9-31,5 6-17 0,-3-2-18 0,-8-1-37 16,4 7-52-16,-6-5-99 0</inkml:trace>
  <inkml:trace contextRef="#ctx0" brushRef="#br3" timeOffset="-96018.63">27329 8175 436 0,'0'0'66'0,"0"0"-13"0,0 0-13 0,0 0-10 15,0 0-7-15,0 0-4 0,0 0-4 16,0 0-1-16,0 0-1 0,0 0-2 0,-14 68-3 16,8-43 1-1,4-3-2-15,-2 3-2 0,1-2-4 0,-1-8 1 0,2 3-4 16,-2 0 0-16,4-6-3 0,0 7 0 16,0-7-1-16,0 0 0 0,0 0 6 15,0-1-6 1,0 1 4-16,0-8-11 0,0 2-2 15,0-6-4-15,0 5-2 0,0 0 0 0,0-1-2 16,4 1-13-16,-4-5-34 0,0 0-57 16,0 0-116-16</inkml:trace>
  <inkml:trace contextRef="#ctx0" brushRef="#br3" timeOffset="-93819.83">27540 8282 265 0,'0'0'59'15,"0"0"-7"-15,0 0-4 0,0 0-6 16,0 0-4-16,6-82-3 0,-6 68-4 16,0 8-1-16,0-6-3 0,0 7-5 0,0-1-2 15,0 2-5-15,0 4-3 0,0-2-4 31,0 2-1-31,0 0-5 0,0 0 2 0,0 0-3 16,0 9 0-16,-4 8 0 0,-2 6-1 16,0-1-1-16,-2 3-1 0,1-1-1 15,1-1 0-15,0-2 0 0,0-6 3 16,4-1-2-16,-2-5 2 0,2-5 2 16,2 7-4-16,-5-7 4 0,5 1 0 0,0 1-1 15,0-6 1-15,0 0-1 0,0 0-2 0,0 2 3 16,0-1 0-16,0 1 0 0,7-1 1 15,5 1-2-15,3-2 0 0,3 0 1 16,7 0-1-16,-4-2 1 0,-1 1-1 16,5-1 0-16,-8 2-1 0,-1 0-1 15,-3 0-1-15,-1 0 1 0,0 0-2 0,-5 0 1 16,1 0-2-16,-4 2-2 0,2-1-5 0,0 4-11 16,-4 0-21-16,-2-3-32 0,5 3-57 15,-5-5-103-15</inkml:trace>
  <inkml:trace contextRef="#ctx0" brushRef="#br3" timeOffset="-93519.68">27677 8289 429 0,'0'0'58'16,"0"0"-9"-16,0 0-10 0,0 0-11 0,0 0-6 15,0 0-2-15,0 0-5 0,0 0 2 16,0 0-3-16,-4-1-4 0,4 16 1 0,0 4-5 16,0 3-2-16,0 4-2 0,0-4 0 15,0 1-2-15,0 1 1 0,0 1 3 16,0-1-6-16,0-6 4 0,0 2-6 16,4-2 3-16,-4-6 1 0,0 2 0 0,0-3 0 15,0-6 0-15,0 2-2 0,0-1 0 31,0-6-2-31,0 0-3 0,0 0-7 0,2 1-12 16,-2 1-22-16,0-2-46 0,10 0-76 16,-2-2-89-16</inkml:trace>
  <inkml:trace contextRef="#ctx0" brushRef="#br3" timeOffset="-93186.22">27892 8114 621 0,'0'0'39'0,"0"0"-9"16,0 0-9-16,0 0-5 0,0 0-3 0,0 0-1 16,0 0-2-16,0 0-5 0,0 0-2 15,60 101-2-15,-54-74-2 0,0 2-2 31,0 3 2-31,-6 0-2 0,0 1 2 0,0 0-2 16,-8 1-2-16,2-2 6 0,-7 0-4 16,1-3 6-16,0-4-2 0,-1-2-1 15,-1-2-1-15,3-4 0 0,1-3 1 0,0-4-2 16,1-1 0-16,3-3-2 0,-4-1-6 16,6 1-5-16,0-3-9 0,2 0-12 15,2-3-12-15,0 0-22 0,0 0-43 16,0 0-106-16</inkml:trace>
  <inkml:trace contextRef="#ctx0" brushRef="#br3" timeOffset="-87653.73">26250 6041 237 0,'0'0'62'0,"0"0"-9"15,0 0-6-15,0 0-5 0,0 0-3 16,0 0-3-16,0 0 0 0,0 0-6 0,0 0-3 16,-51-10-8-16,51 10-6 0,0 0-4 15,-4-2-4-15,4 2-2 0,0-2-1 0,-3 2 1 16,3-1-1-16,0 1 2 0,0 0 2 15,0 0 2-15,7 0 2 0,7 0 0 16,7 0 1-16,4 0-2 0,12 0-1 16,-2 0-1-16,8-2-2 0,3-1-1 0,1-1-1 15,5-1-1-15,4 1 0 0,2 2-1 16,0 2 1-16,2 0 0 0,0 0-2 0,4 0 1 16,-4 0-1-16,4 0 1 0,-6 0 1 15,4 0-2-15,-7 0 2 0,1 0 0 31,-4 0-2-31,0 0 2 0,-5-3-2 16,-1 0 1-16,-7 2 1 0,-4-1-2 16,-6 2 1-16,-8 0-2 0,1 0 0 0,-9 0 0 15,-3 0 0-15,0 0 0 0,-8 0 1 0,9 0-1 16,-11 0 3-16,0 0-3 0,0 0 2 16,0 0-1-16,2 2 0 0,-2-2 1 15,4 0 2-15,-4 1-2 0,2-1 0 16,-2 0-1-16,0 0-4 0,0 2-1 0,0-2-5 15,0 0-12-15,-12 1-28 0,-7 0-36 16,-4 1-88-16,7 0-101 0</inkml:trace>
  <inkml:trace contextRef="#ctx0" brushRef="#br3" timeOffset="-86819.75">26317 5850 445 0,'0'0'62'0,"0"0"-2"16,0 0-11-16,0 0-8 0,0 0-9 0,0 0-5 16,0 0-5-16,0 0-5 0,0 0-6 15,0 0-3-15,0-57-6 0,0 56-3 31,0 0-3-31,0 1-1 0,0 0 0 16,-13 4 3-16,-1 8 2 0,-5 8 0 0,-6 1 3 16,5 3-4-16,1 1 5 0,0-2-6 15,3-4 0-15,5-4 2 0,3-2-1 0,4-6 0 16,-2-2 2-16,6 0-2 0,0-1 1 16,0 2 0-16,0 4 0 0,0 2 0 15,0-5 0-15,6 2 0 0,0-2 1 16,0 6-1-16,1-3 2 0,1 6-2 0,2-3 0 15,-1 2 0-15,3 2 0 0,-2 0 2 16,5 1-1 0,-3 2 0-16,7-2 0 0,-5 0-2 0,5-3 0 0,-1 1 2 0,-1-3-1 15,0-2 2-15,-5-2-2 16,-4-2 0-16,0-2-1 0,-3-2 0 0,-3 0 0 16,-2-3 1-16,4 1 0 15,-2 2 0-15,2-1 1 16,2 1 2-16,-6-3 1 0,0 0 0 15,0 0 0-15,0 0-1 0,0 0-1 0,0 0 1 16,0-10 0-16,0-6-3 0,-6-5 0 16,0 0 0-16,0-3 0 0,-1-1 0 15,1 1 1-15,-2-2-1 0,-2 1 1 16,1-3-1-16,-1 2 2 0,2-1-2 0,-1 1 1 16,-1 2-1-16,4 7 1 0,0 1-1 15,4 6 2-15,-2 5-1 0,1-7 0 0,3 8 1 16,-4 0-1-16,4-1 0 0,0 5 0 15,-2-2-2-15,2 2 2 0,0-1-1 16,0-1-1-16,0 1 3 0,0 0-3 16,0-1 0-16,0 1 1 0,0-1-1 15,0 0 1-15,0 1 2 0,0-1-3 0,0 1-1 16,0-1-2-16,-4 1-4 0,4-1-11 0,0 2-22 16,0-1-37-16,4-1-85 0,5-2-126 15</inkml:trace>
  <inkml:trace contextRef="#ctx0" brushRef="#br3" timeOffset="-80402.36">26868 6175 324 0,'0'0'55'0,"0"0"-5"0,0 0-10 0,0 0-4 15,0 0-5-15,0 0-4 0,0 0-2 31,0 0-6-31,0 0-5 0,0 0-2 0,-8-15-4 16,10 2 0-16,11-2 1 0,5 3 2 16,3 0-1-16,6 1-2 0,2 0 0 15,4 3-2-15,0-2-1 0,0 3 1 16,0 0-3-16,-2 2-1 0,0 0 0 0,-10 0-3 16,-3 4 1-16,-3 1-1 0,-3 0-1 15,-4 0 0-15,5 0-3 0,-1 0-3 0,-6 3-3 16,1 2-7-1,-5-2-14-15,2 4-15 0,-4-1-22 0,0 6-33 0,0 3-50 16,0-4-75-16</inkml:trace>
  <inkml:trace contextRef="#ctx0" brushRef="#br3" timeOffset="-80136.88">27152 6141 340 0,'0'0'56'0,"0"0"-3"15,0 0-7-15,0 0-8 0,0 0-9 0,0 0-9 16,0 0-7-16,0 0-4 0,0 0 1 16,-13-6 0-16,13 21 2 0,-6 8-4 15,6 7-1-15,-4-1-4 0,2-1 1 0,-2-3-2 16,0-2-1-16,-1-6 1 0,3 1-1 16,2-1-1-16,-4-5 0 15,2 6-1-15,2-6-1 0,-4-1 1 0,4 1-3 16,0-6 2-16,0 6 0 0,0-6-1 0,0 5 3 15,0 0-4-15,0-7-2 0,0 4-2 16,4-3-6-16,-4-2-14 0,8 2-42 0,-3-2-81 16,5 1-105-16</inkml:trace>
  <inkml:trace contextRef="#ctx0" brushRef="#br3" timeOffset="-79753.95">27443 6132 536 0,'0'0'45'0,"0"0"-10"15,0 0-12-15,0 0-12 0,0 0-7 0,0 0-3 16,0 0-1-16,0 0 0 0,0 0 0 15,0 0-1-15,-68 82 1 0,55-59-1 16,5 0 2-16,0-2-2 0,-2-6 2 16,8 0-3-16,-5-4 2 0,7-2-1 0,-4 2 0 15,2-7 0-15,2 1 0 16,0-5 1-16,-4 0-1 0,4 0 1 0,0 6-1 0,0-2 1 16,0 4 0-16,6 0 0 0,0-4 3 15,5 1-2-15,1-2-1 0,3 0 1 31,-1-2-2-31,5 1 0 0,-1-1 1 16,-5-1-3-16,7 0 0 0,-1 0-2 16,-7 0-2-16,9 2-14 0,-9-2-19 0,1 0-41 15,5 0-73-15,-9 0-89 0</inkml:trace>
  <inkml:trace contextRef="#ctx0" brushRef="#br3" timeOffset="-79352.91">27639 6242 490 0,'0'0'52'0,"0"0"-8"15,0 0-10-15,0 0-7 0,0 0-5 0,0 0-7 16,0 0-5-16,0 0-5 0,0 0-5 16,0 0 1-16,-8-17 0 0,2 30 0 15,-4 9 2-15,3 2-2 0,1 2 1 16,0-2-2-16,2 1 1 0,0-3-1 0,2 1 0 16,-2-8-1-16,4 3 1 0,-2-7-2 15,2 2 1-15,0 6 6 0,0-7-6 0,0 6 4 16,0-6-3-16,0-1-3 0,0 1 0 15,2-1-1-15,-2-1 2 0,0-5 0 16,4-1 1-16,-4 1 1 0,2 0-1 16,-2-1-1-16,4 0-2 0,-4-4-4 0,0 0-7 15,0 0-11-15,0 2-14 0,0 0-22 16,0-2-37-16,0 1-127 0</inkml:trace>
  <inkml:trace contextRef="#ctx0" brushRef="#br0" timeOffset="-67169.5">26744 4611 292 0,'0'0'51'0,"0"0"-5"0,0 0-6 0,0 0-7 16,0 0-2-16,0 0-2 0,0 0-5 15,0 0 0-15,0 0-4 0,-6 0-2 16,6 0-2-16,0 0-2 0,-2 0-2 16,2-1 2-16,0 1-3 0,0-2 0 15,0 1-2 1,0-7-2-16,0-4 0 0,6-7-1 15,3-3-6-15,3-3 4 0,0 2-4 0,3-4 3 16,-3 3 1-16,3 0-1 0,-3 0 1 16,1 1-3-16,-1 0 3 0,-4 2 1 15,-2 7 3-15,1 3 0 0,-3 9-2 16,-4 2-4-16,0-2 2 0,0 2 0 0,0-1-2 16,0-1 2-16,2 1-5 0,-2 1-1 15,0 0 0-15,0 0 0 0,4 0 2 0,-4 0 1 16,2 4 0-16,0 7 0 0,4 5 1 15,1 1 0-15,-3 6 0 0,2-1-1 16,0 3 0-16,0 2 0 0,0 5 5 16,-1 2-6-16,1 2 4 15,-2 0-4-15,-2-1 0 0,-2-2 0 0,0-3-1 0,4-9 1 16,-4-2-1-16,0-7 2 0,0 1-2 0,0-1 1 16,0-8 0-16,2 2-1 0,-2-6 1 15,0 0-1-15,0 0 3 0,0 2-1 31,0 0 0-31,0-2 1 0,0 1-2 0,0-1 0 16,0 2-1-16,0-2 1 0,0 1-1 16,0-1 0-16,0 2-2 0,0-2 0 15,0 1-4-15,0-1 0 0,0 0-2 0,0 2-4 16,0-2-7-16,0 0-9 0,0 1-18 16,0-1-9-16,0 3-13 0,-8 2-7 15,-7 1 6-15,-1 1-4 0,1 2 0 16,-3 1 4-16,5-4-4 15,1 1 4-15</inkml:trace>
  <inkml:trace contextRef="#ctx0" brushRef="#br0" timeOffset="-66736.77">26775 4881 189 0,'0'0'62'16,"0"0"-10"0,0 0-7-16,0 0-5 0,0 0-7 0,0 0-5 15,0 0-4-15,0 0 1 16,0 0 1-16,0 0 1 0,-6 2 0 15,6-2-1-15,0 0-3 0,0 0-2 0,0 0-3 16,0-5-2-16,8-2 0 0,5-1-1 16,1-2-2-16,5 0-4 0,2 1-2 15,1 0-1-15,5 0-1 0,4 0-2 16,2 1 0-16,0 2-2 0,5 0-1 16,-5 1 0-16,0 3-3 0,-4-1 3 0,0 0 2 15,-7 1-2-15,-3 1 0 0,0-1 1 0,-1 0-1 16,-10 1 2-1,15-1-1-15,-6 1 1 0,-5-1-1 0,7 1 1 0,-7 0-1 16,-10-1-1-16,11 1 2 0,-7 1-1 16,-2-2 0-16,8 0 0 0,-8 2 1 15,1-1 0-15,7-1-1 0,-10 2 1 0,4-1 1 16,0 1-1-16,-6 0 2 0,0-2-1 0,0 2 2 16,0 0-2-16,5-1 1 0,-5 1-1 15,2-2-2-15,2-1 1 0,0 2-1 31,0-2 0-31,-2 1 0 0,-2 2-1 16,0-2 1-16,0 2-1 0,4 0-2 0,-4-1-2 16,2 1-4-16,-2 0-3 0,0 0-12 15,0 0-25-15,0 0-36 0,0 0-89 0,0 0-109 16</inkml:trace>
  <inkml:trace contextRef="#ctx0" brushRef="#br0" timeOffset="-30037.3">20243 15675 608 0,'0'0'50'15,"0"0"-11"1,0 0-10-16,0 0-8 0,0 0-3 15,0 0-6-15,0 0-6 0,0 0-2 0,0 0-2 16,-97-48 1-16,62 66-3 16,-4 8 1-16,-5 5-1 0,3 12 1 0,-9 6 0 15,5 8-2-15,-1 9 5 0,1 4-7 0,4 5 1 16,5 3 1-16,8-4-4 16,3-2 4-16,12-7 2 0,7-9-2 0,6-8 0 15,13-6-2-15,7-9 1 0,11-7 0 16,6-6 6-16,5-7-2 0,7-5 0 0,3-4-2 15,4-4 1-15,2 0 1 0,0-4-1 16,-1-5 2-16,-1-2-2 0,-8-1 2 0,-5 0 2 16,-8 1 1-16,-10 2-3 0,-10 5 2 15,-9 2-3-15,-6 2-2 0,0-1 3 16,0 1-3-16,0 0 0 0,0 0 0 16,4 0-2-1,-4 0 0-15,0 0 0 0,-4 3-4 0,2 1-2 0,-4 0-8 0,1 0-15 31,3 0-32-31,-2-2-71 0,4-2-151 0</inkml:trace>
  <inkml:trace contextRef="#ctx0" brushRef="#br0" timeOffset="-29371.69">20657 15937 650 0,'0'0'56'0,"0"0"-16"15,0 0-9-15,0 0-9 0,0 0-6 0,0 0-6 16,0 0-5-16,0 0-2 0,0 0-3 0,0 0 0 16,0-12 2-16,0 25-3 0,0 10 2 15,-2 9-1-15,-5 1 0 0,1 2 1 16,-4 0 0-16,2 0-2 0,-5-3 3 16,5-2-2-1,2-5 2-15,0-7-1 0,-1-3 1 0,3-5 0 0,4-5 0 0,0 1-1 31,0-6 2-31,0 4-3 0,0 1 2 0,0 0 0 16,0 2 1-16,4-4 1 0,9-1-1 16,5 0-1-16,-1-2-2 0,8 0 2 15,-5-2-2-15,5 0 0 0,0-3 1 16,0 2-3-16,-2 2 1 0,1 0 2 0,1-1-2 16,0 2 2-16,-2-1-2 0,-7-1 0 15,1 2 1-15,-5-1 0 0,1 1 1 0,-1 0 0 16,-6 0-1-16,0 0-1 0,-6 0-2 15,0 0 2-15,0 0-1 0,2 0-1 16,-2 0 1-16,5 0-3 0,-5 0-5 16,6 0-11-16,-4 1-18 0,4 2-44 0,-2 0-68 15,-4-3-145-15</inkml:trace>
  <inkml:trace contextRef="#ctx0" brushRef="#br0" timeOffset="-28954.88">21072 15991 628 0,'0'0'49'15,"0"0"-20"-15,0 0-12 0,0 0-8 16,0 0-2-16,0 0-4 0,0 0-1 0,-8 81-1 15,2-53-3-15,0 3 0 0,-5-3-2 16,7-1-1-16,-2-9 0 0,2-8-2 0,2-1-1 16,-2-4-7-16,4 1-11 0,0-2-21 15,0-4-22-15,-3 0-21 0,3 0-17 16,0-1-2-16,0-11 14 0,0-7 23 16,0-8 34-1,0 3 45-15,0-2 41 0,-4 2 26 16,2-2 20-16,2 2 3 0,-4-1-2 15,2 9-12-15,2-3-11 0,-4 9-14 0,2 4-13 16,2-8-11-16,0 8-6 0,0-5-4 16,0 1-5-16,2 5-6 0,2-2-4 15,4 2-3-15,9-1-4 0,-1-1-1 16,7 2-1-16,-2 2-2 0,4 1-3 16,-7 2-5-16,3 0-15 0,-2 0-23 0,-9 2-45 15,2 6-80-15,-1-3-124 0</inkml:trace>
  <inkml:trace contextRef="#ctx0" brushRef="#br0" timeOffset="-28770.8">21085 16062 603 0,'0'0'48'0,"0"0"-12"31,0 0-15-31,0 0-9 0,0 0-6 15,0 0-4-15,0 0-6 0,0 0-4 16,0 0-9-16,0 0-22 0,53 13-39 16,-40-11-79-16,-9 3-118 0</inkml:trace>
  <inkml:trace contextRef="#ctx0" brushRef="#br0" timeOffset="-28586.21">21047 16254 575 0,'0'0'42'16,"0"0"-12"-16,0 0-11 0,0 0-7 15,0 0-7-15,0 0-5 0,0 0-7 16,0 0-9-16,0 0-23 0,0 0-37 16,81 12-82-16,-71-9-107 0</inkml:trace>
  <inkml:trace contextRef="#ctx0" brushRef="#br0" timeOffset="-28103.95">21641 15911 585 0,'0'0'53'0,"0"0"-11"16,0 0-20-16,0 0-5 0,0 0-7 15,0 0-2-15,0 0-2 0,0 0 0 0,-97-56-2 16,70 64-3-16,4 5 4 0,-2-1-1 0,11 3 0 16,-5 0 1-16,11-3-1 0,2 1-3 15,-1-4 2-15,7 0 0 0,0 3-2 31,7 0 1-31,5-2-2 0,2 0-1 16,5-4 0-16,2 3 1 0,1-4-2 0,-1 0 0 16,0 3 0-16,-1 1-2 0,-3-2-1 15,-5 0 0-15,-3-1-4 0,-7 3 3 0,4 6 0 16,-6 3 2-16,0 4 4 0,-8-1 2 16,-5 0 0-16,1-1 3 0,-3-4-1 15,-3 0 0-15,-1-3 2 0,3 0 1 16,-7-3-2-16,4-1 1 0,5-3-2 15,-1 1-2-15,5-4 2 0,2-1-5 0,-5 3-1 16,11-2-1-16,-4-3-4 0,6 0-1 0,0 0-14 16,0 0-32-16,0 0-63 0,0 0-172 15,0 0 2 1</inkml:trace>
  <inkml:trace contextRef="#ctx0" brushRef="#br0" timeOffset="-27685.6">22044 15913 663 0,'0'0'53'15,"0"0"-18"-15,0 0-11 0,0 0-6 0,0 0-5 16,0 0-3-16,0 0-1 0,-83-39-4 15,67 39 2-15,-9 0 0 0,2 5 0 16,6 2 2-16,-1 2-2 0,-1-3-2 16,7 1-2-16,4 2 0 0,1-3-2 0,1 1 1 15,2 3-2-15,4-2-2 0,0 6 0 16,10 0 1-16,3 1-1 0,1-4 0 0,5-1 0 16,-1-2-2-16,3-2-1 0,4 2 2 15,-4-4-2-15,-7 1 2 0,3-1 0 31,-9 1 1-31,-2-1-1 0,0 2 2 16,-4-3 0-16,2 7 1 0,-4 0-2 0,-4 7 0 16,-4 3 1-16,-4-2 1 0,-7 0 1 15,5-3 0-15,-7 0 0 0,2-4 0 0,1-2 0 16,5-3 0-16,-1 0 0 0,8-3-2 16,-1-1 1-16,5 1-3 0,-4-2-9 15,6 4-13-15,-10-5-36 0,2 2-65 16,1-2-172-16,1 0-2 0</inkml:trace>
  <inkml:trace contextRef="#ctx0" brushRef="#br0" timeOffset="-27455.05">22174 15906 598 0,'0'0'37'0,"0"0"-14"0,0 0-9 16,0 0-8-16,0 84-2 0,0-54-4 15,-2-3-2-15,-4 1-4 0,2-1 0 16,2-2-2-16,2-5-3 0,0-1-5 16,0-7-9-16,0-6-24 0,0 1-48 0,0-7-79 15,0 0-69-15</inkml:trace>
  <inkml:trace contextRef="#ctx0" brushRef="#br0" timeOffset="-27285.22">22166 15943 676 0,'0'0'56'15,"0"0"-16"-15,0 0-7 0,0 0-11 16,0 0-5-16,0 0-6 0,0 0-4 0,0 0 0 16,0 0-2-16,0 0-3 0,45-31-1 15,-26 28-4-15,8-1-7 0,-5 0-10 31,-3 3-13-31,0-4-35 0,-11 3-47 16,-2-1-145-16,0-1-34 0</inkml:trace>
  <inkml:trace contextRef="#ctx0" brushRef="#br0" timeOffset="-27121.72">22180 16049 603 0,'0'0'40'0,"0"0"-16"16,0 0-12-16,0 0-9 0,79-23-9 0,-63 17-15 31,1 1-19-31,-5 4-46 0,-6 1-80 0,1 0-98 0</inkml:trace>
  <inkml:trace contextRef="#ctx0" brushRef="#br0" timeOffset="-26938.18">22193 16208 511 0,'0'0'46'0,"0"0"-16"16,0 0-14-16,0 0-6 0,0 0-6 0,0 0-10 15,78 5-10-15,-57-9-15 0,-5 1-40 0,-1-1-95 16,-3 4-82-16</inkml:trace>
  <inkml:trace contextRef="#ctx0" brushRef="#br0" timeOffset="-26303.59">22691 15955 624 0,'0'0'52'15,"0"0"-18"-15,0 0-14 0,0 0-5 0,0 0-1 16,0 0-4-16,0 0-5 0,0 0 0 16,0 0-5-16,-17 97 0 0,11-74 0 15,4-2-2-15,-2-5-2 0,0-1 2 16,4-4 1-16,-4-5 3 0,4-1 1 15,0-5-1-15,-2 0 2 0,2 0 1 0,-5 0 4 16,3-11 2-16,-2-7 3 0,4-6 2 0,0-3 2 16,0-2-2-16,6 1-1 0,1 1-5 15,1 0-2-15,2 2-3 0,-2 4-3 16,5 4 0-16,-3 4-2 0,-2 4-1 0,1 4 0 31,1 3-1-31,5 2 0 0,-1 2-1 0,9 7-4 0,-9 5-3 0,-1 0-7 31,-1 2-4-31,-4 3-11 0,-8 0-16 0,0 2-19 16,0 1-14-16,-6-2-4 0,-6-2 19 16,-3-3 30-16,1-1 32 0,-9-6 30 15,6 0 12-15,-5-5 19 0,7-1-1 16,1-2-2-16,1 0-4 0,1-2-15 0,-2-4-5 16,7-1-4-16,-5-3-5 0,6 4-5 15,2 2-3-15,1 1-5 0,3 3-4 0,0-2-1 16,0 2-3-16,0 0 2 0,0 0-3 15,13 2 0-15,8 7-1 0,-1 6-7 16,3 0 5-16,-2 3-4 0,-3-2 2 16,3-3 2-16,-2 3-1 0,-1-1 2 15,-3-2 3-15,3 1-2 0,-5-4 4 0,-3-3 0 16,-4-2-3-16,-2-4-4 0,2 2-3 0,-6-3-5 16,0 0-6-16,0 0-8 0,0 0-15 15,0 1-28-15,3-1-35 0,-3 0-90 31,0 0-73-31</inkml:trace>
  <inkml:trace contextRef="#ctx0" brushRef="#br0" timeOffset="-25253.99">23884 15836 578 0,'0'0'61'16,"0"0"-7"-16,0 0-21 0,0 0-6 0,0 0-5 15,0 0-5-15,-7-82-4 0,-3 73-4 0,-4 3-3 16,-5 4-1-16,-2 2-3 0,-6 7 0 15,-2 5-2-15,0 5 2 0,5 4 2 16,-1 3-6-16,-2 2 5 0,6 3-7 16,3-1 2-16,3 0 2 0,5-2-2 15,8-4 2-15,2 0-1 0,0-4 2 0,6-1 0 16,6-4 1-16,5-1-1 0,2-2 0 0,7-6-1 16,3-1 0-16,0-3 1 0,2 0-1 15,0-1 1-15,-4-4-2 0,0 0 0 31,-8 2 0-31,-1 0-3 0,-5 0 1 16,-3 2-5-16,2 0-5 0,-5 1-11 16,-3 0-18-16,-4 0-41 0,0-2-67 0,0 2-140 15</inkml:trace>
  <inkml:trace contextRef="#ctx0" brushRef="#br0" timeOffset="-24936.81">24169 15824 684 0,'0'0'47'0,"0"0"-18"0,0 0-10 15,0 0-5-15,0 0-6 16,0 0 2-16,0 0-4 0,0 0 2 0,-62 79-7 0,53-52 0 31,3 1-2-31,0-1-2 0,0-4 1 16,6-5 0-16,-2-1 1 0,2-6 2 15,0-7 0-15,0 5-1 0,0-4 0 0,2-2 2 16,6 1 1-16,2-4 0 0,9 0 0 16,2 0 0-16,-1-3-1 0,1-1-1 15,2-3 1-15,-5 3-1 0,-3-1 0 16,-1 3-2-16,-1-2-2 0,-1 4-2 0,1-1-4 16,-5 1-8-16,4 0-16 0,-8 0-38 15,3 1-53-15,-7-1-163 0,4 0 0 0</inkml:trace>
  <inkml:trace contextRef="#ctx0" brushRef="#br0" timeOffset="-24604.2">24578 15836 606 0,'0'0'57'0,"0"0"-18"0,0 0-15 15,0 0-11-15,0 0-3 0,0 0-2 16,0 0-5-16,-89 85-2 0,81-62-2 16,-4-2 0-16,5 1-1 0,1-6-1 0,4-7-2 15,2 2 1-15,0-5 0 0,0-1 2 0,0 2 1 16,6-4-1-16,3-3 0 0,5 0 0 16,5 0-1-16,-1-7 1 0,3-3 1 15,-3-2 2-15,1 0 1 0,-4 0 3 16,-3-3 0-16,-6 4 2 0,2-2 1 15,-3 4 1-15,-5-5 3 0,0-4-2 0,0 5 1 16,0-3-4-16,-7 7-6 0,1 1 1 0,0 1-1 16,-2 5-5-16,-9 1 0 0,3 1-9 15,-1 6-12-15,3 1-35 0,1 2-69 16,5 0-157-16,6-4 0 0</inkml:trace>
  <inkml:trace contextRef="#ctx0" brushRef="#br0" timeOffset="-24270.52">25058 15719 660 0,'0'0'42'16,"0"0"-15"-16,0 0-9 0,0 0-6 0,-83-9-3 15,64 17-2-15,1 4-3 0,3 2-2 16,1 3 0-16,-3 2-2 0,9 2-2 16,0 2 7-16,-3-2-6 0,5 0 5 0,0-4-1 15,4 0-5-15,2-5 4 0,0 2-2 16,0 5-2-16,0-6 1 0,0 5-3 0,2-3 3 16,8-1 0-16,-1 3-1 0,1-2 1 15,0-3-2-15,1-5 1 0,1 1-3 31,-4-2-5-31,5-3-11 0,5 6-29 0,-5-6-50 16,1 2-126-16,-1-2-62 0</inkml:trace>
  <inkml:trace contextRef="#ctx0" brushRef="#br0" timeOffset="-23787.06">25273 15753 681 0,'0'0'52'0,"0"0"-21"0,0 0-13 0,0 0-7 16,0 0-4-16,0 0-2 0,0 0-2 15,0 0 2-15,-38 86-6 0,32-54 4 16,0 0-5-16,2 0-1 0,-6-2-3 16,1-1 1-1,-3-3 0-15,-1-3 1 0,7-8 4 16,0-6-1-16,6-4 2 0,0-5 1 15,-2 0 0-15,2 0 1 0,0 0 0 0,2-14 1 16,8-6 0-16,5-9 2 0,6 0-1 16,-1-1 1-16,5 0 1 0,-4 3-3 15,3 4 1-15,-3 4-5 0,-8 7 2 16,3 3-4-16,-8 6 3 0,-1 2 1 0,-1 1-3 16,0 0 5-16,0 0-6 0,0 4 3 15,-4-1-5-15,5 3-2 0,-3-1-1 0,-4-1 1 16,2 1-1-16,-2-5-1 0,0 0 3 15,0 5 0-15,0 0 1 0,0 3 2 16,-6 0 3-16,4-5 4 0,-9 0 2 0,5-3-1 16,0 0 0-16,-2 1-4 0,1-1-1 15,-5 4 1-15,4-1-5 0,1 2 4 16,-5 8-1-16,10 1-1 0,-4-1 5 0,2 4-5 16,4 3 0-16,0-2-2 0,4 4-1 15,2 0 0-15,2-3 1 0,1 1-3 31,7-3-5-31,-1-1-34 0,3-6-49 16,-5-4-110-16,1-4-96 0</inkml:trace>
  <inkml:trace contextRef="#ctx0" brushRef="#br0" timeOffset="-23301.81">26147 15648 695 0,'0'0'49'16,"0"0"-19"-16,0 0-9 0,0 0-8 15,0 0-6-15,0 0-3 0,0 0-2 16,0 0-1-16,-101-1-3 0,78 25 2 16,0 5-1-16,1 2 2 0,3 3 1 15,0-2-2-15,11-2 5 0,2-2-5 0,2-4 4 16,4-3-4-16,10-3 1 0,4-4-1 0,1-2 1 16,4-4-3-16,1-2-8 0,3-5-4 31,4-1-19-31,-2 0-28 0,-3-4-46 15,3-1-74-15,-4-4-105 0</inkml:trace>
  <inkml:trace contextRef="#ctx0" brushRef="#br0" timeOffset="-22904.15">26350 15683 623 0,'0'0'49'16,"0"0"-15"-16,0 0-8 0,0 0-8 0,0 0-3 16,0 0-4-16,0 0-6 0,-52 91 3 15,50-81-5-15,2 3-1 0,0-2 5 16,0-1-7-16,2 1 6 16,4-5-6-16,0 2 0 15,7-8 1-15,1 0-2 0,5-5 1 16,8-6-6-16,-3-4 4 0,1-2-3 15,0-2 6-15,-2-3 1 0,0 1 1 0,-3 0 2 16,-5 1 1-16,-5 8 3 0,-6 3-2 16,0 6 1-16,-4 3-2 0,0 0-3 15,0 0 1-15,-6 13-3 0,-6 8 0 16,-9 10-1-16,0 2 0 0,-1 7 5 16,-1 1-5-16,0 3 4 0,2 2-5 0,3-1-3 15,3-1 1-15,3-3-3 0,4-8-4 0,2-10-10 16,1-10-25-16,3-8-54 0,2-5-86 15,0 0-114-15</inkml:trace>
  <inkml:trace contextRef="#ctx0" brushRef="#br0" timeOffset="-22603.95">26771 15628 670 0,'0'0'56'0,"0"0"-19"0,0 0-15 16,0 0-7-16,0 0-9 16,0 0-2-16,0 0-3 0,0 0 1 0,0 0-1 15,-72 61-1-15,53-29-3 0,7-2 1 16,4-2 4-16,1-7-3 0,3-2 3 15,4 1-4-15,0-4 0 0,7 3 0 0,3-7 1 16,-2-3-5-16,9-6-7 0,-1-3-6 0,7 0-13 16,-2 0-22-16,-1-1-28 0,1-3-37 15,-5-3-92-15,-1 1-33 0</inkml:trace>
  <inkml:trace contextRef="#ctx0" brushRef="#br0" timeOffset="-22303.75">26984 15744 665 0,'0'0'64'0,"0"0"-22"16,0 0-16-16,0 0-13 0,0 0-6 15,0 0-2-15,0 0-1 0,0 0 0 0,0 0-2 16,0 0-1-16,-6 50-2 0,4-35 0 15,-2-3 5-15,2 5-4 0,2-5 3 16,0-1-4-16,0 1 0 16,0-8 0-16,0 5-2 0,2-4 1 0,2-1-1 0,0 2 3 15,2-4 0-15,-2 0 0 0,9 1 0 16,-7-2-5-16,6 1-1 0,-1-1-5 0,1 0-8 16,7 1-7-16,-1 1-22 0,1 0-11 15,-5-1-6-15,5 1-23 0,-5-2-75 31,9 2-74-31</inkml:trace>
  <inkml:trace contextRef="#ctx0" brushRef="#br0" timeOffset="-21620.94">27282 15660 671 0,'0'0'55'0,"0"0"-20"15,0 0-7-15,0 0-11 0,0 0-7 0,0 0-6 16,0 0-2-16,0 0-2 0,0 0 1 15,8 56-2-15,-4-24 0 0,-4 0 0 16,0-1-9-16,-6-3-4 0,0-4-19 0,0-1-24 16,-1-6-28-16,3-8-80 0,4-4-109 15</inkml:trace>
  <inkml:trace contextRef="#ctx0" brushRef="#br0" timeOffset="-21437.47">27323 15701 684 0,'0'0'52'15,"0"0"-18"-15,0 0-12 0,0 0-7 16,0 0-5-16,0 0-2 0,0 0-4 0,91-53-4 16,-60 47-4-16,-4 0-11 0,4 2-20 15,0 2-40-15,-10-1-64 0,-1 3-155 0</inkml:trace>
  <inkml:trace contextRef="#ctx0" brushRef="#br0" timeOffset="-21253.84">27329 15791 574 0,'0'0'42'15,"0"0"-13"-15,0 0-13 0,79-8-9 31,-54 4-5-31,2-1-5 0,2 2-13 0,-9-5-22 16,-1 6-40-16,-11-2-90 0,5 3-93 16</inkml:trace>
  <inkml:trace contextRef="#ctx0" brushRef="#br0" timeOffset="-21104.02">27379 15932 530 0,'0'0'31'16,"0"0"-14"-16,0 0-8 0,0 0-10 0,99-32-7 15,-76 25-19-15,-2-3-55 0,3 0-155 16</inkml:trace>
  <inkml:trace contextRef="#ctx0" brushRef="#br0" timeOffset="-20704.3">27970 15647 661 0,'0'0'61'0,"0"0"-22"0,0 0-16 15,0 0-7-15,0 0-8 0,0 0-2 0,0 0-2 16,0 0-1-16,0 0-1 0,-89-69 0 15,62 69-2-15,1 8 1 0,1 3-1 16,2 1 1-16,0-1-1 0,5 3 1 16,9-3 0-16,1-5 2 0,8 5-2 15,0-1 0-15,0 5-1 0,8 4-1 0,5-4 1 16,5-2 1-16,-3 0-1 0,4-3 0 0,-1 1-1 16,3-2 1-16,-7 0-1 0,5 0-2 15,-5 0 3-15,3 2-6 0,-5 1 5 31,-3-3-4-31,-3 2 0 0,-2-2 1 16,-4 0 1-16,0 0-1 0,0 2 4 16,-6 2 1-16,-7 0-1 0,1 2 3 0,-5-3-3 15,3 0-1-15,-1-1-1 0,-1 0 1 0,1-3-6 16,3-1-10-16,-2-3-21 0,5-1-35 16,-1-3-65-16,-3 0-142 0</inkml:trace>
  <inkml:trace contextRef="#ctx0" brushRef="#br0" timeOffset="-20354.16">28034 15354 796 0,'0'0'51'16,"0"0"-18"-16,0 0-10 0,0 0-7 15,0 0-5-15,0 0-3 0,0 0 0 0,0 0-3 16,0 0-1-16,91 0-2 0,-72 21-2 16,-1 5-2-16,-1 7-1 0,2 6 2 15,1 7 1-15,5 4-2 0,-6 0 1 16,-1 2-5-16,-9-4 1 0,-3 4 4 16,-6-5-2-16,-2 1 3 0,-11-3-2 0,-5-3-1 15,-1-2 2-15,-2-3-1 0,-3 0 4 0,-1-4-2 16,-2-2 1-16,0-4 0 0,0-4-2 15,2-2 1 1,1-4 2-16,3-2-2 0,2-4 1 0,5-2 0 0,3-5-2 16,11-1 0-16,0-3-2 0,-2 0-6 15,2 0-7-15,0 0-11 0,0 0-20 0,-2 0-46 16,2 0-86-16,0 0-130 0</inkml:trace>
  <inkml:trace contextRef="#ctx0" brushRef="#br0" timeOffset="-20137.17">28754 16140 875 0,'0'0'27'0,"0"0"-17"15,0 0-12-15,0 0-13 0,0 0-20 0,0 0-65 16,0 0-192 0,0 0-37-16</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4:51:12.087"/>
    </inkml:context>
    <inkml:brush xml:id="br0">
      <inkml:brushProperty name="width" value="0.05292" units="cm"/>
      <inkml:brushProperty name="height" value="0.05292" units="cm"/>
      <inkml:brushProperty name="color" value="#002060"/>
    </inkml:brush>
    <inkml:brush xml:id="br1">
      <inkml:brushProperty name="width" value="0.05292" units="cm"/>
      <inkml:brushProperty name="height" value="0.05292" units="cm"/>
      <inkml:brushProperty name="color" value="#C00000"/>
    </inkml:brush>
    <inkml:brush xml:id="br2">
      <inkml:brushProperty name="width" value="0.05292" units="cm"/>
      <inkml:brushProperty name="height" value="0.05292" units="cm"/>
      <inkml:brushProperty name="color" value="#7030A0"/>
    </inkml:brush>
    <inkml:brush xml:id="br3">
      <inkml:brushProperty name="width" value="0.05292" units="cm"/>
      <inkml:brushProperty name="height" value="0.05292" units="cm"/>
      <inkml:brushProperty name="color" value="#00B050"/>
    </inkml:brush>
    <inkml:brush xml:id="br4">
      <inkml:brushProperty name="width" value="0.05292" units="cm"/>
      <inkml:brushProperty name="height" value="0.05292" units="cm"/>
      <inkml:brushProperty name="color" value="#0070C0"/>
    </inkml:brush>
    <inkml:brush xml:id="br5">
      <inkml:brushProperty name="width" value="0.05292" units="cm"/>
      <inkml:brushProperty name="height" value="0.05292" units="cm"/>
      <inkml:brushProperty name="color" value="#FF0000"/>
    </inkml:brush>
    <inkml:brush xml:id="br6">
      <inkml:brushProperty name="width" value="0.05292" units="cm"/>
      <inkml:brushProperty name="height" value="0.05292" units="cm"/>
      <inkml:brushProperty name="color" value="#00B0F0"/>
    </inkml:brush>
  </inkml:definitions>
  <inkml:trace contextRef="#ctx0" brushRef="#br0">1439 5425 394 0,'0'0'37'0,"0"0"8"16,0 0-3-16,0 0-9 0,0 0-9 0,0 0-5 16,0 0-5-16,-79-23-3 0,73 21 1 15,0 1-3-15,-7 1-3 0,5 0-2 16,-8 1-1-16,-3 7-1 0,4 1 0 16,1 3-2-16,-5 2 6 0,-1 3-1 0,-5 2-1 15,0 2 0-15,4 6-4 0,9 0-1 31,0 1 2-31,5 3-2 0,5 1 2 0,2 0-2 16,0 0 2-16,0-2-2 0,0 1 2 16,0-3-2-16,2-1 2 0,5 0 3 15,-1-4-3-15,0 1 3 0,0-5-3 16,0 1-1-16,-3-5 1 0,1 0 2 0,-4 2 0 16,0 1 0-16,0 5 0 0,-4-8-1 15,1 2-1-15,3 1 1 0,0 0 0 0,-4 6 0 16,4-1-1-16,-2 2-2 0,-2 2 2 15,0 0 0-15,-2 0 0 0,-5-1 0 16,3-2 0-16,-2-4-1 0,2-2 1 16,1-6-1-16,-1 1 2 0,-2 1-1 0,4-2 0 15,-7 3-1-15,5-6 1 0,0 2-1 16,-3-1 1-16,5-2-2 0,-2 2 1 0,2-3 1 16,-1-3 0-16,1 2 1 0,0-4 1 15,4 1-3-15,-2-2 1 0,2 1 1 31,-4-1 0-31,1 2 1 0,5-3 1 0,0 0 1 16,0 0 3-16,-2 0 0 0,2 0 1 16,0 0-3-16,-4 0-4 0,4-12 0 15,0-1-1-15,6-6-1 0,5 6 2 0,-5 2-2 16,2 2 1-16,5 1-2 0,-5 4 0 16,2-1 0-16,-4 3-1 0,1 2 1 15,1 0 0-15,10 5 0 0,1 4 0 16,-4 2 0-16,-3 4 1 0,-4 4-1 0,3 1 1 15,-5 7 4-15,2 1-1 0,0 4 1 16,3 1-2-16,-3 4-2 0,2 2-4 0,-1 2 0 16,5 5 1-16,-4-1-2 0,-1 5 6 15,-3 2-2-15,-2 1 1 0,-2 2-1 16,-2-1 2-16,0 0 1 0,-6 0 3 16,-2-1 2-16,-5-3-4 0,1-1 2 0,6-4-5 31,-1 0-1-31,5-5 1 0,-4 2-2 15,2-2 2-15,-2 2 0 0,4-3 3 0,-2 1-4 16,4-1 2-16,0-1-1 0,0 2 0 16,0 0 4-16,4 2-3 0,-4 0 2 15,0 2-3-15,0 2-1 0,0-2 2 0,0 1-1 16,0-1 0-16,0-1 0 0,0-1 0 16,-4-1 0-16,4-3 0 0,0-2 0 15,0-4 1-15,0-2-1 0,0-3 0 0,0-5 0 16,4-7 0-16,-4 0 0 0,6-1 2 15,-4-3-2-15,8 2 0 16,-1 1 4-16,-1-3-9 0,8 4 5 0,3-3-4 16,2-2 0-16,-1 0 5 0,-1-3-1 0,2 1 0 15,-3-1 0-15,-3 1 1 0,3 1-2 16,-5-1 1-16,5 1 1 0,-3 0-1 0,-3-3 0 16,-4 2 1-16,3-3-1 0,-3 0 1 15,2 0-1-15,-8-2 1 0,5 0-1 31,-7-3 1-31,4 2-1 0,-2-1-1 16,0 0 2-16,2 2-1 0,-4-3 1 0,0 0 0 16,0 0 0-16,2 0-2 0,-2 2 2 15,4-2-1-15,-4 0 0 0,6 0 1 0,-4-2-2 16,3-1-3-16,1 2-3 0,-6 1-15 16,0-1-41-16,0-4-110 0,2-1-113 15</inkml:trace>
  <inkml:trace contextRef="#ctx0" brushRef="#br1" timeOffset="2865.97">1712 4540 518 0,'0'0'58'0,"0"0"-7"15,0 0-8-15,0 0-10 0,0 0-7 0,0 0-8 16,0 0-4-16,0 0-5 0,0 0-4 15,-33-24-5-15,28 24 0 0,5 0-1 16,0 13 0-16,0 11 6 16,5 8-4-16,3 6 2 0,8 3-3 0,1 4-3 0,1 2-2 15,1 3-3-15,0 0-7 16,-5-3-37-16,-1-8-49 0,-1-8-144 0,0-12-32 0</inkml:trace>
  <inkml:trace contextRef="#ctx0" brushRef="#br1" timeOffset="3049.65">1763 4638 542 0,'0'0'44'0,"0"0"-3"0,0 0-14 15,0 0-10-15,0 0-9 0,0 0-5 16,0 0-2-16,91-68-2 0,-66 66-6 0,-2 2-5 15,6 0-10-15,-7 8-9 0,1 0-34 16,-4 4-78-16,-9-3-101 0</inkml:trace>
  <inkml:trace contextRef="#ctx0" brushRef="#br1" timeOffset="3232.56">1846 4863 543 0,'0'0'20'16,"0"0"-2"-16,0 0-9 0,0 0-9 15,0 0-9-15,0 0-9 0,91-50-13 16,-62 47-49-16,0 3-85 0,-9 0-61 16</inkml:trace>
  <inkml:trace contextRef="#ctx0" brushRef="#br1" timeOffset="3449.64">2222 4548 540 0,'0'0'46'0,"0"0"-8"0,0 0-15 0,0 0-3 0,0 0-9 31,-52 89-3-31,52-62-1 0,9 4-3 15,3 1-2-15,3 0-2 0,1 0-2 16,1-2-7-16,-1-3-10 0,-8-9-29 0,-1-7-59 16,-3-7-145-16,-4-4-3 0</inkml:trace>
  <inkml:trace contextRef="#ctx0" brushRef="#br1" timeOffset="3599.52">2173 4638 587 0,'0'0'42'16,"0"0"-3"-16,0 0-13 0,0 0-12 0,0 0-10 16,0 0-2-16,82-45-3 0,-57 40-3 15,2 4-15-15,-4 1-19 0,-1 0-46 16,-1 0-77-16,-9 3-95 0</inkml:trace>
  <inkml:trace contextRef="#ctx0" brushRef="#br1" timeOffset="3783.58">2313 4763 608 0,'0'0'44'0,"0"0"-11"0,0 0-16 16,0 0-11-16,0 0-6 0,0 0-3 15,0 0-2-15,0 0-10 0,0 0-17 0,41-7-35 16,-16 0-68-16,-6 3-118 0</inkml:trace>
  <inkml:trace contextRef="#ctx0" brushRef="#br1" timeOffset="3949.67">2336 4928 518 0,'0'0'23'0,"0"0"-1"31,0 0-5-31,0 0-8 0,0 0-4 16,0 0-3-16,0 0-4 0,0 0-3 0,0 0-6 16,87 23-12-16,-60-23-20 0,-5-5-14 15,1-2-57-15,-4-4-103 0</inkml:trace>
  <inkml:trace contextRef="#ctx0" brushRef="#br1" timeOffset="4182.85">2543 4625 670 0,'0'0'34'0,"0"0"-12"0,0 0-16 16,0 0-8-16,0 0 3 0,0 0-9 0,72-82 3 15,-41 67-4-15,2 1-7 0,-4 2-9 31,0 3-16-31,-4 1-27 0,-7 2-45 0,-9 3-80 16,1 3-41-16</inkml:trace>
  <inkml:trace contextRef="#ctx0" brushRef="#br1" timeOffset="4365.78">2768 4488 509 0,'0'0'44'16,"0"0"-16"-16,0 0-12 15,0 0-3-15,0 0 0 0,0 0 6 0,0 0-1 0,-10 79 0 16,14-53-7-16,2 3-3 0,0-2-3 0,0 2-3 16,0 2 0-16,3-4-3 0,-5 0 1 15,4-4-5-15,-8-7-2 16,6 0-12-16,-4-7-19 0,3-5-51 0,-3 2-74 0,2-2-92 16</inkml:trace>
  <inkml:trace contextRef="#ctx0" brushRef="#br1" timeOffset="4665.92">3074 4553 467 0,'0'0'61'16,"0"0"-15"-16,0 0-10 0,0 0-6 0,-81 101-3 16,69-77-3-16,1-1-6 0,5 1-3 15,6-1-5-15,0-4-3 0,0 1 0 16,0-8-1-16,6 0-1 0,7-4-4 16,1-2-2-1,3 0-4-15,1-3-4 0,-1-3-8 16,6 0-25-16,6 0-26 0,0-4-64 15,-9-1-130-15</inkml:trace>
  <inkml:trace contextRef="#ctx0" brushRef="#br1" timeOffset="4866.1">3396 4479 520 0,'0'0'47'16,"0"0"3"-16,0 0-7 0,0 0-16 16,0 0-8-16,-49 102-10 0,47-78-1 15,2 2-2-15,0-2-4 0,0-1 0 0,0 0-7 16,6-5-6-16,-4-7-32 0,-2 1-59 0,4-6-164 16,-2 0-11-16</inkml:trace>
  <inkml:trace contextRef="#ctx0" brushRef="#br1" timeOffset="5032.68">3345 4728 607 0,'0'0'21'16,"0"0"-2"-16,0 0-10 0,0 0-11 15,0 0-2-15,0 0-7 0,0 0-9 0,0 0-18 16,93-43-28-16,-75 35-42 0,3-2-35 15,-5 1-32-15</inkml:trace>
  <inkml:trace contextRef="#ctx0" brushRef="#br1" timeOffset="5232.42">3560 4466 476 0,'0'0'75'15,"0"0"-20"-15,0 0-20 0,0 0-11 0,0 0-8 31,0 0 3-31,0 0 2 0,0 0 2 0,0 0 2 16,0 0-5-16,-7 104 0 0,5-67-8 16,-2-2-5-16,4 1-4 0,0-1-3 15,0-3-3-15,0-2-5 0,0-7-11 16,0-3-42-16,0-2-73 0,0-8-156 16,0 1-7-16</inkml:trace>
  <inkml:trace contextRef="#ctx0" brushRef="#br1" timeOffset="20639.74">21027 9162 154 0,'0'0'41'0,"0"0"-1"0,0 0-9 0,0 0-10 15,0 0-5-15,0 0-2 0,0 0 3 16,0 0-5-16,0 0 0 0,0 0-3 0,-19 0 0 16,19 0 1-16,-2 0 0 0,2 0 0 31,-4 0 3-31,4-2-1 0,0 2-1 15,-2 0-2-15,2 0-1 0,0-1-2 16,0 1-1-16,2-2 0 0,8-1-1 0,5 2-2 16,3-4-1-16,1 4-1 0,-7-1-1 15,9 1 2-15,-2-1-1 0,-1 0 1 0,-1 2 0 16,1 0-1-16,3 0 3 0,4 0-3 16,6 0 1-16,0 0 1 0,-2 0-1 15,2 0 0-15,-4 0 2 0,0 0-3 16,-3 0 3-16,1 0 0 0,0 0-3 0,-4 0 1 15,-1 0 0-15,-1 2-1 0,2 3 2 16,-3-1-1-16,3 1 0 0,2 1 1 0,-3 0-1 16,5 0 3-16,-4 0-3 0,4 0 3 15,-5 0-3 1,1-1 2-16,0-2 0 0,1 0-1 0,-1 0 1 0,0-2 2 16,3 1-1-16,1 0-1 0,-2-2 1 0,6 0 1 31,-2 0-2-31,-2 0 1 0,1 0 0 15,-1 0-2-15,-2 0 2 0,2-2-1 0,0 0-2 16,-1-1 1-16,-1 2 0 0,2-1 0 16,0 0 1-16,2 0 1 0,0 0-2 15,-1 1 0-15,3-1 0 0,-6-1 1 0,2 0-1 16,0 2-3-16,0-2 4 0,-11 0-4 16,5 1 3-16,-11 0 1 0,8 1 1 15,-5-1-3-15,1 1 2 0,7-1-1 0,-5 1 0 16,5 1 1-16,4 0-1 0,-7-1-1 15,13 1 0-15,-12-2 0 0,1 1 0 16,-1-1 0-16,-7 0 1 0,9 2-2 16,-7 0 1-16,0-1 0 0,1 1-1 0,-7 0 2 15,6 0-1-15,-3 0-1 0,3 0 1 16,1 0 0-16,-7 0 0 0,6-2 0 0,-6 2 0 16,3 0 0-16,5-1 0 15,-2 1 0 1,-1 0 0-16,-1 0 0 0,3 0 0 15,-7 0 0-15,4 0-1 0,-4 0-1 0,-2 0 1 16,3 0 0-16,-7 0 0 0,6 0 1 16,0 0 0-16,-2 0-1 0,4 0 1 15,-8 0 0-15,0 0-1 0,0 0 1 0,0 0 0 16,5 0 1-16,-5 0 1 0,2 0-1 16,-2 0 2-16,4 0-1 0,-4 0-1 15,2 0 1-15,4 0-1 0,0 0 2 16,0 0-2-16,1 0 1 0,-7 0 0 0,0 0-1 15,0 0 0-15,6-2 1 0,0 2-1 16,0 0 0-16,0 0-2 0,-6 0 0 0,0 0 0 16,0 0 1-16,3 0-1 15,-3 0 0-15,2 0-1 0,-2 0-3 0,4 0 1 16,-4 0-2-16,0 0-3 0,0 0-7 16,2 0-10-16,-2 0-20 15,0 0-21-15,0 0-57 16,0 0-122-16</inkml:trace>
  <inkml:trace contextRef="#ctx0" brushRef="#br1" timeOffset="21660.76">22742 9033 116 0,'0'0'47'0,"0"0"1"0,0 0 1 15,0 0-6-15,0 0-4 0,0 0 0 0,0 0-3 16,0 0-4-16,0 0-2 0,0 0-6 15,-24-14-3-15,24 14-6 0,-4-1-4 16,4 1-5-16,-3 0 0 0,3 0 1 16,0 0 2-16,0 0 1 0,0 0 0 0,3 7 0 15,13 3-2 1,-1 2-1-16,3-3-1 0,1-2-1 0,1-1-2 0,-1 0-3 0,2 1 1 16,-3-3 0-16,-5-1-1 0,1 1 1 15,-6 0 0-15,5-1-1 0,-3 0 1 31,3 0-1-31,-5 0 0 0,-2-2 1 16,0 2-1-16,0-1 0 0,-3 0 1 16,3 0-2-16,-6-2 1 0,0 0 1 0,0 0 0 15,0 2 0-15,4-2 1 0,-4 1-2 16,2-1 2-16,-2 2 0 16,4-2 1-16,-4 0 2 0,0 1-1 0,0-1-1 15,0 2 0-15,0 1-1 0,-4 5 0 16,-8 2 4-16,-1 4-2 0,-1 3 5 15,-1 3-5-15,-3 0 1 0,-1 3-1 16,0 2-1-16,-1-1-1 0,-1 2-1 16,2-4 0-16,1 0 1 0,3-4-1 15,3-6 0-15,6-1-1 0,0-3 0 0,3-5 0 16,-1-1 0-16,4-2-1 0,0 0-1 16,0 0 0-16,0 2 0 0,0-2-2 15,0 0-3-15,0 0-9 0,0 0-33 16,7-6-52-16,1-6-167 0,2-2 3 15</inkml:trace>
  <inkml:trace contextRef="#ctx0" brushRef="#br1" timeOffset="22464.2">21531 8739 267 0,'0'0'47'0,"0"0"-4"0,0 0-3 15,0 0 0-15,0 0-7 0,0 0 0 0,0 0-4 16,0 0 0-16,0 0-3 0,0 0-2 15,-27-11-4 1,23 11-7-16,4-2-4 0,0 2-4 0,0-3 1 0,6-1 0 16,9-2-2-16,14 0 1 0,0 1-1 0,8 2-1 15,2 0-1 1,0 0 0-16,1 2 1 0,-3-1-3 0,-4 0 0 0,-2 1 0 0,-10 1 0 16,-1 0 0-16,-7 0-3 0,-7 0-1 15,6 0-2-15,-5 0-2 0,-1 0-4 31,0 0 2-31,-6 0-1 0,0 0-1 0,0 0 1 16,-4 6-5-16,-2 1-5 0,-3 1-4 16,-1-3-11-16,2-3-15 0,-1 2-14 15,3-4-37-15,-6 1-15 0,8-1-18 16</inkml:trace>
  <inkml:trace contextRef="#ctx0" brushRef="#br1" timeOffset="22697.98">21773 8702 205 0,'0'0'52'15,"0"0"-2"-15,0 0-12 0,0 0-8 16,0 0-7-16,0 0-8 0,0 0-3 0,0 0 2 0,0 0 2 16,0 0 1-16,-41 56 1 0,41-32 1 15,0 1 0-15,0-1-1 0,0 2-2 16,0-2-3-16,0-6-5 0,0 1-4 16,0-3-1-16,0-4-1 15,0 5 0-15,2-8 0 16,-2-5-1-16,0 8 0 0,4-8-1 15,-2 0-1-15,-2 1-2 0,0-5-1 0,0 0-5 16,0 0-5-16,4 2-7 0,-4-1-18 16,0-1-46-16,2 2-143 0</inkml:trace>
  <inkml:trace contextRef="#ctx0" brushRef="#br1" timeOffset="23247.38">21897 8810 265 0,'0'0'42'0,"0"0"-5"16,0 0-6-16,0 0-4 0,0 0-8 16,0 0-3-16,0 0-1 0,0 0-1 15,0 0-3-15,-8 15-1 0,8-15 1 0,0 1 1 16,0-1 0-16,0 0 2 0,0 0-2 16,0 0 1-16,4-7-4 0,6-7 1 15,3-4 2-15,-1 1 3 0,-2 2-1 16,-3 3 1-16,-3-2-3 0,2 0-3 0,-2 6 0 15,2-3-3-15,-6 3 0 0,2 4-2 16,-2-1-1-16,4 1-1 0,-4 4-2 0,0-2-3 16,0 2 0-16,0 0-2 0,2 0 3 15,-2 9 2-15,5 8 0 0,-3 4 2 16,2 4-2-16,2 0 1 0,-4 1 0 16,4 0 2-16,-4-2 0 0,5-1 2 15,-3-2-1-15,-2-5-2 0,2-3-1 0,2-4 0 31,-4 1-2-31,2-2 1 0,-4-3-2 0,2 0 1 16,-2-5-3-16,0 0 1 0,0 0-2 16,0 1-1-16,0 0-2 0,5 1-4 15,-5-1-6-15,0 1-4 0,0 0-12 16,0-1-8-16,2 1-14 0,-2 2-14 0,0 0-23 16,-2 0-12-16,-5 2-17 0</inkml:trace>
  <inkml:trace contextRef="#ctx0" brushRef="#br1" timeOffset="23481.6">21901 9004 233 0,'0'0'48'16,"0"0"-9"-16,0 0-6 0,0 0-2 0,0 0 0 0,0 0-5 15,0 0-2 1,0 0-3-16,0 0-3 0,0 0-2 0,-27 12 0 0,23-12-4 0,4 0 3 16,0 2 0-16,0-2 1 15,0 1 1 1,0 1-1-16,0-1-3 0,13 2-1 15,5-3-4-15,7 0-2 0,-2 0-3 0,6-3-1 16,-3-3 0-16,1-2-2 0,0 1-1 16,-2 1 0-16,-4 0-4 0,-3 3-5 15,-7 0-11-15,-3 3-25 0,-2 0-40 0,2 3-132 16,-1 1-32-16</inkml:trace>
  <inkml:trace contextRef="#ctx0" brushRef="#br1" timeOffset="26497.41">21097 10068 231 0,'0'0'47'0,"0"0"-6"16,0 0-4-16,0 0-2 0,0 0-2 16,0 0-2-16,0 0-4 0,0 0 0 15,0 0-5-15,2-21-2 0,-2 20-7 16,0-1-4-16,0 0-5 0,0 2-3 16,0 0-1-16,-8 0 0 0,-7 8-2 0,-7 6 2 15,-1 7-1-15,0 2 2 0,0 4-1 16,-1 0 0-16,-1 1-2 0,0-3 2 0,8 0-1 15,-1-5 2-15,5-8 1 0,7-5 0 16,2-3 0-16,4-4 1 0,0 0 0 16,0 0 1-16,-2 2 0 0,2-2 0 0,-2 2-1 15,2-2 0-15,0 0 0 0,0 1-2 16,-4-1 1-16,4 0-2 0,0 0 0 0,0 0-2 16,0 0 2-16,0 0-2 0,0 2 2 31,6 5-2-31,6 4 1 0,7 4 1 15,-4 0-1-15,-1 1 1 0,-2 0 0 0,5-2-1 16,-3 1 1-16,-1-3 0 0,-5-3-1 16,2 0 0-16,-3-2-1 0,-3-1 0 15,6-1-1-15,-8-1 0 0,-2-1-3 0,0-3-1 16,4 3-5-16,-2 0-6 0,2 0-13 16,3 3-32-16,-5-3-51 0,2 0-114 15</inkml:trace>
  <inkml:trace contextRef="#ctx0" brushRef="#br1" timeOffset="27446.99">20967 10210 275 0,'0'0'26'0,"0"0"0"16,0 0-4-16,0 0-1 0,0 0-7 0,0 0 1 15,0 0-1-15,0 0 0 0,0 0 1 0,0 0-1 16,29-14-2-16,-4 11-3 0,-1 1-3 15,1-1 0-15,-2 1-3 0,2 1 5 16,2-1-4-16,-3 2 1 0,1 0-2 16,0 0-1-16,-2 0-2 0,2 0 2 0,-1 3 1 15,1-1 1-15,2 0 1 0,0-1-2 16,0-1 1-16,4 2-2 0,0-2 1 0,-2 0 1 16,2 1 0-16,0 2 1 0,-4 0-1 15,-1 0 0-15,1 2-2 0,-4-1-1 31,0 2 3-31,0 1-2 0,-3-3 0 16,-1 2 0-16,-3 0 1 0,7 0 0 0,-4 0 2 16,-3 1-2-16,3-2 0 0,-1 2 0 15,1-3 0-15,2 1 0 0,-1-1 0 0,5-1 1 16,0 2-1-16,2-4 0 0,-2 2 0 16,2-1 0-16,-1-2-3 0,-1 1 1 15,0-1 0-15,-2 0 0 0,2 0 0 16,-5 0-1-16,3 0 0 0,-9-1 0 0,5-2 0 15,0 1 0-15,1 1 1 0,7 0-2 16,-2-1-1-16,-6 0 1 0,1 2-1 0,-1-1 1 16,-7-1 0-16,7 2 1 15,-9-2-1-15,1 2 0 16,1 0 0-16,0-1 0 0,-1 1 1 0,1 0 0 0,7-1 0 16,-7 1-1-16,7 0 1 0,1-2-2 0,-1 1 1 15,2 1-1-15,-1 0-3 0,-3 0 3 31,-3 0 1-31,5 0 1 0,-7 0 0 0,1 0 1 16,1-2-1-16,-1 2 0 0,-1-1 1 16,0 1-1-16,-1-2 0 0,1 2 0 15,5 0-1-15,-9 0 0 0,4 0 0 16,1 0 1-16,-1 0-1 0,1 0 1 0,3-1 0 16,1 1-1-16,1 0 1 0,3-2 0 15,-7 0 0-15,7 2 0 0,-2-1-1 0,-3 1 1 16,1 0 1-16,1 0 0 0,-1 0 0 15,-1 0-1-15,3 0-2 0,-7 0 1 16,3 0-1-16,-3 0 2 0,-1 0 0 16,-3 0 0-16,4 0-1 0,-3 0 1 0,3 0 1 15,-2 1-2-15,1-1 0 0,1 0 1 16,0 0 0-16,1 0 1 0,-5 0 2 0,5 2-3 16,-7-2 1-16,4 0 0 15,-4 0-1 1,1 0 1-16,-5 0 0 0,4 0 0 15,0 0-1-15,-4 0 0 0,4 0 0 0,-6 0-1 16,0 0 0-16,0-2-2 0,4 2-6 16,-4 0-6-16,2 0-14 0,5 0-24 15,-1 0-57-15,0 0-125 0</inkml:trace>
  <inkml:trace contextRef="#ctx0" brushRef="#br1" timeOffset="28412.45">21628 9836 351 0,'0'0'49'0,"0"0"-6"15,0 0-11-15,0 0-6 0,0 0-5 0,0 0-3 16,0 0-3-16,0 0-3 15,0 0-5-15,0 0-1 0,-27-3 1 0,23 3 0 16,4 0 1-16,6-2 1 0,13 2 0 0,12-3 0 16,4 0-2-16,-2-1-2 0,-2 1-2 15,2 0-3-15,-2-1 1 0,-4 3 0 16,0-1-1-16,-8 1 0 0,-1 1-1 0,-5 0-2 16,-5 0-2-16,9 0-3 15,-13 0-4 1,2 0-5-16,-2 0-6 0,2 0-7 15,-4 0-13-15,4 1-22 0,-6 2-39 16,-2 7-64-16</inkml:trace>
  <inkml:trace contextRef="#ctx0" brushRef="#br1" timeOffset="28680.56">21852 9853 338 0,'0'0'50'16,"0"0"-5"-16,0 0-9 0,0 0-4 0,0 0-13 15,0 0-6-15,0 0-6 0,0 0-3 16,0 0 4-16,-23-10-2 0,19 23 7 0,2 3-5 16,2 2 1-16,0 5 0 15,0-6-2-15,0 0 0 16,2 0-3-16,2 1-1 0,-4 0-2 16,2-1 1-16,-2-5-1 0,0-2 0 15,0 2-1-15,0-6-1 0,0 6 0 16,0-5 0-16,0-1-2 0,4 0-1 15,-4-2-1-15,0 3-2 0,0-2 0 0,0 2-6 16,0-7-5-16,2 4-15 0,-2 0-41 16,4 1-109-16,-4 2-52 0</inkml:trace>
  <inkml:trace contextRef="#ctx0" brushRef="#br1" timeOffset="29213.55">21984 9959 378 0,'0'0'38'0,"0"0"-1"0,0 0-6 16,0 0-5-16,0 0-8 0,0 0-4 16,0 0-3-16,0 0 0 0,0 0 1 15,0 0 2-15,-11 9 5 0,11-8-4 0,0-1 0 16,0 0-4-16,0 0-5 0,0 0-1 16,0 0 0-16,0 0-1 0,0-2-1 15,0-5 0-15,0-5 0 0,0-3-2 0,5 0-1 16,-3 1-4-16,4-1 3 0,-6 4-3 15,4 1 5-15,-2-1-2 0,0 7 1 16,-2-1-1-16,0 5-1 0,0-1 1 0,0 1-2 16,4-2-3-16,-4 2 3 0,0-2-1 15,0 2 3-15,2 0 7 0,2 11-4 16,3 6 5-16,-5-2-5 0,2 2-1 16,-2-2 0-16,2-4 1 0,-2 5-2 0,-2-5 0 15,4 0 0-15,-2-1 0 0,3 2 0 31,-3 0 0-31,-2-1 2 0,2 1-3 0,2-1 2 16,-2 1-1-16,2-3 0 0,-4 2-1 16,2-7-1-16,-2 4-2 0,4-4-8 15,-4 1-9-15,2 4-23 0,-2-5-48 16,4 1-138-16,-4 1-20 0</inkml:trace>
  <inkml:trace contextRef="#ctx0" brushRef="#br1" timeOffset="29496.84">21947 10136 403 0,'0'0'34'0,"0"0"-8"0,0 0-6 16,0 0-5-16,0 0-2 15,0 0-2 1,0 0 0-16,0 0-1 0,0 0-2 15,43-7-2-15,-35 6-2 0,11-3-1 0,-5 4 1 16,7-3-3-16,-2 1 1 0,-7 1-2 16,7 0-1-16,-7-1 1 0,3 1-2 15,-3-1-3-15,0 1-1 0,1-1-4 0,-11 2-1 16,4 0-7-16,-6 0-10 16,0 0-20-16,0 0-22 0,4 0-84 0,-4 0-55 15</inkml:trace>
  <inkml:trace contextRef="#ctx0" brushRef="#br1" timeOffset="36797.24">16026 11811 57 0,'0'0'5'15,"0"0"-5"-15,0 0-2 16,0 0-4-16,0 0-4 0,0 0 3 0,0 0 0 15,0 0-1-15,0 0-2 0,-4-11-2 0</inkml:trace>
  <inkml:trace contextRef="#ctx0" brushRef="#br1" timeOffset="37318.37">16026 11811 254 0,'-10'-10'37'0,"10"10"-7"0,0 0-7 16,-2 0-2-16,2 0-8 16,-4 0-5-16,4 0-2 0,-4 0 2 0,-2 8 5 15,-5 8-1-15,-1 2 3 0,4 1-3 0,-1 1-2 16,-1-2-2-16,4 0-1 16,-1-4-3-16,1 0 2 0,0 0-1 0,0-4 3 15,-2 2-1-15,6-3 0 0,-3-6-1 0,3 2 2 16,2-5 0-16,-4 0 0 15,4 0 2-15,0 1 1 0,-2 1 0 0,2-2-1 16,0 0-4-16,0 2-2 16,0-2-2-16,0 0 0 0,0 0 0 0,0 0-1 0,0-5 2 15,0-7-2 1,0 0 1-16,0-6 0 0,0 1 3 0,2 5-2 16,2-5 1-16,-2 6 0 0,3 1-4 0,-1-1-3 0,0 0 4 31,-2 3-5-31,2 3 4 0,-2 2-2 15,-2 3 0-15,0-2 0 0,4 2 2 0,4 0 5 16,5 10-4-16,1 1 5 0,-1 6-6 16,-7 0 0-16,6 0 0 0,-5-5-2 15,-1 0 2-15,0-3 0 0,-4-2 2 0,4 3-2 16,0-4 0-16,1 1 0 0,-3-3 2 16,-2-2 0-16,-2-2-1 0,4 2-1 15,-2 1-1-15,2-2 1 0,-2 2 0 0,0-1-2 16,5 0 2-16,-3-1-2 15,-2 2-2-15,-2-3 1 0,4 2-1 0,2-1-1 16,-4 0 0-16,2 3-6 16,-4-4-9-16,0 0-24 0,0 0-53 0,2 0-142 0</inkml:trace>
  <inkml:trace contextRef="#ctx0" brushRef="#br1" timeOffset="37710.78">16014 11885 379 0,'0'0'17'16,"0"0"-1"-16,0 0 4 0,0 0-1 15,0 0 1-15,0 0-3 0,0 0-3 16,0 0-3-16,0 0-4 0,-8 67 2 0,8-47 0 15,2 1 0-15,0 2 1 0,2 2-2 16,-2 1 1-16,2 1-2 0,-4 1 2 0,2-1-3 16,-2 0-1-16,4 0-2 0,-4-8 2 15,0-1-3-15,0-4 1 0,0-2-1 16,0 0-1-16,0-5 2 0,2-2 0 16,-2 0 1-16,0 1 1 0,0-2-2 0,0 3 0 31,0-7 1-31,0 0-1 0,0 0 0 15,0 1 0-15,5 1-1 0,-5-1-1 0,0 1-1 16,0-1 1-16,0 1-1 0,0-1-2 16,0 1-3-16,0-1-5 0,0-1-16 15,0 2-54-15,0-2-171 0,2-2-10 16</inkml:trace>
  <inkml:trace contextRef="#ctx0" brushRef="#br1" timeOffset="38845.18">14579 12272 417 0,'0'0'33'0,"0"0"-6"16,0 0-4-16,0 0-8 0,0 0-2 31,0 0-3-31,0 0 0 0,0 0 3 15,-18 99-3-15,20-70-2 0,4 1 2 0,0-1-1 16,0-2-3-16,1-2 2 0,-7-7-5 16,2-3-2-16,2-6 0 0,-4-4 2 15,2 1 0-15,-2-6 2 0,0 0 3 0,0 0 1 16,0 1-1-16,0 0 2 0,0-1-1 16,0 0-2-16,-8-1 2 0,-1-11-2 15,-1-6 0-15,2-5-3 0,2-4 1 16,1-2-2-16,3-3 0 0,2 0 0 0,0 2-2 15,0 1-1-15,2 3 0 0,9 5 1 16,-5 3-2-16,2 5 0 0,1 4 0 0,-3 5-1 16,6 2 0-16,1 2 1 0,5 0 0 15,3 5 0-15,-3 5 0 0,-3 1 0 16,1 1-1-16,-3 0-2 0,-3 2 3 16,-4-3-1-1,1 2 1-15,-3-4 1 0,-4 4 1 16,0 3 0-16,0 1-1 0,-6 1-2 15,-1-5 1-15,-1-2 1 0,-2-1 1 0,1-4 2 16,-3 1-1-16,2-2 2 0,6-4-1 16,-7-1 0-16,5 0 1 0,-6 0 1 15,-1 0-1-15,11 0-2 0,-4-1 1 16,6 1-3-16,0 0 0 0,0 0-1 0,0-2 0 16,0 2 1-16,0 0-1 0,8 0 2 15,11 2-1-15,4 7 0 0,-3 5 1 0,5 1 3 16,-4 3-4-16,-1 0 4 0,-1 1-6 15,0-3 1-15,-5 0-1 0,-6-6 0 16,-1-2 2-16,-1-3-2 0,-2-1 1 16,-2-1-3-16,2 0-1 0,-4-3-1 0,0 0-5 15,0 0-10 1,0 1-18-16,2-1-32 0,-2 0-63 0,4 0-123 0</inkml:trace>
  <inkml:trace contextRef="#ctx0" brushRef="#br1" timeOffset="39262.71">14920 12316 437 0,'0'0'25'0,"0"0"3"0,0 0 0 16,0 0-6-16,0 0-6 0,0 0-8 15,0 0 0-15,-14 82-5 0,14-70-2 16,0 0 0-16,0 1-2 0,0-7-1 0,0 4-2 15,0-5-3-15,0 0 2 0,0-1 2 16,0-4 3-16,0 0 2 16,0 0 2-16,0 0-3 0,0 1-1 0,0-1 0 0,0 0 0 15,0-4 0-15,0-7 0 0,-2 2 3 16,-2-1-1 0,2 0 0-16,2 6 1 0,0 0-2 0,0 4 2 0,0-7-1 15,0 3-1-15,0-1 1 0,0-4-2 0,0 6 0 31,6-4 0-31,0 0 0 0,-2 3-1 0,7-1 0 16,-9 4-1-16,8-2 0 0,-8 1-1 16,4 0-1-16,0 2-1 0,-6 0 0 15,0-1 2-15,0 1 1 0,5 0 1 16,-5 0 1-16,2 0-4 0,-2 0 1 16,0 0-3-16,4 0-2 0,-4 0-7 0,0 0-20 15,0 0-22-15,0 0-43 0,0 0-62 0</inkml:trace>
  <inkml:trace contextRef="#ctx0" brushRef="#br1" timeOffset="39346.31">14920 12316 165 0</inkml:trace>
  <inkml:trace contextRef="#ctx0" brushRef="#br1" timeOffset="39512.78">14920 12316 165 0,'-39'-3'41'0,"37"-2"5"0,2 2 1 0,0 3-3 0,-4-1 0 0,4 1-1 0,0-1-6 31,0-1-6-31,0 1-5 0,0-1-7 16,0 1 0-16,0-1-4 0,0-1-2 16,4-2-2-16,4 3-2 0,9-2-2 0,-1 3-2 15,7 1-3-15,0 0-1 0,-4 0-1 0,3 1-3 16,-7 1 2-16,-1 1-2 0,-1-2-1 16,-1 2-1-16,0-1-4 0,1 1-2 15,-5 0-7-15,-4-1-15 0,2 5-22 16,-3-2-44-16,3 4-85 0</inkml:trace>
  <inkml:trace contextRef="#ctx0" brushRef="#br1" timeOffset="39745.54">14892 12457 372 0,'0'0'16'0,"0"0"-1"0,0 0-4 16,0 0 0-16,0 0 0 0,0 0-2 16,0 0-2-16,0 0 0 0,0 0-1 15,0 0-4-15,78-33 0 0,-57 28-2 0,-5 2-1 16,1 2-2-16,-5 0-4 0,1 1-2 16,1 0-4-16,-1 0-12 0,-3 0-29 15,-4 0-50-15,0 0-94 0</inkml:trace>
  <inkml:trace contextRef="#ctx0" brushRef="#br1" timeOffset="39996.14">14978 12551 392 0,'0'0'33'15,"0"0"-6"-15,0 0-6 0,0 0-10 31,0 0-4-31,0 0-3 0,0 0 2 16,0 0-1-16,0 0-1 0,0 0 0 16,17 15-2-16,-3-10 1 0,-1-2 0 0,-5-3-2 15,9 2 0-15,-3-2 0 0,-2 0-1 0,1 2 1 16,1-2-4-16,-5 1-6 0,3-1-5 16,-8 0-39-16,9 0-73 0,-7 0-101 15</inkml:trace>
  <inkml:trace contextRef="#ctx0" brushRef="#br1" timeOffset="40412.99">15293 12303 387 0,'0'0'36'16,"0"0"1"-16,0 0-9 15,0 0-5-15,-42 89-9 0,38-69-3 0,0-7-4 16,2 4-2-16,2-6 0 0,-4 2-3 16,4 1 2-16,0 0-4 0,-2-1 3 15,2-6-2-15,0 0 0 0,0-7 2 0,0 0 1 16,0 0 1-16,0 2 2 0,0-1 0 16,0 1-3-16,0-2-1 0,-4 0-3 15,4-2 1-15,0-11-1 0,0-7 1 16,0-5 0-16,0 1 0 0,0 3 0 15,6 1-1-15,0 5 0 0,0 1 0 0,0 5 0 16,-4 0 0-16,5 2 0 0,-3 2 0 16,-2 2 0-16,-2 3 0 0,6 0 1 0,4 0-1 15,1 3 3-15,5 6-2 0,-3 3 0 16,-5 0 1-16,0 3-1 0,3 1 0 0,-3 0-1 16,-2-3 0-16,0 0-2 0,-2-2 1 31,-2-2-2-31,3 2-1 0,-3-2 1 15,2 0-5-15,-2-5-4 0,0 1-12 0,-2-5-41 16,0 0-73-16,0 0-97 0</inkml:trace>
  <inkml:trace contextRef="#ctx0" brushRef="#br1" timeOffset="40607.68">15307 12486 439 0,'0'0'7'0,"0"0"2"0,0 0-1 0,0 0-1 16,0 0-4-16,0 0 0 0,0 0-2 15,0 0-2-15,0 0-4 0,54-15-3 16,-38 12-5-16,-3 1-30 0,-5 1-83 16,6 0-83-16</inkml:trace>
  <inkml:trace contextRef="#ctx0" brushRef="#br1" timeOffset="41112.68">15522 12316 386 0,'0'0'33'0,"0"0"3"0,0 0-7 15,-14 78-3-15,14-56-10 16,0 1-2-16,0 0-2 0,0-2-6 0,0-4-2 0,0-2-5 15,0-4-1-15,0-7-1 0,2 2 1 16,-2-6 2-16,0 0 2 0,0 0 1 16,4 0 0-16,-4 0 2 0,0-1-5 0,2-11 4 15,-2 1 0-15,0-9 3 0,0-1 3 16,0-2 1-16,0-6 2 0,0 4 2 0,0-1-3 16,0 3-3-16,4 6-1 0,-2 1-4 31,-2 7 0-31,4 3 0 0,-4 1-1 15,0 0-1-15,6 3-1 0,-4-2-2 0,0 1 1 16,5 3 1-16,3 0-1 0,9 3 2 16,-3 6-3-16,1 2 0 0,-9 1 0 15,2-3-1-15,-6 4 0 0,1 0 0 0,-3-2-1 16,-2 7 2-16,0 0 0 0,-2 1 3 16,-7 2-3-16,-1-3 1 0,-2-2 0 15,-1 0 0-15,-1-1 4 0,1-1-2 16,1-1 4-16,4-4-3 0,-1 2 1 0,3-5 1 15,2-3-1-15,2 2 0 0,2-5-1 16,0 0 0-16,0 0 1 0,0 0-3 0,-4 1 1 16,4 1-2-16,-2-1-2 0,2-1 0 15,0 1-2-15,0-1-1 0,0 0-1 16,0 2-4-16,0-2-31 0,2-6-50 16,8-5-171-16,7-1-10 0</inkml:trace>
  <inkml:trace contextRef="#ctx0" brushRef="#br1" timeOffset="41630.25">16378 12141 490 0,'0'0'35'0,"0"0"-2"16,0 0-5-16,0 0-7 0,0 0-8 16,0 0-6-16,0 0-5 0,0 0 1 15,0 0-1-15,0 0 2 0,-83 25 1 16,67-5 1-16,-1 4 2 0,3 5 1 0,1 1 3 15,1 2-2-15,3 2 1 0,3-1-2 16,2 0-3-16,4-2-3 0,0-2 4 0,0-5-2 16,0-2-3-16,10-2 2 0,-1-3-7 15,1-2 2-15,5-5-1 0,-7-3 1 16,8-3-1-16,3-2 0 0,-9-1-4 16,13-1-3-16,-11 2-15 0,-1-2-30 15,12-5-55 1,-11-6-146-16,9-4-11 0</inkml:trace>
  <inkml:trace contextRef="#ctx0" brushRef="#br1" timeOffset="41878.82">16376 12324 488 0,'0'0'15'15,"0"0"-1"1,0 0-3-16,0 0-3 0,0 0-3 0,0 0-3 0,0 0-1 16,0 0 0-16,0 0-1 15,93-49 0-15,-73 43-2 0,-1 2 0 0,-2 0-2 0,-1 1-3 16,-3 0 1-16,-3 2-5 0,2 0-11 0,-10 1-24 16,5-2-36-16,-1 2-40 0,-6 0-82 15</inkml:trace>
  <inkml:trace contextRef="#ctx0" brushRef="#br1" timeOffset="42062.41">16566 12255 384 0,'0'0'47'0,"0"0"-6"0,0 0-3 16,0 0-6-16,0 0-2 0,0 0-2 16,-46 80-5-16,40-60-3 0,4 2-8 15,-2-5-1-15,4 1-7 0,-2-1-3 0,-2-5 0 16,4-2-2-16,-2 3-2 0,2-8-1 15,0 2-4-15,0-1-7 0,0-6-6 16,0 0-17-16,0 0-34 0,0 1-72 0,0-1-99 16</inkml:trace>
  <inkml:trace contextRef="#ctx0" brushRef="#br1" timeOffset="42428.61">16700 12374 403 0,'0'0'33'16,"0"0"-3"-16,0 0-4 0,0 0-8 0,0 0-3 16,0 0-3-16,0 0-1 0,0 0 2 15,0 0-3-15,33-21-2 0,-18 3-2 0,-3-4 0 16,1 1-1-16,-1 0 1 0,-4 0 3 15,3-1 0-15,-5 7 0 0,-4 6 3 16,0 0-1-16,2 4 0 0,-4 1-3 16,2 1-2-16,-2 3-2 0,0-2-1 0,4 4 1 15,-2 11 2-15,2 9 2 0,-1 6 0 16,-3 1-2-16,0-1-1 16,0-1-2-16,0-3-1 0,0 1-2 0,0-9 0 0,0 3 0 15,4-8-3-15,-4-4 0 0,0-2-5 31,0-5-3-31,0 0-8 0,0 0-14 16,0 7-12-16,0-1-20 0,0-2-40 16,0 3-60-16,0-4-62 0</inkml:trace>
  <inkml:trace contextRef="#ctx0" brushRef="#br1" timeOffset="42682.67">16715 12569 524 0,'0'0'27'0,"0"0"-4"16,0 0-5-16,0 0-9 0,0 0-4 15,0 0-1-15,0 0 1 0,0 0-2 0,0 0 2 0,0 0-1 16,53-10 0-16,-34 2-2 0,4 1 0 16,-7-2-2-1,3 1-1-15,-7 2-4 0,1 1 4 16,-5 1-3-16,-2 3 3 0,5-3 5 15,-5 4-7-15,-4-1 0 0,4 1 0 0,-6 0-5 16,0-2-3-16,0 2-10 0,8 0-43 16,-1 0-70-16,-1 0-114 0</inkml:trace>
  <inkml:trace contextRef="#ctx0" brushRef="#br1" timeOffset="43095.89">16897 12121 498 0,'0'0'48'0,"0"0"-2"0,0 0-4 16,0 0-7-16,0 0-9 0,0 0-8 0,0 0-5 0,0 0-5 16,0 0-1-16,0 0-3 0,12-43 1 15,7 43 1-15,1 1 0 0,11 10-1 31,-6 3 0-31,-2 3-1 0,0-1-1 16,-7 2 0-16,3 2-2 0,-5 1 0 16,-1 2-1-16,-3 4-1 0,-2 0 1 0,-2 4-3 15,-1 1 3-15,-5 0-1 0,0 1 1 0,-7 1 0 16,-5-1 1-16,0-1 4 0,-1 1-5 16,-1-2 5-16,1-2-5 0,1-4-1 15,-1-2 2-15,5-3 1 0,-2-6-2 16,4-2 0-16,-1-5 0 0,5-3 0 0,-2 4 0 15,2-5 0-15,0 0-5 0,-2 2 2 16,4-5-3-16,0 0-2 0,0 0-2 0,0 0-9 16,-2 0-13-1,2 0-25-15,0 0-41 0,0 0-106 0,0 0-59 0</inkml:trace>
  <inkml:trace contextRef="#ctx0" brushRef="#br1" timeOffset="46011.8">17091 13543 100 0,'0'0'32'0,"0"0"4"0,0 0 4 15,0 0 1-15,0 0-1 0,0 0-1 31,0 0-3-31,0 0 3 0,0 0-5 0,-60 0 1 16,54 0 0-16,6 0-4 0,-6 0 0 16,1 0-3-16,-1 0-3 0,2 0-2 15,4 0-7-15,0 0-4 0,0 0-4 16,-4 0-3-16,4 0 0 0,-2 0-1 0,2 0-1 16,0 0-1-16,-4 0-1 0,4 0 2 15,0 0 1-15,10 0 0 0,7 0 0 16,5 4-1-16,5 4 0 0,-2-2-1 15,2 1 0-15,0 1 0 0,4 0-1 0,-2 1-1 16,2-2 0-16,0 1 1 0,-2-2 0 16,2-1 2-16,0-2-1 0,-2-3 1 15,2 0-1-15,0 0-1 0,-2-3 2 0,2-2-3 16,-4 0 2-16,1 0-1 0,-1 0-1 0,-8 2 3 16,-3 0-1-16,-3 1-1 0,-7 2 2 15,0 0-3-15,-2-1 2 0,3 1-2 31,-3 0 0-31,2 0 0 0,-6 0 0 16,0 0 0-16,0 0 0 0,6 0 0 0,0 0 0 16,1 0 0-16,-1 0 0 0,-6 0 0 15,0 0 0-15,0 0 0 0,0 0 2 0,4 0-2 16,-4 0-1-16,2 0 0 0,-2 0-7 16,4 0-2-16,-4 0-13 0,0 0-29 15,0 0-41-15,0 0-75 0,0 0-101 16</inkml:trace>
  <inkml:trace contextRef="#ctx0" brushRef="#br1" timeOffset="46413.31">17568 13441 450 0,'0'0'41'0,"0"0"-4"31,0 0-8-31,0 0-7 0,0 0-7 0,0 0-9 16,0 0 1-16,0 0-3 0,0 0 3 16,0 0 3-16,-12-5 2 0,24 16-1 15,5 1-1-15,2 0-1 0,-1-1-2 0,3-2 0 16,-3 0-1-16,1-1 0 0,-4-4 0 16,1 1 0-16,-1-2-2 0,-3-1-2 15,0 2-1-15,-3-1-1 0,-3-2-1 0,0 6 1 16,0-4 0-16,-4 0-1 15,2 4 1-15,-4-2 1 0,0 5-1 0,0 5 1 16,-12 1 0-16,-2 3 1 16,-3 0 2-16,-4-3-3 0,-3 3 2 0,3-2-2 0,-4-1-1 15,0 1 3-15,3-2 0 0,3-1-1 16,4-4-1-16,3 0-1 0,6-5-1 0,0-2 0 16,-1 4-2-16,3-4-2 0,2 0-6 31,-2-1-14-31,4-2-30 0,0 0-74 15,0 0-140-15</inkml:trace>
  <inkml:trace contextRef="#ctx0" brushRef="#br1" timeOffset="47261.86">16409 13430 518 0,'0'0'67'16,"0"0"-10"-16,0 0-12 0,0 0-12 0,0 0-15 16,0 0-9-16,0 0-5 0,0 0-4 15,0 0 2-15,0 0 1 0,-11 32 1 16,9-12-1-16,-4 1 0 0,4 1-1 16,-4-3 0-16,2-2 0 0,2-2-1 0,2-4 0 15,-4-5 0-15,4 0 0 0,0-6 0 31,0 0-1-31,0 5 1 0,0 0 1 0,0 3 0 16,0 1-1-16,10-6 0 0,-4 2-1 16,4-5-1-16,3 0 0 0,-1 0 0 15,7 0-2-15,-7 0-2 0,9 0 1 16,-9 0-1-16,1 0-2 0,-1 1-5 0,1 3-9 16,-5-3-16-16,-2 0-15 0,2 2-21 15,-1-1-42-15,-3-1-90 0,2 2-31 0</inkml:trace>
  <inkml:trace contextRef="#ctx0" brushRef="#br1" timeOffset="47712.05">16535 13496 396 0,'0'0'16'15,"0"0"1"-15,0 0-5 0,0 0-3 0,0 0-6 16,0 0-1-16,0 0-2 0,0 0 0 16,0 0 1-16,-6-13 1 0,6 12 0 15,0 1 1-15,0-2 3 0,0 2 2 0,-2-1 3 16,2 1 5-16,0-2 4 16,0 2 1-16,0-1-1 0,0 1 1 0,0-1-4 15,0 1-3-15,0-2-2 0,0 2-3 0,0-2-2 16,0 2-2-1,0 0-2-15,0 0-1 0,0 0-1 0,0 0 0 0,0-1 0 16,0 1-1-16,0 0 2 0,0 0 1 0,0 0 0 16,0 0 0-16,0 0 2 15,0 0 1-15,0 0 0 0,0 0 1 0,0 0-1 16,-2 3-1-16,2 1 1 0,-5 7-2 16,3-1-1-16,2 4-2 0,-6 4 0 15,6 4 0-15,0 3 0 0,-4 2-1 0,2-2 1 31,-2 1-1-31,2 0 0 0,-2-2-2 0,2 0 1 16,-3 1-1-16,3-8 1 0,-2-1-2 16,4-4-2-16,-2-6-5 0,2 5-6 15,-2-6-15-15,2-1-35 0,0 2-88 16,0-6-115-16</inkml:trace>
  <inkml:trace contextRef="#ctx0" brushRef="#br1" timeOffset="48195.98">16702 13699 545 0,'0'0'29'16,"0"0"-8"-16,0 0-7 15,0 0-7-15,0 0-4 0,0 0 0 0,0 0 2 16,0 0 1-16,-84 62 2 0,75-39 2 16,-1 3 4-16,2 1 3 0,-3 2-3 0,7 1 2 31,-2-1-9-31,2 1-4 0,4-2-2 15,0-1-1-15,4-3 1 0,4-4-1 0,1-2-1 16,1-7 0-16,-2-3-3 0,9-1-2 16,-9-2-10-16,11-1-23 0,1-2-35 15,-1-2-78-15,6 0-114 0</inkml:trace>
  <inkml:trace contextRef="#ctx0" brushRef="#br1" timeOffset="48462">16775 13841 481 0,'0'0'34'0,"0"0"-4"0,0 0-6 16,0 0-10-16,0 0-5 0,0 0-4 15,0 0 0-15,0 0 1 0,0 0-2 31,4-7-2-31,8 4-3 0,1 0-2 0,-3 1-3 16,2 1-4-16,-5-1-7 0,3 2-10 16,-4 0-30-16,0 0-24 0,3 0-46 15,-7 2-71-15</inkml:trace>
  <inkml:trace contextRef="#ctx0" brushRef="#br1" timeOffset="48616.2">16775 13841 427 0,'91'5'54'0,"-93"-3"-10"15,0 2-12-15,-5 4-4 0,1 4-4 0,-6 3-2 0,5 2-1 16,1 2-2-16,-4 3-3 0,8-1-3 0,-4 2-2 16,4-7-6-16,-3 3-2 15,5 1-2-15,0-7-1 0,0 9-2 0,0-10-4 16,0-6-6-16,0 1-8 16,0-7-21-16,0 2-28 15,5 1-89-15,3-3-103 0</inkml:trace>
  <inkml:trace contextRef="#ctx0" brushRef="#br1" timeOffset="48977.68">16921 13957 544 0,'0'0'37'0,"0"0"-7"0,0 0-12 0,0 0-5 31,0 0-6-31,0 0-3 0,0 0-1 0,0 0-1 0,0 0 0 16,36-73-2-16,-26 58-3 0,-4 3 2 15,0 0-1-15,1 4 5 0,-7 4 4 0,2 1 1 16,-2 3-1-16,0-2 0 0,0 2-3 0,4 0 0 16,-4 0 2-16,0 0-1 0,2 11 7 15,-2 4-9-15,0 0 4 0,4 3-6 31,-4-1 0-31,0-3 0 0,0 4-1 16,0-6 0-16,0-6 0 0,0 0-1 0,0 0-2 16,0 0-2-16,0 0-4 0,0 0-5 15,0-6-8-15,0 0-12 0,0 6-17 0,0 4-29 16,6-1-60-16,-2 3-102 0</inkml:trace>
  <inkml:trace contextRef="#ctx0" brushRef="#br1" timeOffset="49195.28">16948 14097 570 0,'0'0'38'0,"0"0"-6"16,0 0-12-16,0 0-8 0,0 0-6 16,0 0-4-16,0 0 1 0,0 0-1 15,0 0 0 1,0 0-2-16,21-3-1 0,-9-4-1 15,5 2 0-15,-9 2-3 0,0-2-3 0,5 0-11 16,-3 1-24-16,-2-1-39 0,1 1-120 16,-3-1-55-16</inkml:trace>
  <inkml:trace contextRef="#ctx0" brushRef="#br1" timeOffset="49478.28">17134 13852 619 0,'0'0'33'15,"0"0"-5"-15,0 0-11 0,0 0-6 0,0 0-5 0,0 0-3 16,0 0-1-16,0 0 1 0,0 0 3 0,0 0-4 16,2 0 4-16,11 11-4 0,-1 2-1 15,-3 4 2-15,1 3-2 0,-4 3 1 31,0 1-2-31,-4 3 1 0,-2 2-1 16,0 2-1-16,-2-1 0 0,-4 0-1 16,0-1-1-16,-4-1 1 0,3-3-2 0,-1-2-2 15,0-2-6-15,2-6-21 0,1-5-37 0,5-6-73 16,0-4-131-16</inkml:trace>
  <inkml:trace contextRef="#ctx0" brushRef="#br1" timeOffset="75777.89">21145 13699 237 0,'0'0'40'0,"0"0"-9"0,0 0-3 16,0 0 2-16,0 0 0 0,0 0-2 16,0 0 0-16,0 0-2 0,-69-84 0 15,63 77-2-15,2-2 0 0,2 4 0 0,-2-2-1 16,4 2-2-16,-2 0-3 0,2 1-5 16,0 4-3-16,0-1-1 0,0 1-5 15,0-2-2-15,0 2-2 0,0 0 1 0,0 0 0 16,0 15-1-16,6 7 2 0,0 6 0 15,2 3 0-15,3-1 0 0,-3-3 0 16,0-2-3-16,3-2 2 0,-5-8-1 0,2-2-1 16,-4-5 5-16,-2-4-2 0,-2 1-2 15,0-5 1-15,0 0-1 0,0 0 2 16,2 2 6-16,3-1-3 0,-5-1-1 16,2 0 0-16,-2 2-3 0,0-2 4 15,4 0 0-15,-2 0 1 0,2-3-2 0,2-5-1 31,0 2 2-31,1-2-2 0,-1-2 0 0,2-3 0 16,0-2-3-16,3 0 2 0,-5 0 0 16,2-4 0-16,2 3 0 0,-1-1-1 15,-1 0 0-15,-2 5-1 0,0 0 0 16,1 4 0-16,-7 4-1 0,4 1-1 0,-4 3-1 16,0-1-3-16,0 1 1 0,2 0-2 15,-2-2-3-15,4 2-9 0,-4 0-22 0,4 0-20 16,0 0-35-16,4 5-47 0,-1-1-100 15</inkml:trace>
  <inkml:trace contextRef="#ctx0" brushRef="#br1" timeOffset="76574.85">21200 13722 244 0,'0'0'33'16,"0"0"2"-16,0 0-2 0,0 0 0 15,0 0-4-15,0 0 0 0,0 0 1 0,0 0 6 16,0 0 3-16,-10 14 1 0,8-13 0 16,2 1-6-16,0-2-8 0,0 0-9 0,0 1-7 15,-4-1-3-15,2 0-2 16,0-4 1-16,-4-6-3 0,-1-5 0 0,1 0 0 15,2-5-1-15,-2-1 0 0,4 0 0 16,-2-4 0-16,4 3-2 0,-2 3 1 0,2 0-1 16,0 0 0-16,0 6 1 0,0-4-1 15,2 7 0-15,2-1 1 0,-2 2-1 16,-2 4 0-16,4-2 0 0,-2 2 0 16,-2 0 0-16,4-3 0 0,-2 4 1 0,-2 0 0 31,4 1-1-31,-4 3 1 0,2-5 0 15,3 2-1-15,3-2 0 0,-2 0 0 0,6 2 0 16,7 0 1-16,2 1 0 0,6-1 0 16,-1 1 0-16,3 2-1 0,-2-1 0 15,0 1 1-15,-2-1-1 0,8-2 0 16,-2-1 1-16,-2 1-2 0,4-1 2 16,2-1 0-16,0 1-1 0,2 0 2 0,-1 3-2 15,1 1-2-15,-4 0 2 0,0 0 0 0,-4 3 2 16,-2 2-2-16,-4 1 0 0,5-2 0 15,-5 1 0-15,2 0 1 0,0-3 0 16,2 0 0-16,-3-1 1 0,3-1-1 16,-2 0 0-16,2 0 0 0,-2 0-1 0,2 0 0 15,-2 0 0-15,1-3 1 0,-1 1 0 16,-6 0-2-16,-3 2 2 0,-3-1-2 0,-1 1 1 16,-4-2 1-16,-1 2-1 0,-1 0 1 15,-6 0 0-15,6 0 1 0,0 0 0 31,-2 0-1-31,9 0 1 0,-9 0 0 0,8 0-1 16,-1 0 0-16,1 0 1 0,5 0 0 16,1 0 2-16,5-3-2 0,-9 0-2 15,1-2 0-15,-5 2 0 0,1 0 1 0,1 0-1 16,-8 1 1-16,2 2-1 0,-6 0-1 16,0-1 2-16,0 1 0 0,2 0 1 15,-2-2-1-15,4 2 1 0,-4 0 0 16,0 0-1-16,3 0 0 0,-3 0-1 0,0 0-1 15,0 0-1-15,0 0-1 0,0 0-3 16,0 0-4-16,0 0-6 0,0 0-23 0,0 0-28 16,0 0-43-16,-3 2-89 0,-1 4-65 15</inkml:trace>
  <inkml:trace contextRef="#ctx0" brushRef="#br1" timeOffset="77209.45">21858 13681 425 0,'0'0'40'16,"0"0"-5"-16,0 0-9 0,0 0-4 0,0 0-1 16,0 0-7-16,0 0 0 0,0 0-3 15,0 0-3-15,0 0 0 0,-11-8 1 16,11 7 1-16,0-2 0 0,5-2 2 0,11-1-1 16,3 0-3-16,-3 0-2 0,7 1-1 15,0-1-3-15,-1 2 2 0,1-1-2 31,0 2-1-31,-2 0 1 0,-7 0-2 16,3 0-1-16,-9 1 1 0,-2 1-1 0,0 1-2 16,-6 0 1-16,0-2-4 0,0 2 0 15,2 0-1-15,-2 0 0 0,4 0 0 0,-4 0-4 16,3 0-1-16,-3 0-2 0,0 0 3 16,0 2 7-16,0 2 1 0,-3 0 4 15,-5 2 1-15,4-5 0 0,-2 0 3 16,4 1 3-16,2-2 2 0,-4 0 1 0,2 0-1 15,-5 0 0-15,1 0 0 0,0 0-2 16,6 0-2-16,0 0-1 0,-4 3-1 0,-2 0 2 16,4 8 0-16,-5 2 0 0,5 5 0 15,-2 6-1-15,4-2-3 0,0 1 1 16,0 0-2-16,4-8 0 0,3 3 0 16,-5-1-1-16,-2-6 5 0,2 7-6 0,2-6 5 15,-4 0-4-15,2 0 0 0,-2-7 0 31,0 4 0-31,4-5 0 0,-4 1 0 0,2 0-1 16,-2-5 0-16,0 0 1 0,0 0-1 16,0 1-1-16,0 1-2 0,4-1-3 15,-4 1-9-15,0-1-25 0,2-1-36 16,4 0-62-16,1-1-121 0</inkml:trace>
  <inkml:trace contextRef="#ctx0" brushRef="#br1" timeOffset="77642.11">22226 13729 498 0,'0'0'38'0,"0"0"0"16,0 0-6-16,0 0-11 0,0 0-8 0,0 0-3 16,0 0-2-16,0 0 1 0,0 0-2 15,0 0-3-15,0-7 2 0,4-2 0 31,4-3 1-31,0-5-2 0,3 2 1 16,-3 0-3-16,4-2 1 0,-3 2-1 16,1 4 0-16,-2-1 0 0,-2 4 1 0,1 1 1 15,-1-1 0-15,-4 4 0 0,2 0-1 0,-4 4-1 16,0-1-1-16,0 1 0 16,2-2-2-16,-2 2 3 0,4 0-3 0,-2 0 2 15,5 3-2-15,-1 8 1 0,4 4 0 16,-4 2-1-16,0 1 1 0,-1-4 0 15,-1 1-2-15,-2 0 4 0,2-4-2 0,2 4-1 16,-6-6 0-16,2-4-1 0,-2 4 0 0,4-5 3 16,-4 1-2-16,2 1-1 15,-2-6-1-15,0 3-2 0,0 1 1 0,5 1 0 16,-5 0-1-16,0-5-1 0,0 0-3 16,0 0-5-1,0 1-13-15,2 1-11 0,-2-1-16 16,0 5-15-16,0-1-14 0,-2 4-23 15,-5 0-12-15,3-1-14 0</inkml:trace>
  <inkml:trace contextRef="#ctx0" brushRef="#br1" timeOffset="77976.23">22279 13865 407 0,'0'0'65'16,"0"0"-12"-16,0 0-11 0,0 0-9 15,0 0-6-15,0 0-7 0,0 0-6 0,0 0-5 16,0 0-2-16,-16 8-2 0,16-6 1 15,0-2 0-15,2 0 1 0,10 0 0 16,3-3-2-16,8-3 2 0,-7-2-6 16,7 1 4-16,-9-1-5 0,7 2 2 0,-4 2 0 15,-3 1-1-15,0-1-1 0,-3 1-1 16,7 2 0-16,-9 0 0 0,-7-1 1 0,10 1-1 16,-8 1 1-16,2-2-1 0,1 2 1 15,-7 0 1-15,0-2-1 0,0 2 0 31,0 0 1-31,2 0-1 0,-2 0 0 16,4 0 2-16,-4 0-2 0,2 0-1 16,-2 0 0-16,4 0-4 0,-4 0 2 0,2 0-1 15,-2-1-1-15,2 1-5 0,4-2-21 0,-1 1-28 16,1-1-62-16,2-1-140 0</inkml:trace>
  <inkml:trace contextRef="#ctx0" brushRef="#br1" timeOffset="78842.39">14544 14961 425 0,'0'0'44'16,"0"0"1"-16,0 0-4 0,0 0-1 16,0 0-8-16,0 0-8 0,0 0-6 15,0 0-9-15,0 0-2 0,0 0-2 0,-35-4-2 16,25 40 2-16,2 6 1 0,1 5-4 15,1 3 4-15,4 3 1 0,-2-1-6 16,2-2 5-16,2-6-6 0,0-8 0 16,0-5-2-16,0-11-1 0,0-5 1 0,0-5-3 15,0-5-6-15,0-1-13 0,6-4-44 16,2 0-100-16,7-4-100 0</inkml:trace>
  <inkml:trace contextRef="#ctx0" brushRef="#br1" timeOffset="79075.66">14472 15086 480 0,'0'0'46'15,"0"0"-7"-15,0 0-10 0,0 0-7 0,0 0-10 16,0 0-2-16,0 0 2 0,0 0 1 16,0 0 3-16,0 0-2 0,52 39-4 15,-34-17 4-15,-3 6-9 0,1 2 3 16,-1 0-4-16,3 2-3 0,-3 2 1 15,-3-1-2-15,1-1 0 0,-1 0-2 0,-4-5 0 16,3-3-1-16,-7-8-3 0,0-6-12 0,4-4-40 16,-4-3-139-16,2 0-81 0</inkml:trace>
  <inkml:trace contextRef="#ctx0" brushRef="#br1" timeOffset="79308.63">14497 15428 451 0,'0'0'15'0,"0"0"3"0,0 0 4 16,0 0-4-16,0 0-5 0,0 0-6 16,0 0-1-16,0 0-1 0,82-55-3 15,-59 48 0-15,0 0-2 0,-9 3 0 0,1 1-1 16,-3 2-2-16,-6-1-2 0,7 2-4 15,-7 0-3-15,-4 0-7 0,10 0-29 16,-5 0-39-16,5-3-31 0,1-5-96 16</inkml:trace>
  <inkml:trace contextRef="#ctx0" brushRef="#br1" timeOffset="79742.05">14846 15152 404 0,'0'0'67'15,"0"0"-2"-15,0 0-15 0,0 0-12 31,0 0-12-31,0 0-4 0,0 0 1 16,0 0-4-16,0 0-1 0,-27 91-8 0,23-62-3 16,4 1-4-16,0-1-1 0,4-2 0 15,0-2-3-15,0-9 1 0,-1-5-1 0,1-7 0 16,-2-2 0-16,2 1 1 0,-2-2 2 16,2-1 0-16,-2 0 1 0,2-9-2 15,-2-6 1-15,-2-5-1 0,0-4 2 16,0 0-2-16,-2 0 1 0,-4-3 0 0,0-1 0 15,0-1 1-15,-1 0-6 0,1 0 2 16,6 2-2-16,0 3 2 0,0 6 1 0,2 4 0 16,5 5 0-16,-1 2-2 0,4 2 1 15,-2 5-2-15,7 0 1 0,3 4 2 16,5 9 0-16,-2 2 0 0,-7 1-1 16,-1 5 2-16,1 0 3 0,-8 6-5 15,5-2 5-15,-9 1-6 0,-2-2 1 0,0 1 1 31,0-1-1-31,-9-1 2 0,-3-2-2 0,0 2 2 16,-7-3-2-16,5 1 1 0,-1-3 1 16,-1-2 0-16,7-3-1 0,-3-4 0 15,8-3 0-15,2-3-1 0,-4 0 0 0,6-3-5 16,0 0 2-16,0 0-4 16,0 0-9-16,4 0-29 0,4-6-48 0,11-6-86 15,1-7-93-15</inkml:trace>
  <inkml:trace contextRef="#ctx0" brushRef="#br1" timeOffset="80242.02">15138 15155 491 0,'0'0'40'16,"0"0"5"-1,0 0-7-15,0 86-7 0,0-58-4 0,0 0-10 0,0 0-3 31,0-2-6-31,0-2-4 0,0-1-2 16,2-8-1-16,2 0 0 0,-4-6-1 0,2-5 1 16,2 3-3-16,-4-7 3 0,0 0 1 15,0 0 0-15,0 0 1 0,0 0-1 0,0 0 1 16,0-11 0-16,-4-7 1 0,-2-7 0 16,-1 0 0-16,1-3 2 0,0 1-1 15,0-2 2-15,4-1-3 0,-2 2-7 16,2 1 4-16,2 3-5 0,0 6 4 0,2 3 1 15,2 4 0-15,2 4-2 0,0-3 0 16,2 6-1-16,-1-2 1 0,5 4 1 0,7 2-2 16,-5 0 2-16,7 3-2 0,-3 6 0 15,1 2 1-15,-5 3 4 0,-1 1-5 16,-1 2 8-16,-6-6-6 0,1 5 0 0,-5-6 0 31,-2 4 0-31,0 7 1 0,0-3-2 0,-9 7 1 0,1-4 0 0,-4-1 0 31,-5-2 1-31,7 0 0 0,-7-3-1 0,5 0 1 16,4-5-1-16,-1 0 0 0,3-4 0 16,0 0 1-16,-4 1-1 0,10-4 1 15,-2-1-2-15,2-2 1 0,-5 0-1 16,5 0 0-16,0 0-1 0,0 2-3 0,0-2 0 16,0 1-6-16,0-1-52 0,0 0-120 15,7 0-104-15</inkml:trace>
  <inkml:trace contextRef="#ctx0" brushRef="#br1" timeOffset="80660.39">15164 15577 431 0,'0'0'24'0,"0"0"-7"0,0 0-1 0,0 0 0 16,0 0-1-16,0 0 1 0,-88 74-3 0,79-50 3 16,5 1-1-16,-2 4 4 0,4 1 0 15,2 2-1-15,0 0-1 0,0-2-6 16,8-1 1-16,2-2-7 16,-1-4-1-16,3-3-3 15,1-4 0-15,-5-4-2 0,4-4-3 16,-6-3 0-16,7-4-7 0,-5 0-11 15,4-1-43-15,5-4-81 0,-3-7-116 0</inkml:trace>
  <inkml:trace contextRef="#ctx0" brushRef="#br1" timeOffset="80875.17">15237 15681 507 0,'0'0'28'0,"0"0"-8"0,0 0-3 15,0 0-1-15,0 0-2 0,0 0 1 16,0 0-4-16,0 0-2 0,0 0-2 16,82-36-4-16,-55 28-1 0,-6 1-1 0,6 2-2 15,-11 0-1-15,3 4-2 0,-11 1-4 16,5 0 0-16,-1 0-6 0,-6 0-3 0,0 5-18 16,-3-2-38-16,1 4-41 0,-4-1-65 15</inkml:trace>
  <inkml:trace contextRef="#ctx0" brushRef="#br1" timeOffset="81075.56">15417 15657 410 0,'0'0'61'0,"0"0"-8"16,0 0-14-16,0 0-8 0,0 0-11 16,0 0 0-16,0 0-2 0,0 0 2 15,0 0-5-15,-38 79 0 0,36-53-2 0,-2 0-4 16,-2 1 3-16,6-1-9 0,0-8 2 15,0 0-5-15,0-5-1 0,0-3-1 16,0 1-1-16,0-7-1 0,0 2-2 0,0-6-2 16,0 4-3-16,0-2-18 0,6 1-38 15,0-3-70-15,5-3-137 0</inkml:trace>
  <inkml:trace contextRef="#ctx0" brushRef="#br1" timeOffset="81421.6">15594 15739 448 0,'0'0'14'0,"0"0"1"16,0 0 3-16,0 0-2 0,0 0-5 15,0 0-2-15,0 0-3 0,0 0-1 0,62-79-2 16,-47 59 0-16,-3-1 1 0,1 2 1 15,-7-3 1-15,2 7 1 0,-2 2 2 16,-2 3 4-16,-1 6 3 0,-1 1 0 16,-2 3-1-16,0-2-6 0,0 2-2 0,0 12-2 15,0 8-1-15,0 10-1 0,-2 2-1 16,-1 5-1-16,3-1 2 0,0 0-2 0,0 1 0 16,0-7 1-16,0-1-6 0,3-9 2 15,-1-4-6-15,2-5-6 0,-4-6-12 31,0 1-44-31,0-6-61 0,0 0-126 16</inkml:trace>
  <inkml:trace contextRef="#ctx0" brushRef="#br1" timeOffset="81660.86">15594 15917 488 0,'0'0'31'0,"0"0"-4"16,0 0-9-16,0 0-4 0,0 0-7 16,0 0-2-16,0 0 0 0,0 0-1 15,0 0-1-15,25-2-2 0,-4-5 2 0,2 0-3 16,-7 1 0-16,7-1 1 0,-5-1-4 16,-1 1 3-16,6 0-3 0,-13 3-2 15,7 0 0-15,-5 2-8 0,0-1-4 16,5 1-53-16,-5 2-79 0,11-1-93 15</inkml:trace>
  <inkml:trace contextRef="#ctx0" brushRef="#br1" timeOffset="81941.77">15851 15466 610 0,'0'0'28'15,"0"0"-8"1,0 0-1-16,0 0-3 0,0 0-3 0,0 0-1 0,0 0-4 0,0 0-2 16,0 0-3-16,0 0-1 0,74 88 1 15,-57-65-2-15,1 2-1 0,-3 3 0 16,-1 2-4-16,-3 1 2 0,-5 4 0 0,-2 0 0 16,-4 1 4-16,0 0-3 0,-2-1 5 15,-6 0-5-15,-5-3 0 0,3-3 0 31,-3-3-1-31,3-5 2 0,0-6 0 16,1-3-1-16,3-3-1 0,2-7-6 0,2 3-19 16,2-5-28-16,0 0-73 0,0 0-145 15</inkml:trace>
  <inkml:trace contextRef="#ctx0" brushRef="#br1" timeOffset="85724.64">20330 15250 110 0,'0'0'7'0,"0"0"-7"0,0 0 2 15,0 0-5-15,0 0 1 0,0 0 5 0,0 0-1 16,0 0 2-16,0 0 3 0,0 0 8 15,-41-68 15-15,39 61 13 0,-4-1 4 16,-1-1 5-16,1 1-10 0,0 1-3 16,0-3-4-16,4 6-2 0,-5-4-4 0,3 5 4 15,2-2-5 1,-2 3 1-16,2-3-2 0,0 1-4 0,-2-1-6 0,4 2-1 0,0 3-6 31,-2-1-3-31,2 1-3 0,0-2-5 0,0 2 1 0,0-1 0 0,0 1 0 31,0 0 2-31,0 12 1 0,0 7-2 16,0 10 7-16,0 3-2 0,0 5 3 0,0 1-3 16,0 1-3-16,0 3-1 0,0 1 0 15,2-2 1-15,4 2-1 0,0-4-1 0,-4-3-1 16,5-2 1-16,-3-4-1 0,2-1 3 16,-4-5-3-16,4-2 1 0,-2-7-1 15,2 0 0-15,-3-8 0 0,-3-2 0 16,2 0 2-16,-2-5-1 0,0 0 0 0,0 0 0 15,0 1 0-15,0 1 1 0,0-1-1 16,0 0 1-16,4 1-1 0,-4-1 0 0,0-1 1 16,0 0-3-16,0 0 1 0,-4 0-1 15,-1-5 2-15,-5-6-1 0,4 3 2 16,-2-5-3-16,1-1 2 0,1 5-2 16,0-5 1-1,4 5 1-15,-4 2-2 0,2-1 4 16,-3 4-3-16,7 0 0 0,0 4 0 15,0-1 0-15,0 1 2 0,-2-2-2 0,2 1 0 16,-4-1 1-16,4 0-1 0,-2 1 0 16,2 0 3-16,-4-1-2 0,4 1 2 15,-2 1 1-15,-2-2-2 0,4 2 1 16,0-1 0-16,0 1 1 0,0-2 1 16,0 2-2-16,-2-1 0 0,2 1 0 0,0-2-1 15,0 2 1-15,0 0-1 0,0-2-2 0,0 2 1 16,-4 0-2-16,4-1 2 0,0 1 1 15,0 0 0-15,0-2-1 0,0 2 0 16,0-1 0-16,0 0-1 0,-2-1 0 16,2-4 1-16,-2 1-1 0,-3-4 2 0,3 0 1 15,-2-2-2-15,2 3 0 0,-2-2 0 16,-2 1-1-16,6 5 2 0,-2 0-2 0,2 4 0 16,0-1 0-16,0 1 0 0,0-2 0 15,-4 1 0-15,4 1 1 0,0-1-1 31,0 1 1-31,0-2-1 0,0 2 2 0,-3-1-2 16,3 1 0-16,0-2 0 16,0 2-3-16,0 0 3 0,0 0 1 0,0 0 0 15,0 0 0-15,0 0-1 0,0 0 0 0,3 7 0 16,3 7 0-16,4 4 0 0,-2 0 2 16,1 1-3-16,-3-3 1 0,4 3 0 15,-4-7 0-15,1 2 0 0,-1-1-2 16,-4-2 2-16,4 2 0 0,-4-3 0 0,4-1 4 15,-2 0-4-15,3-2 0 0,-5 1 1 16,2-5-3-16,2 5 2 0,-4-5 0 0,2 0 0 16,-2 1 1-16,-2-4 0 0,4 2 2 15,-1-1-2-15,3 1 0 0,-4-1 1 16,-2-1-2-16,0 0 1 0,0 0 0 16,6 0 1-16,0 0 0 0,0-3-1 0,5-7 0 15,-3-3 0-15,0-3 0 0,-2-1 1 31,1 5 0-31,-1-2-2 0,-2 5-2 0,2 0 2 16,0 2 0-16,-6 2-2 0,2 2 3 16,-2 3-6-16,0-2 1 0,0 2-1 15,5 0-4-15,-5-1-5 0,2 1-13 16,4-2-18-16,0 2-22 0,2-2-31 16,9-3-52-16,-7-2-111 0</inkml:trace>
  <inkml:trace contextRef="#ctx0" brushRef="#br1" timeOffset="86289.07">20551 15361 526 0,'0'0'48'0,"0"0"-6"16,0 0-11-16,0 0-10 0,0 0-7 16,0 0-5-16,0 0 1 0,0 0 0 15,0 0-2-15,29-29-1 0,-6 19 1 0,-2 0-3 16,-1 0-1-16,-1-2-3 0,2 1-3 16,-3 2 2-16,-3 1 0 0,-3 3-1 15,-2 0 0-15,-8 3-3 0,9-1-3 16,-5 2 2-16,-4-1-2 0,4 2-1 15,-6 0 0-15,2 0-5 0,5 0-6 0,-3 0-11 16,2 2-6-16,-6-2-4 0,0 0 5 0,0 0 2 16,0 1 8-16,2-1 4 0,-2 2 4 15,0-2 0-15,0 0 5 0,0 1 5 16,0-1 5-16,0 0 6 0,-2 0 4 16,-4 0 8-16,2 0 8 0,-3 0 3 0,7 0 6 15,-6 0-2-15,2 0-6 0,-2 0 2 31,-5 0-3-31,9 0-1 0,-4 5-3 0,-4 1-4 16,8 5-3-16,-2 5-3 0,2-5-2 16,-3 9 0-16,5-2-3 0,0-4-3 15,0 5-1-15,0-6-1 0,0-2-2 16,0 2 2-16,0-2 1 0,0-1-1 0,0-5 2 16,0 0-2-16,0-5-2 0,0 5 1 15,0 0-1-15,5-1 1 0,-5 1 0 0,0-5-1 16,0 0-1-16,2 3-4 0,2 0-4 15,-2 2-22-15,10-4-33 0,-1-1-82 16,3-6-119-16</inkml:trace>
  <inkml:trace contextRef="#ctx0" brushRef="#br1" timeOffset="86741.5">20936 15314 498 0,'0'0'7'0,"0"0"2"0,0 0-1 0,0 0-2 16,0 0-1-16,0 0 0 0,0 0 3 16,0 0 2-16,0 0 1 0,0 0 1 15,0 6 3-15,0-6-1 0,0-6 3 16,6-3-1-16,-2 1-3 0,0-2-3 0,0-4-4 15,3 5-1-15,-1-5-2 0,-4 7 1 16,4-2 0-16,-2 0 1 0,2 1-2 0,1 0 1 16,-7 6-2-16,2-2-1 0,-2 4 0 15,0-1-1-15,0 1 0 0,2 0 1 16,-2 0 0-16,4 0 0 0,-2 0-1 16,2 5 0-16,-2 7 0 15,4 3-1-15,-2 0 2 16,3 5-1-16,-1-1 1 0,0 0 1 15,-2 2-2-15,2 0-2 0,1 2 2 0,-1 1-1 16,-2 0 1-16,-2-6 1 0,-2 1 2 16,0-7-2-16,0-6 0 0,4 0 0 15,-4-6-2-15,0 0-1 0,0 0-3 16,0 2-1-16,0-1-4 0,0 1-6 0,0-1-15 16,0-1-21-16,0 0-30 0,0 0-41 15,0-6-24-15,2 0-74 0</inkml:trace>
  <inkml:trace contextRef="#ctx0" brushRef="#br1" timeOffset="87224.57">20942 15518 429 0,'0'0'52'16,"0"0"-8"-16,0 0-12 0,0 0-3 15,0 0-2-15,0 0-2 0,0 0 0 31,0 0-5-31,0 0-3 0,0 0-3 16,-19 7-4-16,19-7-1 0,0 2-1 16,-2-2 0-16,2 1-3 0,0-1 1 0,0 0-2 15,0 2 1-15,0-2 1 0,0 0-2 0,0 0 0 16,0 0-1-16,7 0 0 0,-1 0 0 16,2 0-2-16,4 0 0 0,-3-3 2 15,1 1-2-15,-4 0 0 0,0-2 0 16,1 1 1-16,1-2 0 0,0-1-2 0,2 2 1 15,3-2 0-15,-3 1 0 0,3 1 1 16,-3 1-2-16,2 1 0 0,-3-1 1 0,-1 1-2 16,2-1 1-16,-4 2-1 0,3-1-1 15,-3 2 2-15,0-1 0 0,7 0-1 16,-7 1 2-16,-4 0-1 0,4 0-2 16,-6 0 3-16,0-2-2 0,0 2 3 15,4 0 0-15,-4 0-2 0,2 0 0 0,-2 0-3 31,4 0 4-31,-4 0-1 0,2 0 1 0,-2 0 0 16,5 0-1-16,-5 0-1 0,2 0 1 16,-2 0 0-16,4 0-1 0,-4 0 1 15,2 0-2-15,-2 0-2 0,2 0-3 16,-2 0-4-16,4 0-12 0,-4 0-43 0,0 0-85 16,2 0-143-16</inkml:trace>
  <inkml:trace contextRef="#ctx0" brushRef="#br2" timeOffset="106572.86">20578 16448 400 0,'0'0'57'0,"0"0"-4"0,0 0-8 15,0 0-4-15,0 0-5 0,0 0-7 16,0 0-2-16,0 0-3 0,0 0-4 0,-25-12 0 16,23 12-5-16,2 0-3 0,-4 0-1 31,4 0-5-31,-2 0-4 0,2 0 1 15,-4 0-1-15,4 0 0 0,0 0-1 16,0 0-1-16,0 8 4 0,0 5-4 16,4 4 6-16,2 6-8 0,7-2 4 0,1-5-4 15,5 3 2-15,-1-3 1 0,3-2-1 0,0-2 1 16,4 1 1-16,-1-6 0 0,-1-1-2 16,2 0 1-16,0-2 0 0,0 0-1 15,-3-1 1-15,5 2-1 0,2-5 0 16,-2 2 2-16,0 1-2 0,4 0 0 15,-2 2 0-15,2 1 2 0,2-3-1 0,0 2 0 16,-2 2-1-16,2-4 0 0,0 3 0 0,2-1 0 16,-2-2 2-16,2 0-1 0,-2-3 2 15,3 0-2-15,-1 0 1 0,-2 0-2 16,2-3 1-16,-2 0-1 0,0 2-1 16,0 1 2-16,0-2-2 0,0 0 4 15,-2 1 0-15,2-1-2 0,-2 0 3 0,3 0-5 31,-3 0 1-31,-3-1 1 0,3 2-2 0,0-1 3 16,-2 1 0-16,2 1-4 0,-4-5 2 16,4 2 1-16,-4 3 0 0,0-3 1 15,-2 2 0-15,0-1-2 0,-5 2-2 16,1-2 3-16,-4 1 0 0,1-1-1 0,3 1 2 16,-1-1-2-16,7-1 0 0,2 2 0 15,-2 0 0-15,0 1 1 0,0 0-1 0,4-4 1 16,-4 1 1-16,-2 2-4 0,1-4 4 15,-1 2-2-15,-6 2 1 0,-3-2 4 16,3 1-5-16,-7 0 0 0,7 1 1 16,-11-1-2-16,-4 1 2 0,3 1 1 15,-7 0-1-15,6 0-3 0,0 0 2 0,-4 0 0 16,4 0-1-16,-6 0 4 0,0 0-3 0,0 0 1 16,2 0 0-16,-2 0-1 0,4 0 1 15,-4 0-1-15,3 0 0 0,-3 0 1 31,4 0 0-31,-4 0 0 0,2 0 0 0,-2 0 1 16,4 0-1-16,-4 0 0 0,0 0 2 16,2 0-4-16,-2 0 0 0,4 0 1 15,-2 0 1-15,-2 0 0 0,4 0-1 0,-4 0-1 16,2 0 0-16,-2 0 2 16,5 0 0-16,1-2-1 0,-2 2-1 0,0-1-2 15,2 1 3-15,-6 0-1 0,0 0-1 16,0 0 2-16,2-1-1 0,-2 1-3 15,0 0-7-15,4-2-5 0,-4 2-9 0,-4-1-13 16,-2-4-23-16,-4 1-21 0,-15-1-43 0,2 2-49 16,-10-4-88-16</inkml:trace>
  <inkml:trace contextRef="#ctx0" brushRef="#br2" timeOffset="106990.85">22372 16444 516 0,'0'0'63'0,"0"0"-11"0,0 0-9 16,0 0-9-16,0 0-7 0,0 0-3 16,0 0-6-16,0 0-2 0,0 0-3 15,-16-22-4-15,14 20 1 0,2 2-1 16,0 0-5-16,0 0 1 0,0 0-2 16,0 0-1-16,12 0 3 0,3 10 0 0,5 2-3 15,-1 3 4-15,2 2-8 0,-3-1 6 0,1 0-5 16,-1-4 3-16,-3-4-1 0,-3-3 1 15,1-2 0-15,-5 0-3 0,4 1 2 16,-3 0-2-16,3-2 2 0,-8-1-1 16,2 0 1-16,-6-1 0 0,0 0-2 0,0 0 3 15,2 0-2-15,-2 2 0 0,5-2 3 16,-5 0-1-16,0 2 1 0,0 4 0 0,0 3 0 16,-13 4 1-16,-3 5 0 0,-5 2-2 15,2 4 0-15,-1-5-1 0,-1 2 0 31,0 1-1-31,-1-1 3 0,3 1-2 16,-2 0 0-16,7-2-1 0,-5-4 0 0,11 0-3 16,-2-8 4-16,4-1-2 0,3-4-1 15,-1 0 3-15,4-3-2 0,-2 0-1 0,2 0 1 16,0 1-2-16,0 0-2 0,-4-1-5 16,4 4-11-16,0-4-24 0,0 0-49 15,0-12-127-15,0-1-90 0</inkml:trace>
  <inkml:trace contextRef="#ctx0" brushRef="#br2" timeOffset="107873.48">20961 17136 608 0,'0'0'59'0,"0"0"-8"0,0 0-19 15,0 0-12-15,0 0-6 0,0 0 0 0,0 0-5 16,0 0-1-16,0 0-2 0,0 0-2 16,47-31-2-16,-24 27-1 0,4 1 0 15,0-2 0-15,0 2-1 0,-1 1-1 16,3 1 1-16,-2-2 0 0,-2 2 1 0,-8-1 2 15,1-1-3-15,-5 3-1 0,1 0 0 16,-2 0 0-16,-5 0 1 0,5 0-1 0,-6 0-1 16,0 0 0-16,1 0 0 0,-7 0 1 15,0 0-5-15,0 0-2 0,0 0-2 16,0 0-2-16,2 0 0 0,-2 0 1 16,0 0-3-16,0 0 1 0,-7 0-1 0,3 0-4 15,-2 0 4-15,-6 0 5 0,6 0 4 31,-1 0 4-31,3 0 2 0,-2 0 1 0,4 0 2 16,-4 0 2-16,4 0 4 0,2 0 2 16,-4 0 1-16,4 0 0 0,-7 0 0 15,1 0 0-15,4 0 1 0,-8 0 2 16,4 0-4-16,1 8 0 0,-1 4-1 0,0-3-2 16,2 9-2-16,2 0-1 0,2 7 1 15,0 5 11-15,0 3-10 0,2 2 4 0,2-2-2 16,2-2-8-16,-4-2 7 0,2-4 0 15,-2-6-7-15,1-4 4 0,-3-4-5 16,4-2-2-16,-4 0 4 0,2-5-2 16,-2 1-1-16,0-5 0 0,0 0-3 0,0 0-3 15,0 2 5-15,0-2-3 0,0 1-9 16,0-1-5-16,0 0-14 0,4 0-13 0,-4-1-21 16,2-12-32-16,2-2-50 0,-2-6-125 15</inkml:trace>
  <inkml:trace contextRef="#ctx0" brushRef="#br2" timeOffset="108656.32">21434 17170 611 0,'0'0'58'0,"0"0"-9"0,0 0-15 0,0 0-9 16,0 0-5-16,0 0-4 15,0 0-4 1,0 0-3-16,0 0-1 0,0 0-2 15,35-51-2-15,-22 37-2 0,-3-3 0 0,2 2 0 16,1 0-1-16,-3 1 0 0,2 6-1 16,-5 0-2-16,-1 5 3 0,-2 1 1 15,-2 1-2-15,6 1 0 0,-2 0 0 0,-1 1 1 16,3 12 0-16,-4 2 1 0,-2 6 0 16,-2 2 0-16,0 0 0 0,0-1-1 15,-6 1 8-15,0-2-4 0,-1 0 6 0,5-4-7 16,-4-2-4-16,4 0 1 15,-2 2-1-15,-2 3-1 0,0-2 1 0,-3-1-1 16,3 0 2-16,-4-1 3 0,6 1-2 16,-3-7-1-16,1 3-1 0,0-4 0 15,2-4 1-15,4 0-1 0,0-5 3 0,0 0-3 16,-2 0-1 0,2 0 3-16,-4 0 1 0,2 0-2 0,-2 0-1 0,-3-10-4 0,1 1-2 15,6-7 5-15,0-3 2 0,0-1-2 31,6-3 1-31,1 8-3 0,-1 3 2 0,0 4 0 16,-2 5 2-16,-2 1-1 0,-2 2 3 16,6 0-3-16,5 0 0 0,-1 5 1 15,7 8 0-15,-9 2 5 0,-2 3-5 0,2 1 3 16,-2 0-1-16,5-3 0 0,-3-3 0 16,2-1 0-16,-3-8-2 0,1-1 1 15,0-1-2-15,9-2-1 0,1 0 2 16,-1-9-2-16,6-5 3 0,-3 0-2 0,-5-4-5 15,3 2 2-15,-5-1 2 0,-1 0-2 16,-6 5 5-16,1-2-2 0,-5 6 0 0,2-2 0 16,2 1 0-16,-6 6-2 0,2-2 2 15,-2 5-3-15,0-1-5 0,0 1 9 16,0-2-2-16,0 2 1 0,0-2 8 16,2 0-10-16,-2 1-13 15,0 1 2-15,0-7-26 16,0 1-62-16,0-3-173 0,-2-5-56 15</inkml:trace>
  <inkml:trace contextRef="#ctx0" brushRef="#br2" timeOffset="115955.86">23133 8817 247 0,'0'0'59'15,"0"0"-14"-15,0 0-5 16,0 0-8-16,0 0-4 0,0 0-3 15,0 0-3-15,0 0 0 0,0 0 1 0,0 0 2 16,-18 11-1-16,15-10-1 0,3-1 0 16,0 0-4-16,-4 0-2 0,4 0-4 15,-2 0 0-15,2 2 0 0,-4-2-2 16,-2 0-2-16,0 0 1 0,0 0-2 0,1 0 0 16,5 0-1-16,0 0-1 0,-6 0 0 15,2 0 0-15,-2-2 2 0,4 1-4 0,-2-2 1 16,-3 2 0-16,-1-4 0 0,0 0 0 15,-2-1-1-15,3 2 1 0,-5-1-1 16,0-2-1-16,-3-1 0 0,-3 0 0 16,1 2 0-16,-2 0-1 0,-3 2 0 15,1-1-1-15,0 0 0 0,-4 1 0 0,1-2 2 16,1 0-1-16,-6 0 1 0,6-2-1 0,-6 1 1 16,0-1-1-16,3-1 1 0,-6 0-1 15,1 0 0-15,3-1 1 0,-3 2 0 31,-3-3-3-31,1 2 3 0,-4 0-1 16,0 0 0-16,2 0 0 0,-4-1-1 0,-1 2 1 16,-1-1-1-16,2 1-1 0,-1 0 2 15,1 1-2-15,-2 0 1 0,-5 1-1 0,1 2 0 16,-5-2 3-16,3 1-3 0,-5 1 1 16,0-1-3-16,1 0 2 0,-1 2-2 15,2 0 3-15,3 1-1 0,1-3 0 16,3 1 1-16,4 1 1 0,-3 1-2 0,3-1 0 15,-4 1 1-15,-3 1-1 0,3 1 0 16,-5 0 2-16,3 0-2 0,-5 0 0 0,5 1 0 16,3 2-2-16,3 1 2 0,0 3-3 15,2-1 6-15,6 1-6 0,-3 1 5 16,10-2-3-16,1 2 0 0,4-4 1 16,5 0 0-16,3 0 0 0,3 0-1 0,2 1 1 15,0-4-1-15,2 2 0 0,2-1 1 31,-3 1 0-31,3-1 0 0,-4 4 0 0,4-4 0 16,-2 1-2-16,-2 4 4 0,4-3-4 16,-2-1 1-16,-3 5 1 0,5-3 0 15,-4 2 3-15,0 2-3 0,4-6 0 16,-2 5 0-16,2-3 0 0,-2-3 0 0,1 3 0 16,-1-2 0-16,2 0 1 0,-2 0-1 15,2 4 1-15,-2-3-1 0,2-1 1 0,-2 0 0 16,4-3-1-16,-2 0 0 0,2 0 1 15,0 1-1-15,-4 1 0 0,4-1 0 16,0-1-1-16,0 2 2 0,-3-2-1 16,3 1 1-16,0-1-1 0,0 2 1 0,-2-2-2 15,2 1 2-15,0-1-2 0,0 2 1 16,0-2 0-16,-4 2-1 0,4-2 2 0,0 1-2 16,0 1 1-16,-2-1 0 0,2 0 0 31,-4 5 0-31,4-1 0 0,-2 0 1 15,2-1 0-15,0-4-1 0,-4 0 0 0,4 0 0 16,0 2 0-16,0-1 0 16,0 1 1-16,-2-1 0 0,2 1-1 0,0-1 0 15,0 1-2-15,-4-1 2 0,4 1 0 0,0-2 0 16,0 1 2-16,0-1-2 0,0 2 1 16,0-2-1-16,0 1-1 0,0-1 1 15,0 0-2-15,0 2 2 0,0-2-2 16,0 0-1-16,0 2-1 0,0-2-2 15,0 0-3-15,0 1-3 0,0-1-4 0,0 0-5 16,0 0-6-16,0 0-3 0,-2-3-1 0,2-9 5 16,-5-5 9-16,3 1 7 0,2-3 3 15,0-2 3-15,0 1 0 0,0 1 4 16,0 1 2-16,0 5 3 0,0 1 3 16,0 0 1-16,0 0 3 0,2 1-2 0,-2 5 4 15,0 1-1-15,0 5 4 0,0-1-2 31,0 1 3-31,0-2-5 0,0 1-2 0,0-1-2 16,5 1-2-16,-5-1-3 0,0 1-1 16,0 0-3-16,0 1 1 0,0-2-1 15,0 2 2-15,0 0 2 0,-5 12-5 16,3 5 3-16,-8 4-4 0,4 0 2 0,-2-3-1 16,1 0 1-16,1-4 1 0,0 0-1 15,4-5 3-15,2-4-2 16,-4 5-1-16,2-5 1 0,2-1-2 0,-4 1 1 0,4-5 2 15,0 0-1-15,0 4-1 0,0 3 0 16,0 1-2-16,10 4 2 0,-2-1 0 16,5 3 1-16,1-2-1 0,3 0 0 0,1-1 0 15,-1 1 0-15,1-2-1 0,-5 0 0 16,1-3 0-16,-3 0 1 0,-3-3 0 0,-2 2 0 16,4-1 1-16,-8-2 0 0,0 0 0 15,-2-3 0-15,0 0-1 0,0 0 0 31,5 1 0-31,-5-1 0 0,2 1 0 0,-2-1 0 16,4 2 0-16,-4-2-1 0,0 2-1 16,2-2-6-16,-2 1-20 0,0 1-50 15,4-1-129-15,-2-1-101 0</inkml:trace>
  <inkml:trace contextRef="#ctx0" brushRef="#br2" timeOffset="116705.6">20022 8022 589 0,'0'0'56'0,"0"0"-7"15,0 0-10-15,0 0-11 0,0 0-5 31,0 0-5-31,0 0-5 0,0 0-3 16,0 0-3-16,-35-3-3 0,35 1-1 0,0 2-1 16,0-3-2-16,6-1 2 0,9-2-2 15,-1-1 0-15,5 5 0 0,-1 0-2 0,1 2-1 16,-7 0 1-16,9 0-2 0,-9 0-1 16,-3 0-2-16,3 2-12 0,-6-1-13 15,0 0-5-15,-6-1-2 0,0 0 12 0,0 0 15 16,3 0 10-16,-3 2 6 0,4-2 3 15,-4 0 0-15,0 0 1 0,2 0 0 16,-2 0 1-16,0 0 1 0,0-2 1 0,0 1 2 16,0 0-3-16,0-1 0 0,0 1 0 15,-2 1-6 1,2 0 0-16,-7 0 1 0,1 7-3 0,-4 11 2 0,6 7-1 16,-2 4-2-16,1 4 1 15,5 3 3-15,0 2 0 16,0-1 1-16,5-5 0 0,-5-9-3 15,6-4 0-15,-6-7-2 0,0-1 1 0,2 1-2 16,-2-6 0-16,0 0-2 0,0-6-2 16,0 4-4-16,2 1-8 0,-2 0-16 15,0 1-30-15,0-6-58 0,0 0-142 16,0 0-12-16</inkml:trace>
  <inkml:trace contextRef="#ctx0" brushRef="#br2" timeOffset="117588.92">20301 8154 596 0,'0'0'49'15,"0"0"-4"-15,0 0-8 0,0 0-8 16,0 0-5-16,0 0-3 15,0 0-3-15,0 0-2 0,0 0-3 16,0-53 1-16,0 35-4 0,4 1-3 0,3-4-2 16,1 2-3-16,2 3-1 0,0 1 0 15,7 1-2-15,-3 3 1 0,1 1-2 0,-3 4 0 16,1-1 0-16,1 6 0 0,5 1 0 16,-1 0 0-16,1 4-1 0,-4 6 1 15,1 4 0-15,-8-1 1 0,1 2 0 16,-3-3 0-16,-2 5 0 0,-4 0 0 0,0 1 2 15,0 6-1-15,-6-1 0 0,-5-2 0 16,3 1 0-16,-4-3 0 0,3 2 1 0,-3-2-1 16,4-1 0-16,-3-1 0 0,3-5 0 15,2 0 0-15,0 2 1 0,2-7-3 16,2 2 3-16,-5-1 0 0,7-5 0 16,-4 0 2-16,2 1-2 0,2-4 1 0,0 0 1 15,0 0 0-15,-2 2 0 0,2-2 1 31,-4 0-1-31,4 1 0 0,-2-1-1 0,2 0-2 16,-4 0 1-16,4 0 1 0,-2 0-2 16,2 0 0-16,-4 0-1 0,4 0 0 15,0-1 1-15,0-1-1 0,-3 2 0 16,3-1-1-16,0 1 2 0,0-1 0 0,0 1 0 16,0-2-2-16,0 2 2 0,0-1-2 15,0 1 2-15,0-2 0 0,0 2 1 0,0-2 2 16,7 1-3-16,-5-2 1 0,8-2-1 15,-2 2 1-15,-1 0 1 0,1-1-1 16,-4 2 1-16,2-1 0 0,0-1-1 16,-4 2 2-16,3-1 0 0,1 1 0 0,-6 2 2 15,0-1-1-15,0 1 1 0,0-2-2 16,2 1-1-16,-2-1 0 0,0 1 0 0,0 0-3 16,0-1 2-16,2 1 0 0,-2-1-2 15,0 0 2-15,0 2-2 0,0-1 0 31,0 1 0-31,4-2 1 0,-4 2-1 16,0-2 1-16,0 2-1 0,0-1 0 0,0 1 0 16,0-1-1-16,2 1 1 0,8 0-1 15,-1 0 2-15,7 0 0 0,5 0 0 0,0 4 2 16,-3 1-2-16,3 0 0 0,-5-3 0 16,-1 0-2-16,-3-2 2 0,1 0 0 15,-3 0 2-15,0-3-2 0,3-6 0 0,-5-3 1 16,2 1-2-16,-6-3 2 0,1 4 0 15,-5-2-1-15,2-1 0 0,-2 1 0 16,0 0-1-16,0-1 0 0,0-6-2 0,0 7-3 16,0-7-4-16,0 0-8 0,0 1-13 15,0-5-47-15,0 1-97 0,4-3-130 16,2 1 7-16</inkml:trace>
  <inkml:trace contextRef="#ctx0" brushRef="#br2" timeOffset="121838.56">22931 12121 384 0,'0'0'46'15,"0"0"-1"-15,0 0-1 0,0 0-5 0,0 0-1 16,0 0-2-16,0 0-7 0,0 0-5 16,0 0-5-16,2 1-1 0,-2-1-2 15,0 0-2-15,-7 0-2 0,1 0-2 0,-6-1-1 16,-5-3 0-16,1 3-4 0,-9 1 1 16,10-2-1-16,-5 2 1 0,-1 0-1 15,-4 0-1-15,-6 0-1 0,0 3-1 16,-2 1-3-16,0 0 1 0,-2 0 1 0,-2 3-1 15,0-2 2-15,-3 0-1 0,1 1 0 16,-2-1 0-16,-5-1 1 0,1 1 1 0,1-2 2 16,1 0 0-16,2 0-2 0,-3 0-1 15,-1-2-1-15,3 1 1 0,-3 1 0 16,1-1 1-16,-1 1-2 0,4-2 0 16,-3 0-1-1,5-1 1-15,0 2 0 0,6-2 0 0,0 0 1 0,-3 0-2 0,10 0 2 31,1 0-1-31,8 0 0 0,-1 0-1 0,5 0-2 16,1 0 2-16,-1 0 1 0,7 0-1 16,-6 0 1-16,8 0-1 0,-3 0 1 15,3 0-1-15,-2 2 0 0,4-1 1 0,-4 1-2 16,2-1 1-16,4-1 0 0,-2 0 0 16,2 0 1-16,0 0-1 0,-4 2 0 15,4-2-1-15,-3 0 1 0,3 0 0 0,-4 2 0 16,4-2-1-16,-2 0 0 0,-2 0-1 15,4 1 0-15,0-1-2 0,-2 0-1 16,2 0-1-16,-2 0-5 0,2 1-7 0,0-1-11 16,-4 0-27-16,4 2-22 0,0-2-53 15,0 0-144-15,0 0 21 0</inkml:trace>
  <inkml:trace contextRef="#ctx0" brushRef="#br2" timeOffset="122438.17">21668 11987 568 0,'0'0'45'0,"0"0"-3"0,0 0-8 16,0 0-12-16,0 0-7 0,0 0-6 16,0 0-3-16,0 0-2 0,0 0-1 15,0 0 1-15,-50 12 0 0,33-4-1 0,1 1 4 16,1-2-2-16,1 2 1 0,-3 0 0 15,-1 1-2-15,1-1 1 0,1 0-2 16,-3 0 0-16,5-3 0 0,1 1-1 0,5-2 2 16,2 1-2-16,-2-1 2 15,3-2-2-15,-1 1-1 0,4-1 0 0,-4 1-2 16,6-2 1-16,-4 3 0 0,4 1 1 16,-2-1 1-1,2 5-1-15,0-5-1 0,0 4-1 16,2 1 3-16,2 0-1 0,4 2-1 15,3 0 3-15,-1 3-3 0,2 0 0 0,1 1 0 16,-1-1 0-16,0 3 0 0,1 0 0 16,1 0 0-16,-1 0 0 0,-1 1 1 15,1-1-2-15,-5-5 2 0,4-2-1 0,-6-3 1 16,1-2 0-16,1 0 2 0,-4-5 1 16,-2 2 0-16,-2-3 1 0,0 0 0 15,0 0 1-15,6 2 0 0,0 0 0 16,-1-1-1-16,-1 1-1 0,-4-2 0 15,0 0-2-15,4-2-1 0,-2-9 1 0,4-5-2 16,-6-2 1-16,0-7-1 0,0 0 0 16,-2-2 1-16,-4-1 0 0,-2-2 0 15,1-2 1-15,-3 1-4 0,2 1 4 0,-3 4-2 16,5 8 1-16,-2 1 0 0,6 7-1 0,2 5 1 16,-4 0 0-16,4 5-1 0,0-1 1 15,0 1-4-15,0-2-1 0,0 2-1 31,0-1-2-31,0 1 2 0,0 0-5 16,0 0-10-16,0 0-18 0,0 3-28 16,4 1-38-16,6 1-73 0,1-5-105 0</inkml:trace>
  <inkml:trace contextRef="#ctx0" brushRef="#br2" timeOffset="122954.95">21804 11730 535 0,'0'0'44'0,"0"0"-4"15,0 0-6-15,0 0-5 0,0 0-7 0,0 0-2 31,0 0-3-31,0 0-3 0,0 0-2 0,0 0-2 16,89-45-4-16,-60 37-2 0,4 0-2 16,-2 3-2-16,2-2 0 0,-2 1-3 0,-4 3 1 0,-6 0-4 15,-3 2-3-15,-1 1-1 0,-7 0-10 16,2 0-9 0,-7 0-11-16,1 1-9 0,-6 4-2 0,2-1-5 15,-2 6 10-15,-2 2 14 16,-4-6 16-16,-7 3 25 0,3-6 12 15,-1-1 6-15,1-2 6 0,-2 0-4 0,3 0 2 0,3 0 2 16,-2-4 1-16,2 3-1 0,2-1-5 16,-3 1-5-16,7 1-7 15,0 0-3-15,0 0-6 0,-6 0-2 0,0 9-1 0,-2 6 1 16,0 8 0-16,1 3 2 0,1 2-4 0,6 1 1 31,0 1 1-31,0 1-4 0,0-2 4 16,0-2-2-16,0-7-2 0,0-3 0 15,2-5 0-15,-2-7-1 0,0 0-1 0,0-5 1 16,0 0-4-16,0 0-1 0,4 2-3 16,-4-1-16-16,0 1-21 0,2 4-27 15,-2-1-61-15,5 1-122 0,-3-2-5 0</inkml:trace>
  <inkml:trace contextRef="#ctx0" brushRef="#br2" timeOffset="123533.28">22178 11856 657 0,'0'0'52'16,"0"0"-20"-16,0 0-7 0,0 0-6 0,0 0-4 15,0 0-4 1,0 0-2-16,10-77-3 0,1 57-2 15,-3 2-1-15,4 1-2 0,3 0 0 0,-5 7 0 16,-1 1 0-16,1 3-1 0,-8 3 1 16,2 0-2-16,2 3 0 0,3 0 0 15,3 4 0-15,2 7 0 0,-1 4 0 16,-5 3 1-16,-2 1-1 0,-2 2 1 16,-4 0-1-16,0 2 1 0,0-2 3 0,-6 0-4 15,-4 0 4-15,2-2-4 0,-5-1 0 0,1-3 1 16,-1 0 1-16,5-1-1 15,-4-1 3-15,-1 0-2 0,5-2 0 0,0-3 0 16,2 0-2-16,-1-1 2 0,1 1-1 0,2-5 1 16,2 2 0-16,2-5 1 15,0 0-1-15,-4 0 1 0,4 1 0 0,0 1 0 16,0-1 1-16,-2-1 1 0,2 0 0 0,0 2-1 16,0-2 0-16,0 0-1 0,6-2-2 15,2-2 1-15,3-2 0 0,-3 1 0 31,0 0 0-31,5 3-1 0,5-1-1 16,-3 3 1-16,9 0 0 0,1 0 0 16,-4 4 2-16,4 1-1 0,0-1-1 0,-3-1 1 15,3 0 0-15,-6 0-1 0,-1-3 0 16,-5 0 0-16,-1 0 1 0,3 0 0 16,-9 0 2-16,2-1-2 0,-4-1-1 15,2 1 1-15,-4-1-1 0,-2 2 0 0,0-1 0 16,0 1-2-16,5 0-1 0,-5-2-6 0,0 2-19 15,0-1-46-15,0 1-149 16,0 0-92-16</inkml:trace>
  <inkml:trace contextRef="#ctx0" brushRef="#br1" timeOffset="172637.34">17728 10111 142 0,'0'0'48'0,"0"0"0"0,0 0-6 0,0 0-3 16,0 0-5-16,0 0 4 0,0 0-2 15,0 0-6-15,0 0 1 0,0 0-5 0,6-43 0 16,-6 42-3-16,4-1 1 0,-4 1-4 15,0-1-3-15,0 1-3 0,0-1-5 16,0 2-4-16,0-2-3 0,0 2 0 16,-4 0 0-16,-4 4 0 0,-5 4 1 0,-1 6-2 15,-3 2 2-15,5-1-2 0,-5 3 0 16,1-1 1-16,-1 1-2 0,1-2 4 0,1-2 0 16,5-3 2-16,6-2 0 0,0-6 1 15,1 2 0-15,-1-2 0 0,2 0-1 31,-2-1-1-31,2 2-1 0,2-4 1 0,0 0-1 16,0 0-1-16,0 1 0 0,-4-1-2 16,4 2-1-16,0-2 0 0,0 1-2 15,-2-1 1-15,2 2 1 0,0-1-1 0,0 7 1 16,0 2 0-16,2 4 0 0,8 4 0 16,-1-1 1-16,-1-2-1 0,4-1 1 15,1 1-1-15,-1-3 0 0,0 2 0 0,-3-5 0 16,1 0 1-16,-2 2 0 0,-2-4 0 15,3 5 0-15,-3-4 0 0,-2 1 0 16,2-1 0-16,0 1-1 0,-3-1 2 0,-3-4-1 31,6 3 0-31,-2-2 0 0,-4-2-1 0,2 1-1 0,-2-4 1 0,4 4 2 16,-4 0-5-16,2 1 0 0,-2-1-10 16,0-4-24-1,0 0-28-15,0 0-95 0,0 0-119 16</inkml:trace>
  <inkml:trace contextRef="#ctx0" brushRef="#br1" timeOffset="173286.09">17707 10272 405 0,'0'0'45'0,"0"0"3"0,0 0-5 16,0 0-9-16,0 0-5 0,0 0-6 0,0 0-4 15,0 0-4-15,0 0-3 0,0 0-4 16,-8-10-2-16,8 10-2 0,0 0 1 0,2-1 0 16,14 1 0-16,1 0 1 0,12-1-3 15,-6 1 1-15,3-2-2 0,-1 2 0 31,2 0-1-31,2 0 1 0,0 0-2 16,0-2 1-16,0 2 1 0,-2 0-1 0,2 0-1 16,-7 0 2-16,3 0-2 0,0 0 1 15,-4 0-1-15,3 0 1 0,1 0 0 0,-2 0 0 16,0 0 0-16,-1 0 1 16,-5 0-2-16,2 0 0 0,-3 2 0 0,1 1 0 15,1 0 1-15,-1 0-1 0,-1 0 1 0,-3-1 1 16,3 1-2-16,1 0 2 0,-5-2 0 15,5 1 0-15,-7-1 1 0,3-1 0 16,-1 0 1-16,-8 0-2 0,8 0 1 0,-1 0 0 31,1 0-1-31,-1 0-1 0,-7 0 0 0,8 1 0 0,-6-1-1 0,3 2 0 16,3 0-1-16,-6 1 0 0,7-1 0 16,-5 0 1-16,2 0 0 15,-8-1 0-15,9 1-1 16,-7-1 1-16,0 1 0 0,4 1 0 15,-2-1 2-15,-2-1-1 0,3 1 0 0,-5-2-1 16,4 0 1-16,0 0-1 0,7 1 0 16,-7-1 1-16,0 0 0 0,2 1-1 15,-2-1 0-15,1 0 0 0,-1 2 0 0,-6-2 0 16,2 0 0-16,4 0 0 0,0 0-1 16,0 1 1-16,-6-1 0 0,0 0 0 15,0 0 0-15,0 0 0 0,5 2 0 0,-5-2 0 16,2 0-1-16,-2 0-2 0,4 0-2 15,-4 0-4-15,2 0-24 0,-2 0-51 16,4 0-141-16,-4-5-65 0</inkml:trace>
  <inkml:trace contextRef="#ctx0" brushRef="#br1" timeOffset="173785.17">17883 9874 489 0,'0'0'51'0,"0"0"-1"0,0 0-11 31,0 0-3-31,0 0-7 0,0 0-4 0,0 0-7 16,0 0-2-16,0 0-2 0,-7-11-3 16,7 11 0-16,-2-1-4 0,2 1-2 15,0-2-2-15,0 2-4 0,0-2 1 0,0 1-1 16,9-3-1-16,9 1 2 0,7 0-1 16,0 1 0-16,-2 2-1 0,6 0 0 15,-3 0 0-15,-5 0 0 0,-2 0-2 0,-1 2 1 16,-7-1-2-16,-1-1-2 0,2 2-5 15,-5-2-10-15,-1 1-15 0,-6-1-18 16,2 2-36-16,-2 1-49 0,6-1-71 0</inkml:trace>
  <inkml:trace contextRef="#ctx0" brushRef="#br1" timeOffset="174030.93">18071 9836 475 0,'0'0'58'0,"0"0"-12"0,0 0-10 0,0 0-14 32,0 0-8-32,0 0-7 0,0 0 2 0,0 0 2 15,0 0-6-15,-29 59 5 0,29-33-7 0,0-2-1 16,2 0 2-16,2-2-4 0,4-1 2 16,-6-4-1-16,2-2-1 0,-1-5 1 15,-3 3-1-15,4-3-1 0,-4-4 0 0,2 0-2 16,-2-6 0-16,0 5-7 0,0 0-5 15,4-1-18-15,-4 1-26 0,0-5-75 16,0 0-126-16</inkml:trace>
  <inkml:trace contextRef="#ctx0" brushRef="#br1" timeOffset="174401.97">18160 9944 453 0,'0'0'28'16,"0"0"8"-16,0 0-2 0,0 0-5 0,0 0-5 16,0 0-5-16,0 0-2 0,0 0-1 15,0 0-1-15,0 0-1 0,53-40 2 0,-46 29-5 16,-3-2 4-16,4-1-7 0,-4 5 3 15,0-6-2-15,0 8-2 0,-4 2-1 16,2 0-3-16,-2 5-1 0,0-1-1 16,0 1-3-16,0-2-2 15,5 2-2-15,-5 0 3 0,6 0-1 0,0 11 5 0,0 9 4 16,2 5-4-16,3 3 3 0,-3-2-5 0,-2-1 1 16,0 0 0-16,1-4 0 0,1-7-1 15,-2-1 0-15,-2-6-3 0,0 0-1 31,3 0-7-31,-7-4-31 0,4 2-41 0,-4-5-110 16,0 0-88-16</inkml:trace>
  <inkml:trace contextRef="#ctx0" brushRef="#br1" timeOffset="174637.62">18172 10115 597 0,'0'0'39'0,"0"0"-3"16,0 0-8-16,0 0-10 0,0 0-7 0,0 0-4 16,0 0 0-16,0 0-2 0,0 0 0 15,0 0-2-15,35 8-2 0,-12-8-1 16,6 0 2-16,0-5-5 0,-6 1-2 16,8-2-8-1,-7 2-29-15,-1 0-54 0,2 0-177 16,-6-1-12-16</inkml:trace>
  <inkml:trace contextRef="#ctx0" brushRef="#br2" timeOffset="186585.84">17494 11246 273 0,'0'0'48'0,"0"0"-5"0,0 0-5 0,0 0-8 15,0 0-3-15,0 0-4 0,0 0-4 16,0 0-1-16,0 0 1 0,0 0-2 15,-16 0 1-15,16 0 1 0,-5 0 1 16,5 0 2-16,-2 0-1 0,2 0-2 0,-4 0-4 16,4 0-4-16,-2 0-1 0,2 0-4 15,-4 0-2-15,4 0-1 0,-2 0-3 16,2 0 3-16,0 0-3 0,0 0 2 16,0 0 0-16,0 0 1 0,0 0-1 15,6 0 3-15,9 0 0 0,3-2-1 0,3 1 0 31,4 0-1-31,-1 1 0 0,-1 0-2 0,6 0 2 16,-6-2-1-16,4 2 1 0,-2 0-1 16,1 0 0-16,-1 0 1 0,2 0 2 15,-2-1 0-15,2 1 0 0,-2 0-1 16,1-2-3-16,-1 1 1 0,0-1 0 0,0 0 0 16,2 2-1-16,-2 0 1 0,-3 0-3 15,1 0 2-15,0 0 1 0,0 0-1 16,-1 2 2-16,-3 0-1 0,-1-1 0 0,1-1 0 15,0 2 1-15,1-2-1 0,-1 0 0 16,2 0 1-16,-9 0-1 0,2 0-1 16,5 0 2-16,-7 0-2 15,9 0-3-15,-8 0 3 0,-1 0-1 0,9 0 1 0,-9 0 2 16,3 3-2 0,3-2-1-16,-5 0-1 0,5 1 1 15,-5-1 0-15,-1 1 1 0,-2-2 0 16,3 0 0-16,-1 2 0 0,0-2-1 15,1 0 1-15,-5 0-1 0,5 0 1 16,-7 0-1-16,6 0 0 0,-10 0 1 0,9 0-1 16,-3 0-1-16,2 0 1 0,-4 0-2 15,1 0 2-15,-5 0 0 0,4 0 0 0,0 0 1 16,0 0-2-16,-6 0 2 0,0 0-1 16,0 0 0-16,6 0 1 0,1 0-1 15,-1 0 0-15,0 0 0 0,-6 0-1 16,0 0 2-16,0 0-1 0,2 0-1 0,-2 1 1 15,0-1 0-15,2 0-1 16,2 0 2-16,-4 0-1 0,2 0 0 0,-2 2-2 0,5-2 0 16,-5 0-1-16,2 0-3 0,-2 0-6 15,4 0-11-15,-4 0-31 0,0 1-42 16,0-1-108 0,2 0-83-16</inkml:trace>
  <inkml:trace contextRef="#ctx0" brushRef="#br2" timeOffset="187217.71">18441 11097 502 0,'0'0'61'0,"0"0"-6"0,0 0-3 16,0 0-11-16,0 0-10 0,0 0-4 16,0 0-7-16,0 0-3 0,0 0-5 0,0 0-4 15,-21-21 0-15,21 20-2 0,0 1-3 16,-2-2-1-16,2 2-2 0,0 0-2 0,0 0 2 16,0 0 0-16,12 2 1 0,3 3 0 15,10 5 0 1,-9-3 0-16,9 1 0 15,-4-2-1-15,-3 1 0 0,5-2 0 16,-6 1 1-16,-1-3-1 0,-1 0 1 0,-7 0 0 16,-2-3-1-16,4 2 0 0,-3 0 0 15,-1-1-1-15,0 0 2 0,-6-1 0 0,0 0-1 16,0 0 1-16,0 0-1 0,2 2 0 16,-2-2 0-16,0 0 1 0,2 0-1 15,2 0 0-15,-4 1 0 0,2-1-1 16,-2 0 0-16,5 0 1 0,-5 2-1 0,0-2 1 15,0 6 0-15,0 6 4 0,-11 6-4 16,1 5 4-16,-13 3-4 0,2 1 0 0,-3 2 1 16,-3 0 0-16,2 0 0 0,2-2 0 15,0-3 0-15,7-2 0 0,-1-4 2 16,9-6-2 0,-2-1 1-16,4-5-1 0,4-3-1 0,2-1 1 0,0-2 0 0,-3 0 0 15,3 0-1-15,0 2 0 0,-4 0-1 31,4-1 2-31,0 1-1 0,-2-1 1 0,2 1-1 16,0 0 0-16,-4 2 0 0,2 0 0 16,2 1 0-16,-4 0 0 0,4-5-1 15,0 0-1-15,0 0 0 0,0 1-4 16,-2 0-7-16,2 1-20 0,0-2-44 0,0 0-115 16,0 1-114-16</inkml:trace>
  <inkml:trace contextRef="#ctx0" brushRef="#br2" timeOffset="188555.83">17713 10807 353 0,'0'0'46'0,"0"0"-7"16,0 0-6-16,0 0-1 0,0 0-4 0,0 0 2 16,0 0 1-16,0 0-1 0,0 0-1 31,-27-1-3-31,23 1-5 0,4 0-3 15,-2-2-4-15,-2 2-3 0,4 0-3 0,0-1-2 16,0 1-1-16,0-4-3 0,12-1 0 16,5 0-1-16,-1-2 0 0,7 2 0 15,-4 2 0-15,1 0-2 0,1 0 1 0,4-1 0 16,-4 0 0-16,-1 1 1 16,3 0-2-16,-6 0 0 0,-1 2 1 0,-4-1 0 15,-5 2 0-15,-1 0 0 0,-6 0 1 16,0 0-1-16,0 0 0 0,2 0 0 0,-2 0-1 15,2 0-1-15,-2 0 0 0,4 0-3 16,-4 0-3-16,0 0-11 0,2 0-27 0,2 0-29 16,-4 0-57-16,0 0-70 0,2 0-45 15</inkml:trace>
  <inkml:trace contextRef="#ctx0" brushRef="#br2" timeOffset="188850.57">17843 10791 535 0,'0'0'37'0,"0"0"-12"16,0 0-10-16,0 0-9 0,0 0-3 15,0 0 0-15,0 0 4 0,0 0 0 0,0 0 0 16,-12 92-1-16,18-71 0 0,0 1-2 15,5-4 1-15,-5 0-3 0,-2-6 0 16,2 0-2-16,-2-4 0 0,-2-3 0 16,3 2 0-16,-3-2-1 0,-2-1 0 15,4 1-1-15,-4-5-3 0,0 0-2 0,0 0-7 16,2 1-13-16,2 4-29 0,-2-2-60 0,4 1-110 16</inkml:trace>
  <inkml:trace contextRef="#ctx0" brushRef="#br2" timeOffset="189385.13">18005 10832 567 0,'0'0'46'15,"0"0"-5"-15,0 0-8 0,0 0-9 16,0 0-7-16,37-82-5 0,-23 67-2 0,-5 4-1 16,3 2-4-16,0 1-1 0,1 4-3 15,1 1-1 1,-3 1-1-16,-3 2 0 0,10 0-2 0,-5 9 0 0,1 3 1 0,-3 4 0 16,-7-4 0-16,0 3 2 0,-4 3-2 15,0 2 2-15,-4 7-1 0,-4-3 1 31,-5 2 0-31,1-2 1 0,-1-1 0 0,-1-1 1 16,1-4 1-16,5-6-3 0,-2 0 2 16,4-4 1-16,2-1 1 0,-3 1 3 15,3-5-1-15,2 1 2 0,2-4 1 0,0 0 0 16,0 0 1-16,0 2 1 0,0-2-3 16,0 1-2-16,-4-1-1 0,4 0-1 15,0 2-1-15,0-2-3 0,0 0 2 0,0 0 0 16,12-2-1-16,3-4 1 0,8-3-1 15,-3 2-1-15,5-1 1 0,-2-1-2 16,2 1 2-16,-1 2 0 0,-3 0-1 16,4 0 1-16,-4 0-1 0,-5 2-1 15,-1-1 2-15,-3 2-1 0,-4 0 0 0,5 0 1 16,-9 1-1-16,0 2-2 0,-4 0 1 0,0-1 0 16,0 1-2-16,4 0-2 0,-2 0-4 15,4 0-18-15,-2 0-54 0,-1 7-187 31,-3 4-44-31</inkml:trace>
  <inkml:trace contextRef="#ctx0" brushRef="#br3" timeOffset="-213397.32">21008 11319 150 0,'0'0'48'0,"0"0"-2"0,0 0-3 0,0 0-7 15,0 0-1-15,0 0-7 0,0 0-4 16,0 0-4-16,0 0-4 0,-12 2-4 0,10-2-3 16,2 0-1-16,-2 0-1 0,2 0 2 15,-5 0 3-15,5 0 0 0,-2 0 4 16,2 0 3-16,-4 0 0 0,4 0 2 16,-2 0-1-16,2 0-2 0,-4 0-1 0,4 0-2 15,-2 0-5-15,2 0-1 0,-4 0 0 31,4 0-1-31,-2 0-1 0,2 0-1 0,0 0-3 16,-4 0 0-16,4 0-1 0,0 0 0 16,-2 0 1-16,2 0 1 0,0 0-3 15,0 0 1-15,0 0 0 0,-5 0 1 16,5 0 0-16,0 0 1 0,0 0-1 0,0 0 1 16,0 0-1-16,0 0 0 0,0 0-1 15,0 0 1-15,0-2-1 0,0 2 0 0,0-2 0 16,0 2-1-16,0-1-1 0,5 1 0 15,1-3 1-15,-4 1 0 0,10 1 0 16,3-4 1-16,-5 4 0 0,9-4 0 16,-5 2 1-16,-1 1-1 0,5-2 1 15,-5 3-1-15,-3-1-1 0,2 1 0 0,1 1 1 16,-1 0-2-16,1 0 1 0,-1 0-2 0,0 0 1 16,5 0 0-1,-5 0 0-15,7 0 0 16,2 1 1-16,1 1-1 0,5-1 0 15,0-1 0-15,-2 0 0 0,0 0 2 0,1 0-2 16,-1 0 2-16,-2 0-2 0,2 0 1 16,0-3 0-16,-1 2-2 0,-7 1 2 15,6 0-1-15,-7 0-1 0,3 0 2 0,4 0-1 16,-9 1-1-16,5 2 2 0,-5 1-1 16,1 0 0-16,7 2 0 0,-5-2 0 15,-1 1 2-15,-3-2-1 0,1 2 0 16,1-3 0-16,-3 0 0 0,7-1 2 15,-1 1 1-15,-3-1 0 0,6 1 0 0,-3-2-1 16,1 0-1-16,-1 2 1 0,3-2-2 0,-2 0 0 16,1 0 1-16,7 0 0 0,-10 0-1 15,3 0 0-15,-1-2 0 0,-5 0-1 16,9 2 1-16,-2-1-1 0,-7-1 0 16,7 2 1-16,-2-1 0 0,1 1 0 15,5-2 0 1,0 1 0-16,-4 0 0 0,1 1 1 15,1-2 0-15,0 2 0 0,0 0 0 0,-1-2 0 16,1 1-2-16,2-1 2 0,-5 1-1 16,3-2 0-16,-2 1 0 0,-3 2-1 15,1-1 2-15,-9-1-2 0,9 1 0 16,-2 1 0-16,-7-2 0 0,2 1 0 16,5 1 0-16,-7 0 0 0,3 0 0 0,-1 0 1 15,5 0-2-15,-7 0 1 0,2-2 0 0,11 2 0 16,-13-1 1-16,7-1 0 0,4 0-2 15,-13 2 2-15,10-2-2 0,-5 2 2 16,-1-2-1-16,9-1 1 0,-9 3-1 16,9-1 0-16,-2-1 0 0,-3 0-1 0,5 2 1 15,-3-1 0-15,1-1-1 0,2 1 1 16,-7 1 1-16,-1-2-1 0,1 2 0 0,-2-1 1 16,5 1-2-16,-3-2 1 0,-1 2 0 15,-1 0 0-15,-6 0 1 0,-1 0-1 31,1 0 0-31,-2 0 0 0,4 0 0 16,2-1 0-16,-3 1 0 0,-1 0 0 16,0 0 0-16,-2 0 0 0,2 0 0 0,1 0 0 15,-1 0 0-15,0 0-1 0,0 0 1 0,0 0 0 16,1 0 1-16,-7 0-1 0,0 0 0 16,0 0 1-16,0 0-2 0,2 0 1 15,4 0 0-15,0 0 0 0,-2 0 0 16,2 0 0-16,-6 0-1 0,0 0 2 0,0 0-1 15,2 0-1-15,-2 0 2 0,5 0-2 16,-5 0 1-16,2 0 0 0,-2 0-1 0,4 1 0 16,-4-1-4-16,2 0 0 0,-2 0-4 15,4 0-5-15,-4 0-7 0,2 0-15 16,-2 0-17-16,0 0-16 0,0 0-13 16,0 0-24-16,0 0-37 0,0-2-90 0</inkml:trace>
  <inkml:trace contextRef="#ctx0" brushRef="#br3" timeOffset="-212864.88">22920 11107 507 0,'0'0'50'0,"0"0"-7"0,0 0-6 16,0 0-6-16,0 0-9 0,0 0-3 15,0 0-4-15,0 0-3 0,0 0-3 16,0 0-4-16,-12-8-1 0,12 6-2 0,0 2-1 16,0 0 2-16,0 0-2 0,4 2 0 15,8 6 0-15,1 2 1 0,1-1 0 16,1 0 1-16,3 0 1 16,-3-3 1-16,3 1 0 0,-5-3 1 0,-1 0 2 0,3 1-4 15,-5 0 3-15,4 1-5 0,-5-3 0 31,1 0 0-31,-2 2 1 0,-4-4-1 0,5 2 0 16,-3-2-1-16,-2 1 1 16,0 1 0-16,-4-3 0 0,0 0 1 0,0 0-1 15,0 2-1-15,4-2 1 0,-4 0-1 0,2 1 2 16,-2-1 1-16,5 0-1 0,-5 0 0 16,2 2 0-16,-2-2-1 0,4 0 0 15,-4 0 2-15,0 1-1 0,0 3-1 0,-6 4 0 16,-7 6-1-16,-5 3 0 0,-3 3 1 15,2 1-1 1,-6 3-1-16,3 2 1 0,-7 1 1 0,6 2-1 0,-2-2-1 0,5-2-1 16,3-6-1-16,5-5 2 0,3-4 0 15,3-2 0-15,4-5 1 0,2 0-2 16,0-3 1-16,-4 0-1 0,4 0 0 16,0 1-1-16,0 1-2 0,0 0 0 0,-2-2-4 31,2 1-12-31,0-1-23 0,0 0-70 15,0 2-183-15,0-2-12 0</inkml:trace>
  <inkml:trace contextRef="#ctx0" brushRef="#br3" timeOffset="-211831.59">21738 10739 319 0,'0'0'61'0,"0"0"-9"0,0 0-5 0,0 0-4 15,0 0-2-15,0 0-1 0,0 0-2 31,0 0-5-31,0 0-8 0,0 0-2 0,-37-17-5 16,30 16-2-16,7 1-3 0,0-2-2 16,0 2-5-16,-2 0-2 0,2-1-2 15,0 1-2-15,0 0 1 0,0-3 1 16,7 0 1-16,7-2 0 0,7 1 0 0,-1 1-1 16,5 0-4-16,-2-1 3 0,0 1-1 15,1 2 1-15,-9-1 0 0,4 1-2 0,1 1 0 16,-1 0 0-16,4 0 1 0,-7 0 1 15,-4 0 0-15,-1 0-1 0,-1 0 0 16,-6 0-1-16,5 0 0 0,-9 0 0 16,4 0-1-16,2 1-1 0,-4 1 0 15,4-1-6-15,-6-1-3 0,0 0-8 0,0 0-12 16,0 2-12-16,0-2-7 0,4 1-3 0,-4 1 3 31,0 0 5-31,0 2 12 0,-6-1 11 16,-4 3 10-16,4-1 14 0,-1-3 11 15,5 0 5-15,-4-2 5 0,0 0 2 0,0 0 3 16,-7 0 1-16,11 0 0 0,-4-1 4 16,-4-2-2-16,6 1-1 0,-3 1-3 15,3-1-6-15,4 2-1 0,-2-1-4 0,2 1-4 16,-4 0-1-16,4 0-4 0,0 0-2 16,-6 0 1-16,0 4 0 0,-1 8-1 15,1 8 1-15,0 3-1 0,6 3-1 16,0 2-1-16,-2 4 1 0,2 2-2 15,-2 1 2-15,2-2-3 0,-4-3 2 0,4-1 0 16,-2-9 0-16,2-2 1 0,-4-6 0 0,4-5 0 16,0-1 1-16,0-2 0 0,0 2-2 15,0 0 0-15,0 0-1 0,0-6 0 16,0 0 0 0,0 0-2-16,0 2 1 0,0-1-1 0,0 1 1 0,0 0-2 0,0-1 1 15,0 1-1-15,0-2-3 0,0 1-6 31,0-1-15-31,0 0-28 0,0 1-40 0,0-1-84 16,0 0-109-16</inkml:trace>
  <inkml:trace contextRef="#ctx0" brushRef="#br3" timeOffset="-210315.1">22141 10733 238 0,'0'0'76'0,"0"0"-1"16,0 0-1-16,0 0-2 16,0 0-9-16,0 0-7 0,0 0-9 15,0 0-11-15,0 0-8 0,0 0-4 16,0 4-6-16,-4-4-3 0,4 0-3 15,0 0-3-15,-2-4-4 0,2-2-1 0,0-3-2 16,0-5-1-16,2 2 2 0,8-3-3 16,3 1 0-16,-1 2 1 0,-2 1 0 15,1 4-1-15,3 1 0 0,-4 1-1 0,-1 2 0 16,-1 0-1-16,-2 2 0 0,4 1 1 16,-3 0 0-16,1 0 0 0,2 4-1 15,-8 5 0-15,0 6 1 0,-2 2 0 0,0 5 0 16,0-1 1-16,-4-2-1 0,-6-2 1 15,2-3 0-15,1-2 0 0,1-5 0 16,0 0 1-16,0 0-1 0,4-4 2 16,2 0-1-16,0-3 1 0,0 0 0 0,0 0 1 15,0 2-2-15,-4-2 2 0,4 0 0 16,-2 1-1-16,2-1 0 0,-5 0 0 0,5 0-1 16,-2 0 0-16,2 0 0 0,-4 0-1 15,4 0-1-15,0 0-1 0,-2 0 1 31,2 0-1-31,0 0 1 0,0-1 0 16,2 1 0-16,11 0 0 0,-1 0 0 16,7 0 0-16,-5 6 1 0,-6-2 0 0,5 6 0 15,-3-2-3-15,-4 5 2 0,3-1 1 0,-5 3-1 16,-2 3 1-16,-2 1 0 0,0 5-1 16,-2-3 1-16,-4-3 1 0,-1 0-1 15,-5-2 1-15,0-1-1 0,-1-1 0 16,1-3 0-16,-1-3 1 0,1 0 0 15,8-4 1-15,-9 0-1 0,1 0 1 0,0-3 0 16,1 2 1-16,7-1 0 0,-8-2-1 0,6 0 1 31,-5 0-2-31,-1 0 1 0,10 0-1 0,-4-2 0 0,6 2 0 0,0 0 1 16,0 0-1-16,-3 0 0 0,3 0-1 16,-4 0 1-16,4-1-1 0,-2 1-1 0,2-2 2 15,-4 2-2-15,4-1 0 0,0 1-1 31,0 0-1-31,-2-2 0 0,2 2 0 0,0-1-2 16,0 1-4-16,0 0-23 0,0 0-57 16,0 0-201-16,0 0-32 0</inkml:trace>
  <inkml:trace contextRef="#ctx0" brushRef="#br3" timeOffset="-207565.22">24001 11633 302 0,'0'0'38'15,"0"0"-2"-15,0 0 1 0,0 0-5 16,0 0 0-16,0 0 0 0,0 0-2 16,0 0 2-16,0 0-2 0,0 0-2 0,-18-3-1 15,18 2-5-15,-2 1-5 0,2 0-1 31,0-2-7-31,0 2 0 0,0-1-2 0,0 1-1 16,0-2 0-16,0 2-3 0,0-3-1 16,6 1 0-16,-2 1-1 0,6 1 0 15,-3 0 2-15,5 0-1 0,0 0 2 16,-1 0 2-16,7 0 0 0,1 0 1 16,8-1 0-16,0-1-1 0,-5 1 0 0,1-1 0 15,0 0-1-15,-5 1-1 0,-1-1-1 0,2-1 0 16,-1 3-1-16,3-1 0 0,-5 1-1 15,1 0 0-15,-7 0 1 0,9 0-2 16,-5 1 2-16,1 2-1 0,8 0 1 16,-7 1 0-16,3-3 0 0,-3 2 0 15,1-3 0-15,6 0 0 0,-7 0 1 0,7 0-1 16,-5 0-1-16,3 0 1 0,0 0 0 0,6 0-2 16,-9 0 2-16,1 0-1 0,-1 0 0 15,-5 0 0 1,1 1-1-16,1 2 1 15,-3 1 2-15,3 0-2 0,3-1 0 0,1-1-1 16,2 0 1-16,3 2 1 0,1-4 0 16,2 0 0-16,0 0 0 0,0 0 0 15,8-6 0-15,-6 1 0 0,4-1 0 0,-2 0 0 16,0 0 1-16,0 1-3 0,-4 1 2 16,0-1-2-16,-3 2 0 0,-9 0 0 15,4 1-1-15,1 1 2 0,-1 1-1 16,-1 0 1-16,1 0-1 0,-5 0 1 0,1 0-1 15,4 0 1-15,-1 0 0 0,-5 0-1 16,7 0 2-16,-1 1-1 0,-1-1 0 0,5 0-1 16,2 0 1-16,-4-1 0 0,3-3 0 15,1-2 1-15,0 1-2 0,2 2 1 16,-2 0 0-16,-11 0-1 0,5 1 0 16,-11 1-1-16,-2-1 1 0,1 2 0 0,-1 0 1 31,0 0 0-31,0 0-1 0,9 0 0 15,-3 0-1-15,0 0 1 0,7 0 0 0,-7 0 1 16,-1 0 0-16,7 0-1 0,-5 0 1 16,7 0-2-16,-1 0 2 0,0 0 0 15,5 0-3-15,-9-1 3 0,3-1-1 16,-5 0-1-16,-1 2 1 0,3-1-1 16,-9 1 1-16,6 0 0 0,-5 0 1 0,-1 0 0 15,6 0-1-15,-8 0 1 0,3 0-2 0,5 0 0 16,-8 0 2-16,11 0-1 0,-3 0 0 15,0 0 1-15,-3-1-1 0,3-1 1 16,0 2-1-16,1-1 1 0,-5-1-1 16,4 1 0-16,1-1 0 15,-11 1 0-15,4 1-1 0,0 0 1 0,1 0 1 0,-1 0-2 16,0 0 1-16,-6 0 0 0,0 0 0 0,0 0-1 16,0 0 0-16,4 0 0 0,-4 0 0 15,2 0 0-15,-2 0-1 0,4 0-2 31,-4 0-3-31,0 0-5 0,2 0-8 16,-2 0-13-16,0 0-14 0,-2 0-37 16,-14 0-54-16,-5 0-144 0,-6 0 3 0</inkml:trace>
  <inkml:trace contextRef="#ctx0" brushRef="#br3" timeOffset="-207096.4">25804 11375 524 0,'0'0'62'16,"0"0"-7"-16,0 0-8 0,0 0-9 15,0 0-12-15,0 0-7 0,0 0-7 16,0 0-1-16,0 0-4 0,0 0 0 16,-10-4-2-16,20 5 1 0,4 7 0 15,5 1-2-15,0 1 0 0,-1-1 0 0,-1 2-1 31,1 0 0-31,5-2 0 0,-2-2 1 0,-1 1-2 16,1-2 0-16,-4-1 0 0,-3-2 0 16,-2 0 1-16,1-2-2 0,-1 0-1 15,-10-1 1-15,5 2 0 0,-7-2-1 16,0 0 3-16,0 0-3 0,4 2 0 0,-4-2 1 16,0 1-1-16,0 1 0 0,0 5 3 15,0 6-3-15,-7 5 0 0,-5 6 1 0,0 1-3 16,-1 0 4-16,-1 1-2 0,-3 0 2 15,3-1 0-15,-5 2 1 0,5-2 1 16,-3-2-1-16,3 0 2 0,-1-5-1 16,3-2-2-16,-1 1 2 0,1-3 2 0,6-2-4 15,-2-1 4-15,1-4-6 0,3-4 0 16,2 2 1-16,2-5-2 0,0 0 2 0,0 0 0 16,-4 1-2-16,4-1 0 0,0 0-2 15,-2 2-2-15,2-2-4 0,0 0-14 31,0 0-18-31,0-9-69 0,2-2-189 0,4-7-10 16</inkml:trace>
  <inkml:trace contextRef="#ctx0" brushRef="#br3" timeOffset="-206264.65">24545 11068 491 0,'0'0'65'0,"0"0"-9"15,0 0-5-15,0 0-10 0,0 0-8 16,0 0-7-16,0 0-4 0,0 0-2 16,0 0-4-16,-35-32-3 0,33 29-2 15,0 0-3-15,2 3-2 0,0-1-1 0,0 1-2 16,0-4 0-16,2-3-1 0,10 0-1 0,13-4 1 16,2 2 0-16,4 0 1 0,2 0-1 15,2 0 0-15,2-1-1 0,-4 5-2 31,0-1 1-31,-2 1-1 0,-10 2 1 0,0 1-2 16,-9 2-1-16,-6 0 0 16,7 0-2-16,-9 0 0 0,2 0 1 0,-4 5-3 15,-2 0 0-15,0 5-6 0,0 5-3 0,-2-3-5 16,-4 2-1-16,-4-5 4 0,3-4 3 16,5-4 4-16,-2 2 2 0,4-3 1 15,-2 0 3-15,-2 0 0 0,-2 0 3 16,2 0 2-16,-7 0 2 0,9-3 0 15,-2 0 4-15,-4-2 0 0,4 3 2 0,2-1 1 16,-2 0 0-16,-3 0 1 0,7-1 1 0,-2 1 0 16,-2 2 0-16,4 1-1 0,-4 0-2 15,-2 4-1-15,0 9 0 0,-5 5 0 16,9 3 0 0,2 2-1-16,0 3 2 0,0 1-2 0,2 1 1 0,2 0 1 0,3-1-5 15,-5-1 3-15,2-7-5 0,-2-3 0 31,-2-5 0-31,4-1 0 0,-2 1-1 0,-2-7-1 16,0 3 2-16,0-7-1 0,0 4 0 16,2 1 0-16,-2-1-1 0,0 3 0 15,0-7 0-15,0 0-2 0,0 0-1 16,0 1-9-16,0 0-14 0,0-1-33 0,0 2-47 16,0-2-169-16,0 0-20 0</inkml:trace>
  <inkml:trace contextRef="#ctx0" brushRef="#br3" timeOffset="-205431.75">24989 11049 611 0,'0'0'61'0,"0"0"-12"16,0 0-11-16,0 0-12 0,0 0-6 16,0 0-3-16,19-87-5 0,-9 72-2 15,-1 0-1-15,-1 0-2 0,4 1-2 16,1 2 0-16,-3 4-2 0,0 1-1 0,-3 2 0 15,5 3-2-15,5 2 0 0,-5 2-1 16,2 7 0-16,-5 3-1 0,1 2 1 0,-2 3-1 16,-4 3 1-16,-2 1-1 0,-2 0 1 15,0 0-1-15,-6-1 1 0,-6-3 0 16,10-5 0-16,-11-2 1 0,3 0 1 0,0-2-1 16,-7 0 1-16,5-2 0 0,4-1 1 31,1-4 1-31,-5 1-1 0,10 0 1 15,-4-2-1-15,2 1 0 0,4-1-1 0,0 0 1 16,0 0-1-16,0 0 0 0,-3 0-1 16,3 0 0-16,0-5 0 0,0 1 0 15,3-5 1-15,9-2-1 0,-6 5 0 16,9-3-1-16,1 5 1 0,-8 0 0 0,11 1 2 16,0 3-2-16,-5 0-1 0,5 0 0 15,-5 5 0-15,-1 1 0 0,-3-2 0 0,0 7 0 16,1 0 0-16,-9-2 1 0,8 6 1 15,-8 1-1-15,-2 1 0 0,0 6 4 16,0-1-4-16,-2-3 5 0,-8-1-5 0,3-1 0 16,-1-1 0-16,2-5 0 15,-2 0 0-15,-5-2 0 0,7-4 1 0,-10 2 1 16,5-1-1-16,-1-3 0 0,-5 0 1 0,9 1 0 16,-6-4 0-16,1 0-1 0,-3 0 1 15,5 0-1 1,5 0 1-16,-6 0 1 15,5-2-1-15,1 0 0 0,2 2 0 16,4 0-1-16,-2 0 1 0,2 0-1 0,0 0 1 16,-4 0-1-16,4 0-1 0,-2 0 1 15,2-1-2-15,0 1 2 0,-2 0-2 0,2-2 2 16,0 2 1-16,0-1 1 0,0 1 1 16,0-2-2-16,0 2 0 0,0 0-1 15,0 0 0-15,0-1 0 0,0 1 0 16,0 0 0-16,0 0 0 0,0 0-1 0,0 0-2 15,0-2 2-15,0 2-1 0,0 0-1 16,0 0-2-16,0 0-8 0,2 0-17 0,4 0-69 16,2 2-205-16,3 1-29 0</inkml:trace>
  <inkml:trace contextRef="#ctx0" brushRef="#br4" timeOffset="-180549.7">24086 13150 411 0,'0'0'59'0,"0"0"-3"0,0 0-7 0,0 0-5 15,0 0-7-15,0 0-7 0,0 0-8 16,0 0-6-16,0 0-3 0,19-81-4 0,-17 72-2 16,-2 6-1-16,4-1-2 0,-2 1 0 15,-2 3 1-15,0-2 0 0,0 2 1 16,0-2-2-16,4 1 2 0,-4-1-2 16,2 0 0-1,-2 1 1-15,4 1-2 0,-4-1 0 16,0 1 0-16,0-2-2 0,2 2 3 15,-2 0-2-15,0 0 1 0,0 11-2 0,-2 6 2 16,-8 5-1-16,-5 1 3 0,3 3-2 16,-7 1-2-16,-1 0 2 0,-1 1-6 15,-4-4 3-15,5-2 1 0,1-4 0 0,3-8 0 16,5-1 0-16,5-4 0 0,2-2-1 16,2 0 1-16,2-3 0 0,0 0-2 15,0 0 3-15,-4 2-1 0,4-2-1 0,0 1 1 16,0-1 0-16,-2 1-1 0,2-1 1 15,0 2-2-15,0 3 1 0,0-2 2 16,2 5-2-16,8 5 0 0,-2-2 0 16,7 2 0-16,-3-1-1 0,5 1 1 15,-7-1 0-15,7 0 1 0,-3 0-1 0,0 0 1 16,3 2-1 0,-3-1-1-16,-1 2 0 0,-1 2 0 15,1 0 0-15,-5 0 1 0,-2-4-1 16,0-1 1-16,-2-4-1 0,-4-3 0 15,3-1 0-15,-3-4 1 0,0 0 0 16,0 0 1-16,2 1-2 0,-2 1 0 0,0 0-2 16,0-1-2-16,0 1-4 0,4-1-7 15,-4 1-10-15,0-1-17 0,0 1-31 0,0-1-33 16,0 1-65-16,0-2-95 0</inkml:trace>
  <inkml:trace contextRef="#ctx0" brushRef="#br4" timeOffset="-179716.45">24028 13385 416 0,'0'0'46'15,"0"0"-3"-15,0 0-6 0,0 0-3 31,0 0-2-31,0 0-4 0,0 0-4 0,0 0-6 16,0 0-5-16,-2-14-3 0,2 12-2 16,0 2-2-16,0-1 0 0,0 1 0 15,0-2 0-15,0 1 0 0,10-2 1 16,9 0 0-16,4-2-1 0,-3 2-1 16,7 0-2-16,-2 1-2 0,0 0 1 0,2 0-1 15,-4-1 1-15,6 2-1 0,-7 1 1 0,7 0-1 16,-6 0 1-16,6 0 1 0,-2 0 1 15,0 0 2-15,0 0 0 0,4-2-4 16,2 2 3-16,0-2-1 0,-2 1-1 0,6 0 2 16,-4-1-1-16,0 1-2 0,0-1 1 15,0 1-1-15,0-1 0 0,0 1 0 16,-2 1-2-16,0 0 1 0,-4 0-1 0,4 0-1 16,-4 0 2-16,0 0-1 0,0 0 1 31,2 0 0-31,-2 0-1 0,0 0 2 15,-1 0-2-15,1 0 0 0,2 0 1 0,-2 0-3 16,2-2 3-16,0 0-1 0,0 1 1 16,-4-1-1-16,-1 1 0 0,-5 0-2 15,-2 1 2-15,-1 0 0 0,-3 0 1 0,-1 0 0 16,2 0-1-16,-1 0 1 0,-1 0-1 16,5 0 0-16,-5 1 1 0,7 0-2 15,-1-1 1-15,1 0 0 0,4 0 0 0,2 0-1 16,-1 0 2-16,1 0-2 0,2 0 1 15,0 0 0-15,-2 0 0 0,0 0 2 16,-3 0-2-16,-3 0 0 0,-1 0 0 0,-5 0-1 16,-1 0 1-16,7 0 2 0,-9 2-2 15,9-1 0-15,-3 1 0 0,1 0-1 16,12-1 1 0,-6-1 0-16,1 2 1 0,-3-2-1 0,4 0 0 0,-11 0 1 0,5 0-1 15,0 0 0-15,-7 0 0 0,9 0-3 31,-11 0 3-31,-4 0 1 0,4 0-1 0,-3 0 2 16,-1 0-2-16,0 0 0 0,-2 0 0 16,2 0 1-16,1 0-1 0,-1 0 1 15,-6 0-1-15,0 0-1 0,0 0 1 16,2 0-1-16,-2 0 2 0,2 0-2 0,-2 0 2 16,4 0 1-16,-4 0 1 0,2 0 1 15,-2 0-3-15,4 0-1 0,-4 0-2 0,2 0-3 16,-2 0-4-16,4 0-9 0,-4 0-31 15,0 0-60-15,-4-2-181 0,-8-4-14 16</inkml:trace>
  <inkml:trace contextRef="#ctx0" brushRef="#br4" timeOffset="-178150.36">24624 12776 504 0,'0'0'57'0,"0"0"-12"0,0 0-8 16,0 0-8-16,0 0-8 0,0 0-5 15,0 0-5-15,0 0-5 0,0 0-2 0,0 0 1 16,-25-12 1-16,29 10 3 0,10 1 0 16,7-1-4-16,10-2 1 0,0-1-1 15,2 1-1-15,2-2 0 0,-2-1-2 0,9 3 2 16,-7-2-1-16,2 1-3 0,-2 1 1 15,-4 1 0-15,0-2-2 0,-12 4 0 16,-9-1-1-16,-4 2-4 0,-6 0-2 0,0 0-5 16,7 0-3-1,-3 0-3-15,-2 0-15 0,-2 5-9 0,-2 4-13 0,-11 2-10 16,-5 2-11-16,-3-1-10 0,0-3-23 16,5-2 0-16,1-3 26 0,3-1 33 0,4-3 45 15,-5 0 27-15,3 0 14 0,2 0 15 31,1 0 13-31,1-1 6 0,6-4 6 0,-2 2-9 16,-2 0-8-16,2 0-9 0,2 3-3 16,-4-2-9-16,4 2-6 0,0-1-6 15,-2 1-7-15,2 0 0 0,-4 0 0 16,2 7 2-16,2 10-1 0,-5 6-5 0,5 1-4 16,0 2 0-16,0 1-4 0,0 0 0 15,0 3-3-15,0-5 0 0,0 1 0 0,0-8-2 16,0 0 0-16,-2-5-1 0,2-7 0 15,0 6 0-15,0-6 1 0,0 0-1 16,0 0 0-16,0-6 0 0,0 0 0 16,0 0 0-16,0 2-2 15,0-1-1-15,0 1-3 0,0-1-4 0,0 1-10 0,0-1-28 16,0 1-48-16,0-1-95 0,0 1-83 0</inkml:trace>
  <inkml:trace contextRef="#ctx0" brushRef="#br4" timeOffset="-177750.22">25109 12737 469 0,'0'0'62'16,"0"0"-7"-16,0 0-9 0,0 0-12 0,0 0-9 15,0 0-6-15,0 0-3 0,0 0 0 16,0 0 1-16,0 16-4 0,-10 4-1 0,2 1 1 16,2 2-6-16,-3 1 1 0,3 2-2 15,0 0-2-15,2-3 0 0,2-5 0 16,-2-1-3-16,4-5 2 0,-3 0-2 16,3-1 0-16,-4-7 1 0,4 2-2 0,0-6 1 15,0 0 0-15,0 0 0 0,0 3 2 31,4-1 1-31,5 0-1 0,9-2-1 0,1-4-1 16,6-5 0-16,-5 0-2 0,1-1 1 16,0 0-1-16,-5 4 1 0,3 2-2 15,-11 1-1-15,5-1-2 0,-1 3-3 16,-10-1-2-16,4 2-1 0,-6 0-4 16,4 0-6-16,0 0-5 0,3 0-18 0,-3 2-19 15,-4-2-19-15,0 0-38 0,0 0-69 0,0 5-43 16</inkml:trace>
  <inkml:trace contextRef="#ctx0" brushRef="#br4" timeOffset="-177417.1">25188 12782 586 0,'0'0'53'0,"0"0"-12"15,0 0-12-15,0 0-12 0,0 0-8 16,0 0-1-16,0 0 0 0,0 0 4 0,0 0-2 16,0 0-1-16,-10 29 1 0,10-3-3 15,0 1-1-15,0 2-1 0,0 1-3 0,0-1 0 16,4 2-2-16,-4-3 1 0,0 1-1 16,0-3 1-16,0 0-1 0,0-8 1 15,0 0-1-15,0 1 1 0,0-7 2 0,0 6-4 16,0-8 6-16,-4-3-7 0,4-1 4 15,0-6-2-15,-3 0 1 0,3 0-1 16,0 1 1-16,0 1-1 0,0-1-1 0,0 0 1 16,0 1 0-16,0 0-1 0,0-1-7 15,0-1-8-15,0 2-18 0,0-2-50 16,0-3-148-16,0-8-65 0</inkml:trace>
  <inkml:trace contextRef="#ctx0" brushRef="#br4" timeOffset="-172500.29">21597 12603 194 0,'0'0'32'0,"0"0"-4"0,0 0 2 16,0 0 6-16,0 0 7 0,0 0-1 16,0 0 1-16,0 0-1 0,0 0 0 15,0 0 2 1,-70 8-2-16,70-8-5 0,-2 0-6 15,2 1-11-15,-4-1-5 0,4 0-6 0,-2 0-3 16,2 0-2-16,-2 0-3 0,2 0 0 16,-4 0 0-16,4 0 0 0,0 0 1 15,0 0 3-15,0 0-1 0,0 0 6 16,12 0 0-16,9 0 0 0,5 0 1 16,3 0-4-16,0 0-2 0,4 0 0 0,3-4 0 15,-3 1-1-15,0-1 0 0,0 1-1 0,0 2-2 16,0 1 0-16,0 0-2 0,-2 0 1 15,0 0-1-15,0 0 1 0,-8 1 0 16,4 2 1-16,-3 1 2 0,3 0-3 16,-2-1 2-16,6-1 0 0,0 0-2 15,2-2 3-15,0 2-2 0,0-2 1 0,0 0 0 16,-2 0 0-16,-4 0 2 0,0 0-3 0,0 0 0 16,-8 0 0-16,-3 0 0 0,-1 0-1 31,-3 0 0-31,-4 0 0 0,-1 0-1 0,-1 0 2 15,-6 0-1-15,0 0 0 0,0 0 1 16,0 0-1-16,4 0 2 0,-4 0-2 16,2 0 0-16,-2 0 2 0,6 0 1 15,0 0 0-15,1 0 2 0,-1 2-4 0,0-2 0 16,0 0-1-16,0 0-2 0,1 0 0 16,-3 0-1-16,0 0-7 0,2 0-11 15,0 0-24-15,-6 0-43 0,0 0-86 16,0-4-122-16</inkml:trace>
  <inkml:trace contextRef="#ctx0" brushRef="#br4" timeOffset="-171599.89">21637 12556 448 0,'0'0'43'0,"0"0"-3"16,0 0-2-16,0 0-7 0,0 0 2 15,0 0-6-15,0 0 1 0,0 0-3 0,0 0-4 16,0 0-1-16,-7-29-4 0,7 28-3 15,0-1 0-15,0 1-4 0,0-1 0 16,0 0-2-16,0 1-2 0,0-5-2 16,0 0-1-16,0 1-1 0,0 1 1 15,0-1 0-15,0 1-1 0,0-1 2 0,4 2-2 16,-4 3 0 0,3-3 0-16,1 0 0 0,-2 0-1 0,2 0 1 0,-4 3-1 0,0-2-1 31,0 2-1-31,0 0 1 0,0 0 0 15,0 0 2-15,-4 8 0 0,-2 4 0 0,-7 3 0 16,1 2 2-16,-3 0-4 16,1 1 5-16,1-3-3 0,1-4 0 0,4-1 0 15,2-3-1-15,1-5-1 0,3 1 2 0,-2-1 0 16,2 1-1-16,-2 0 1 0,2 0 2 16,2-3-5-16,-4 0 4 0,4 0-2 15,0 2 0-15,0-2 2 0,0 1-3 16,-2-1 1-16,2 1 0 0,0-1-1 0,0 2 1 15,0 3 2-15,6 2-2 0,2 4 1 16,9 1-1-16,-3-1-1 0,1-2 1 0,3 1 0 16,1 1 1-16,-1 0 0 0,3 1-1 15,-2 1 2 1,1 1-3-16,-1 0 1 0,-4-2 0 0,-5-4-1 0,2 1 1 0,-10-3 0 16,5-3 0-16,-5 0 0 0,-2-3 1 15,0 0-1-15,0 0 1 0,0 1 0 31,4 1 1-31,-4 0-1 0,2-2 2 0,-2 1 1 16,4-1-1-16,-4 2 3 0,0-2-1 16,0 0 0-16,2 1 0 0,-2-1-2 15,0 0-1-15,4-6 0 16,-4-8-2-16,2-4 0 0,-2-2-1 0,0-4 1 0,0 0 1 16,-6 0-1-16,0-1 2 0,0 1-2 15,-3-2-1-15,3 1 3 0,0 0-5 0,0 2 6 16,0 8-1-16,-1 3-1 0,5 3 1 15,-4 1 0-15,2 1-2 0,2 2 1 16,2 2 1-16,0 3-2 0,-2-2 0 0,2 2 1 16,0-1-1-16,0-1-1 0,0 1 2 15,-4 0-2-15,4-1 0 0,0 2 1 16,0-1-1-16,0 1 1 0,0-2-1 0,0 2 0 16,-2-2-4-16,2 2 3 0,0-1-2 15,0 1-3-15,0 0-1 0,0 0-8 31,0 0-14-31,2 0-29 0,6 0-74 16,8 5-167-16,-1-1-3 0</inkml:trace>
  <inkml:trace contextRef="#ctx0" brushRef="#br4" timeOffset="-170967.61">22017 12741 538 0,'0'0'57'0,"0"0"-11"0,0 0-8 31,0 0-11-31,0 0-7 0,0 0-9 16,0 0-4-16,0 0-5 0,0 0 3 0,0 0-1 16,-25 6 1-16,25-6 2 0,0 0-1 15,12 0-1-15,7 0 1 0,2-1-1 0,4-4-1 16,-5-1-2-16,1 1-2 0,-5 1 1 16,-1 3-2-16,-3-1 0 0,-5 1-1 15,1 1-7-15,-2 0-1 0,0 0-8 16,0 0-9-16,-4 0-15 0,3 0-16 15,1 0-13-15,0 1-19 0,-6-1-36 0,0 0-67 16</inkml:trace>
  <inkml:trace contextRef="#ctx0" brushRef="#br4" timeOffset="-170700.48">22155 12740 430 0,'0'0'65'0,"0"0"-10"0,0 0-9 16,0 0-7-16,0 0-9 0,0 0-9 15,0 0-8-15,0 0 1 0,0 0-4 0,-18-8 2 16,16 13 0-16,2 8-2 0,-2 7-1 16,2 3 0-16,0 6-2 0,0 0 0 15,0-4-4-15,0 1-1 0,0-7-2 16,0 0 1-16,0-7 0 0,0 2-1 0,0-1 0 16,0-6 1-16,0-2-3 0,0 0 2 15,0 2 0-15,0-2-1 0,0 1 0 0,0-6 0 16,0 0-6-16,0 0 3 0,0 2-3 15,0 0-2-15,0-1 0 0,0 1-7 16,0-1-11-16,0 0-26 0,0-1-38 16,0 2-79-16,2-2-97 0</inkml:trace>
  <inkml:trace contextRef="#ctx0" brushRef="#br4" timeOffset="-170284.02">22408 12723 525 0,'0'0'36'16,"0"0"-2"-16,0 0-2 0,0 0-8 15,0 0-3-15,0 0-5 0,0 0-4 16,0 0-2-16,0 0-2 0,0 0-3 15,-42 84-1-15,32-68 0 0,-2 0 0 0,3-4 0 16,3-1 1-16,0-3 0 0,4-3 0 0,-2 4 1 16,2-4 1-16,2-1-2 0,-5 0-2 15,5-4 0-15,0 0 0 0,0 0 1 16,0 4 3-16,0-1-3 0,13-2 0 16,5-1-2-16,3 0 0 0,6-1 0 15,-2-4-2-15,0-1 1 0,-1 2-1 0,-7 1-1 31,-1-1 3-31,-3 3-2 0,-3 1-2 0,3 0 0 16,-7 0-4-16,0 0 0 0,-2 0-3 16,2 0-2-16,-4 0-1 0,5 1-2 15,-7-1-6-15,0 0-9 0,0 0-12 16,0 2-13-16,0 0-12 0,0-1-22 16,0 1-25-16,0-1-35 0</inkml:trace>
  <inkml:trace contextRef="#ctx0" brushRef="#br4" timeOffset="-169899.87">22478 12747 567 0,'0'0'44'15,"0"0"-5"-15,0 0-7 16,0 0-11-16,0 0-4 0,0 0-6 15,0 0-1-15,0 0-2 0,0 0-2 0,0-15 0 16,0 13 0-16,0 2-1 0,0 0 0 16,0 2-2-16,0 13 1 0,0 7 4 15,0 6-5-15,0 1 3 0,0 0-3 0,0 0 0 16,0 0-2-16,-4-2 0 0,2-1-1 16,2-6 0-16,-4-3-1 0,4-6 1 15,0 1 0-15,-3 2-1 0,3-8 1 16,0 1 0-16,0-7-1 0,0 0 1 15,0 0 0-15,0 1 0 0,0 0 0 0,0 1 1 16,0-1-2-16,0 1 1 0,0-1 0 0,0 1 0 16,0 0 0-16,0-1 0 0,0 1-1 15,0-1-1-15,0 1-1 0,0-1-3 16,0 0-8-16,0 1-16 16,0 0-52-16,0-1-199 15,0 1-15-15</inkml:trace>
  <inkml:trace contextRef="#ctx0" brushRef="#br5" timeOffset="-147051.31">26507 13775 262 0,'0'0'51'16,"0"0"-1"-16,0 0-11 0,0 0-3 15,0 0-3-15,0 0-7 0,0 0 0 0,0 0-4 16,0 0 1-16,-23-50 0 0,19 47 1 16,4 3-2-16,0-1-2 0,0 1-2 15,0-2-5-15,-2 2-2 0,2-2-2 0,0 2-4 16,0-1-2-16,-4 1-2 0,4 0 1 16,0 1-2-16,-2 11 3 0,2 8-1 15,0 7 1-15,0 4 3 0,0 1-5 16,2 2 4-16,4 1-3 0,-6-1 0 15,4-1 1-15,-4-1 0 0,0-2 1 16,0-2-1-16,0-4 3 0,-4-6-2 0,2-1 0 0,-2-7 1 16,2 1-3-16,-3 0 1 0,5-6 1 15,-2 0-2-15,2-5-1 0,0 0 2 16,0 0-3-16,0 2 2 0,0-1-1 16,0 1-1-16,0 0 1 15,0-1 1-15,0 1-1 16,0-1 0-16,0 1 1 0,0-1-1 15,0-1-1-15,0 2 2 0,0-2-2 0,0 1-1 16,0-1 3-16,0 2-1 0,9-1 0 16,-3-1 0-16,6 2 0 0,7-1 0 15,-1-1-1-15,5 0 1 0,2 0 0 0,0 0-1 16,-5 0 1-16,5 0 0 0,-4 0 0 16,2 0 0-16,-1 0-1 15,3 0 0-15,2 0 1 0,-2 0-1 0,2 2 0 0,4-2 0 16,0 0 0-16,-2 2 1 0,4-1-1 15,2 0 1-15,-2 1 1 0,0-2-2 16,2 0 0-16,2 0 0 0,-4 0 1 16,5 1 0-16,-5 1 0 15,0 1-1-15,-2-2-1 0,-4-1 1 0,0 2 0 0,-3-2 1 16,-9 0 1-16,3 0-2 0,1 0 0 0,0 0 0 16,1 0 1-16,-1 0 0 0,0 2 1 31,1-2 0-31,5 0-2 0,-2 0 1 15,0 1-1-15,-1 1 0 0,3-2 2 16,2 0-3-16,-2 0 2 0,0 0 0 16,-11 0-1-16,5 0 2 0,-1 0-2 0,-5 0 0 15,5 0 0-15,-7 0-1 0,5 0 1 0,3 0 0 16,-9 0 0-16,13 0 1 0,-7 0-1 16,-3 0 1-16,9 0-1 0,-5 0 0 15,-7-2 1-15,9-1-2 0,-7 0 2 0,-1 1 0 16,1 1 0-16,-2-2-1 0,-1 1 0 15,-3 1-2-15,2 0 2 0,-4-1 1 16,5-1-2-16,3 0 2 0,-2 1-1 0,-1-1-1 16,3 2 2-16,2-4 0 0,-1 4-2 15,5-3 3-15,-3 0-2 0,-5 3 0 16,7-2 0-16,-5 1-1 16,-6 1 1-16,1 1-1 15,-7 0 2-15,0-2-1 0,0 2 0 16,0 0 1-16,4 0-2 0,-4 0 2 15,2 0-1-15,-2 0 0 0,4 0 0 0,-4 0 0 16,2 0 0-16,-2 0 1 0,4 0 0 16,-4 0-2-16,2 0 2 0,-2 0-1 0,2 0 1 15,-2 0 1-15,4 0-1 0,-4 0 0 16,2 0 1-16,-2 0-1 0,0 0 2 16,5 0 1-16,-3 0 2 0,-2 0 0 15,4 0 0-15,-4 0 1 0,0 0-3 0,2 0-1 16,-2-6-1-16,0-6 0 0,0-7-2 15,-6-5 2 1,-1 0-2-16,1 0-1 0,-2-2-1 0,2 0 1 0,-2 0-1 0,1 0-3 16,1 1 4-16,-4 2-2 0,4 3 6 15,1 5-2-15,-1 1 1 0,2 5 1 16,2 0-3-16,-4 2 0 0,2 2 0 0,2 2 0 31,2 3 0-31,0-2 0 0,0 2 0 16,0-1-3-16,-4-1 2 0,4 1-1 15,0-1-1-15,-3 1-1 0,3-1-4 16,0 1-9-16,0 1-11 0,-4-2-30 0,4 1-51 16,-2-4-171-16,-4 1-24 0</inkml:trace>
  <inkml:trace contextRef="#ctx0" brushRef="#br5" timeOffset="-146269.41">27210 13872 472 0,'0'0'51'15,"0"0"-9"-15,0 0-7 0,0 0-10 0,0 0-9 16,0 0-6-16,0 0-1 0,0 0-1 16,0 0 4-16,-5-3-3 0,5 17 1 15,0 5 1-15,0-6-3 16,0 6-2-16,0-5-3 0,5-2 3 0,-5 0 1 0,0-6 3 15,2 0 2-15,-2-6-3 0,0 0 1 0,0 0 3 16,0 2-2-16,0-1 0 0,0-1-2 16,0 0-4-16,0 0 1 0,0-1-2 15,0-13 4-15,0-6-3 0,0-5 0 16,0 0 1-16,4-1-6 0,-2 1 3 0,6 0-4 16,-2 3 0-16,5 2 2 0,-3 7-1 31,2 0 0-31,-6 7 0 0,7 0 0 15,-5 0 0-15,0 5-1 0,2-1 0 16,5 2 0-16,-5 0 0 0,9 3 1 0,-5 6-2 16,-6-1 0-16,2 4 2 0,-6-5-3 15,3 6 3-15,-5 3 1 0,0 1-4 16,0 2 4-16,-9 0-4 0,-3-4 2 0,0-4 0 16,-5-2 3-16,7-3-3 0,-7-2 1 15,5-1 0-15,-1-1 0 0,3 0 1 0,-2-2-2 16,1 0 2-16,5 0-1 0,-2-2 1 15,6 0 2-15,-4 1-3 0,1-1 1 16,5 2 1-16,0-1-4 0,0 1 2 0,0 0-1 16,0-2 0-16,0 2 2 0,0 0-2 15,0 0 2-15,13 0-1 0,5 0-1 16,7 5 2 0,-4 1-3-16,0 2 3 0,-1-1-2 0,3 1 1 15,-9 1 0-15,5 0 0 16,-11-1-2-16,5 1 2 0,-7-3 0 15,0 1-1-15,0 7 2 0,0-5 0 0,-3 5-1 16,3-3 1-16,-6-3-1 0,4 3 0 16,-4-6 1-16,2 4-1 0,-2-5-1 15,4 1 1-15,-4 0-1 0,0-5 0 16,0 0-2-16,0 0-5 0,2 1-10 16,-2 1-20-16,0-2-43 0,0 1-81 0,0-1-133 15</inkml:trace>
  <inkml:trace contextRef="#ctx0" brushRef="#br5" timeOffset="-145435.15">27503 13883 475 0,'0'0'68'0,"0"0"-8"0,0 0-7 0,0 0-12 16,0 0-7-16,0 0-10 0,0 0-4 16,0 0-1-16,0 0-4 0,27-82-4 15,-21 68-2-15,0 5-3 0,3-1-1 0,1 1-1 16,-4 4-1-16,2-1-2 0,5 2-1 16,-5 3 0-16,4 1-1 0,5 0 1 15,-9 3 0-15,5 6-1 0,-5-3 0 0,-4 4-1 16,2-2 0-16,-6 3 0 0,0 7 2 15,0-1 3-15,-4 4-5 0,-4-2 5 16,0-1-6-16,-9-1 3 0,5-1 1 0,-1-1-2 16,3-1 2-16,4-4-1 0,-5 3 0 15,3-3 1-15,4-2 0 0,-2 0-1 16,0-1 0-16,4-4 0 0,-1 0 0 0,-1 2 1 16,4-5-1-16,-2 3 0 15,-2 0 1-15,2 0-1 0,2 0 1 0,0-3-1 31,0 0 1-31,-4 1-1 0,-2 1 0 0,4 0 1 16,-2 1 0-16,4-3-1 0,0 0 1 16,0 0-1-16,0 0 1 0,-3 1-1 15,3-1 0-15,0 1 1 0,0-1 0 0,-4 0 1 16,4 2 1-16,0-2-1 0,0 0 0 16,0 1 0-16,-2-1-1 0,2 0 0 15,0 0 0-15,0 0 0 0,-4 0 0 0,4 0 0 16,-2 0 0-16,2 0-1 0,0-1 1 15,0-1-1-15,0 1 0 0,0-5 1 16,0 0-1-16,0-3-1 0,6 1 2 0,-6 4-1 16,6-4 0-1,-3 5 0-15,1-2-1 0,2-1-1 0,-4 3 1 0,2 0 1 16,-2 2 0-16,-2 1 0 0,0-2-1 0,0 2 0 16,6 0 0-16,1 0 0 0,1 2 2 31,4 5-1-31,-1 2 0 0,-3 1-1 15,0-2 1-15,2 3 0 0,-8-3 0 16,9 0 0-16,-5-4 0 0,-4-1 1 0,8 0-1 16,-1 0 1-16,3-3-1 0,-4 0 0 15,3 0 0-15,-3-1 1 0,0-4 0 0,3 0-1 16,-3 0 0-16,-2 0 1 0,-2 2-1 16,2-3 1-16,-4 1-1 0,-2 0 1 15,5 2 0-15,-5 3-1 0,0-5 0 0,2 0 1 16,-2-1-2-1,0 2 1-15,0 4-1 0,0-2-3 0,0 2-2 0,0-2-5 16,2 2-11-16,-2-1-30 0,0-1-54 0,0-2-189 16,-2-1-8-16</inkml:trace>
  <inkml:trace contextRef="#ctx0" brushRef="#br5" timeOffset="-143452.52">23974 13936 261 0,'0'0'51'0,"0"0"-3"16,0 0-3-16,0 0-4 0,0 0-5 0,0 0 0 15,0 0-2-15,0 0 2 0,0 0 0 0,0 0-4 16,-24-6-4-16,24 6-8 0,-4-2-6 15,4 2-3-15,0 0-4 0,-3-1-1 16,3 1 3-16,0-2-3 0,0 2-1 0,0-2 0 16,0 2-3-16,0-1 0 0,0 1-1 15,0-1 0-15,0 1 0 0,0 0 0 16,3-2 0-16,3 2-1 0,0-1 1 0,6 1 1 16,1 0 0-16,-1-2 1 0,1 2-1 15,1 0 4-15,5-1-4 0,-7-1 0 31,9 2-1-31,-9 0-1 0,0 0 1 0,3 0-1 16,1 0 1-16,1 0-1 0,-5 0 1 16,7 0-1-16,0 0 0 0,-1 0 1 15,3 0-1-15,0 3 1 0,3-1 0 0,3 1 0 16,-2-2 0-16,2 2 1 0,0-1-2 16,-2-1 1-16,2 1-1 0,-11-2 0 15,5 1 3-15,-3-1-2 0,-3 0-1 16,5 2 1-16,-1-2-1 15,2 0 0-15,-3 0 2 0,1 1-2 0,0 1 0 0,-7-1-1 16,4 1-1-16,3-1 3 0,0 1-1 0,1 1 2 16,-1 0-2-16,2-1 1 0,1 0-1 15,1 0 1-15,2-1 1 0,0-1-1 16,0 0 1-16,-3 0-1 0,7 0-1 0,-2 0-1 16,-2 0 1-16,-2-1 1 15,1-1-1 1,1 0 2-16,-6 0-1 0,-3 1-1 15,7-1 0-15,-2 0 0 0,6 1 0 0,-3-1 0 16,1-1 0-16,-2 2 1 0,-6-1-2 16,3 2 1-16,-1-1 1 0,-7-1-1 15,9 2 1-15,-3-1-1 0,-5 1 0 0,8-2 1 16,-3 2-2-16,-3-1 1 0,3 1 2 16,3-2-2-16,-9 2-1 0,9 0 2 15,2 0-3-15,-7 0 2 0,3 0 0 0,-1 0 1 16,7-2 1-16,-4 2-3 0,6 0 1 15,2-1-1-15,-6 1 0 0,1 0 2 16,-3 0 0-16,4-1-1 0,-5 1 1 0,5-2-1 16,-4 2-1-16,4 0 2 0,-11 0-1 15,9 0 0-15,-4 0 0 0,-9 0-1 16,13 0 2-16,-11 0-1 0,-2 0 0 0,3 0 0 16,-7 0 0-16,4 0 0 0,-3 0 1 31,-3 0-1-31,2 0 1 0,0 0-1 15,4 0 1-15,3-1 0 0,-1 1 0 0,-1 0 1 16,1 0 0-16,0 0 0 0,-1 0 0 16,3 0 0-16,-1 0-1 0,-1 0-1 15,-2 0 0-15,3 0 0 0,-3 0 0 0,-4 0 1 16,0 0 0-16,-6 0-1 0,0 0 1 16,0 0-2-16,2 0 1 0,9 0 1 15,-9 0-2-15,4 1 1 0,-6-1-1 16,0 0-1-16,0 0-1 0,2 0-2 0,-2 2-6 15,4-2-8-15,-4 1-18 0,0-1-41 16,0 1-92-16,0-1-127 0</inkml:trace>
  <inkml:trace contextRef="#ctx0" brushRef="#br5" timeOffset="-142519.96">24183 13801 495 0,'0'0'53'0,"0"0"-4"0,0 0-7 15,0 0-6-15,0 0-7 0,0 0-4 0,0 0-5 16,0 0-4-16,0 0-3 0,0 0-1 16,-4-49-3-16,4 49 1 0,0-1-2 15,-2-1 0-15,2 1-1 0,0-1-1 0,0 0 1 16,-2 1-2-16,2-1-1 0,0 2 0 16,-4-1-4-16,2 1 0 0,-2 0 0 15,-5 0 0-15,-3 4 0 0,-7 6-2 0,5 2 1 16,-5 3 0-16,-1 3 0 0,-5 2 1 15,0 2 5-15,-6 2-7 16,4-2 6-16,0-1-4 0,2-4-1 0,7-6 2 0,3-4-3 16,7-2 2-16,2-3 0 0,2 0 0 15,4-2 2-15,0 0-2 0,0 0-1 16,-2 0 1 0,2 2 1-16,0-2-1 0,-4 0 4 15,4 1-4-15,0-1-1 0,0 0 1 16,0 0-3-16,0 2 2 0,0-2-2 15,0 5 2-15,0-1 1 0,6 2 0 0,4 5 4 16,3-2-5-16,1 3 1 0,0 0 0 16,3 1-2-16,-3-2 2 15,1 1-1-15,4 2 0 0,-5 0 1 0,-2-2 0 0,5 2-2 16,-5-5 3-16,-3 0-2 0,3 0 2 16,-6-3-1-16,2 3 0 0,-1-4-2 15,-3-2 2-15,-2 0-1 0,-2-3 2 0,0 3 1 16,0 0-2-16,2 0 1 0,2 2-1 15,-4-5 1-15,0 0 0 0,0 0-1 16,2 1 2 0,-2 1-2-16,0-1 0 0,0 1 2 0,4-1 0 15,-4 1 0-15,0-2 1 0,0 0 0 0,2 1 0 0,-2-1 1 16,0-1-2-16,4-5 0 0,-4-6 0 0,0-8-1 16,0 2 0-16,0-7 0 0,0 3 0 31,-6-1-1-31,2-1-1 0,-2 1 3 15,4-2-2-15,-4 3 3 0,4 5-3 0,-3 2-3 16,3 6 3-16,2 4 0 0,0 1 0 16,0 4 0-16,-4-2-1 0,4 2-2 15,0-2 1-15,0 1-2 0,0-1-2 16,0 1 1-16,0-1-7 0,0 1-10 16,0 1-17-16,0 0-55 0,0 0-190 0,0 0-25 15</inkml:trace>
  <inkml:trace contextRef="#ctx0" brushRef="#br5" timeOffset="-139834.54">24851 14162 400 0,'0'0'65'0,"0"0"-6"15,0 0-7-15,0 0-5 0,0 0-9 0,0 0-8 16,0 0-11-16,0 0-6 0,0 0-3 15,-21-3-3-15,17 3-2 0,4-1 0 16,0 1 0-16,0-2 0 0,13-3 3 16,5-1-3-16,9-3-1 0,6 2-2 0,4-3-2 15,-2 2 1-15,7 0-1 0,-7 0 0 16,2 4 0-16,-8-1-1 0,-6 3 0 0,-3 2-1 16,-5 0-1-16,-9 0-1 0,0 0-3 15,-2 0 0 1,-1 0 0-16,1 0-3 15,2 2-2-15,-6 3-18 0,0 4-13 16,-6-2-10-16,-5 4-2 0,3-5 5 16,-4-3 5-16,-1 0 6 0,1-1 4 0,-1-2 11 15,1 0 12-15,-4 0 10 0,5-3 5 0,-1-4 8 16,4 4 4-16,3 0 8 0,-3-1 6 16,6 1-2-16,-2 0 0 15,2 1 4-15,2 2 1 0,0 0-3 0,0 0 1 0,-4 0-5 16,4 0-3-16,-6 0-1 0,-1 7-3 15,5 1 0-15,-4 9-1 0,6 1-4 16,0 4-2-16,0 5-3 0,0-1 1 0,6-2-5 16,-4-1 0-16,2-2-1 0,-1-6-2 15,1 0-1-15,-4-4 1 0,2-1-3 16,2 1 2 0,-4-6-1-16,2-1 1 0,-2-4-1 0,0 0 1 0,0 0-2 0,0 2-1 31,0 0-1-31,0-1-3 0,0 1-4 15,0-1-5-15,0 0-18 0,4 6-22 0,-2-3-51 16,2 2-145-16,-2-1-8 0</inkml:trace>
  <inkml:trace contextRef="#ctx0" brushRef="#br5" timeOffset="-139350.68">25312 14166 537 0,'0'0'42'0,"0"0"-7"0,0 0-7 15,0 0-6-15,0 0-7 0,0 0-1 16,0 0-1-16,0 0 2 0,0 0 0 0,0 0-3 16,4 13-1-16,-10 2-4 0,0-1-1 31,-1-4-2-31,1 2-1 0,0-2-1 15,6-7-1-15,-4 1 1 0,4-4-1 0,0 0 0 16,0 0 2-16,0 1 0 0,0-1-3 16,0 0 1-16,0 0 0 0,16 0 0 15,-1 0 0-15,3 0-1 0,1-1 1 0,-4 1-3 16,3 0 1-16,3 1 0 0,-3 6 0 16,-3-1 1-16,-3 1-2 0,-5 0-1 15,1 0 3-15,-2 1 2 0,-2 0-2 16,2 2 1-16,-6-1 1 0,0 1-2 15,0 1 2-15,-4 6-2 0,-4-2 2 0,-7 5 1 16,3-3 0-16,-7-2 0 0,5-3 2 0,2-3-3 16,-1-2 2-16,1-2-2 0,4-1-2 15,-3-1 1-15,3 1 0 0,-5 0 0 16,9-2-2-16,2-1 0 0,2-1-1 0,-6 0-2 31,4 0-2-31,-4 0-3 0,-5 0-9 16,9-3-12-16,-2 0-27 0,-2-6-30 15,6 3-68-15,-2 0-115 0</inkml:trace>
  <inkml:trace contextRef="#ctx0" brushRef="#br5" timeOffset="-138969.6">25275 14174 471 0,'0'0'54'0,"0"0"-6"0,0 0-3 0,0 0-5 15,0 0-4-15,0 0-8 0,0 0-9 16,0 0-5-16,0 0-3 0,-11-5-1 0,7 5 0 16,4-1 1-16,6-3-2 0,9-1-2 15,3-3-4 1,3 1-1-16,4-1-2 15,-4-1 0-15,3 0 0 0,3-2-1 0,-2 2 2 16,2 0-2-16,4 0-2 0,-4 1 1 16,-2 1 1-16,-11 2 0 0,-1 2 2 15,-7 3-2-15,-6 0 1 0,0-1-1 0,0 1 0 16,0 0 2-16,4 0 1 0,-4 0-2 16,2 0 1-16,-2 0 0 0,0 0-2 15,0 0 2-15,0 0-3 0,0 1-1 16,0 1-7-16,0-1-7 0,0 1-22 15,0 0-39-15,0-1-115 0,0 5-97 0</inkml:trace>
  <inkml:trace contextRef="#ctx0" brushRef="#br5" timeOffset="-135769.75">22854 13912 379 0,'0'0'45'0,"0"0"-7"0,0 0-12 0,0 0 4 16,0 0-2-16,0 0 2 0,0 0 2 16,0 0-5-16,0 0-5 0,2 1 0 15,-2-1-5-15,0 0-1 0,0 0-1 0,-2 0-3 16,-4 0-2-16,4 0-2 0,-2-1-1 16,-3-1 0-16,1 2-3 0,0-2 2 15,-8 1 0-15,9 1 0 0,-5 0 1 0,-2 0-3 16,-1-2-2-16,1 2 1 0,-3 0-1 15,-3-1 1-15,5 1 2 0,-7 0-2 16,1-2 1-16,-1 1-1 0,-5 0-2 0,0-1 1 16,0 0 0-16,2 2 0 0,-1 0 0 15,-1 0-1-15,-2 0 2 0,0 0-2 16,-4 2-1-16,0 1 1 0,2 0-2 0,-2 0 1 16,0 0 0-16,4 0 1 0,2-1-1 15,9 1 2 1,-3-2-1-16,-4-1 1 15,13 0-1-15,-8 2 1 0,5-2 0 16,7 0 0-16,-6 0 0 0,5 0 0 0,-7 0-1 16,1 0-1-16,7 0 3 0,-6 0-3 15,6 0 1-15,-7 0-2 0,1 0-2 0,2 0 3 16,-3 0 0-16,-3 0 0 0,-5 0 1 16,0 0-1-16,-4 0 0 0,5 2 0 15,3 2 1-15,3-1-1 0,-5 0-1 16,7-2 1-16,-3 4-1 0,7-2 1 0,4-2 1 15,-4 3-1-15,1-3-1 0,3 1 1 16,-4 0-1-16,2 0 1 0,0 2 1 0,-3 0-1 16,3 0 0-16,-6 4 0 0,6-4-1 15,-7 5 1-15,1 1 0 0,-1-2 0 16,-1 6 0-16,-1 0 0 0,3 0 0 16,-5 1 0-16,7 0-1 0,-2 0 0 0,-1 0 1 15,1 0 0-15,4 2 0 0,-3-2 0 31,5-3 0-31,0 4-2 0,4-1-1 0,-2-3 2 16,2 5 1-16,2-5 0 0,0 0 1 16,0 0-1-16,0 1 2 0,0-2-3 15,0 0 2-15,0 1-1 0,0 0-3 0,0-1 3 16,0-5 0-16,-5 4 0 0,5-3 1 16,0-1-1-16,0 0-2 0,0-6 2 15,0 0 0-15,0 0 1 0,0 1 2 0,0 1-3 16,0 0 0-16,0-1 0 0,0 1 0 15,0-1 1-15,0 0 1 0,-2 1-2 16,2-2 1-16,0 0-2 0,-6 0 1 0,0-6 0 16,0-2 0-16,-2-4 0 0,-3-1 0 15,3-2 0-15,-4-4 0 0,3 1 0 16,-1 1-2-16,4 5 4 0,0 0-4 0,-3 0 2 16,5 3 2-16,-4-3-2 0,6 4 1 31,-2 3-1-31,2 2 1 0,2 3-1 15,-5-4 1-15,5 1 0 0,-2-2-2 0,2 2 1 16,0 3 0-16,-4-1 0 0,4 1 1 16,0 0-1-16,0-2 0 0,0 2-1 15,0 0 0-15,0 0 1 0,0 2 1 0,0 11-1 16,4 7-1-16,5 5 1 0,-3-3-1 16,2 1 1-16,-2 0 2 0,5-1-3 15,-9 0 2-15,4-7-2 0,0-2 0 0,-2-2 0 16,-2-2 2-16,2 2-1 0,-1-7 1 15,-3 3 0-15,0-7-1 0,4 3 1 16,-4 1-1-16,2-1 1 0,0 2-2 0,-2-5 1 16,0 0-1-16,0 0 1 0,0 2 1 15,4-2 0-15,-4 0 0 0,8 0 0 16,5 0-1-16,-1 0 1 0,9-7 0 0,-3 0-1 16,-3-3 1-16,1 2-1 0,-1-4 0 15,1 2 0-15,-5 2-1 0,1 1 1 31,-6 1 1-31,5 1 0 0,-5-1 0 0,-4 3-1 16,4 1-1-16,-6 2 0 0,0-1-1 16,0 1 0-16,0 0-1 0,2-2-4 15,-2 2-1-15,4-1-6 0,-4 1-7 16,2 0-10-16,-2 0-19 0,7-3-26 0,-1 2-48 16,6-2-147-16,7-1 12 0</inkml:trace>
  <inkml:trace contextRef="#ctx0" brushRef="#br5" timeOffset="-135186.68">22089 14200 586 0,'0'0'50'0,"0"0"-10"0,0 0-13 16,0 0-10-16,0 0-5 0,0 0-2 15,0 0-1-15,0 0 0 0,0 0-2 0,0 0-2 16,73-34-2-16,-47 27-1 0,3-1 0 16,-2 2-2-16,4 0-1 0,-8 1 1 15,4 3-1-15,-8 0 0 0,-1 1 0 0,-5 1-3 16,-7 0 0-16,2 0-1 15,-2 0 0-15,-2 0-2 0,3 0 0 0,-5 0-3 16,2 3-3-16,-2-1-11 0,2 3-12 0,-4-5-9 16,0 5-8-16,0-1 3 0,0 1 6 15,-6 4 12-15,2-6 8 0,-3 0 9 16,5 0 8-16,-4-3 7 0,0 0 10 16,-9 0 9-1,3-2 8-15,2-2 6 0,1 1 4 16,-1-1 5-16,2-1 0 0,6 2-1 15,-2 1-5-15,4 2-9 0,-2 0-8 0,2 0-7 16,0 0-3-16,-5 0-2 0,-1 3 3 16,4 8 0-16,-2 6-1 0,4 2 0 15,0 6-1-15,0-1-1 0,0 0 0 16,4-1-4-16,-2 0 0 0,2-8-3 0,-2 1 1 16,-2-5-1-16,5 0 0 0,-3-1 0 15,-2-5 0-15,4 1-1 0,-4-6 1 0,0 0 2 16,0 0-2-16,0 2 1 0,0-1-2 15,0 0-2-15,2 1 0 0,-2 0-4 16,0-1 0-16,0 1-8 0,0-1-10 16,2 1-24-16,2 1-33 0,-2 0-71 0,2 1-128 15</inkml:trace>
  <inkml:trace contextRef="#ctx0" brushRef="#br5" timeOffset="-134669.72">22550 14223 570 0,'0'0'52'0,"0"0"-7"0,0 0-14 15,0 0-11-15,0 0-6 0,0 0-3 16,0 0-2-16,0 0 0 0,0 0 0 0,0 0 0 16,-20 21-2-16,9-6-1 0,9-6-2 15,0 0-2-15,-2 2 0 0,2-6 0 16,2 0-2-16,0-5-1 0,-4 0 2 16,4 0 0-1,0 2 1-15,0 0 3 0,0-1-3 16,0-1 1-16,4 0-2 0,6 0 0 15,9 0 0-15,-1 0 0 0,1 0-1 0,0 0-1 16,-7 0 0-16,5 0-2 0,-1 5 2 16,-8-2 0-16,7 3 0 0,-9-2 0 15,0 2 1-15,0 0 1 0,-1-2 0 16,-3 4-2-16,2-1 2 0,-4-2-4 0,0 6 4 16,0-4 0-16,0 3 1 0,0 0 1 15,-6 0-1-15,-5 2 0 0,5-4 0 0,-4 2-1 16,-3-1-1-16,1-1-1 0,-1-1 1 15,1 0 0-15,4-3 0 0,4-2 0 16,-5 2-2-16,5-3-1 0,-2 1-4 0,4 1-4 16,2-3-10-16,0 0-23 0,0 0-36 15,-4 0-77-15,4-1-132 0</inkml:trace>
  <inkml:trace contextRef="#ctx0" brushRef="#br5" timeOffset="-134270.18">22561 14235 433 0,'0'0'56'0,"0"0"-5"0,0 0-2 0,0 0-3 16,0 0-4-16,0 0-6 0,0 0-5 15,0 0-5-15,0 0-2 0,0 0-6 16,-7-12-4-16,7 12-4 0,0-2-4 0,0 2-2 16,0-1-3-16,0 1-2 0,0-2 3 15,0 2-1-15,0-3 1 0,11-3 1 16,7-2-1 0,5-2 1-16,0-1-1 0,6 2-1 15,-7 2-1-15,3-1-1 0,0 2 1 16,-4 1 0-16,-3 2 0 0,-3 2 0 15,-3-1-1-15,-4 1-1 0,5-1 2 0,-9 0 0 16,2 2 0-16,-6 0 2 0,0-1-2 16,0 1-1-16,2 0 0 0,-2 0-1 15,0 0 1-15,4 0 2 0,-2 0-2 16,-2 0-1-16,5 0 0 0,-5 0-3 0,2 0-1 16,-2 0-8-16,4 0-12 15,-4 0-44-15,2 0-101 0,-2 0-129 0</inkml:trace>
  <inkml:trace contextRef="#ctx0" brushRef="#br5" timeOffset="-129403.03">17482 15129 390 0,'0'0'46'0,"0"0"-9"0,0 0-8 0,0 0-6 16,0 0-3-16,0 0-2 0,0 0 1 15,0 0 3-15,0 0 1 0,-23-11 0 0,19 11-1 16,4-1-3-16,-2 1-2 0,2 0-3 15,-4-2-2-15,4 2 0 0,-3 0-4 16,3 0-1-16,-4-2-2 0,4 2-1 16,-2 0-2-16,2 0 0 0,0 0 0 0,-4 0-2 15,4 0 1-15,0 0-1 0,0 0 0 16,-2 0 1-16,2 0 0 0,-2 0-1 0,2 0 0 16,0 0 0-16,0 0-2 0,0 0 2 31,0 0 0-31,-4 0-1 0,4 0 1 15,0 0-1-15,0 0 1 0,-2 0 0 16,2 0 0-16,0 0 1 0,0 0 0 0,-4 0-1 16,4 0 1-16,0 0-1 0,-2 0 1 15,2 2-1-15,0-2-3 0,0 2 3 0,-5-2 0 16,5 0 0-16,-2 1 1 0,2-1-1 16,0 0-2-16,0 2 3 0,0-2-3 0,0 0 3 15,-4 1 2-15,4-1-3 0,0 0 1 16,0 2-2-16,-2-2 1 0,2 0 1 15,0 0 0-15,0 0-2 0,-4 2 2 16,4-2-2-16,0 0 3 16,0 0-2-16,-2 1 0 0,2-1 0 0,0 0-1 0,0 0 0 15,-4 0 1-15,4 0-1 0,0 1 1 16,0-1 0 0,0 0 0-16,-2 0 1 0,2 0-1 0,0 0 0 0,0 0 0 0,0 0 0 15,0 0 2-15,0 2-1 0,0-2 1 31,-4 0-2-31,4 0-1 0,0 0 2 0,0 0 0 16,0 0 1-16,0 0 3 0,-2 0-5 16,2 0 0-16,0 0 0 0,0 0 0 15,-5 0 1-15,5 0 0 0,0 0 0 16,0 0-1-16,-2 0 0 0,2 0 0 16,0 0 1-16,0 0 0 0,-2-2 1 0,2 2 0 15,0 0 0-15,0-1-1 0,0 1 2 0,0 0-2 16,0-1 2-16,0 1-1 0,0 0-1 15,0 0-1-15,0-2-1 0,0 2-1 16,0 0 1-16,0-2-2 0,0 2 2 16,0 0 1-16,2-1-1 0,5 1 1 0,7-2 0 15,5 2-2-15,1 0 3 0,9 0-2 16,-2 0 1-16,0 0 1 0,6 0-1 0,0 0-1 16,4 0 2-16,1-1-1 0,-3-4 0 15,4 2 0 1,-2-1 0-16,-4-1 1 15,0 0-1-15,0 1 2 0,-4 1-2 0,-8 1 0 16,-2 1 0-16,-9 1-1 0,2 0 0 16,-1 0 1-16,-5 0-1 0,0 0 1 15,-4 0-1-15,4 0 1 0,-1 0 1 0,3 1-2 16,-6 3 2-16,2-3-1 0,2 3 0 16,-4-1 2-16,2-1-2 0,-2 1 1 15,3-1 0-15,1 1-2 0,-4-2 2 0,2 2-1 16,-2-3 1-16,4 1 0 0,-4 1 0 15,5 0-2-15,-7-2 2 0,0 0-2 16,0 0 1-16,0 0 1 0,4 1-1 0,-4-1 0 16,2 0-1-16,-2 2 0 0,4-2-2 15,-4 0-1-15,2 1-1 0,-2-1-8 16,0 2-11-16,4-2-33 16,-4 2-45-16,0-2-112 0,0 1-74 0</inkml:trace>
  <inkml:trace contextRef="#ctx0" brushRef="#br5" timeOffset="-126402.45">17955 14991 209 0,'0'0'36'16,"0"0"-6"-16,0 0-3 15,0 0-2-15,0 0-7 0,0 0 1 0,0 0-3 0,0 0 1 16,0 0 1-16,-8-30 0 0,8 28-2 0,-2 0 2 16,2 2 2-16,-4-1 3 0,4 1-1 15,-3-2 1-15,3 2-1 0,-4-1 0 31,4-1-2-31,-2 1-1 0,2 1-3 0,-4-2-1 16,4 2-1-16,-2-1-3 0,2 1 0 16,-4-2 0-16,4 2-1 0,-2-1-3 15,2 1 0-15,-4-2-1 0,4 2 0 0,-2-1 1 16,2-1-3-16,-4 1 0 0,4 1-1 16,-3-2-1-16,3 2 0 15,0-2-1-15,-2 2 1 0,2-1-2 0,0 1 1 16,0-1 0-16,-4 1-1 0,4-2 1 15,0 2-1-15,0-1 1 0,0 1 1 0,0-2-1 16,-2 2 0-16,2 0 0 0,0-1 0 0,0 1 1 16,0 0-1-16,0 0 1 0,0-2-1 15,0 2 1-15,0 0 1 0,0 0 1 16,-4 0-1-16,4 0 1 0,0-2-2 16,0 2 2-1,0 0-1-15,0-1-1 0,0 1 0 16,0 0-1-16,0-2-1 0,0 2 2 15,0-1-2-15,0 1 1 0,0 0 0 0,0 0 0 16,-2-2-1-16,2 2 1 0,0 0 0 16,0-1 0-16,0 1 0 0,0 0 1 15,0-2-2-15,0 2 1 0,0 0 0 0,0-1-1 16,0 1 1-16,0 0 1 0,0 0-1 16,0-1 1-16,0 1-1 0,-4 0 0 15,4-2-1-15,0 2 1 0,0 0 0 0,0 0-1 16,0-2 2-16,-2 2-2 0,2 0 1 15,0-1-1-15,0 1 0 0,0 0 1 16,0-2 0-16,-4 2 0 0,4 0 1 0,0-2-2 16,0 2 2-16,0 0 0 0,0-1-2 15,0 1 1-15,0 0-1 0,0 0 1 16,-2 0-1-16,2 0-2 0,0 0 0 0,0 0-1 16,0 0 1-16,2 3 1 0,8 6 1 15,4 4 0-15,1 0-2 0,4 1 2 31,-1-2-1-31,1 0 1 0,-1 0-1 16,-3-1 0-16,3 0 1 0,-5-2-1 0,-3-2 1 16,3 1 0-16,-7-4 0 0,-2-2 1 15,2 1-1-15,-6-3 0 0,2 1-1 0,2 2 2 16,-2 0-1-16,3 1-1 0,-5-4 1 16,0 0-1-16,0 0 1 0,0 1 1 0,0 4-1 15,-5 2 0-15,-7 4 1 0,0 1 0 16,-3 0 0-16,1 2-1 15,-5-1-2-15,-2 4 1 0,3 1 7 0,-5 2-5 16,2 2 6 0,3-2-6-16,3 0-1 0,3 0-1 0,6-6-3 0,-1-5 1 0,7-5-3 15,0-4-3-15,-2 0-8 0,2 0-10 16,0 5-21-16,0-2-23 0,0 2-41 16,2-3-82-16,-2-2-74 0</inkml:trace>
  <inkml:trace contextRef="#ctx0" brushRef="#br5" timeOffset="-125836.83">17455 15436 510 0,'0'0'49'0,"0"0"-5"0,0 0-7 15,0 0-12-15,0 0-11 0,0 0-5 16,0 0 0-16,0 0 3 0,0 0 0 15,0 0-1-15,-13 87-4 0,13-53-1 16,0-4-1-16,0 1-5 0,0-10 2 16,0-1-1-16,0-8 0 0,0-6 0 0,0 0 1 15,0-6 0-15,0 0 2 0,0 0-1 16,0 1 1-16,0-1-1 0,0 0-1 0,0 0 0 16,0-13-1-16,0-7 1 0,0-6-1 15,0-1 0-15,0-2-1 0,-2 2 1 0,-2 3 0 16,2 6 2-1,0-1-1-15,2 1-2 0,0 6 0 16,0-5-2-16,0 8 2 0,0 4-1 16,4-2 0-16,2 5 0 0,5-1 1 15,1 3-1-15,3 0 1 0,3 6-1 0,1 5 0 16,-5 2 1-16,1 4 0 0,-3 1 0 16,1 4 0-16,-1 1 0 0,-6 1 0 15,7 2-2-15,-7-2 2 0,0-1-2 16,0-8-1-16,-2 0-6 0,0-6-9 15,-2-4-29-15,3 1-49 0,-5-6-178 0,0 0-15 16</inkml:trace>
  <inkml:trace contextRef="#ctx0" brushRef="#br5" timeOffset="-125635.77">17455 15632 577 0,'0'0'19'0,"0"0"-6"0,0 0-2 16,0 0-4-16,0 0-1 16,0 0-2-16,0 0-1 0,0 0 0 15,0 0-1-15,0 0 0 0,58-45-1 0,-46 44-1 0,7-2-1 16,-5 0-4-16,-1 3-5 0,5-2-9 0,3 2-15 16,-7 0-45-16,9 0-95 0,-9 0-73 15</inkml:trace>
  <inkml:trace contextRef="#ctx0" brushRef="#br5" timeOffset="-125170.11">17819 15445 562 0,'0'0'41'16,"0"0"0"-16,0 0-9 0,0 0-8 15,0 0-5-15,0 0-5 16,0 0-2-16,-27 80 0 0,27-54-5 0,4-3-1 15,2-8-4-15,-4-2-1 0,2-3-1 0,-2-7 0 16,0 1 0 0,-2-4 1-16,0 0 2 0,0 0 3 0,0 0 3 0,0 0-3 0,0 0 3 15,0-1-2-15,0-12 2 0,0-5-1 16,0-4-1 0,-2 2-1-16,-4-2 0 0,4 1-1 0,-2 6 0 0,4-3-3 0,0 0-1 31,0 1-1-31,0-1 1 0,4 3-2 15,2 2 2-15,5 3-2 0,-1-1 1 0,2 3-3 16,-3 6 1-16,3 2 2 0,2 0-3 16,5 0 4-16,2 2-3 0,-5 6 0 15,-1 3 0-15,-3 1 0 0,-6-1-1 0,-4 2 2 16,-2 4-1-16,0 1 1 0,0 5 1 16,-8-3-2-16,2-2 2 0,-6-1 0 15,-1-2 1-15,5 0 0 0,-2 0-2 0,1-4 3 16,3-1-2-16,0-2 1 15,0 0-2-15,-1-1 0 0,1-4 0 16,6 0-4-16,0-3-2 0,-2 0-7 0,2 0-15 16,0 2-22-16,0-1-26 15,0-1-43-15,0 2-119 16,0-2-25-16</inkml:trace>
  <inkml:trace contextRef="#ctx0" brushRef="#br5" timeOffset="-124720.92">18013 15448 552 0,'0'0'30'0,"0"0"4"0,0 0 0 16,0 0-9-16,0 0-6 0,0 90-5 16,0-63-6-16,4-2-2 0,-2-6-2 15,2-3-4-15,-4-5 2 0,2-7-1 0,-2 3-3 16,0-7 4-16,0 0 1 15,0 0 3-15,4 0 5 0,-4 1-4 0,0-1 3 16,0-1 0-16,0-13 1 16,0-6 4-16,0-4-4 0,0-2-1 0,0 1-3 0,-4 0-2 15,4 7-1-15,-2-2-1 0,2 0-2 16,0 8 0 0,0-6-3-16,0 7 0 0,0 2 0 0,6 2-1 0,1 0 0 15,-1 2 0 1,4 2-1-16,7 1 0 0,-3 2 2 15,7 3 1-15,-3 4 0 0,-5 3-1 0,5-1 0 16,-9-1-1-16,1-1 0 0,-4-1 1 16,0 0 0-16,1 0 1 0,-7-3 2 0,2 2-3 15,-2 1 2-15,0 5 0 0,-2 5-1 16,-5 5 1-16,-3-3 0 0,-2-1-1 16,3-2 2-16,1-2-1 0,-2-3 0 15,8-2 0-15,-4-1-1 16,-1 2 1-16,3-6-1 0,4 2-1 0,0-5-7 0,0 0-6 15,0 0-11-15,0 2-22 0,0-2-18 16,0 1-57-16,0 1-149 0</inkml:trace>
  <inkml:trace contextRef="#ctx0" brushRef="#br5" timeOffset="-122786.78">17552 15940 408 0,'0'0'52'15,"0"0"-5"-15,0 0-9 0,0 0-2 16,0 0-1-16,0 0-4 16,0 0-3-16,0 0-9 0,0 0-3 0,0 0-7 0,-27 0-2 31,27 0-5-31,0 0 1 0,0 0 0 15,0 0-2-15,6-3 0 0,13-2-1 0,2-2 0 16,3 2-1-16,3 0-1 0,0 2-4 16,-8 2-1-16,-1-1-5 0,-3 2-5 0,-3 0-11 15,3 0-8-15,-9 0-18 16,6 0-28-16,-6 0-52 0,1 0-104 0</inkml:trace>
  <inkml:trace contextRef="#ctx0" brushRef="#br5" timeOffset="-122518.31">17635 15935 380 0,'0'0'33'16,"0"0"-5"-16,0 0-2 0,0 0 4 0,0 0 1 0,0 0-3 0,0 0-2 16,0 0-4-16,0 0-1 0,-5 85-3 15,10-62-6-15,-3-1-6 0,-2 1 0 31,4-6-4-31,-4 1 1 0,0-5 0 16,0-2-2-16,0 3 2 0,0-8 0 0,0 0 2 16,0-6-1-16,0 0 0 0,0 0-3 15,0 2 0-15,0-1 1 0,0 1-3 0,0-1 0 16,0 1-2-16,0-1-2 0,0 1-2 16,0 0-5-16,0 2-12 0,6 2-23 15,0 0-80-15,0 0-133 0</inkml:trace>
  <inkml:trace contextRef="#ctx0" brushRef="#br5" timeOffset="-121104.34">17934 15926 424 0,'0'0'47'0,"0"0"-6"0,0 0-7 0,0 0-6 16,0 0-6-16,0 0-9 0,0 0-5 16,0 0 2-16,0 0-2 0,0 0 2 0,-29 26 0 15,23-13 0 1,2 1-3-16,2-3-3 15,-2-1-1-15,4 2 0 0,0-7 0 0,0 1 2 16,0-6-1-16,0 0 0 0,0 0 3 16,0 2 0-16,0-2-1 0,0 1 2 15,0-1-6-15,12-1-1 0,1-7-1 16,-1 0-1-16,0 1 1 0,1 0-1 0,-5 3 0 16,5-2-4-16,-5 3 1 0,2 3-2 15,5 0 3-15,-3 0 0 0,2 8 1 0,-3-1 1 16,-3 2 0-16,-2 2 0 0,0-2-1 15,1 5 2-15,-5-5 0 0,-2 3 3 16,0 4-2-16,0-5 1 0,-2 3 2 0,-5-2-1 16,-3-1 1-16,0 2-1 0,-1-4-1 15,3 0-1-15,-4 1-1 0,4-4-1 16,-5 3 0-16,3-3 1 0,2-2 0 0,1 1 0 16,1-3-6-16,2 1-7 0,4-3-20 31,0 0-37-31,-4 0-104 0,0 0-98 15</inkml:trace>
  <inkml:trace contextRef="#ctx0" brushRef="#br5" timeOffset="-120836.46">17920 15953 568 0,'0'0'53'0,"0"0"-6"0,0 0-15 16,0 0-14-16,0 0-7 0,0 0-4 0,0 0-3 16,0 0 0-16,0 0-3 0,33-48 2 15,-14 34-3-15,-1 2 1 0,3 1 0 16,-3 2-6-16,1 0 5 0,2 0-5 0,-9 3 4 16,3 1 0-1,-7 2 0-15,-4 2-2 16,2-1 1-16,-6 2-1 0,0-1 0 15,0 1-6-15,0 0-2 0,2 0 2 0,-2 0-11 16,4 0-10-16,-4 0-23 0,0 0-46 16,0 4-70-16,0 2-82 0</inkml:trace>
  <inkml:trace contextRef="#ctx0" brushRef="#br5" timeOffset="-118370.77">13777 13637 352 0,'0'0'55'0,"0"0"-9"0,0 0-6 0,0 0-3 16,0 0-3-16,0 0-2 16,0 0-4-16,0 0-7 0,0 0-6 15,0 0-5-15,-39-80-3 0,27 70 0 0,-3-2-1 16,-1 3-1 0,-1 1-2-16,-1 1 0 0,-5 2-1 15,2 1-1-15,0 4 0 0,1 0-1 16,1 1 1-16,1 7-2 0,-1 3 4 15,11-4-3-15,-5 4 0 0,7 1 0 0,0-3-2 16,4 6 2-16,2 0 2 0,0-1-1 16,2 6 1-16,6-5 0 0,2 0-1 15,9-1 0-15,-2 1 0 0,1 0-1 0,5 0 0 16,-2 0-1-16,3 0 1 0,-3 2-1 16,-2 0 0-16,-5 1 1 0,-6 2 0 15,3-6 6-15,-9 4-4 0,-2 0 5 16,0-1-3-16,-6 4-1 0,-7-6 2 0,3-1 2 15,-9-2 3-15,-1-3 2 0,1-1 2 16,3-4-1-16,-1-2-2 0,5-1-1 0,5-1-2 16,-5 0-3-16,6 0-3 0,0 0-1 15,-1 0-1-15,7 0 0 0,-2 0-1 16,2 0-2-16,0 0-3 0,-4 0-2 0,4 0-7 16,-2 0-12-16,2 0-17 0,0 0-29 15,0-4-41-15,2-6-135 0,11-2-11 31</inkml:trace>
  <inkml:trace contextRef="#ctx0" brushRef="#br5" timeOffset="-118020.83">13810 13741 396 0,'0'0'38'0,"0"0"4"0,0 0-4 0,0 0-1 15,0 0 2-15,27 99-7 16,-20-73-2-16,-3-2-13 0,2-6-10 16,-4-1-3-16,2-8-3 0,-2-4 1 0,-2 1-1 15,0-6-2-15,0 3-2 0,4 0-3 16,-4 0 1-16,4 1 1 0,-4-4-4 0,0 0 1 16,0 0-1-16,5-4-1 0,-5-8 3 15,0-8 3-15,0 2-1 0,0-6 6 31,0 1-4-31,0 7 5 0,-7 0 1 0,5 4 1 16,-2 0 2-16,4-2-1 0,0 2 0 16,0 0 0-16,0 1-2 0,0-2 3 15,8 0-5-15,3 1 1 0,3 2-2 0,3 2-2 16,-1 2-2-16,3 2-4 0,2-1-12 16,1 5-15-16,-7-2-48 0,-1 2-123 15,-3 0-48-15</inkml:trace>
  <inkml:trace contextRef="#ctx0" brushRef="#br5" timeOffset="-117854.13">13928 13830 475 0,'0'0'22'16,"0"0"-4"-16,0 0-9 0,0 0-9 31,0 0 1-31,0 0-7 0,0 0-1 15,0 0-10-15,0 0-15 0,81-26-33 0,-77 24-52 16,-4 2-94-16</inkml:trace>
  <inkml:trace contextRef="#ctx0" brushRef="#br5" timeOffset="-117637.65">13926 13968 507 0,'0'0'58'16,"0"0"-10"-16,0 0-14 0,0 0-14 16,0 0-13-16,0 0-5 0,0 0 0 0,0 0-1 15,0 0-1-15,25 4-2 0,-8-4-2 0,1 0-4 16,-5 0-5-16,5-3-5 0,-10 2-10 0,5-1-11 16,-1 2-38-16,-6 0-63 0,3-3-100 15</inkml:trace>
  <inkml:trace contextRef="#ctx0" brushRef="#br5" timeOffset="-117335.8">14187 13717 484 0,'0'0'23'0,"0"0"-2"0,0 0 1 0,0 0-4 15,0 0-5-15,0 0-3 0,0 0-2 16,0 0 3-16,0 0 0 0,10 79 3 0,-8-64-3 16,2-5 3-16,-2 2-4 0,-2-2 1 15,2-3-3-15,-2-2 1 0,4 0 1 16,-4 0-2-16,3-1-1 0,-3 2-3 0,4-3-1 16,-2 2-1-16,2 1-2 0,2 1 1 15,0-2-1-15,9 2-1 0,-1 0 1 31,9-1-3-31,-9-4 0 0,5 0-7 0,0-2-4 16,-9 0-13-16,9 0-20 0,-9 2-38 16,-4-2-103-16,0 1-73 0</inkml:trace>
  <inkml:trace contextRef="#ctx0" brushRef="#br5" timeOffset="-116987.58">14391 13736 486 0,'0'0'26'15,"0"0"0"-15,0 0 1 0,0 0 0 16,0 0-4-16,0 0-2 0,0 0-4 0,0 0-2 0,0 0 0 0,0 0-1 16,0 33 1-16,2-21-1 0,5 5-3 15,-5-2 0-15,2-6 4 0,2 6-4 31,-6-4 2-31,2-2-7 0,4 2-1 0,-6-7-3 16,0 0-1-16,0-4 0 0,0 0-1 16,0 0 0-16,4 2 1 0,-4 0-3 15,2-1 2-15,-2 1 0 0,0-1 0 0,0-1 1 16,0 0-1-16,5 2 0 0,-5-2 0 16,0 0-3-16,0 0-6 0,0-3-1 15,0-4-11-15,0 2-9 0,0 0-20 16,0-3-21-16,0-2-37 0,-5-2-56 0,-1-5-78 15</inkml:trace>
  <inkml:trace contextRef="#ctx0" brushRef="#br5" timeOffset="-116821.14">14391 13736 540 0,'21'-10'68'16,"-21"10"-16"-16,0-1-14 0,0-1-13 0,0 1-10 16,0 0-9-16,0-1-4 0,0 0-1 31,0 1-3-31,0-2 2 0,0-2-4 15,12 1-3-15,3-3-5 0,-7 3-21 0,11 1-23 16,-9 2-47-16,0 1-97 0,3 0-58 16</inkml:trace>
  <inkml:trace contextRef="#ctx0" brushRef="#br5" timeOffset="-116670.89">14431 13811 568 0,'0'0'41'15,"0"0"-10"-15,0 0-13 0,0 0-9 16,0 0-5-16,0 0-2 16,0 0-3-16,0 0-1 0,0 0-2 0,0 0-6 0,41-10-6 15,-22 5-13-15,-7 0-18 0,0 4-30 16,-10 0-43-16,3 1-48 0</inkml:trace>
  <inkml:trace contextRef="#ctx0" brushRef="#br5" timeOffset="-116487.81">14451 13940 424 0,'0'0'44'16,"0"0"-6"-16,0 0-12 0,0 0-11 16,0 0-3-16,0 0-6 0,0 0-4 15,0 0-6-15,0 0-1 0,0 0-5 0,52 11-3 16,-27-11-15-16,-5-4-38 0,-1-3-78 15,-7 3-83-15</inkml:trace>
  <inkml:trace contextRef="#ctx0" brushRef="#br5" timeOffset="-116219.56">14710 13673 495 0,'0'0'41'0,"0"0"-9"0,0 0-6 0,0 0-2 15,0 0-4-15,0 0 0 16,0 0-2-16,0 0-1 16,0 0-5-16,-40 67 1 0,40-49-5 0,0-5-2 15,0 5-3-15,7-3-1 0,1-1 5 0,0 4-8 16,2-3 4-16,-1-6-8 0,1 2-7 15,-6-6-11-15,2-1-29 0,5-3-51 16,-5-1-159-16,2 0-8 0</inkml:trace>
  <inkml:trace contextRef="#ctx0" brushRef="#br5" timeOffset="-115803.27">14784 13737 529 0,'0'0'42'0,"0"0"-12"0,0 0-10 0,0 0-10 15,0 0-6-15,0 0-1 0,0 0-3 16,0 0-1-16,0 0-2 0,0 0-3 16,62-53-3-16,-54 50-2 0,5-1-5 15,-7 3-4-15,0 1-6 0,0 0-6 16,1 0-12-16,-1 0-13 0,0 0-11 0,-6 0-4 15,0 0 11-15,0 0 25 0,0 0 29 16,0 0 28-16,0 0 21 0,0 0 12 0,0 0 5 16,0 0 1-16,0 0-5 0,0 0-4 15,0 0-7-15,0 0-7 0,-4 0-5 16,2 5-8-16,-4 3-3 0,-1 0-4 16,1 6-1-16,2 4-3 0,2 1-2 0,2 5-2 31,0-1 0-31,0-2 2 0,0 0-6 15,6-6 1-15,-6 1-6 0,2-6-4 0,2 1-1 16,-2 0-4-16,-2-7-4 0,5 5-6 16,-3-6-20-16,2 0-28 0,-2 0-68 15,-2-3-138-15</inkml:trace>
  <inkml:trace contextRef="#ctx0" brushRef="#br5" timeOffset="-115171.6">15030 13699 467 0,'0'0'33'16,"0"0"-3"-1,0 0 2-15,0 0 1 16,0 0-1-16,0 0-6 0,0 0-4 15,0 0-8-15,0 0-2 0,0 0-2 16,37 33-3-16,-28-25-3 0,1 1-2 0,-4-3 0 16,0-3-4-16,3 2 1 0,-7-4-1 15,2 3 0-15,2-4-2 0,-4 0-3 16,2 0-4-16,4 1-5 0,-8-1-9 0,0 0-10 16,0 0-9-16,0 0-9 0,0 2-11 15,11-2-12-15,-9 0-13 0,6-2 5 0,2-3 14 16,-8-1 28-16,5-6 24 0,-1 5 25 15,0-9 23-15,-2 1 21 0,-2 4 18 16,2-4 7-16,-2 5-6 0,-2 5-8 0,0 0-6 16,0 5-11-16,0-1-6 0,0 1-10 15,3-2-8-15,-3 2-6 0,0-1 0 16,0 1 0-16,0 0-1 0,0 0-1 0,0 6-5 16,0 6-3-16,0-1 0 0,-3-1-5 31,1 2 0-31,-4-2-2 0,2-1-1 15,2-5 0-15,2 1 0 0,0-5 0 0,-4 0 3 16,4 0 0-16,0 2 2 0,-2-1 0 16,-2-1 0-16,4 0 1 0,0 1-1 15,-2-1-1-15,2 0 2 0,-5 0-1 16,5 0 0-16,-2 0 2 0,2 0-3 0,-4 0 1 16,4 0-1-16,0 0-1 0,-2 0 2 15,2 0 0-15,0 0 0 0,0 7 2 0,0 4 0 16,0 6-1-16,0-6 2 0,2 7-3 15,4-2 0-15,-1 0 4 0,-3-1-5 16,2 1 5-16,-2-6-5 0,-2-5 0 16,4 5-2-16,-4-3-2 0,0-2-2 0,2 6-7 15,-2-5-13-15,4-1-37 0,-4 5-59 16,0-5-162-16</inkml:trace>
  <inkml:trace contextRef="#ctx0" brushRef="#br5" timeOffset="-114721.02">14226 14033 516 0,'0'0'51'15,"0"0"-3"-15,0 0-7 0,0 0-10 0,0 0-13 16,0 0-9-16,0 0-4 0,0 0-3 16,0 0-1-16,0 0 0 0,-15 9 2 15,9 13 0-15,4 3 2 0,-2 4-2 16,4 3 4-16,0 1-1 0,6 4 3 0,3-2-2 16,1 0-1-16,2-4-4 0,1-4 0 15,1 0-3-15,1-8 0 0,1-2-3 0,-8-6-4 16,5-1-5-16,-5-3-10 0,-4-5-30 15,9 1-51-15,-11-1-168 0,4-2-8 16</inkml:trace>
  <inkml:trace contextRef="#ctx0" brushRef="#br5" timeOffset="-114471.2">14424 14151 495 0,'0'0'37'0,"0"0"2"0,0 0-4 15,0 0-7-15,0 0-6 0,0 0-8 0,0 0-5 16,93-48-3-16,-68 39-4 0,0 1-2 16,-2 1-2-16,-5 2-2 0,1 2-2 15,-7 1-6-15,-5 1-7 0,5 1-8 16,-6 0-9-16,0 0-16 0,1 3-30 0,-5 3-51 15,-2 4-84-15</inkml:trace>
  <inkml:trace contextRef="#ctx0" brushRef="#br5" timeOffset="-114286.63">14633 14127 448 0,'0'0'66'0,"0"0"-15"31,0 0-12-31,0 0-12 0,0 0-7 16,0 0 0-16,0 0 0 0,0 0 1 15,0 0-4-15,-33 97-2 0,33-65 0 0,0 0-1 16,0-2-4-16,0-1-1 0,0-3-7 16,2-8-1-16,2-1-1 0,-4-6-2 15,2-7-4-15,-2 2-3 0,4-3-4 16,-1 0-10-16,1 1-31 0,-2 0-45 0,2-4-168 16,0-8-18-16</inkml:trace>
  <inkml:trace contextRef="#ctx0" brushRef="#br5" timeOffset="-113888.28">14852 14132 524 0,'0'0'49'0,"0"0"-7"0,0 0-6 0,0 0-9 16,0 0-12-16,0 0 2 0,-25 79-8 16,21-74-1-16,4-5-2 0,0 0-3 15,0 0 1-15,0 2-1 0,0 0 1 0,0-1 1 16,0 1-2-16,0-2 1 0,4 1-4 16,3 1 0-16,5-1 0 0,3 4 0 15,3-1 0-15,1 3-2 0,-3-2 1 0,-3 0-1 16,-1 1 1-16,-2 0-1 0,-1 0 1 15,-3 2 0-15,0-1 0 0,0 2 2 16,-6-4-2-16,2 6 1 0,-2-1-1 0,-6 4 1 16,-2 6 1-16,0-5 1 0,-9 0-2 15,5-3 0-15,-3 0 0 0,3-4-2 16,-1 1 2-16,5-5-4 16,-2 1-4-16,2 1-11 0,-1-6-35 0,-1 2-63 0,-2-2-157 15,3-3 2-15</inkml:trace>
  <inkml:trace contextRef="#ctx0" brushRef="#br5" timeOffset="-113689.14">14827 14204 637 0,'0'0'33'0,"0"0"-6"0,0 0-6 0,0 0-7 16,0 0-7-16,0 0-1 0,0 0-4 15,0 0-1-15,85-68 0 0,-70 62-3 16,-3 2 0-16,0 0-4 0,1 3-3 0,-1 1-8 16,-10 0-26-16,11 0-37 0,-7 0-118 15,0 0-75-15</inkml:trace>
  <inkml:trace contextRef="#ctx0" brushRef="#br5" timeOffset="-113437.68">15009 14072 486 0,'0'0'39'0,"0"0"-2"0,0 0-7 16,0 0-7-16,0 0-11 0,83 69-4 15,-71-52-3-15,-1-2 0 0,-1 1-1 0,-2 3-1 16,-3-6-1-16,-5 4 0 0,0 3 0 15,0 1 0-15,-5 5-2 0,-3-2 0 16,-2-1 0-16,-1 0-2 0,-1-3-3 0,-4 0-3 16,1 0-4-16,1 0-10 0,-3-3-14 15,5 0-81-15,-3-4-134 0</inkml:trace>
  <inkml:trace contextRef="#ctx0" brushRef="#br5" timeOffset="-109987.84">20287 12969 470 0,'0'0'52'15,"0"0"-5"1,0 0-6-16,0 0-5 0,0 0-6 16,0 0-7-16,0 0-2 0,0 0-4 15,0 0-2-15,0 0-2 0,-31-48-1 16,25 40-2-16,-3 0-2 0,3 0-2 15,0 4-1-15,-2-2 0 0,-3 3-2 0,3 0-1 16,-2 0-1-16,-1 0 0 0,-1 0 0 16,2 0-1-16,-5 1 2 0,3 1-1 15,-1 1-1-15,-5 0 3 0,1 1-3 16,-8 7 0-16,5 1 1 0,-3 4-1 0,2 1 0 16,-4 3 2-16,5-1-2 0,-5 3 0 15,4 1 0-15,1 0 0 0,1-1 0 0,0 0 1 16,5 1-1-16,2 0 1 0,-3 0-1 15,5 0-1-15,-3 1 0 0,7 3 1 16,-2 0 4-16,2 4-2 0,4 1 2 16,-5 1-3-16,3 0-2 0,-2 1 1 15,4-3 0-15,-2 3-1 0,2-2 1 0,2 0 1 16,0 1-2-16,0-1 3 0,0 1-3 0,0-1 1 16,6 2 0-16,0-3 0 0,-4-1 0 15,4 1 1-15,-1-2-2 0,-1 0 2 31,0-2-2-31,-2 0 1 0,-2 0 0 16,0-1 0-16,4-6 5 0,-4 3-5 0,0-8 5 16,0 1-5-16,0-1 0 0,0-5 1 15,0-1-1-15,0-6 0 0,0 0 0 0,0 0 0 16,0 1 0-16,0 0 1 0,0 1 0 16,0 0-1-16,0-1 1 0,0 1 1 15,0-1 0-15,0 1 2 0,0-1-3 16,0 1 0-16,0-2 0 0,0 0-2 15,0 1 1-15,-4-1 0 0,-2 0-1 0,2-1 1 16,-9-7-1-16,3-2 1 0,-5-3-5 0,3-2 6 16,4 0-6-16,-5 0 5 0,1 0 0 15,6 4 1-15,-3-1-1 0,3 6 0 16,0-2 1-16,0 2-3 0,2 3 3 16,4 0 0-16,-2 0 0 0,-2 0 0 0,1 0-1 15,-1 0 0-15,4 3 1 0,0-1 1 31,0 1-2-31,-2 0 1 0,2-2 1 0,-4 2-1 16,4-2-1-16,0 2 2 0,0-1-1 16,-2 1-1-16,2-2 1 0,0 2-1 15,0-1-1-15,0 1 3 0,-2 0-3 16,2 0 1-16,0 0-1 0,0 0 0 16,0 0 1-16,0 0 0 0,0 0 0 0,0 0-1 15,0 0 1-15,0 0 1 0,0 0 0 0,0 0-1 16,0 0 2-16,0 0-3 0,0 1 1 15,0 1 1-15,0-1-2 0,0 4 2 16,0 0-1-16,4 4 0 0,2 1 0 16,1 3 1-16,5 0 0 0,-6 1 2 0,4 1 3 15,-1-2-7-15,-3-2 7 0,0 2-6 16,0-5 2-16,1 0 4 0,-5 1-6 0,2-6 2 16,2 5-3-16,-4-5 1 0,0 0 1 15,2 0-2-15,-4-3 2 0,0 0 1 31,0 0 1-31,6 0 2 0,7 0-1 0,-1-2-1 16,5-5 1-16,-5-4-3 0,5-1-3 16,-5 0 2-16,-4-2-4 0,1 3 5 15,-3 1-1-15,4-2 1 0,-4 3-1 0,1-2 0 16,-3 3 1-16,0 5 0 0,-2-4-2 16,2 4-1-16,-2-2 1 0,4-2-1 15,-2 4-2-15,-4-2-2 0,7-2-9 0,-5 4-16 16,8-4-58-16,-2-1-213 0,1-3-21 15</inkml:trace>
  <inkml:trace contextRef="#ctx0" brushRef="#br5" timeOffset="-100271.38">21475 15141 342 0,'0'0'42'0,"0"0"1"0,0 0-13 0,0 0 0 15,0 0-1-15,0 0-3 0,0 0 1 16,0 0-2-16,0 0-3 0,-16-26-2 0,12 26-6 16,4-2-7-16,0 2-1 0,0 0-4 15,-2 0 0-15,2 16 3 0,0 7 2 16,0 8-3-16,0 5 4 0,2 3-2 16,2 4-1-16,-4-1 2 0,0 2-4 0,0 0 0 31,0-3-1-31,0 0 1 0,0-3 0 15,0-3 0-15,0-5-1 0,0-9 1 0,0-3-2 16,0-5 2-16,0-2 0 0,0 1 0 16,0-6-1-16,0 6 1 0,0-8-1 15,0 1 0-15,2 1-1 0,-2-6 1 0,0 0-2 16,0 0 1-16,0 2 0 0,0-1 1 16,0 1 1-16,0-1 0 0,0 0 1 15,4 1-3-15,-4-2 2 0,0 0-3 0,0 1 1 16,-4-1 0-16,-4-5 0 0,-3-5 0 15,-1-3-2-15,4 2 2 0,-1 0 1 16,5 4-2-16,-4-1 1 0,4-1-1 16,2 4-1-16,-2 2 2 0,4 3 0 0,0-1 0 15,0 1 3-15,-3-1-2 0,3-1 2 16,0 1 0-16,0 1-2 0,-4-2 0 0,4 2 1 16,-2-1 0-16,2 1 2 0,0-2 0 31,0 2 2-31,0-2-2 0,0 2-1 15,-4-1 2-15,4 1-2 0,0-2 1 16,0 2 4-16,-2-1-5 0,2-1-3 0,0 1 1 16,0 0-1-16,-2-1 0 0,2 0 1 15,0 1-2-15,0-1 1 0,-4 1-1 0,4-1-1 16,0 2 1-16,0-2 0 0,-2 2 0 16,2-1 2-16,0 1-2 0,0-1 2 15,-4 1-3-15,4 0 0 0,0 0 1 0,0 0-2 16,0 0 4-16,0 9-1 0,10 6 2 15,-2 5-1-15,5-2-1 0,-1 2 2 16,1-1 0-16,-3 1-2 0,0-2 0 0,-2-4 2 16,-1-2-2-16,-1-4 0 0,-2-5 0 15,-2 1-5-15,-2-4 5 0,0 0 5 16,0 0-5-16,0 2 2 16,2-1-1-16,-2-1-1 0,0 0 2 0,0 0 1 0,6 0 0 31,1-7-4-31,-1-6 2 0,4-5-1 15,-2 2-1-15,3-1 0 0,-3 2 1 0,-2 2-3 16,2 2 3-16,3 0-1 0,-5 3-2 16,-4 1 1-16,4 1-3 0,-4 2 0 15,2 1-3-15,-2 1-6 0,-2 2-6 16,0-2-12-16,0 2-11 0,7-1-25 0,5-1-28 16,0 1-76-16,3-1-114 0</inkml:trace>
  <inkml:trace contextRef="#ctx0" brushRef="#br5" timeOffset="-99938.3">21792 15414 559 0,'0'0'51'16,"0"0"-4"-16,0 0-8 0,0 0-11 15,0 0-5-15,0 0-6 0,0 0-1 0,0 0-2 16,0 0-5-16,-13-6-3 0,13 2-1 16,6-4-1-16,7-1-2 0,5-3 1 15,3 3-3-15,0 0 0 0,4-1 0 0,-1 1-3 16,3 2 0-16,-6 1-1 0,-3 1-1 15,-1 2-3-15,-9 0-3 0,-2 1-5 16,1 2-9-16,-7 0-11 0,0 0-16 0,0 0-23 16,2 0-28-16,-2 5-49 0,0 4-58 15</inkml:trace>
  <inkml:trace contextRef="#ctx0" brushRef="#br5" timeOffset="-99689.14">21934 15364 342 0,'0'0'65'15,"0"0"-3"-15,0 0-3 0,0 0-10 0,0 0-6 16,0 0-11-16,0 0-7 0,0 0-7 16,0 0-1-16,0 0-1 0,-31 6-3 15,25 8-3-15,4 3-2 0,2 1 0 16,0 6-3-16,0-7 2 0,0 1-1 0,0-6 1 16,0 0-5-16,0 2 2 0,0-3-1 15,2 0-1-15,-2-6-1 0,0 2-1 0,4-5-2 16,-4 3 3-16,2 0-2 0,-2-1 1 15,0-4-2-15,0 0-3 0,0 0-3 16,4 2-2-16,-4-2-14 0,2 0-23 16,5 0-32-16,-1-5-62 0,6-6-134 0</inkml:trace>
  <inkml:trace contextRef="#ctx0" brushRef="#br5" timeOffset="-99170.96">22172 15302 601 0,'0'0'52'0,"0"0"-9"15,0 0-11-15,0 0-9 0,0 0-5 16,0 0-3-16,0 0-4 0,0 0-4 15,0 0-1-15,-6 9 1 0,-5 3 0 0,3 5 0 16,2-5 0-16,0 2-3 0,4-4-1 0,-2 0 0 16,-3 0-1-16,7-5 1 0,-2-1 0 15,2-4-2-15,0 0 0 0,0 0 1 16,0 2-1-16,0-1 1 0,0-1 0 0,0 2-2 16,0 1 0-16,2 0 1 0,11 1-2 15,-1 2 1-15,3-3 1 0,5 4-1 31,-1-2 1-31,-1 2-1 0,-5-1-1 0,-1 0 0 16,1 0 0-16,-5-2 0 0,4 4 0 16,-3-3 1-16,-5-2 1 0,2 3-1 15,-4-3 1-15,2 0 0 0,-4 7-1 16,0 1 1-16,0 4-2 0,-6 3 2 0,-4-1-1 16,-1-3 0-16,-5 1 0 0,1 0 1 15,1-1 0-15,1-2-1 0,-3 0 0 0,3 0-1 16,-1-1 2-16,6-4-1 0,-3 3 2 15,5-6-1-15,0-1-2 0,4 0 2 16,2-3-1-16,0 0 0 0,0 0 0 0,0 1-1 16,-4-1 0-16,4 0-1 0,-2 2-3 15,2-2-5-15,-2 0-15 0,-2-3-26 16,4-6-37-16,0-4-70 0,0 3-138 0</inkml:trace>
  <inkml:trace contextRef="#ctx0" brushRef="#br5" timeOffset="-98672.3">22155 15340 433 0,'0'0'69'0,"0"0"-6"0,0 0-8 16,0 0-6-16,0 0-5 0,0 0-9 0,0 0-5 16,0 0-6-16,0 0-5 0,0 0-5 15,-39 0-1-15,39 0-2 0,-2 0-2 16,2 0-1-16,-4 0-3 0,4 0 0 16,-2 0-2-1,-2 0 1-15,4 0-2 0,0 0 1 16,0 0-1-16,0-2-1 0,12 0 1 15,5-5-1-15,5 1 0 0,9-3 0 0,0-1 0 16,2-3-1-16,3-1 2 0,3 1-2 16,-2-1 1-16,0 1-1 0,-4 1 1 15,-2-1-1-15,-4 3-4 0,-2-1 6 0,-10 3-7 16,-7 4 5-16,-2 2 0 0,-6 2-2 16,0-1 3-16,0 1 0 0,0 0 0 15,0 0 1-15,4 0 0 0,-4 0-2 0,2 0 2 16,-2 0-1-16,4 0-1 0,-4 0 1 15,0 0-1-15,0 0-1 0,2 0-1 16,-2 0 0-16,0 0-2 0,0 0-2 0,0 0 0 16,0 0-11-16,0 0-6 0,0 1-20 15,0 5-44-15,-2 4-93 0,-4 0-124 16</inkml:trace>
  <inkml:trace contextRef="#ctx0" brushRef="#br6" timeOffset="-79414.54">20086 16572 267 0,'0'0'57'15,"0"0"0"-15,0 0-6 0,0 0-7 16,0 0-4-16,0 0-4 0,0 0-8 16,0 0 4-16,0 0-7 0,-12-11-2 0,10 11-7 15,2-2-3-15,-4 2-3 0,4 0-3 16,-7 0 1-16,5 0-3 0,-4 9-3 0,0 4 1 16,0 3 0-16,4 8-1 0,-2 2 2 15,1 4-1-15,-1 1 0 0,4 2 0 31,0 3-1-31,0 2 0 0,0 3 2 0,0-1-1 16,0 2 1-16,0-2-1 0,0-2 0 16,4-3-1-16,-1-5 0 0,1 2 0 15,-2 0 0-15,4 1 5 0,0-1-6 0,0 0 6 16,3-2-4-16,-3-3-2 0,4 1 3 16,-4-7-5-16,3 0 3 0,-1-1 1 15,2-3-1-15,-2 1-1 0,5-3 0 0,-1 4 0 16,3 2-1-16,1-2 5 0,-1-1-2 15,3 2 0-15,1-1 1 0,-2-3-5 16,1 1 2-16,1 1-2 0,1-1 4 0,-1-2-1 16,0 2-1-16,-1-2 1 0,-1 2 0 15,1-2-1-15,-1-3 3 0,-1-3-4 16,1 3-2-16,2-4 0 0,-3 4 1 16,7 2 4-16,-2-4-1 0,-1 1 1 0,5-7-5 15,2-1 1-15,0-1 1 0,2 1 0 31,-2 0 6-31,-3 1-6 0,-1 0 2 0,2-3-1 16,0 2-1-16,0 0 1 0,-5 1-1 16,1-2-4-16,0 1 7 0,-5-3 0 15,1 2 1-15,5 1 0 0,-3 0-7 16,8 1 5-16,0-1 0 0,0 1-3 16,-1 0 2-16,3 0-1 0,0 0 0 0,0-4 3 15,0 0-1-15,4 0-1 0,-4-4-1 0,4 0 0 16,-4 1 1-16,0 2-5 0,-2-1 4 15,-2 0 3-15,-2 2-2 0,1-3 4 16,-3 3-6-16,2 0 3 0,-3 3 0 16,-5-1-9-16,4 1 5 0,-1 0 2 0,1-1-1 31,3 0 5-31,3 2 1 0,0-4-8 0,-4 1 3 0,-1-1 5 0,5 0-6 0,-4-1 7 16,2 1-2-16,-3 0-3 0,1 0 0 15,2-4-1 1,-3 2 2-16,-5 0-2 15,3-2 3-15,-3 4-8 0,-3 0 6 16,7 0 2-16,-5 0-2 0,-1 0 3 16,5 0-8-16,1 0 6 0,-7 0-1 0,7 1 2 15,2-1-5-15,-3 0 0 0,9 0 3 0,-2-3-2 16,-2 1 1-16,-1 2 2 0,1-4-4 16,2-2 2-16,0 1 2 0,-5-2 0 15,5 2 0-15,-4 2-1 0,0-2 1 0,1 1-3 16,-7 1 1-16,3 0-1 0,1 3-1 15,-2 0 4-15,12 0 0 0,-7 0 4 16,3-6-2-16,0-3-4 0,0-1-1 0,-9 6-1 16,7 1 0-16,-4 2 4 0,1-3 0 15,5 0 0-15,-8 1 0 0,-7 0-5 16,-2 2 2 0,-2 1-1-16,1 0 3 0,1-4 2 0,-2 4-3 0,-2-4 1 0,2 2 6 31,-6 2-6-31,0 0 0 0,0 0 0 15,0 0-7-15,2-1 6 0,-2 1-1 0,0 0-1 16,0 0 2-16,0 0 1 0,5 0-2 16,-5-3 1-16,0 3 0 0,0-2-4 15,0 2 3-15,0-4-1 0,-5 0-5 16,-1-3 4-16,-2-4-2 0,0 4-6 0,-5-1 0 16,-3 2-2-16,-3 3 0 0,-4-5 4 15,-1 0 0-15,-1-2 0 0,2-2 3 0,-2 0 5 16,0 0-1-16,5 0 1 0,-3-1-1 15,7 5 2-15,-3-3-1 0,9 3 3 16,-1 0-2-16,1 6 0 0,8-1 3 0,-2 1 0 16,-2 1 0-1,3-1 3-15,-3 2 3 0,2-3-3 0,4 3-1 0,-2-2-1 16,2 2 0-16,0 0 0 0,0 0 4 0,2 0-3 16,11 0 0-16,5 2-1 0,3 6 0 15,2-1-1-15,-7 1 0 0,7-1 0 31,-5 1-2-31,3 1 0 0,-2-1-2 16,-3-2 1-16,1-2-1 0,-5 1 1 16,5-2 8-16,-7-2-7 0,4 5 4 0,-3-4-4 15,-5 4-3-15,2-3 4 0,-6 0 0 0,2 3 2 16,-4-6-3-16,0 3 0 0,0 9 2 16,-10 2-4-16,2 7 5 0,-7-1-1 15,-1 0-3-15,1-1 2 0,-3 4-2 16,-1 0 2-16,3-4-3 0,-1-2 0 0,3-4 5 15,5-3-5-15,-3-1 5 0,6-3-2 16,0 2-7-16,1-4 2 0,5-4-3 0,0 0 2 16,0 0 1-16,0 2 1 0,0-2 2 15,0 2-10-15,-2-1-11 0,2-1-16 16,0 0-35-16,0 0-37 0,0-1-118 16,0-13-71-16</inkml:trace>
  <inkml:trace contextRef="#ctx0" brushRef="#br6" timeOffset="-78357.48">19559 17814 255 0,'0'0'66'0,"0"0"1"0,0 0-8 16,0 0-11-16,0 0 4 0,0 0-2 16,0 0 2-16,0 0-8 0,0 0-6 15,-45-28-7-15,45 21-6 0,-5 2-2 16,5 1-1-16,-2 0-10 0,2 4-2 0,0-4 0 16,0-2-4-16,7 2 2 0,7-1-2 15,5 5-1-15,3 0-1 0,7-3-2 0,-2 2-1 16,4-2 1-1,-2-2-1-15,-2-1-2 0,2 4 1 0,-2 2-1 0,-6 0 1 16,-5 5 3-16,-1 4 0 0,-1-1-4 0,-4-2 2 16,-1-3 0-16,-7 1-3 0,-2-4 3 15,4 2-3-15,-2 3 1 0,2-2-1 16,-2 7-4-16,2-6-7 0,-4 4-4 0,0 3-6 16,0-2-18-16,-4 1-23 0,-2 0-18 15,0 0-3-15,-3-5-12 0,3 1 18 31,-6-1 7-31,4-4 13 0,-3-1 25 16,-3-1 26-16,5-4 22 0,-1-1 19 0,2 1 24 16,4 2 3-16,0 0 3 0,-7-2-4 15,9 1-11-15,-4-3-3 0,0 2 1 0,2-1-10 16,4 4-3-16,0 2-8 0,-2-3-6 16,2 3 0-16,0 0 0 0,0 0-2 15,0 3 2-15,0 12-8 0,2 5 1 16,2 8-2-16,-2 1-1 0,4 0 2 0,-2 2-7 15,-2 0 0-15,2 1 0 0,3-2 1 16,-5 2 5-16,4-5-4 0,-4-4-5 0,2-3 0 16,-2-5-1-16,2-3 4 0,-2-3-5 15,2-2 0 1,-1-2 1-16,-3-2-4 0,4 2 2 0,-4-5 0 0,0 0 0 16,0 0 1-16,2 0 0 15,-2 1-11-15,4-1-8 0,-2 0-7 0,2-3-15 0,-2-3-24 31,4-3-32-31,1-3-72 0,1-6-111 0</inkml:trace>
  <inkml:trace contextRef="#ctx0" brushRef="#br6" timeOffset="-77439.61">20105 17776 489 0,'0'0'12'0,"0"0"-1"15,0 0 3-15,0 0-1 0,0 0 2 0,0 0 8 0,0 0 12 16,0 0 7-16,0 0 1 0,0 0-2 0,6-10-8 16,-6 10-3-16,0-2-8 0,0 2-3 15,0-2-2-15,0 2-6 0,0-3-2 31,-4 0-1-31,2-1-6 0,-4 1 1 0,-3 3 1 16,-1 2-1-16,-2 9-2 0,-3 9-4 16,3 4 5-16,6 3-4 0,-3 0 4 15,3 0 1-15,0 1-9 0,0-1 8 0,2 0 0 16,1 1 4-16,-1-1-3 0,2 0-4 16,2-9 1-16,0 2-3 0,0 0 4 15,2-4 2-15,5 7-4 0,-1-3 0 0,0-5 3 16,0-3-5-16,4-3 3 0,-1-3 2 15,3 2-2-15,-6 0 0 0,7-7-2 16,-5 2-2-16,4-3 3 0,3-3 2 0,1-5-1 16,-1-1 0-16,-3 2-3 0,1-4-2 15,-7 3-1-15,0 3 3 0,0-3 0 16,-4 5 4-16,3 0 1 0,-3-3-6 16,-2-1 4-16,2-3-3 0,-2-2 4 0,0 3-2 15,0-3 1-15,-2 4 1 0,-7-4-2 31,-1 3 3-31,-2-4-2 0,-1 5 5 0,5 0-5 16,0 4 0-16,-5-1 2 0,3 2-9 16,-3-1 9-16,3 3 4 0,0 1-8 15,-3 0 4-15,1 5-6 0,4-1 4 16,6 0-1-16,-5-3 1 0,3 2 3 0,-2-2-4 16,4 2 0-16,-4 1 1 0,6-4-3 15,0 0 4-15,0 0 5 0,-4 0-3 0,4 0 0 16,-2 1-1-16,2 1-5 0,0-1 2 15,-4 2 0-15,4-3-1 0,0 0 7 16,0 0-5-16,0 0 2 0,4-11-2 0,8-2-5 16,-4-1 7-16,3 2-4 0,-1 4-1 31,0 4 0-31,5-1 2 0,-3 3-4 0,1 2 4 0,-5 0 2 0,4 0 1 0,5 0 2 16,-9 4-2-16,4 2-2 0,-3-1 4 31,-3 2-3-31,0 7 0 0,-2 0-5 15,3 1 3-15,-7-3 0 0,0 0 1 0,0 3 7 16,-5 0-8-16,-1 5 4 16,0-8-3-16,-2-3 0 0,-3 2 2 0,5-3-1 15,-4-1 3-15,-3 1-4 0,3-5-2 0,2 1-3 16,-3-3 5-16,3-1 2 0,-6-1-2 16,1-6 3-16,1-1-3 0,0-3-4 15,-1-2 4-15,-1-5-5 0,1-6 2 16,5 2 3-16,2 1 2 0,0 6-2 0,1-4-3 15,5 3 2-15,0-1-5 0,0-2-1 16,0 0 3-16,0 8-5 0,7-2-4 0,3 4-13 16,-2-1-39-16,5-6-58 0,1-3-169 15,-1-8-7-15</inkml:trace>
  <inkml:trace contextRef="#ctx0" brushRef="#br6" timeOffset="-70073.75">23923 13611 78 0,'0'0'19'16,"0"0"-6"-16,0 0-5 0,0 0-4 15,0 0-3-15,0 0-1 0,0 0 0 16,0 0 0-16,0 0 0 0,-17 8 3 0,15-8 6 15,2 1 6-15,0-1 9 0,-4 0 1 16,4 2 1-16,-2-2 0 0,2 0 0 0,-4 1-1 16,4-1 3-16,0 0-8 0,-2 2-2 15,2-2-5-15,0 0-2 0,0 0 1 16,-2 1 0-16,2-1 1 0,0 0-4 16,0 0-1-16,-4 0-1 0,4 0 0 0,0 1-1 31,0-1-1-31,-2 0 1 0,2 0-3 15,0 0 0-15,0 0 0 0,-5 0-2 0,5 0 1 16,0 0 1-16,0 0 2 0,0 0 3 16,-2 0 0-16,2 0 3 0,0 0-3 15,0 0 2-15,0 0-1 0,0 0-4 16,0 0 0-16,0 0-1 0,0 0 1 16,0 0-1-16,-4 0-1 0,4 0 1 0,0 0 1 15,0 0 3-15,0 0-1 0,-2 0 5 0,2 0 0 16,0 0 0-16,0-1 1 0,0 1 1 15,0 0 0-15,-4 0 1 0,4 0-4 16,0-1 1-16,0 1-4 0,0 0 0 16,0 0-3-16,0 0 0 0,0 0-1 15,0 0 0-15,0 0-1 0,0-2 1 0,0 2-2 16,0 0-1-16,0 0 1 0,0 0-2 0,0 0 2 16,0 0-1-16,0 0 0 0,0 0 0 15,0 0 0-15,0 0-1 0,0 0 1 31,6 0-1-31,0 0 1 0,7 0-1 16,5 0 1-16,1 0 0 0,2 0 0 0,-3 0 1 16,3 3-1-16,-2 0 1 0,1-1 0 15,1 1 1-15,-5-2 1 0,-1 1 1 0,3-2-3 16,-3 2-1-16,6-1 1 0,-3-1 1 0,-5 1-1 16,5-1 2-16,-5 2-2 15,-1-2 1-15,9 0-2 0,-3 1 1 16,1-1 1-16,-3 2-3 0,3-2 2 0,2 1-1 15,8 1 0-15,-7-1 3 0,1-1-4 16,0 0 2 0,2 0 0-16,0 0-1 0,-1 0 0 0,-9 0-1 0,3-3 1 0,1 2-1 15,-7 1 1-15,5-3 0 0,2 1-1 16,-7 2 1-16,0-1-1 0,1 1 1 16,-7 0-1-16,0 0 0 0,0 0 0 0,-2 0 0 15,3 0 0-15,3 0 0 0,-2 0 0 31,3 3 1-31,1-2-1 0,-2 1 2 0,9 1-1 16,0-2-1-16,1 3 1 0,-1-4-1 16,-5 1 1-16,9-1 2 0,-8 0-3 15,3 0 1-15,3 0-1 0,-9 0 0 16,9 0 1-16,-3 0-1 0,-5 0 2 16,5 0-1-16,-5 0 0 0,1 0 3 0,-1 0-1 15,1 0-2-15,-1 0 1 0,1 0-1 0,-1 0 0 16,3 0 3-16,5 0-2 0,-3-1-1 15,3-1 0-15,-2 0-3 0,-1 1 3 16,-1-1 0-16,12-2 1 0,-9 1-1 16,1-2 0-16,4 1-3 0,-5 0 3 15,-3 2 0-15,-3 0-1 0,5-1 3 0,-4 3-2 16,3-1 0-16,-5-1-1 0,-1 2 2 0,-2-2-1 16,3 2 0-16,-1 0 0 0,1 0 0 15,-1 0-1-15,0-1 3 0,1 1-1 31,-1 0-2-31,-4-2 1 0,5 2-1 0,-1-1 1 16,1-1-1-16,3 1 1 0,3-2-1 16,6 0 1-16,-11 0 0 0,3 1 0 15,-1-1-1-15,-3 3 1 0,9-1-1 0,-1 1 1 16,0 0 1-16,5 0-1 0,-1 0 0 16,-6 0 0-16,2-2-2 0,-3 2 1 15,-5 0 1-15,5 0-1 0,-5 0 1 16,-5 0 0-16,4 0-2 0,-6 0 1 15,7 0 1-15,-7 0-1 0,-2 0 2 0,2 0-2 16,-6 0 0-16,4 0-1 0,3 0 0 0,-1 0 1 16,2 2-1-16,-2-1 2 0,1-1 0 15,5 2-2-15,-6-1 3 0,7 1-2 16,-1 1 1-16,-2-3 0 0,3 2-1 16,-3-1 1-16,2-1-1 0,-5 0 0 15,3 0 1 1,-4 0-1-16,-2 0 0 0,3 0 1 15,-7 0-1-15,6 0 2 0,-4 0-1 0,4 0-1 16,0 0 0-16,-6 0 0 0,0 0 0 16,0 0 0-16,0 0 0 0,2 0 0 15,-2 0 0-15,4 0 0 0,-4 0 1 16,2 0-2-16,-2 0 0 0,5 0 0 0,-5 0 1 16,0 0 0-16,2-1 2 0,-2 1-3 15,0 0-1-15,0-2-2 0,0 2 1 0,0-5-1 16,-9 1 0-16,1-2 2 0,-8-1-2 15,1 2 0-15,5 2 0 0,-5-4-1 16,3 1-2-16,4 2 1 0,-5-2 0 16,5 1 1-16,-2-1 1 0,1 1 0 15,3 1 2-15,-4-2 0 0,8 3 0 0,-6-2 2 16,3 2 1-16,-1 0-1 0,0-1 1 0,0 2-1 16,4-1 0-16,-9 0 3 0,5 2-2 15,4-1 2-15,-4 1-1 0,6 1 1 31,0-2 0-31,0 2-2 0,-2 0 1 16,2-1 1-16,-4 1 0 0,4 0-1 0,-2-2 0 16,2 2 0-16,-5 0 0 0,5-2 0 15,-2 2 0-15,2 0-1 0,-4-1 0 0,4 1 0 16,-2 0 0-16,2 0 0 0,0 0 0 16,-4-2 0-16,4 2 0 0,0 0 1 15,0 0 0-15,-2 0-1 0,2 0-1 16,-4 0 1-16,4 0-1 0,0-1 1 15,0 1-1-15,0 0 1 0,0 0-1 0,0 0-1 16,0 0 1-16,0 0 1 0,0 0-2 0,0 0 2 16,0 0-1-16,0 0 0 0,0 0 1 15,12 1 0-15,5 4 0 0,-3 0-1 16,1-1 0-16,3-1-2 0,-9-1 2 16,9 1 1-16,1 0-2 0,-9-2 2 15,7 4-1 1,-7-2-1-16,2-2 3 0,-1 3-2 15,-7-3 0-15,8-1 2 0,-5 0-1 0,-1 0 0 16,0 0-1-16,-6 0 1 0,0 0 0 16,0 0-2-16,0 0 2 0,6 0-1 15,-4 0 0-15,4 0 3 0,-4-1-2 16,-2 1 0-16,0-2-1 0,0 2-1 16,0 0 1-16,0 0 0 0,-2 2-1 0,-6 6 1 15,-8 3-1-15,3 3 0 0,-3 1 1 0,3 0 0 16,-5 4 0-16,-1-1-1 0,0 0 1 15,1 1 0-15,1-2 1 0,-1 0-1 16,-1-2 0-16,5-2-2 0,1-5 2 0,1 2 0 16,6-6 0-16,4-1 2 0,-5 0-2 15,7-3 0-15,0 0 1 0,0 0-1 16,0 2 0-16,-4-2 2 0,4 1-2 0,-2-1 0 16,2 2 0-16,-4-2-2 0,4 1 2 15,0-1-1 1,0 2 0-16,-2-2 1 0,2 0-1 0,0 1 0 0,0-1-2 31,-4 0-3-31,4 1-7 0,0-1-16 0,0 0-33 0,0 0-61 0,0 0-180 0,0-2-6 31</inkml:trace>
  <inkml:trace contextRef="#ctx0" brushRef="#br6" timeOffset="-67423.8">25087 13620 374 0,'0'0'46'0,"0"0"-9"0,0 0-5 16,0 0-7-1,0 0-1-15,0 0-3 0,0 0-1 16,0 0 1-16,0 0-1 0,0 0 0 15,0 0 0-15,0 0-5 0,0 0-3 0,0 0-2 16,0 0-3-16,0-1 0 0,0-4-3 16,0 0-1-16,6 0-1 0,0-2-1 15,0 1-1-15,0 0 1 0,1 0-1 16,5-3 0-16,0 0-1 0,1-2 2 0,1 2 0 16,1-2-1-16,3 3 3 0,-1-2-1 15,-1 0-1-15,7 1 1 0,-6-2-1 0,1 2 1 16,-1-2 1-16,-3 0 0 0,1 1 0 15,1-1 0-15,-1 1-2 0,-1-2 1 16,5 1-2-16,-5-3 2 0,9 2-1 0,-4 0 0 0,3 0 1 0,3 1-1 0,2-1-1 31,4 0 0-31,0 1-1 0,-4 1 1 16,2-1 1-16,2 0 0 0,2-1 1 0,0-1 0 16,4-2 1-16,7-2-3 0,3-3 5 15,3 0-5-15,4-1 1 0,3 0 1 31,1 1 0-31,6-3 0 0,5 2-1 0,1-2 0 0,2 1-1 0,5-1 0 32,-1-2 1-32,-3 3-1 0,3 0 0 0,-6 1 1 15,-1 2-3-15,-1-1 4 0,-6 5-2 0,0 0 1 16,-4 4 0-16,-7 0-1 0,1 2 0 16,-6 1 0-16,-1 2 0 0,-6 0-1 15,-4 2 2-15,3-1-2 0,-5 1 1 0,0-1-1 16,0-1 0-16,4 1 0 0,-4-1 0 15,4 0 1-15,-2-1-1 0,3 0 1 16,1 2-1-16,0-3 1 0,0-1 0 0,1 0-1 16,-1-2 0-16,7-1 2 0,-3 0-1 15,4-2 1-15,-1-1 0 0,4 0-1 16,1-2 0-16,1-1 0 0,-5-1-1 16,9 1 1-16,-4-3 2 0,2 0-5 0,-3-2 5 15,1 1-5-15,-2-1 3 0,-5 1 0 31,1 3 0-31,-7-1 1 0,0 2-1 0,-4-1 0 16,0 1 1-16,-6 1-1 0,-2 1 1 16,-2-1 1-16,2 0-2 0,-4 2 0 15,-1 0 0-15,1 0 0 0,-2-2 0 16,4 2 0-16,-3 0-1 0,3 0 1 16,-2 1 0-16,0 0 1 0,1 2 0 0,-3 0-1 15,4 2 0-15,-4-1 0 0,1 2 0 0,-1-2 3 16,4 2-2-16,-5 0 0 0,5-2 0 15,-4 2-1-15,4-1 1 0,-2-3 0 16,-1 1-1-16,5 0 2 0,0 0-2 16,4-2 1-16,-4 2-1 0,4-1 2 0,-2-2-2 15,2 1-5-15,0-1 8 0,-4-1-6 16,4 2 8-16,-4 1-3 0,2 1 2 0,-1 0-1 16,1-1 0-16,0 3-1 0,-6 1-1 15,2 0 3-15,-4 1-2 0,1 2 0 31,-7 1 0-31,-1 1-3 0,-3 3 1 16,1-2-2-16,-2-1 2 0,1 3 0 0,1-1 0 16,-10 1 2-16,4 1-3 0,1 0 1 0,-1 0 0 0,0 0-1 0,6 1 1 0,-3 2 1 31,1 1-1-31,0 0-1 0,1 0 1 16,-3 1 0-16,2 0 0 0,3-2 1 15,-5 1-1-15,4-2 0 0,-3 1 1 0,3-3-1 16,0 1 1-16,-5-1-1 0,1 0 0 15,-2 0 0-15,0 0 1 0,0 2-1 16,-6-2-1-16,0 0 1 0,0 0-1 0,0 0-2 16,5 2 1-16,-5-2-3 0,0 0-2 15,2 0-9 1,-2 1-20-16,0-1-36 0,0 0-83 0,0 1-131 0</inkml:trace>
  <inkml:trace contextRef="#ctx0" brushRef="#br6" timeOffset="-66658.02">30124 11569 480 0,'0'0'72'0,"0"0"-9"0,0 0-8 0,0 0-6 16,0 0-11-16,0 0-8 0,0 0-6 15,0 0-7-15,0 0-5 0,-33-30-3 0,33 30-4 16,0 0-1-16,0-2-2 0,0 2 0 16,0-1 0-16,4 0-1 0,11-1 0 15,5 1-1-15,11-3-1 0,0 3 0 16,-2-2 1-16,2 1 0 0,0-1-2 0,-4 1 1 15,0-2-2-15,-2-1 0 0,-7 2-1 16,-3 1 0-16,-3-1-2 0,-5 1-3 0,-1 2-2 16,-6 0-3-1,0-1-1-15,0 1-3 0,0 0 3 0,2 0 1 0,-2 0 3 16,0 0 3-16,0 0 3 0,0 4 2 16,-2-1 1-16,-2 1 3 0,4-4 2 15,-2 0 1 1,2 0 4-16,0 0-1 0,-5 2 4 15,5-2 0-15,-2 0 3 0,2 0 1 0,-4 2-1 16,4-2-2-16,-2 0-3 0,-4 0 0 16,0 1-3-16,-7 3 0 0,5 3-1 15,-2 6 0-15,-1 5 0 0,1 7 1 16,2 2-1-16,2 5 2 0,-1 3-2 16,1 3 2-16,2 0-3 0,2-2-1 0,2 1 4 15,0-5-7-15,0-9 4 0,0-4-4 0,0-6-1 16,0-8 1-16,0 5-1 0,0-6 0 15,2 1 1-15,-2-1 0 0,0-4-1 16,0 0 0-16,0 0-2 0,0 2 0 16,0-2-2-16,0 1-1 0,4-1-3 0,-4 0-3 15,2 2-5-15,-2-2-9 0,0 0-15 16,0 0-23-16,4 0-37 0,5-5-70 0,-3-5-109 16</inkml:trace>
  <inkml:trace contextRef="#ctx0" brushRef="#br6" timeOffset="-65890.97">30635 11542 479 0,'0'0'69'0,"0"0"-11"0,0 0-11 0,0 0-7 0,0 0-12 0,0 0-8 0,0 0-4 31,0 0-4-31,0 0-2 0,6-35 0 16,-6 31-3-16,-6 1-1 0,4 1-4 16,-2-1 2-16,1 1-4 0,-3 2 1 15,-4 0 3 1,-5 7-3-16,1 3 4 0,-3 5 1 0,9 5-1 15,-4 2 4-15,-1 0-1 0,5 3 0 16,-2-2-1-16,1 2-3 0,3-2 0 16,2-7-3-16,2 2 0 0,2-2 0 15,0-4-2-15,0 6 1 0,0-1 0 16,2-2 4-16,8 6-4 0,-1-4 4 16,1-2-4-16,-4-4-1 0,1-1 1 0,-1-3 0 15,-4-5 0-15,4 5 0 0,-4-4-1 0,2 0 1 16,2 0 0-16,-4-3 2 0,5 1-1 15,-3 0 0-15,2 1 1 0,-4-2-2 16,4 0 2-16,0 0-2 0,3 0 0 0,-3-2 0 0,-2 1-1 0,2-5 1 31,-4 3 0-31,5-6-4 0,-3 1 5 0,-2 4-6 16,-2-7 5-16,0 5 1 0,0-6-1 0,-2-5 1 16,-2 7-4-1,-9-4 1-15,5 3-1 0,-2 5 1 16,-1-3 2-16,1 5 0 15,-3 1 0-15,1 1 0 0,2 2 1 16,-1 0-1-16,-1 0 0 0,0 0 1 16,5 0-1-16,5 2 0 0,-4-1 0 0,4 1 1 15,-4-1 1-15,2 1-1 0,4-2-1 0,-2 0 1 16,2 0-1-16,0 0 0 0,0 0 1 16,-5 0-2-16,5 0 1 0,0 0 0 0,0 0-2 0,0 0 2 0,0 0 0 31,0 0 0-31,0-2 0 0,5-2 0 0,-3 1 0 15,2 0 0-15,-4-1 0 0,0 4 0 0,0-1-1 0,0 1 1 0,2-2 0 32,2 1-1-32,-4-1 3 0,2 1-3 0,-2 1 1 15,2-1 0 1,-2 1 0-16,4-2-1 0,-4 2-1 16,0-1-1-16,2 1-2 0,-2 0-8 0,0 0-17 0,0 0-46 0,0 0-127 15,0 0-105-15</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5:05:08.360"/>
    </inkml:context>
    <inkml:brush xml:id="br0">
      <inkml:brushProperty name="width" value="0.05292" units="cm"/>
      <inkml:brushProperty name="height" value="0.05292" units="cm"/>
      <inkml:brushProperty name="color" value="#7030A0"/>
    </inkml:brush>
    <inkml:brush xml:id="br1">
      <inkml:brushProperty name="width" value="0.05292" units="cm"/>
      <inkml:brushProperty name="height" value="0.05292" units="cm"/>
      <inkml:brushProperty name="color" value="#00B050"/>
    </inkml:brush>
    <inkml:brush xml:id="br2">
      <inkml:brushProperty name="width" value="0.05292" units="cm"/>
      <inkml:brushProperty name="height" value="0.05292" units="cm"/>
      <inkml:brushProperty name="color" value="#FF0000"/>
    </inkml:brush>
  </inkml:definitions>
  <inkml:trace contextRef="#ctx0" brushRef="#br0">25087 11287 368 0,'0'0'48'15,"0"0"-7"-15,0 0-7 0,0 0-2 0,0 0-7 0,0 0-2 0,0 0-2 31,0 0-3-31,0 0-1 0,10-80-1 16,-8 70-4-16,4 2 5 0,-6 3-6 0,4 2 3 16,-4 3-2-16,0-2 0 0,0 2-2 15,0-1-2-15,0 1-4 0,0-2 0 16,2 2-5-16,-2-1 2 0,0 1 0 0,0 0 0 16,-12 0 4-16,-2 7-4 0,-7 5 4 15,-2 1-6-15,-4 0 1 0,2 3 0 0,-4-1-2 16,3 0 2-16,-3 0 0 0,6-2 2 15,0 3-2-15,11-7 0 0,1 1 0 16,1-3 1-16,8-4-1 0,-4 1 1 16,2-1 1-16,2 0-1 0,-5 1 1 0,7-4 0 15,0 0 1-15,0 0 0 0,-4 1 3 16,4-1-3-16,0 1 1 0,0-1 1 16,0 2-3-1,-2-2 1-15,2 1 0 0,0 1 0 16,0 4 0-16,2 3-1 0,9 5 1 15,1 1-2-15,3-3-1 0,-1 2 1 16,5-2-3-16,-1 0 2 0,1 2 1 0,1-1-1 16,1 1 1-16,-2 1 0 0,1-1-3 15,-1 1 3-15,0-1-1 0,-5 1 0 16,-4-6 4-16,3 3-4 0,-11-4 0 0,4-1 1 16,0 3-3-16,-4-7 2 0,3 1-1 15,-3-1 1-15,-2 2 0 0,0-2 0 16,6 1 1-16,-6-4-2 0,0 0-1 0,0 0-2 15,0 1-3-15,0-1-3 0,0 0-10 16,0 2-14-16,0-2-19 0,0 0-22 16,-2 0-38-16,-4 0-58 0,-3-7-74 0</inkml:trace>
  <inkml:trace contextRef="#ctx0" brushRef="#br0" timeOffset="772.32">24938 11426 487 0,'0'0'51'0,"0"0"-9"16,0 0-2-16,0 0-6 0,0 0-8 0,0 0-6 16,0 0-6-16,0 0-4 0,0 0-1 15,0 0-5-15,-4-18-1 0,4 18 0 16,0-3-2-16,0 2 3 0,10-2 1 0,9 0-1 15,-1 1 1-15,13 1-1 0,-4 1-2 16,0-2 1-16,4 1 0 16,0 1-1-16,-4-2 1 0,6 1-2 0,-2-1 0 0,-4 2 0 15,0 0-1-15,-1 0 1 0,1 0-2 16,-2 0 1-16,6 0 1 0,-4 0-1 16,4 0 2-1,2 0-2-15,2 0 1 0,0 0-1 0,1 0 0 16,-3 0 1-16,2 2-2 15,-2-1 0-15,-4 2 2 0,2-1-1 16,0 1 1-16,-4 0-1 0,4 0 0 0,-4-2 0 16,-3 2 0-16,5-1-1 0,-4-1 1 15,0 1 0-15,-2 0 1 0,-1-1-1 0,3-1-1 16,-4 0 1-16,4 0 1 0,2 0 1 16,-1 0-1-16,1 0-1 0,0 0-1 15,-2-1 1-15,2-1 1 0,2 2 1 16,-6 0-2-16,5 0 0 0,-5 0 0 0,-4 0 0 15,-1 0-2-15,1 0 2 0,-7 0-1 16,9 0-1-16,-9 2 2 0,1-2 0 16,8 1 2-16,-1-1-1 0,1 0-1 0,8 0 0 15,-6 0 0 1,1 0 0-16,3 0 2 0,-2 0-2 0,-6 0 0 0,-1 0 0 16,-1 0-2-16,-5 0 2 0,7 2 0 0,-9-2 2 31,-4 0-2-31,3 1 0 0,-3-1 0 15,-4 0 0-15,10 2 0 0,-6-2 0 0,-1 0-2 16,9 1 4-16,-8-1-2 0,7 0 0 16,-1 0 0-16,-6 0 0 0,5 0 0 15,-5 0 0-15,0 0 0 0,0 0 0 16,-6 0 1-16,0 0-1 0,0 0 0 0,0 0 0 16,4 0-1-16,-4 0 1 0,7 0 0 15,-1 0 0-15,0 0 0 0,-2 0 0 0,2 0 2 16,1 0-2-16,-3 0 0 0,2 0 0 15,-6 0 0-15,0-1 0 0,0 1 1 16,2 0-1-16,-2 0 1 0,4 0-1 16,-4 0-2-16,2 0 1 0,-2 0-2 0,4 0-3 15,-4 0-4-15,2 0-14 0,-2 0-31 16,9 0-38-16,-3 0-79 0,0 0-102 16</inkml:trace>
  <inkml:trace contextRef="#ctx0" brushRef="#br0" timeOffset="1816.05">25442 10924 420 0,'0'0'55'0,"0"0"-6"16,0 0-11-16,0 0-3 0,0 0-5 15,0 0-6-15,0 0-3 0,0 0-5 0,0 0-5 16,0 0-1-16,-14-21-3 0,20 14 0 15,6-4 1-15,1 2-2 0,9-2 1 16,1 2-3-16,0 0 0 0,2 1 1 16,2 1-2-16,4 1-2 0,0-1-1 15,-5 3-2-15,3 1 2 16,2 0 0-16,-4 3-2 0,-4 0-2 0,-6 0-3 0,-5 0-2 16,0 0-9-16,1 3-17 15,-9-1-18-15,0 5-23 16,0-2-36-16,-4 4-45 0,-4 3-73 15</inkml:trace>
  <inkml:trace contextRef="#ctx0" brushRef="#br0" timeOffset="2066.4">25624 10861 451 0,'0'0'59'15,"0"0"-11"-15,0 0-11 0,0 0-8 16,0 0-11-16,0 0-6 0,0 0-3 0,0 0-3 15,0 0 1-15,-23 31 2 0,19-6-1 16,2 1-1-16,2 1-1 0,0-1 1 16,-4 1-2-16,4-3 0 15,0-6-2-15,0 0 0 0,0-5-1 0,0-1-1 0,0 0-2 16,0-7 2-16,0 5-1 0,0-5 0 16,0-1-1-1,0 1-1-15,4-2-3 0,-2 0-5 16,-2 0-8-16,4 1-26 0,-4-4-32 15,2 3-67-15,0 1-117 0</inkml:trace>
  <inkml:trace contextRef="#ctx0" brushRef="#br0" timeOffset="2616.75">25915 10862 550 0,'0'0'36'15,"0"0"-7"-15,0 0-9 0,0 0-8 16,0 0-4-16,0 0 0 0,0 0-1 0,0 0 1 0,0 0-2 0,0 0 0 16,-28 92-2-1,21-72 0-15,3-4-2 0,-2-1 0 0,4-5 0 16,2-5 2-16,-4 5-2 15,2-5 1-15,2 0 1 0,-4-1 1 16,4-4 0-16,0 0 1 0,0 0 1 0,0 2-1 16,0-1-2-16,0-1 0 0,0 0-1 15,0 2 0-15,0-2-2 0,4 0 0 16,2 0 0-16,6 1-1 0,3 2 1 0,-1 0 0 16,5 3-1-16,-1 0 0 0,1 2 0 15,-4-1 0-15,-3 0-1 0,0-1 2 16,-5-2-1-16,1 1-1 0,2 1 0 0,-8-5 0 15,7 4 0 1,-5-2 2-16,-2 0 0 0,2 0 1 0,-4-3 0 0,0 6 0 0,-4 4 0 16,-2 3 1-1,-5 4 3-15,-5-4-5 0,1-1 5 16,-3 1-4-16,-3-4-1 0,2 0 1 16,7-3-1-16,-1 0-1 15,5-3 1-15,-2 0 0 0,2 0-1 0,1-1 2 16,5-1-2-16,2-1-1 0,-4 0 0 15,4 0 0-15,0 0-1 0,-2 2-5 0,2-2-1 16,0 0-8-16,0 0-14 0,2-10-24 16,4-2-37-16,7-1-61 0,-1-2-111 15</inkml:trace>
  <inkml:trace contextRef="#ctx0" brushRef="#br0" timeOffset="3051.32">25889 10956 441 0,'0'0'47'15,"0"0"-6"-15,0 0-5 0,0 0 0 16,0 0-1-16,0 0-4 0,0 0-3 15,0 0-5-15,0 0-3 0,0 0-2 16,-15-23-3-16,11 22-1 0,4-1-2 0,0 1-4 16,0-1-2-16,0 1-2 0,0-6-3 15,0-1-1-15,6-4 1 0,7-2-1 16,5 1 1-16,7 5-1 0,4-3 0 0,4 3-1 16,4 0 2-16,3 1-1 0,-1 3 0 15,4-3 1-15,-4 3-1 0,1-1 0 16,-1 1 1-16,-6 1-1 0,-2-1 1 0,-10 2 0 15,-3-3-1-15,-5 4 3 0,-7-1-1 16,0 0 0-16,-6 2 1 0,0-1 1 0,0 1-2 16,2 0 1-1,-2-1-1-15,4 1 0 0,-4 0-1 0,2 0-1 0,-2 0 1 16,3 0-3-16,-3 0-1 16,4 0-2-16,-4 0-5 15,2 0-5-15,4 0-18 0,4 2-37 16,-4 5-87-16,7 3-135 0</inkml:trace>
  <inkml:trace contextRef="#ctx0" brushRef="#br0" timeOffset="17483.05">22069 10265 125 0,'0'0'37'0,"0"0"0"15,0 0-3-15,0 0-6 0,0 0-1 0,0 0-2 16,0 0-2-16,0 0 0 0,0 0-1 16,18-59-3-16,-16 54 1 15,-2 5-3-15,0-4 2 0,2 0-4 0,-2-1 0 16,7-4 0-16,-7 4-3 0,4 1 1 0,-2-5 1 15,-2 6 0-15,4-2-3 0,-2 2 2 16,2-1-1-16,-4-1 2 0,2 0 0 16,2 2-1-16,-4 3-1 0,0-1-3 0,0 1 0 15,0-1-1-15,0-1-2 0,2 1-2 16,-2-1 0-16,0 0-1 0,0 1-1 16,4-1-1-16,-4 0 0 0,0 1 0 0,0 1-2 15,0-1 2-15,0 1 1 0,3-2-2 31,-3 2 1-31,0-1-1 0,0 1 0 0,0 0 1 16,0 0-1-16,-7 4 0 0,-1 6 1 16,-4 3-1-16,-1 2 1 0,-1 2-1 15,-3 0 0-15,-1 3 0 0,1-1 1 16,-8 2-2-16,7-1 2 0,-3 2-1 0,2-3 0 16,1-2 1-16,3-1-1 0,3-5 0 15,6-1 0-15,0-3 0 0,3-4 1 16,-1 1-1-16,4-4 2 0,0 0-1 0,0 0 0 15,0 2 1-15,-2-1 1 0,2-1 1 16,0 2 1-16,0-2-2 16,-4 1 2-16,4-1-2 0,0 2-1 0,0-2 1 0,0 0-3 15,0 2 1-15,0-2-1 0,0 1 0 16,0-1 1-16,0 4-1 0,4 2 0 16,5 5 0-1,3 2 0-15,0 0 0 0,3 2 2 16,1 0-2-16,-1 0 0 0,-1 1 5 15,3 0-7-15,-3 1 6 0,-1 0-4 16,1-4 0-16,-1 1 1 0,-1-2-1 0,-4-3 0 16,3 0 1-16,-5-3-1 0,0 2 0 15,2 0 0-15,-6-2 0 0,5 1 1 16,-3-4-1-16,-2 5 1 0,4-5 0 0,-2 0-1 16,-2 2 1-16,-2-5 0 0,0 0-1 15,0 0 1-15,0 1 0 0,4 1-1 16,-4-1 0-16,0 1-1 0,0-1 1 0,2-1-2 15,-2 2 0-15,0-2 1 0,0 1-3 16,4-1 1-16,-4 2-10 0,0-2-22 16,0 0-25-16,0 1-54 0,3-1-159 0</inkml:trace>
  <inkml:trace contextRef="#ctx0" brushRef="#br0" timeOffset="21898.25">22052 10414 152 0,'0'0'44'0,"0"0"-6"16,0 0-10 0,0 0-4-16,0 0-3 0,0 0-1 15,0 0-1-15,0 0 1 0,0 0 0 0,0 0-1 0,-14-10 1 0,14 10-2 31,0-2 1-31,0 2-3 0,-2-2-3 16,2 2 0-16,0-1-4 0,0 1-4 0,-5-2 1 16,5 2-4-16,0-1 1 0,0 1-1 15,0-2 0-15,0 1 0 0,7-2-1 0,5 0 1 16,2 0 0-16,-1 3 1 0,5-2 1 16,3 1 0-16,0 1-1 0,8 0 0 15,-2-2-1-15,-3 2 0 0,5 0 0 16,0 0-1-16,0 0 0 0,2 0 1 0,0-1-2 15,-4 1 0 1,0 0 1-16,-2 0-1 0,-7 0 0 16,-1 0 1-16,6 0-1 0,-7 0 1 0,13 0-1 0,-6 0 1 0,2 0-1 15,-1 0 1 1,-3 0 0-16,4 0 0 0,0-2 1 0,-2 1-1 0,1 0 0 16,1 1 1-16,0-2 0 0,-4 0 1 0,-1 1 0 31,5-1-2-31,-6 0 1 0,-1 1-1 15,3-1 1-15,-2 1-2 0,3-2 0 16,-3 2 0-16,0-1 0 0,-1-1 0 16,3 1 0-16,4-1 1 0,-1 0 0 15,-1 1-1-15,-4 0 1 0,-5 0 0 0,-1 1 2 16,3-1-1-16,-3 2 1 0,-3-1-1 16,2-1-2-16,-6 2 2 0,7 0-1 0,-7 0-1 15,0 0 2-15,7 0-2 0,-7 0 0 0,6 0 0 16,1 0 1-16,1 0-1 0,5 0 0 15,-3 0 1-15,9 0 0 0,-6 0 0 16,-1 0 1-16,1 0 2 16,-7 0 0-16,9 0 4 0,-13 0-3 0,9 0-1 0,-7 0 0 15,3 0-3-15,3 0-1 0,-8 0 0 16,5 0 0-16,-1 0-1 0,-4 0 1 0,-1 0 0 31,5 0-1-31,-6 0 2 0,3 0-2 16,3 0 2-16,0 0-1 0,1 0 1 15,1 2-1-15,5-2 1 0,-7 1 0 16,7 1 0-16,-11-2-1 0,4 0 0 0,1 1-1 16,-5-1 0-16,2 0 0 0,3 2-1 15,-3-2 2-15,3 2-1 0,-3-2 0 16,2 1 0-16,-3-1 0 0,3 1 1 0,-4 1 1 16,3-2-1-16,-3 1 0 15,4 1 0-15,-3-2 0 0,3 1 1 0,-2 1-1 16,-1 0 0-16,3-1 0 0,-10-1 0 0,10 2 1 15,-5-1-2-15,-3-1 1 0,8 2-1 16,-8-1-1-16,0-1 2 0,9 1 1 0,-7 1-2 16,0-2 1-16,7 1 0 0,-7-1-2 15,8 0 3 1,-1 0-1-16,-1 0 0 0,3 0 0 0,-3 0 0 0,0 2 2 16,-5-2-2-1,-1 0 0-15,-4 0 1 0,4 0-2 0,0 0 1 0,0 0 0 0,-6 0 0 31,0 0 1-31,0 0 0 0,9 0-2 16,-3 2 2-16,0-2-1 0,0 0 1 0,-2 0 1 16,1 0-1-16,1 0 0 0,0 0 0 15,0 0 0-15,0 0-1 0,1 0 2 16,-3 0-2-16,-4 0 1 0,0 0 0 0,0 0 0 16,2 0 0-16,2 0 1 0,-4 0-2 15,2 0-2-15,-2 0 2 0,6 0 0 16,0 0 0-16,1 0 2 0,-1 0-2 0,-6 0-2 15,0 0 2-15,6 0 0 0,0 0 0 16,3 0 2-16,-3 0-2 0,-6 0 0 16,0 0 0-16,0 0 0 0,0 0 0 0,2 0 0 15,-2 0 1-15,4 0 1 0,-4 0 1 16,2 0-1-16,-2 0 2 0,4 0-1 0,-4 0 2 31,2 0 0-31,-2 0-1 0,4 0 3 0,-4 0-3 0,0 0-1 0,2 0-1 31,-2 0-1-31,0 0 1 0,0 0 0 16,5 0-1-16,-5 0 0 0,0 0-1 0,0 0-1 16,0 0 1-16,2 0-1 0,-2 0-1 15,0 0-3-15,0 0-4 0,0 0-13 0,0 0-26 16,0 0-45-16,-2 0-153 0,-5 0-23 16</inkml:trace>
  <inkml:trace contextRef="#ctx0" brushRef="#br0" timeOffset="31431.09">18621 9472 166 0,'0'0'49'0,"0"0"-9"16,0 0-11-16,0 0-7 0,0 0-4 0,0 0-1 16,0 0-7-16,0 0 2 0,0 0-3 0,0 0 2 15,-25-12 3-15,23 10 1 16,-2 1 2-16,-3-3-3 0,1 3 1 15,4-1-1-15,2 2 0 0,-2-1 1 16,-4-1 0-16,2 1-1 0,-2-1-1 0,6 2-2 16,0-1-4-16,0 1-1 0,-3 0-1 15,3 0 2-15,-4-2 3 0,4 2 0 0,0 0 1 16,0 0-1-16,-2 0-1 0,2 0 2 16,0 0-3-16,0 0-1 0,0 0-1 15,0-1-2-15,0 1-2 0,0 0 1 16,0 0-1-16,6 0 1 0,3 0 0 0,5 0 1 15,9 1-1-15,-2 2 1 0,-1 0 0 16,5-1 0-16,0-2 1 0,-2 0-1 16,1 0 0-16,-5 0-1 0,2 0-1 0,-3 0 2 15,-3 0-2 1,8 0 0-16,-5 0 1 0,-8 0-1 16,13 0 1-16,-4 0-2 0,-3 0 0 0,9 0-1 0,-4 0 1 0,8 0-1 31,-6 0-1-31,8 0 2 0,0 0 0 15,-3 0-1-15,3 0 3 0,3 0-2 0,-1 0 0 16,-2-2 1-16,-5-1-2 0,1 0 2 16,-8 2 0-16,0-1-1 0,-1-1 1 15,-5 1-2-15,5 1-1 0,-10 0 1 16,5 1 1-16,-5 0-2 0,-2 0 2 0,7 0-2 16,-7 0 2-16,6 0-1 0,9 0 0 15,-2 0 0-15,1 1 1 16,-1 0 0-16,-1 1-1 0,1-2 0 0,-4 0 1 0,5 2-1 15,-3-2 1-15,-7 0 0 0,7 0-1 16,-11 0 1-16,8 0 0 0,-7 0-1 16,-1 0-1-16,0 0 1 0,-6 0 1 0,0 0-1 15,0 0 1-15,0 0 1 0,8 1-4 16,-4-1 2 0,5 0-1-16,-3 0 2 0,-6 0 1 0,0 0-2 15,0 0 0-15,0 0 1 16,4 2-1-16,-4-2 0 0,2 0 0 15,-2 0 0-15,2 1 0 0,-2-1 0 16,4 0 1-16,-4 0-1 0,2 0 1 0,-2 0-1 16,4 2 0-16,-4-2 0 0,2 0 0 15,-2 0-1-15,5 0 1 0,-5 0 0 0,2 0 0 16,-2 0-1-16,4 1 0 0,-4-1-2 16,2 0-4-16,-2 0-7 0,4 0-28 15,-4 2-51-15,2-2-103 0,-2 0-88 16</inkml:trace>
  <inkml:trace contextRef="#ctx0" brushRef="#br0" timeOffset="32239.07">19445 9251 488 0,'0'0'48'15,"0"0"-4"-15,0 0-7 0,0 0-8 16,0 0-9-16,0 0-10 0,0 0-5 0,0 0-4 15,0 0-2-15,0 0 0 0,-8-18 0 16,8 18 1-16,0 0 2 0,13 0 0 16,-1 8 0-16,0-2 2 0,3 1 0 0,-3 0-2 15,-4-3 2-15,7 4 1 0,-3-2 0 16,1-2-1-16,-1 2 0 0,3 1-2 0,-5-4-1 16,4 2-1-1,3 2 0-15,-3-1 0 16,5 3 2-16,-4-2-1 0,3 1 0 15,-3-2 1-15,-3 0-1 0,2-1 1 16,3-2 2-16,-9 0 1 0,11 0 0 0,-11-2-1 16,5 1 0-16,-1-2-1 0,-6 0 0 15,0 1 1-15,1-1-2 0,-1 0 2 16,0 0-1-16,0 0 0 0,-6 0 0 0,0 0 0 16,0 0 0-16,0 0 0 0,2 0-1 15,-2 0 1-15,4 0-1 16,-4 0-1-16,2 0 1 0,-2 0 0 0,0 0 0 0,5 0-1 15,-3 0 1 1,-2 0 1-16,2 0-2 0,-2 0 1 0,0 0-1 16,0 0 0-16,0 0-1 0,4 0 0 15,-4 0 0-15,0 5-1 0,-4 4 2 16,-5 6-1-16,1 5 0 0,-4 1 0 16,-5 3 0-16,3 1-1 0,-5 4 2 15,3-1-1-15,-1 3 1 0,3-2 0 16,-3-4 0-16,3 0-1 0,-1-4 0 15,3-1 2-15,-1-2-2 0,5-5 1 16,-4 0 1-16,5-6-4 0,1 0 4 16,0 0-2-16,4-4 1 0,2 0 0 0,0-3 0 15,-4 0 0-15,4 0-1 0,0 2 0 16,-2-1 1-16,2 1-1 0,-4-1 2 16,4 0-2-16,0-1 1 0,0 2 0 15,-2-2 0-15,2 2-1 0,-5-2 1 16,5 1-1-16,0-1 1 0,0 0 0 0,0 2-1 0,0-2 0 15,0 0-1 1,0 1-1-16,0-1 0 0,0 0-6 0,0 0-13 16,0 2-16-16,0-2-35 0,0 0-54 0,0 1-157 0,0-1 7 31</inkml:trace>
  <inkml:trace contextRef="#ctx0" brushRef="#br0" timeOffset="37648.8">18738 9874 135 0,'0'0'44'15,"0"0"4"-15,0 0-4 0,0 0-1 0,0 0-2 0,0 0 0 16,0 0-6-16,0 0 0 0,0 0-4 16,0 0-2-16,0-52 0 0,0 46-2 0,0 0 0 15,0 2-3-15,0-2-3 0,0 1-2 31,0 5-3-31,-2-2-3 0,2 2 0 0,0-1-5 16,0-1-1-16,0 1-2 0,0-1-3 16,0 1 0-16,0-1-2 0,0 2-1 15,0-1 1-15,0 1-2 0,0 0 2 16,0 0 0-16,0 7 0 0,2 9 0 0,9 2 3 16,-9 0-2-16,4 0 3 0,-2-4-4 15,0 1 2-15,0 0-3 0,-4-2 1 0,3 2 1 16,-3-5 0-16,4-2-1 0,-2 1 1 15,-2-4-1-15,4-1 1 0,-4-4 0 16,0 0-2-16,0 0 2 0,0 1 0 16,0 1 0-16,2-1 1 0,-2 1 1 0,0-1-1 15,0 1 2-15,4 0 4 0,-4-2 0 16,0 1 3-16,0-1-4 0,2 0-3 16,4-9 0-16,1-5-2 15,-1-7 0-15,0 2 0 0,2-1-1 0,-2 0-3 0,-1 6 2 31,1 1-3-31,-4 3 3 0,-2 6 1 16,4-1 0-16,-4 1-1 0,2 1-1 0,-2-2-1 16,4 2 0-16,-4 3 0 0,0-1 1 15,4 1-1-15,9 1 2 0,-1 7 0 16,7 3 0-16,-5 2 3 0,-1 1-2 0,-1 1 2 16,-2-2-3-16,1 3-1 0,-5-5 0 15,0-1 1-15,0-4-1 0,-2-3 1 16,-2 5 1-16,3-5-2 0,-3 0 2 0,2 0-3 15,-4-3 3 1,0 0-1-16,0 0 0 0,2 1 2 0,-2 1-2 0,2-2 1 16,-2 1-1-16,4-1 1 0,-4 2 0 15,0-2 1-15,0 1 1 16,2-1 0-16,-2 0 0 0,0 2 0 0,0-2 0 0,4 0 1 31,2-11 0-31,-3-3 1 0,1-5 1 0,-2-1-4 0,2-1 2 0,-2-2-5 0,2 0 2 31,-4 2 0-31,2 6-1 0,-2-2 1 0,4 7-1 16,-4 3 0-16,2 3-1 0,-2 4 0 16,0-1-1-16,0 1-1 0,0-2 0 15,0 1-3-15,4-1-1 0,-4 0-3 16,3 2-6-16,3 0-14 0,2 2-25 0,-2 4-41 16,11 6-71-16,-9 0-112 0</inkml:trace>
  <inkml:trace contextRef="#ctx0" brushRef="#br0" timeOffset="38113.94">19166 9790 504 0,'0'0'36'0,"0"0"0"16,0 0-8-16,0 0-9 15,0 0-10-15,0 0-5 0,0 0 1 16,0 0 2-16,0 0 1 0,-14 35 1 0,14-15 1 16,0 1-7-16,0 5 4 0,0-8-5 15,2-1-1-15,2-7 0 0,-2-3 0 16,-2 3-1-16,0-5 0 0,4 0 1 0,-2-1 1 16,-2-4-2-16,0 0 0 0,0 0 0 15,0 1-2-15,0 1 1 0,0-2-1 16,0 0-4-16,4 0 0 0,-4 0-2 0,0-6 3 15,-4-6 2-15,-2-5 1 0,6 5 1 16,-6-3 0-16,4 4 0 0,-2 0-2 0,2 2 4 16,-2 3-3-16,4-4 6 0,0 4 1 15,0 0 0-15,0-5 1 0,0 5 0 16,0-6 2-16,0-2 0 0,6 5 0 16,0-3-1-16,-2 4-1 0,2 1-3 0,7-4-1 31,-7 5-1-31,4-2-2 0,3 2-1 15,-1 3-2-15,5-1-1 0,-3 2-3 0,0 2-2 16,5 0-10-16,-6 0-19 0,-5 0-24 16,8 8-40-16,-7-2-61 0,-3-2-80 15</inkml:trace>
  <inkml:trace contextRef="#ctx0" brushRef="#br0" timeOffset="38347.5">19193 9847 475 0,'0'0'28'0,"0"0"9"0,0 0-4 15,0 0-4-15,0 0-8 0,0 0-5 16,0 0-5-16,0 0-1 0,0 0-3 16,0 0-2-16,6 0-4 15,13-4-2-15,-2 1-3 16,3 2-7-16,-1-1-7 0,2 1-22 15,-3 1-44-15,1 0-78 0,-9 0-88 16</inkml:trace>
  <inkml:trace contextRef="#ctx0" brushRef="#br0" timeOffset="38980.68">19439 9827 505 0,'0'0'31'15,"0"0"6"-15,0 0 1 16,0 0-8-16,0 0-13 0,0 0-2 0,0 0-9 0,0 0-2 16,-12 88 0-16,12-76-3 15,0-6 0-15,0 5-1 0,0-7 1 0,0 1 0 0,0 1 1 16,0-6 0-16,0 0 2 0,0 0 3 16,0 1 4-16,4 1 0 0,-4-2 1 0,0 0-2 15,0 0-1-15,0 0-3 0,-4-12-1 31,2 1 0-31,-4-7-1 0,-1 1-6 16,7 6 2-16,-6 0-4 0,6 0 3 0,0 5 1 16,0-1 0-16,0 2-1 0,0 5-1 15,0-2 0-15,0 2 1 0,0-1-1 16,0-1 1-16,0 1 0 0,0 1 1 0,0 0-1 16,6 0 1-1,5 0 0-15,-3 1-1 0,4 5 4 0,-3 0-3 16,-3 0 4-16,0 0-3 0,-2-3-1 0,-2 0 0 0,-2-3 0 15,4 2 1-15,-2 1 0 0,-2 0 0 16,7 0 1-16,-7-3 1 0,0 0 0 16,0 0 0-16,0 0-1 0,6 0 1 0,0-7-5 15,0-7 3-15,2-3-3 0,3 1 4 16,-7 3-1-16,2-1-1 0,0 1 2 0,1 4-5 31,-3-1 3-31,-2 8-1 0,-2-3-1 16,4 2 1-16,-2 0-3 0,2 0 0 15,-4 3 2-15,2 0 1 0,4 5 0 16,3 6 4-16,3 5-2 0,-2 2 0 0,-8-1 0 16,9-1-1-16,-9-3 6 0,4 2-6 15,-4-6 5-15,-2-3-5 0,4 5 0 16,-2-7 0-16,-2 1 0 0,4-1 0 0,-4-4 0 16,0 0 0-16,0 0 2 0,0 2-2 15,0-1 0-15,3 1 0 0,-3 0-2 16,0-2-1-16,0 1 2 0,4-1-2 0,-4 1-2 15,0-1-6-15,0 2-14 0,0-2-21 16,0 1-38-16,2 1-70 0,-2-1-121 0</inkml:trace>
  <inkml:trace contextRef="#ctx0" brushRef="#br0" timeOffset="39581.75">19840 9833 299 0,'0'0'59'16,"0"0"2"-16,0 0-12 0,0 0-3 15,0 0-3-15,0 0-3 0,0 0-4 16,0 0-6-16,0 0-7 0,21-17-4 0,-17 14-3 16,-4-2-2-16,2 1-4 15,2 0-3-15,-4-1 0 0,0 5-4 0,0-2-1 0,0-2 1 16,0-1-3-16,0 1-1 0,0 0 0 16,-6 4-1-16,-6 0 2 0,-3 7 1 15,-3 3 0-15,-1 3 0 0,4 0-1 16,-1 3-1-16,6-3 5 0,-1-1-5 0,5-1 5 15,4-2-4-15,-2-4-1 0,4-1 1 16,0 0-2-16,0 3 1 0,0 3 1 16,6 2-2-16,0-5 2 0,7 1 0 0,1 0-1 15,-4-5 1-15,9 3-1 0,-11-3 1 16,5 0-1-16,-1 2 1 0,-4-3 0 16,1-1 0-16,-3-1 0 0,-2 1 0 0,4-1-1 31,-2 0-5-31,1 0-12 0,3 3-32 15,-4-1-58-15,-2-1-148 0,3 1-27 0</inkml:trace>
  <inkml:trace contextRef="#ctx0" brushRef="#br0" timeOffset="41030.83">20041 9751 423 0,'0'0'49'31,"0"0"-1"-31,0 0-6 0,0 0-2 15,0 0-6-15,0 0-5 0,0 0-8 16,0 0-6-16,0 0-2 0,0 0-4 0,6-25-2 16,-6 15-1-16,0 1 0 0,-6 1-1 15,4 1 0-15,-5 1-1 0,1-2 1 16,0 1-2-16,-6-3 0 0,-1 1 0 0,5 0-2 16,-9 0 2-16,5 1 0 0,-2 1 0 15,-5-2 1-15,0 1-2 0,-1 0 1 16,-1 3 0-16,0-2-2 0,-3 1 1 0,-1 2-1 15,0-3 0-15,-2 3-1 0,0 1 1 16,0 0-1-16,3 0 1 0,-1-2-2 16,2 2 1-16,6 1 1 15,-1-3 0-15,3 2 1 0,3 0-1 0,-3-2 1 0,-3 1-1 16,10 1 0-16,-11-2 1 0,0 1 0 16,1 1-2-1,-1-1 1-15,3 3-1 0,-3-1 0 0,-4-1 0 0,1 2 1 0,-3-1-1 31,0 1 0-31,0 1 0 0,-2 0 1 0,0 0 0 16,-4 1-1-16,5 4-1 0,-1-1 1 16,2 3-1-16,0-2 1 0,2 3 0 15,1-2-1-15,1 0 1 0,6-1 1 16,-1-1-1-16,1 1 0 0,7-2 1 0,-10 2-3 16,3-1 2-16,-1 2-1 0,-3 1 1 15,4 0 0-15,-3 1 0 0,3-1 0 16,-3 2-1-16,-1 0 1 0,3 1 0 0,-7 0 0 15,4 0 0-15,-1 2 0 0,1-2 0 16,-2 2-1-16,3-1 2 16,-1-1-1-16,3 1 0 0,-1 0-1 0,5-4 1 0,1 1-2 15,-5 1 2-15,10-3-1 0,-7 4 0 16,9-3 1 0,-2 1 0-16,0 2 0 0,2 0 0 15,-3 0 0-15,5-1-1 0,-4 1 1 16,2 0 0-16,2-2 4 0,-2 3-3 15,2-2 3-15,-5 0-5 0,5 2 0 16,-2-4 1-16,2 3 0 0,2-6 0 0,-4 5 0 16,2-3 0-16,2 7 0 0,-4-3 0 15,4 2 0-15,0-1 0 0,0 1-1 16,0 3 0-16,0-6 0 0,4 7 1 0,2-3-1 16,0-6 1-16,3 7 0 0,-1-3 1 15,4 0-1-15,5 2 0 16,-1-2 0-16,3-2 0 0,0 2 0 0,1-4 1 0,3 2-1 15,-2-1 1-15,4-2 0 0,-3 0-2 16,3 0 2-16,0 0-1 0,0 0 1 16,-3 1 1-16,9-3-1 15,-4 0 1-15,4 0-2 0,-4-1 0 0,0 0 0 0,-2 0 1 16,0-1-1-16,-1 0 0 0,-9 1 0 16,6-1-2-16,-3 0 3 0,-5-2-1 0,5 2 1 15,-1 0 0-15,1-1-1 0,1 2 1 31,0-1-2-31,-1-2 0 0,-1 1 2 0,5 1-2 16,-7 0 0-16,-3-2 2 0,1 1-1 16,5-1 0-16,-3 0 0 0,3 0 1 15,1 0-2-15,-11 0 1 0,11 0 0 16,-7 0 0-16,3 0 0 0,-3 2-1 0,1-1 0 16,5 1 1-16,-10 0-1 0,11 2 2 15,-11-3-1-15,3 1 0 0,-1-1 1 16,2-1 0-16,5 0 0 0,-1 0-1 0,-3-1 1 15,5-4-1-15,1 2 1 0,0-1-1 16,5-3 0-16,-3 0 0 0,0 1 0 16,-1-2-1-16,-3 4 1 0,-3-1-1 0,5 0 1 15,-11 2 1-15,9-1-1 0,-9 3 0 16,0-3 0-16,3 1 0 0,-5 2 0 0,2-4-1 16,-4 4 1-1,5-2 1-15,-1 0-2 16,2-2 2-16,5-1-1 0,1 0 0 15,1-4 1-15,1 0-1 0,1 1 1 16,0-2-1-16,-1 1 1 0,-3 0-1 0,-1-2 0 16,3 0 2-16,-7 2-2 0,0 0 1 15,-1 0-1-15,1 0 1 0,-4 0 0 16,2-2 0-16,-6 4 0 0,5 1 0 0,-3-2 2 16,-2 5-1-16,2-6-1 0,-4 4 1 15,0-6-1-15,0-5 2 0,0 2-1 16,-4-6 2-16,-2 3-5 0,-1 1 3 0,-1 1-4 15,0-1 3-15,-4-1 0 0,1-1 0 16,-3 1 0-16,5 0 0 0,-1-1 0 0,-2 3-2 16,6 4 2-1,-5 0-2-15,1 1-2 0,-5 2 1 0,-3-3-1 0,-1 2-4 16,5 5-6-16,-5 0-18 16,0 2-34-16,-1 1-44 0,-5 1-98 0,6-1-83 0</inkml:trace>
  <inkml:trace contextRef="#ctx0" brushRef="#br0" timeOffset="42032.15">18794 9004 423 0,'0'0'52'0,"0"0"-7"0,0 0-4 16,0 0-6-16,0 0-7 0,0 0-5 16,0 0-4-16,0 0-5 0,0 0-3 15,-12-9 0-15,12 7-1 0,0 2-3 16,0-3 2-16,6-1-1 0,9-4 0 0,11 1 0 16,5-3-1-16,9 0-3 0,5-1-1 15,1-1-1-15,-1 0 0 0,-1 2-1 0,-5-2-1 16,-4 2 1-16,-4 2-3 0,-4 1 0 15,-9 2-1-15,-9 2 0 0,-3 3-3 16,-6 0-6-16,0-1-11 0,0 1-11 16,0 0-5-16,0 0-3 0,0 0 1 0,-6 4 6 15,-5 6 6-15,-7-3 6 0,5-1 11 16,-1-3 5-16,1 0 0 16,1-3-2-16,0 1-1 0,5-1 1 15,-5 0 5-15,6 0 3 16,0 0 3-16,-7 0 0 0,11 0 4 15,-4 0-1-15,4 0 4 0,2 0 3 16,-4 0 2-16,2-1 3 0,-4 0 3 0,1-1 2 16,-1 1-3-16,6 1-3 0,0 0-5 15,-6 0 0-15,-2 4 2 0,-1 11 7 0,-7 5 4 16,8 5-3-16,-3 0-2 0,3 3-7 16,2 1-1-16,0-2-1 0,-1 0-1 15,5-1-3-15,-4-8 0 16,6-1-3-16,-4-5-1 0,4 0 4 0,0 0-4 0,0-7 3 15,0 1-5-15,0-2 1 0,0 2-2 16,0 1 2-16,0-2-1 0,0-5 0 16,0 0 1-16,0 0-1 0,0 2 0 0,0-1-1 15,0 1-1-15,0 0-5 0,0-2-10 16,0 0-30-16,0 1-37 0,0-1-92 16,4 0-99-16</inkml:trace>
  <inkml:trace contextRef="#ctx0" brushRef="#br0" timeOffset="42548.37">19249 8958 575 0,'0'0'46'0,"0"0"-7"0,0 0-10 0,0 0-9 16,0 0-12-16,0 0-5 0,0 0-2 15,0 0 0-15,0 0 0 0,0 0 2 16,6-7-1-16,-6 21 1 0,0 2-1 16,-4 1 3-16,2-2 0 0,-2-6-1 0,2 0 1 15,-2 2-1-15,4-6 0 0,-2-1 2 16,2-4-3 0,0 3 0-16,-2 1 0 0,-3 1-1 15,5 0 1-15,0-5-3 0,0 0 3 16,0 0-2-16,0 1 1 0,0 4 4 15,0-2-4-15,7 3-1 0,5 1 1 16,2 0-2-16,5 3 0 0,-4-2 1 0,3 1-1 16,-1 0 0-16,-3 0 0 0,1 0-2 15,1 0 2-15,-5 0 0 0,1-1 0 16,-6 1 1-16,7 0 3 0,-7-1-7 0,2 3 7 16,-4-4-6-16,-2-4 3 0,2 2 0 15,-4-1 1-15,-6 5 1 0,-6 5-1 16,-7 1 0-16,-6-3 0 0,-2-2 1 0,1-4-1 15,-1 1 2-15,-4-2 1 0,6-1 1 16,4-1 0-16,3 0-2 0,5-1 0 0,3-2-3 16,-7 1 0-16,11-1-1 0,4 2 0 15,2-2 0-15,-4 0-1 0,4 0-1 16,0 0-2-16,-2 0-2 0,2 0-8 16,0 0-9-16,0 0-17 0,0-2-24 0,6-7-25 31,2-2-49-31,5 0-109 0</inkml:trace>
  <inkml:trace contextRef="#ctx0" brushRef="#br0" timeOffset="43097.6">19268 9031 493 0,'0'0'58'0,"0"0"-7"15,0 0-5-15,0 0-10 0,0 0-8 16,0 0-8-16,0 0-2 0,0 0-3 0,0 0-1 31,-19-24-1-31,19 23-5 0,0 1 1 16,-4-2-1-16,4 2 0 0,-2-1 2 15,2 1-2-15,0-2-2 0,-4 2 0 16,4-1-1-16,0 1 0 0,0-2-1 0,0-3 1 16,6 0-1-16,10-3-1 0,7-3 0 15,2 0-1-15,2 1 0 0,8 1-1 0,-2-2-1 16,-4 1 2-16,6-1-2 0,-2 0 0 16,-4 1 0-16,0 0 0 0,-2 1-2 15,0 2 4-15,-13 3-2 0,5 0-2 16,-9 1 4-16,-8 2-2 0,5 1-3 0,-7 0 3 15,0-2 0-15,0 2 1 0,2 0 1 16,-2 0-2-16,4 0 1 0,-4 0-2 0,0 0 2 16,2 0-1-16,2 0 0 0,-4 0 0 15,2 0 1-15,-2 0-1 0,0 0 2 16,0 0-2 0,4 0 0-16,-4 0-1 0,0 0 0 15,0 0 1-15,2-2-1 0,-2 2 0 16,0 0-2-16,0 0-2 0,4 0-3 15,-4 0-7-15,0 0-10 0,7 0-20 0,1 0-37 16,0 5-98-16,2 3-116 0</inkml:trace>
  <inkml:trace contextRef="#ctx0" brushRef="#br1" timeOffset="58595.77">21984 9460 139 0,'0'0'45'16,"0"0"-3"-16,0 0-9 0,0 0-4 15,0 0-2-15,0 0-1 0,0 0 1 16,0 0 1-16,0 0 0 0,0 0 0 15,-35-23-3-15,35 23-4 0,0-2-3 16,-2 2-3-16,2-2 0 0,0 2 0 0,0-1-3 16,-2 1 2-16,2-1-1 0,0 1 2 15,0-2-1-15,-5 2-2 0,5-1-3 0,0 1-2 16,0 0 1-16,-2-2-1 0,2 2 1 16,0 0-1-16,0 0 1 0,0 0-3 15,0-1-1-15,0 1 0 0,0 0-1 16,0 0 0-16,0 0 1 0,2 0 0 0,11 0 0 15,-5 0-4-15,11 0 2 0,-1 0-1 16,1 0 0-16,8 3 1 0,-7 0-2 0,3-2 1 16,-2 2 0-16,4 0 0 0,-3-1 0 15,5-1 0-15,2 1 0 16,4-1 1-16,2 1 0 0,7-2 0 0,-3 1 0 16,2-1-1-1,3 0 1-15,-5 0-2 0,0 0 0 16,-1 0 0-16,-3 0 1 0,-2 0-1 15,-2 0 2-15,-4 0-2 0,-3 0 0 0,-9 2-1 16,4 1 1-16,-1 0 0 0,1-1-1 16,-1 1 2-16,-1-2-1 0,1-1 0 15,3 2 1-15,8-2-2 0,-2 1 1 16,0-1 0-16,0 0 0 0,4 0 0 0,0 0 1 16,-4 0-1-16,-1 1 0 0,-1-1 1 15,-6 0-2-15,-3 0 1 0,3 0 0 0,-7 2-1 16,7-1 1-16,0 1 0 0,-3 0 0 15,7 1 0-15,-4-2 1 0,-5 1-1 16,7-2 1-16,-3 1 0 0,9-1-1 16,-2 2 0-16,-4-2 0 15,3 0 0-15,-9 0 0 0,8 0 0 16,-7 0-1-16,-3 1 1 0,9 1 1 16,-5-2-1-16,-7 1 0 0,9 1 0 15,-3-2 0-15,-3 1 0 0,5 1 1 16,-5 0 0-16,-1-2-1 0,9 0 0 15,-3 0 0-15,7 0 0 0,-8 0 1 16,1 0 1-16,5 0-2 0,-6 0 0 0,12 0 0 16,-13 0 0-16,3 0 1 0,-7-2 0 15,1 2-1-15,1-2 0 16,-2 2 1-16,1 0-1 0,-7 0 1 0,6 0 0 0,-5 0-1 16,-1 0 1-16,6 0 0 0,-8 0 0 15,3 0 0-15,5 0-1 0,-6 0 0 16,7 0 0-16,-1 0 0 0,0 0 0 0,-3 0 0 15,7 0 0 1,-6 0 0-16,3 0 0 0,-1 0 0 0,-6 0 0 0,1 0 0 16,-7 0 0-16,4 0 1 0,0 0-1 15,2 0 0-15,0 0 1 0,-6 0-1 0,0 0 0 16,0 0 0-16,4 0 0 0,-4 0 0 16,0 0 0-16,3 0 0 0,1 0-1 0,-4 0-2 15,2 0-4-15,-2 0-13 0,4 0-25 31,-4 0-18-31,0 0-45 0,0 0-70 0,-13 0-75 16</inkml:trace>
  <inkml:trace contextRef="#ctx0" brushRef="#br1" timeOffset="59063.53">23654 9353 579 0,'0'0'56'16,"0"0"-15"-16,0 0-12 0,0 0-8 16,0 0-10-16,0 0-3 0,0 0-1 0,0 0-2 15,0 0 0-15,43-41-2 0,-24 41 0 16,2 2 0-16,-3 4-2 0,1 0 2 16,0 1-2-16,1 1 1 0,1 0 0 0,0-2 0 15,1 2-1 1,-1-4 0-16,4 0 0 15,-11 0 0-15,1-3 0 0,-3 1 1 16,-2-1-1-16,3 1 1 0,-11-2-1 0,4 1-1 16,-6-1 0-16,0 0 0 0,0 0 1 15,2 0 0-15,-2 0 0 0,4 0 0 16,-4 1 2-16,0 1-1 0,0 4 0 0,-4 5-1 16,-4 1 0-16,-11 6 1 0,1-1-1 15,-3-1 1-15,-4 1-1 0,3 1 1 16,-1-1-2-16,0 0 2 0,0-2-1 0,5-2-1 15,-3 1 2-15,7-1-2 0,-1-1 0 16,3-3 0-16,-1 0 0 0,3 0-1 0,4-3-3 16,-5 4 2-16,5-3-1 0,2-4 1 15,-2 3 1-15,4-2-3 16,-2-1-4-16,4 2-4 0,0-5-5 0,-2 0-9 16,2 0-27-1,0 2-36-15,0-1-100 0,0 3-94 16</inkml:trace>
  <inkml:trace contextRef="#ctx0" brushRef="#br1" timeOffset="60188.17">22492 8996 357 0,'0'0'56'0,"0"0"-4"16,0 0-7-1,0 0-9-15,0 0-4 0,0 0-6 16,0 0-6-16,0 0-4 0,0 0-6 15,0 0-2-15,23-39 1 0,-2 30-3 16,6 3 0-16,4 0-1 0,4 0-1 0,2 1-1 16,2 1-1-16,1-1-1 0,-1 0 0 15,0 2-1-15,-2 1 0 0,-2-1 0 16,1 1-1-16,-3 2 0 0,-4 0-2 0,-7 0-3 16,-3 0-3-16,-9 0-5 0,-4 0-7 15,1 0-12-15,-7 0-13 0,0 5-23 16,-2 2-37-16,-11 5-33 0,-5 1-75 0</inkml:trace>
  <inkml:trace contextRef="#ctx0" brushRef="#br1" timeOffset="60441.01">22809 8957 282 0,'0'0'63'16,"0"0"-5"-16,0 0-5 0,0 0-3 0,0 0-4 31,0 0-6-31,0 0-11 0,0 0-7 16,0 0-10-16,0 0 0 0,-21-19 0 15,17 30 2-15,4 8 1 0,-2 5-3 16,2 0-3-16,-4 2-1 0,4 0-3 0,-2-1-1 16,2-6-2-16,0 2-1 0,0-1 4 15,0-6-5-15,0 5 5 0,0-8-7 16,0-5 2-16,0 5 0 0,2-7-1 0,-2 0 1 16,4 1-2-16,-4-5-1 0,0 0 0 15,0 0-2-15,2 5-2 0,4-2-7 16,-2 0-29-16,4-3-53 0,-1 0-141 0,1 0-43 15</inkml:trace>
  <inkml:trace contextRef="#ctx0" brushRef="#br1" timeOffset="61047.17">23367 8945 419 0,'0'0'61'0,"0"0"-6"0,0 0-8 16,0 0-7-16,0 0-6 0,0 0-7 15,0 0-7-15,0 0-2 0,0 0-3 0,-27-76-5 16,17 70 0-16,-1 4-3 0,-7 2-4 15,-5 0 2-15,-4 8-1 0,0 4-1 16,0 5 2-16,-4 1-3 0,4 4 0 16,0 0 0-16,3 3-1 0,3-3 1 0,2 2-1 15,5-2-1-15,2-1 0 0,5-7-1 16,3 2 1-16,4-1 0 0,0-2 0 16,0 3 0-16,4 1 0 15,5-2 4-15,1 4-5 16,0-3 5-16,3-2-6 0,-1-4 1 15,3 0 0-15,1-3-1 0,3-1 1 16,1 0-2-16,1-3 1 0,0 0 1 0,3-1 1 16,1-2 0-16,0 0 1 0,-2 0-1 15,-7 0 0-15,3-3 0 0,-11 1 2 0,5-2-1 16,-5 1 1-16,2-2-2 16,-1 0 0-16,-5 2 2 0,0-2 1 0,0 0-6 15,-4 0 6-15,2-4-5 0,-2 3 3 16,0-4 1-16,-6-4-1 0,2 5 1 0,-9-2 1 15,-3 2-2-15,-1 3 0 0,-6 0 0 16,-3 1 0-16,1 4 1 0,-2-1 0 0,0 2-1 16,0 0 0-16,2 0-1 0,1 3 0 15,9 0 0-15,-4 2-1 0,11-2-1 16,-2 2 0-16,2-3-4 0,3 0-4 16,3 1-17-1,2 2-45-15,0 1-109 0,0 4-118 16</inkml:trace>
  <inkml:trace contextRef="#ctx0" brushRef="#br1" timeOffset="64795.24">16520 11630 492 0,'0'0'53'15,"0"0"-4"-15,0 0-11 0,0 0-7 16,0 0-8-16,0 0-6 0,0 0-5 0,0 0-5 16,0 0-3-16,25-77-3 0,-29 74-2 15,-8 1-1 1,-9 2 0-16,-4 0 0 0,-8 7 1 16,4 6 1-16,-2 1 0 0,4-1 1 0,0 1-1 0,3 1 1 0,5-3-1 15,5-3 1-15,1 0-1 0,7-2-1 31,2-4 1-31,4 1 0 0,0 2 1 16,0 3-1-16,4 5 1 0,8 3-1 0,3-5 0 16,6-2 0-16,1 0 0 0,5-2 0 15,0-1 1-15,0 0 1 0,0-1-2 16,2 2 0-16,-9-1-3 0,-5 0 2 0,-5-2-3 16,-2 2 1-16,-3-4-1 0,-5 6 2 15,0 1 4-15,-11 7-3 0,-3 3 5 0,-5-5-2 16,-6-4 3-16,-2-2 3 0,1-3 1 15,-1-2 2-15,-4-1 2 0,6-3 0 16,4 0-2-16,3 0-1 0,9 0-4 16,-3 0-4-1,0 0 0-15,10 0-1 0,-5 0-1 16,7 0-2-16,0-1-3 0,0 1-2 0,-4 0-7 16,4-2-5-16,0 2-10 0,0-2-21 0,4-5-34 0,11 2-60 0,3 0-127 15</inkml:trace>
  <inkml:trace contextRef="#ctx0" brushRef="#br1" timeOffset="65178.49">16636 11744 563 0,'0'0'58'0,"0"0"-9"0,0 0-19 16,0 0-12-16,0 0-9 0,0 0-5 0,0 0 0 15,0 0 1-15,0 0-2 0,-12 42 1 16,6-22-3-16,-1-5 0 0,5-1 1 0,-2-3-6 16,-2-1 2-16,6 1-5 0,0-7-4 15,0 3-8-15,0-7-17 0,0 0-8 32,0 0-9-32,0 1 1 0,0-1 15 0,0 0 13 0,0 0 14 0,0-1 11 0,0-12 2 31,-2-5 3-31,-2-4 4 0,-2 0 5 15,-1 1 7-15,3 1 4 0,0 6 7 0,-2-1 3 16,4 5 1-16,2 4-3 0,0-7-7 16,0 7-3-16,0-6-7 0,0-3-3 15,6 8-3-15,2-6-3 0,5 4-2 16,5 2-1-16,5-2-2 0,2 1-3 0,0 2-3 16,2 0-1-16,4 1-4 0,-3 2-11 15,1 2-29-15,-2 1-38 0,-6 0-89 0,-2 1-109 16</inkml:trace>
  <inkml:trace contextRef="#ctx0" brushRef="#br1" timeOffset="65365.11">16663 11779 633 0,'0'0'46'0,"0"0"-11"31,0 0-13-31,0 0-8 0,0 0-4 15,0 0-6-15,0 0-2 0,0 0-1 16,0 0-2-16,91-81-1 0,-70 77-2 0,8 2-6 16,-13 1-16-16,3 1-37 0,-1 0-48 15,-9 3-127-15,3 4-38 0</inkml:trace>
  <inkml:trace contextRef="#ctx0" brushRef="#br1" timeOffset="65537.83">16675 11897 472 0,'0'0'41'15,"0"0"-9"-15,0 0-8 16,0 0-8-16,0 0-7 0,0 0-11 0,0 0-4 0,77-14-23 16,-54 10-49-16,1-2-92 0,1 3-73 0</inkml:trace>
  <inkml:trace contextRef="#ctx0" brushRef="#br1" timeOffset="65861.8">17091 11641 548 0,'0'0'50'15,"0"0"-9"-15,0 0-11 0,0 0-14 0,0 0-4 16,0 0-1-16,0 0-2 0,0 0 1 15,0 0-2-15,0 0-4 0,4 51 1 16,-10-26-4-16,0-4 0 0,-1-3 0 16,1 0 0-16,-4-6-1 0,8 2 4 0,-4 0-1 15,-1-7 1-15,1 7 4 0,0-5-6 16,6-5 4-16,-2 8-4 0,2-7 0 16,0 0-1-16,0 5 1 0,0-3-1 0,6 2 0 31,7 2-1-31,-3-6 0 0,6-2-1 15,5-1 1-15,0-2 0 0,10 0-2 16,-4 0 0-16,0 0-4 0,-3-2-4 0,1-1-17 16,-10 1-30-16,3-1-68 0,-9 3-155 15,-3-2 6-15</inkml:trace>
  <inkml:trace contextRef="#ctx0" brushRef="#br1" timeOffset="66114.12">17298 11703 573 0,'0'0'28'16,"0"0"-5"-16,0 0-6 0,0 0-3 0,0 0 1 0,0 0-5 0,0 0-4 15,0 0-2-15,0 0-3 0,2 64 1 31,-2-52-2-31,0-2-3 0,-2 2 0 16,-2-1-6-16,1-2-4 0,3-4-21 16,-2-1-28-16,2-4-51 0,0 0-54 0,0 0-75 15</inkml:trace>
  <inkml:trace contextRef="#ctx0" brushRef="#br1" timeOffset="66269.98">17265 11719 545 0,'0'0'64'15,"0"0"-12"-15,0 0-10 0,0 0-12 0,0 0-9 0,29-80-6 16,-19 70-5-16,2-5-2 0,7 2-3 16,-3 1-4-16,7 2 0 0,-2 0-2 0,4 3 0 15,-3 0-8-15,7 6-6 0,-6 0-20 16,-4 1-37-16,-5 0-47 0,-1 2-115 0,-3 8-37 16</inkml:trace>
  <inkml:trace contextRef="#ctx0" brushRef="#br1" timeOffset="66480.23">17316 11776 595 0,'0'0'48'0,"0"0"-13"16,0 0-14-16,0 0-10 0,0 0-6 15,0 0-2-15,0 0-2 0,0 0 0 16,0 0 0-16,60-37-2 0,-41 33-1 0,-1 2-3 15,-5 1-4-15,-3 1-11 0,7 0-25 16,-11 0-36-16,0 0-69 0,-6 0-109 0</inkml:trace>
  <inkml:trace contextRef="#ctx0" brushRef="#br1" timeOffset="66662.5">17285 11896 540 0,'0'0'38'16,"0"0"-9"-16,0 0-9 0,0 0-6 0,0 0 0 15,0 0-3-15,0 0-4 0,0 0-5 16,0 0-1-16,97-3-3 0,-76 0-4 0,4 0-14 16,-4 3-12-16,-3 0-56 0,-3 0-84 15,-3 0-85-15</inkml:trace>
  <inkml:trace contextRef="#ctx0" brushRef="#br1" timeOffset="66995.33">17763 11674 579 0,'0'0'49'0,"0"0"-8"0,0 0-12 15,0 0-8-15,0 0-6 0,0 0-6 16,0 0 0-16,0 0-2 0,0 0-2 0,0 0 0 16,-75-35-2-16,57 46-1 0,1 3 0 15,1-1 0-15,1 2 0 0,3 0 2 16,4 2-3-16,1-3-1 0,1-1 0 0,2-2-1 16,4 1 0-16,0 0 0 0,0-1 0 15,0 1 0-15,0-3 1 0,10 3 0 16,-1-2-1-16,7 2 4 0,1-3-7 0,-1 0 5 15,-1-4-6-15,3-1-3 0,3-3-10 16,0-1-30-16,8 0-34 0,-13 0-90 16,3 0-108-16</inkml:trace>
  <inkml:trace contextRef="#ctx0" brushRef="#br1" timeOffset="67228.2">17825 11671 574 0,'0'0'51'0,"0"0"-11"16,0 0-11-16,0 0-12 0,0 0-8 0,0 0-3 16,0 0-3-16,0 0 0 0,0 0-1 15,0 0-2-15,80-41 0 0,-57 38-1 16,-4 2-2-16,-1 1 0 0,-5 0-3 0,1 0-11 15,1 0-15-15,-3-2-18 0,0 2-16 16,-7 0-27-16,1 0-26 0,-6 0-10 16,0 0 2-16,0 0 39 0</inkml:trace>
  <inkml:trace contextRef="#ctx0" brushRef="#br1" timeOffset="67445.42">18044 11624 23 0,'0'0'89'0,"0"0"12"0,0 0-1 16,0 0-15-16,0 0-20 0,0 0-6 15,0 0-12-15,0 0-9 0,0 0-8 16,-41 3-6-16,34 0-3 0,-5 4-5 15,0 6-2-15,5 2-3 0,-3 3-6 16,2 0 2-16,6-4-3 0,-5 1 0 0,3 1 0 16,2-6-3-16,2 7-1 0,0-5 1 15,0 0 0-15,0 0-2 0,0 0 2 16,0 2-3-16,0-8 1 0,0 5-2 0,0-5 3 16,0 0-3-16,0 5-2 0,0-6-2 15,0 0-6-15,2 1-20 0,-2-1-22 16,0 1-40-16,0-1-87 0,0 5-74 0</inkml:trace>
  <inkml:trace contextRef="#ctx0" brushRef="#br1" timeOffset="68295.95">18122 11719 594 0,'0'0'56'16,"0"0"-13"-16,0 0-17 0,0 0-11 0,0 0-7 16,0 0-3-16,0 0-1 0,0 0 0 15,0 0-2-15,0 0 1 0,31 4-3 16,-18 3 1-16,-5 2-1 0,2-2 1 0,1 3-1 15,-5-4 1-15,0 0-1 0,5 2 0 16,-5-4 0-16,0 2 0 0,-4-3 0 16,4 2 0-16,-4-2-1 0,2 0 1 0,5 2-2 15,-5-4 2-15,-2 1-1 0,2 1-1 16,-4-3 1-16,0 0 0 0,0 0 2 16,2 0-2-16,-2 1 2 0,4-1-1 15,2 0 0 1,-4 0 1-16,9-1 1 0,-1-7-2 15,3-1 0-15,-1-3 0 0,-2-2 1 16,-1 0 0-16,-1 4 1 0,-2-1 0 0,4-1 0 16,-3 3 0-16,-1-3 0 0,-2 6 0 15,0 3 1-15,-2 0 0 0,-2 3-1 0,0-2 1 16,0 2 0-16,0 0 2 0,0-1-4 16,4 1-2-16,-4-2 1 0,0 2-2 15,0 0 1-15,0 0-1 0,0 0-1 16,0 2-1-16,-6 5 0 0,-6 4-1 0,3-2-1 15,-7 3 2-15,3-3-1 0,3-1 2 16,-2-1 2-16,5-2 1 0,-5-2 2 16,4 2-1-16,2-4 0 0,-5 1 2 0,9-1-3 15,-4 1 4-15,2-1 1 0,4-1-1 16,-2 0 1-16,2 0-2 0,0 0-1 16,-4 2 0-16,4-2-1 0,-2 0-1 0,2 0 0 31,0 0 0-31,0 1-1 0,0-1 1 15,0 2 1-15,0 5-1 0,0-1 5 0,0 6-3 16,0 1-2-16,0-4 0 0,2 6 1 16,2-7-2-16,2 7 4 0,0-3-4 15,-4-3 1-15,4 5 2 0,-1-5-2 16,-3 0 0-16,2 2 1 0,-2-3-1 0,0 2 0 16,-2-6 0-16,4 5 1 0,-4-4-1 15,0-1 0-15,2 1 1 0,-2 0-1 0,0 1 0 16,0 0 1-16,0 0-1 0,0-6-1 15,0 0 1-15,0 0 0 0,0 1 0 16,0 1 0-16,0-1 0 0,0 1-1 16,0-1 1-16,0 1 0 0,0-1 0 0,0 1-1 15,0 0 0-15,0-1 0 0,0 1-1 16,0-1-1-16,0 1-3 0,0-1-7 16,4-1-12-16,-4 0-25 15,0 0-36-15,0 0-100 16,2 0-90-16</inkml:trace>
  <inkml:trace contextRef="#ctx0" brushRef="#br1" timeOffset="71907.77">18763 11644 433 0,'0'0'57'0,"0"0"-1"0,0 0-10 16,0 0-6-16,0 0-8 0,0 0-10 0,0 0-7 16,0 0-4-16,0 0-7 0,0-44 0 15,0 44-1-15,-2-2 0 0,2 2-1 0,0 0-1 16,-10 0 0-16,-3 0-1 0,-7 9 0 15,-1 6 1-15,-2 5-2 0,7 5 1 16,-3 2 1-16,3 3 1 0,-1 2-1 16,1 1 1-16,1 3 3 0,3 0-5 0,3 0 3 15,3-1-4-15,2 0 0 0,4-5 1 16,0-1 0 0,0-3 1-16,6-3-1 0,5-2 0 0,-3-4 1 0,6-2 0 0,-1-2-1 15,3 1 2-15,-1-3-1 0,-1-1 0 31,-1-2 0-31,-1-3-1 0,-4-1-1 16,3-2 2-16,1 1 0 0,-10-2 0 0,11 1 0 16,-7-2 0-16,0 0-2 0,0 0 2 15,-4 0-1-15,4 0 0 0,-1 0-1 0,1 0-1 16,-6 0-4-16,0-2-10 0,2 1-24 16,4-2-25-16,-2-1-41 0,-2 3-60 15,-2-6-87-15</inkml:trace>
  <inkml:trace contextRef="#ctx0" brushRef="#br1" timeOffset="72244.98">18769 11805 569 0,'0'0'47'0,"0"0"-8"0,0 0-11 0,0 0-11 16,0 0-6-16,0 0-4 15,0 0-2-15,0 0-1 0,0 0-1 16,0 0-1-16,7-26-1 0,5 20 1 0,3 3 0 16,5-2-1-16,3 2 1 0,0 0-1 15,1 2-2-15,-3-1 1 0,4 0-2 0,-6 1 1 16,-1 1-1-1,-5-2-1-15,-3 2-2 0,2-1 0 0,-5 1-5 0,3 0-3 16,-8 0-10-16,4 0-15 0,0 0-12 16,1 0-14-16,-7 0-20 0,0 0-28 0,-3 6-16 15,-7 2-16-15</inkml:trace>
  <inkml:trace contextRef="#ctx0" brushRef="#br1" timeOffset="72527.48">18960 11794 275 0,'0'0'74'15,"0"0"-9"-15,0 0-6 0,0 0-7 16,0 0-5-16,0 0-9 0,0 0-9 0,0 0-8 16,0 0-8-16,-15-1-3 0,7 2 0 15,2 5-2-15,-5 8 1 0,5 1 1 0,4 4-4 16,-2 6 2-16,2-8-4 0,2 3-1 16,-2-1 0-16,2-1-2 0,0 0 2 15,0-1-1-15,0-5 1 0,2-1 1 16,0 0-2-16,2-7 1 0,-2 5-2 0,-2-4 0 15,4 0 0-15,-4-1-2 0,0-4 3 16,0 0-1-16,0 0 0 0,2 1 1 16,-2 1-2-16,0-1-1 15,0 1 1-15,0 0-1 0,4-2 0 0,-4 1 0 0,0-1-6 16,0 2-10-16,3-2-24 0,-3 0-37 16,0 0-87-16,0 0-119 0</inkml:trace>
  <inkml:trace contextRef="#ctx0" brushRef="#br1" timeOffset="73213.42">19191 11840 501 0,'0'0'51'0,"0"0"-9"0,0 0-7 0,0 0-7 0,0 0-3 16,0 0-6-16,0 0-2 0,0 0-4 16,0 0-5-16,0 0-1 15,2-17-2-15,-2 15-1 16,0 1-2-16,0-1 0 0,0 2-1 15,-8 0 1-15,-4 0 0 0,-3 7 3 16,-4 4-3-16,1 3 3 0,5 3-6 0,-1-1 1 16,6 3-1-16,-5 1 0 0,3-1 1 15,2 0-1-15,2-6 1 0,3 3-1 0,-1-8 1 16,-2 3 1-16,6 1-1 0,0-7 0 16,0 5 0-16,0-4-1 0,0 5 1 15,0-2-1-15,0-1 1 0,4-1-1 16,5-1 1-16,-1 3-1 0,2-4 0 0,5 1 1 15,-5-1-1-15,0-4 1 0,3 1 0 16,-3-2 0-16,2 0 1 0,-3 0-1 0,3 0 1 16,-4 0 1-1,3-3-1-15,-9 1 0 0,8-2 0 16,-8 1 0-16,0-1 1 0,4-1 2 16,-1 2-1-16,-3-1 1 0,2 1 1 0,-4-3-5 0,0 2 1 0,0-3 1 31,0-3-1-31,0 4 1 0,0-5-2 15,-6 2 1-15,-1 0-1 0,1 2-1 16,-2 1 2-16,-2 1-1 0,-3 0 0 16,7 2-1-16,-6 3 1 0,1-1-2 0,-1 1 1 15,-5 0 0-15,9 3 1 0,-11 1 0 16,7 3 0-16,4-3 0 0,-1 0 0 0,3 3-1 16,2-4 0-16,2 0 1 0,-2 1-3 15,2-1 0-15,2 0 1 0,-4 1-3 16,2 0 0-16,2-4-6 0,0 0-10 15,0 4-25-15,0 4-27 0,6-1-53 0,-4 0-90 16,2-3-40-16</inkml:trace>
  <inkml:trace contextRef="#ctx0" brushRef="#br1" timeOffset="73845.57">19139 11715 577 0,'0'0'62'16,"0"0"-10"-16,0 0-12 0,0 0-11 16,0 0-7-16,0 0-2 0,0 0-6 0,0 0-2 15,0 0-4-15,0 0-2 0,-2-32-2 16,2 31-1 0,0-1 0-16,0 2-2 0,0-1 0 15,0 1 0-15,11 0-1 0,1 1 1 0,11 8-1 0,-7 2 0 0,3 3 0 31,0-1 0-31,-1 4 2 0,1 0-2 16,-3 0 0-16,1 1 0 0,-5 0 0 16,3 0 2-16,-3 2-3 0,1-1 5 0,-5 1-6 15,2-1 1-15,-2 0 0 0,-5 1 0 16,3 0 1-16,-2 0-2 0,-2-5 4 0,-2 3-4 16,0 1 4-16,0 2-4 0,0 6 4 15,0-5-2-15,-2 1 0 0,-2-3 1 16,-2-1-1-16,6-3 0 0,-3-1 1 0,-1-4-1 15,2-1 0-15,0 2 1 0,2-7-1 16,-4 6 0-16,2-7 1 0,2 0-1 16,0 3 1-16,0-7-1 15,-4 0 1-15,4 0-1 0,0 1 1 0,0 1-1 0,0-1 0 16,0 0 0-16,0 1-1 0,0 0 1 16,0-1 0-16,0 1 1 0,0-1-1 15,0-1 0-15,0 2-1 0,0-2 0 0,0 2 0 31,0-2-1-31,0 0-2 0,0 1-5 16,0-1-13-16,-2 0-30 0,2 1-63 0,0-1-180 16,0 0-15-16</inkml:trace>
  <inkml:trace contextRef="#ctx0" brushRef="#br1" timeOffset="94027.65">23689 11351 355 0,'0'0'48'0,"0"0"-8"0,0 0-4 0,0 0-4 15,0 0-5-15,0 0-2 0,0 0-5 16,0 0-1 0,0 0 0-16,8-14-3 0,-8 13-1 15,0 1 0-15,0-2-5 0,0 2-1 16,0-1-1-16,0 1-2 0,0-2 3 15,0 2-2-15,-2 0 1 0,2-2-1 16,-6 2-2-16,-4-1 0 0,4 1-1 0,-7 0-1 16,5 0 0-16,-4 0-2 0,-7 1 1 15,2 4 0-15,1 0 1 0,-9 2-1 16,4-2 1-16,1 1-3 0,-1-2 3 0,-2 1 0 16,3 1 0-16,-1-2 0 15,0 3-1-15,-3-1-1 0,1-2 0 16,2 1 1-16,0 0 0 0,-3-3 1 0,3 3 0 0,0-4-1 15,5 3 0-15,-3-3 0 0,9 1 0 16,-7-2 1-16,-3 1-1 0,7 1-1 16,-7-1 0-16,-1-1-1 0,2 1 0 0,-6 1 0 15,1 1 0-15,3-1-1 0,-4 1 1 16,2 1 1 0,-1 1 0-16,-3-2-1 0,2 0 1 15,-2 0 0-15,-2-1 1 0,2-1-1 0,2 0 1 0,9-1 0 0,-3 2 1 31,3-2 0-31,5 0 1 0,-5 0-2 16,4 0 0-16,-3 0-2 0,3 0 1 0,-1 0 0 16,1-2-1-16,-5 0 2 0,5 2-2 15,-11-2 0-15,2 1-1 0,3 1 1 16,-9 0 0-16,2 0 0 0,5 0 0 0,-1 1 0 16,2 2 0-16,5-2-1 0,1 1 2 15,-1-2 1-15,2 1 0 0,-5-1 0 16,5 0 1-16,7 0-2 0,-5 0 1 0,4 0-1 15,-2 2-1-15,-5 1 1 0,3 0-1 16,6 0 1-16,-9 0 0 16,3 0-1-16,2 2 1 0,-5 0 0 0,5-1-1 0,-4 4 1 15,5-4 0-15,-3 3-2 0,4 2 2 16,-2-4-1 0,1 3 0-16,1-1 0 0,4 1 0 0,-4 0 0 0,2 1 1 0,2 0 0 31,-4 2-1-31,6-1 2 0,0 1 0 15,-5 1-2-15,5-1 0 0,-2 0 0 0,2 0 0 16,0 0 2-16,-4 1-1 0,4-7-1 16,0 7 1-16,0-6-3 0,0 6 3 15,0 1-1-15,0-2 1 0,0 2 0 16,0-3 0-16,0 2-1 0,4-3 0 0,-4 2 0 16,2 0 0-16,3-1 1 0,-5 1-3 15,2 0 5-15,2-7-6 0,-4 2 4 16,0-6-1-16,0 5 0 0,0 0 0 0,0 2 0 15,0-1 1-15,0-6 1 0,0 0-2 16,0 0 0-16,0 1-1 0,0 1 0 16,0-1 1-16,0 1 1 15,0-1-2-15,0 1 0 0,-4-1 0 16,2 1-1-16,2-2 1 0,-7 0 0 16,1 0 1-16,-6 0-1 0,-1-8 4 0,5-4-5 15,-2 2 4-15,6-4-4 0,-3-1 1 0,3 4 1 0,-2-6 1 31,4 7-1-31,-2-2 2 0,2 1 0 16,-2-1 0-16,4 1 1 0,0 5-1 0,0 1 1 16,0 5 0-16,-2-1 0 0,2 1 2 15,0-1 2-15,0-1-2 0,0 1 1 0,-4-1-1 16,4 1-1-16,0-1-1 0,0 0-1 16,0 1 1-16,0-1 0 0,-3 1-1 15,3-1 0-15,0 1-2 0,0-1 1 16,0 1 0-16,0 1 0 0,0-1 0 0,0 1-1 15,0-2 0-15,0 2 0 0,0-2 1 16,0 2-1-16,0-1 1 0,0 1 0 16,0-2-2-16,0 2 1 0,0-1 0 0,-4 1 0 15,4-2 0-15,0 2 0 0,-2-1 0 16,2 1-1 0,-2-2 1-16,2 1 0 15,-4-4-1-15,-2 0 2 0,4 2-1 0,2 1 0 16,0 2 1-16,-4-2-1 0,4 2 0 15,0-1-1-15,-2-1 0 0,2 1 0 0,-5 1 1 16,5-2 0-16,-2 2 0 0,2-2 1 16,-4 2-2-16,4-1 1 0,-2 1 0 15,2-2 1-15,0 2 0 0,0-1 0 16,-4 1 0-16,4-2-1 0,0 2 1 0,0-1-1 16,-2 1 1-16,2-2-2 0,0 2 2 15,0 0-1-15,0-1 1 0,-4 1 0 16,4 0-2-16,0 0 1 0,0 0-1 15,0 0 0-15,0 0 0 0,0 0 1 0,0 3 0 16,0 9 0-16,0 0 0 0,4 6 0 16,-2-3 0-16,4 2 0 0,0 3 1 0,-1-6-2 15,1-1 3 1,0 1-2-16,0-5 0 0,-2 5 0 16,0-7-3-16,3 1 5 0,-5-1-4 15,2 1 6-15,2 1-4 0,-6-6 0 16,2 2 0-16,-2-5-1 0,0 3 1 15,4 0 0-15,-4 0 1 0,2 1-1 16,-2-4 0-16,0 0 0 0,0 0 0 0,4 2 1 16,-4-2-1-16,3 1 1 0,-3-1-1 15,0 2 1-15,4-2 1 16,-4 2-1-16,0-2 1 0,0 0-2 0,2 1 1 16,-2-1 0-16,0 0 1 0,2 0-2 0,2-5 0 15,2-4-2-15,2-3 1 0,3-2-2 16,1-2 6-16,-2 1-4 0,3-1 1 0,-3 3-1 15,-2 2 1 1,3 2 0-16,-3 3-2 0,-6 3 1 16,2 0-2-16,-4 3 0 0,0-1 0 0,0 1 0 15,2 0-1-15,-2 0-3 0,4 0-5 0,-4 0-4 0,3 0-5 16,3 0-10 0,-2 0-13-16,2 3-41 15,0 1-82-15,-2-3-128 0</inkml:trace>
  <inkml:trace contextRef="#ctx0" brushRef="#br1" timeOffset="94460.59">22769 11618 544 0,'0'0'55'16,"0"0"-5"0,0 0-8-16,0 0-12 0,0 0-7 15,0 0-3-15,0 0-3 0,0 0-2 16,0 0 0-16,0 0-5 0,-16-6-1 15,14 6-1-15,2 0-4 0,0-2 4 16,2 2 0-16,14-1-1 0,9-2 0 0,4 1-4 16,8-1-2-16,-2 2 0 0,3-2-1 15,-5 1 0-15,4 1 2 0,-6-1-2 0,-2 0-1 16,-8 1 0-16,-3 1-3 0,-5 0 2 16,-7 0-1-16,0 0-2 0,-6 0 0 15,0 0-4-15,0 0-1 0,4 0-4 16,-4 0-8-16,0 1-10 0,0 9-13 0,-4 0-21 15,-8 6-21-15,-3-6-35 0,-1 1-47 16,-1-2-68-16</inkml:trace>
  <inkml:trace contextRef="#ctx0" brushRef="#br1" timeOffset="94780.01">22957 11667 556 0,'0'0'61'0,"0"0"-7"15,0 0-9-15,0 0-9 0,0 0-8 0,0 0-5 16,0 0-7-16,0 0-5 0,0 0-4 16,-20-16-3-16,20 16 0 0,0 2 0 15,-4 12-1-15,4 4 3 0,0 6-4 16,0 0 1-16,6-1-1 0,-2 1 0 0,-2-1 2 16,-2 2-3-16,2-9 4 0,2 1-5 15,-4-5 1-15,2 0 0 0,-2-1 2 0,0-7-1 16,4 3 0-16,-4-7 0 0,0 0-1 15,0 0-2-15,0 1 1 0,0 1 1 16,3-1-1-16,-3 0 2 0,0 1-2 16,0-1 0-16,4 1-2 0,-4-1 1 0,0 1-1 15,2 0-1 1,-2-1-2-16,4-1-5 0,2 0-10 0,0 2-14 0,3-2-35 16,-3-3-44-1,0-7-133-15,2-2-49 0</inkml:trace>
  <inkml:trace contextRef="#ctx0" brushRef="#br1" timeOffset="95527.11">23511 11642 637 0,'0'0'58'0,"0"0"-10"0,0 0-15 15,0 0-5-15,0 0-9 0,0 0-3 16,0 0-4 0,0 0-2-16,0 0-2 0,0 0-2 15,-4-60 0-15,-2 55-3 0,-6 5 0 16,-5 0-1-16,1 2 0 0,-7 5 0 15,6 5 0-15,-5 0-2 0,3 5 0 0,2 0 1 16,-1 1-2-16,1 0 3 0,1 0-3 16,-1 2 1-16,5-2 1 0,-3 2-2 15,3 0 2-15,4-2 0 0,-5 2 1 16,7-6-4-16,4-1 4 0,-2-2-5 0,2-5 2 16,2 6 1-16,0-4-2 0,0 4 2 15,0 1-1-15,0-2 0 0,2 0 1 0,4-4 1 16,0 1 0-16,1-4 0 0,-1 2-2 15,2-1 4-15,4 0-3 0,-1-3 0 16,3 1 0-16,-1-1-4 0,5 0 4 16,-7-1 1-16,1-1-1 0,11 0 3 0,-13 0-3 15,9 0-1-15,-3-1 2 16,-6-1-1-16,7-3 0 16,-9 4 2-16,5-3-2 0,-5 0 0 0,-2 3 1 0,4-4 0 0,-10 2 1 15,7 0 0-15,-5 2 0 0,-2 1 1 31,0-2 0-31,0 2 2 0,0-6-1 16,0-1 0-16,0-3 1 0,0 0-4 0,-2 2 2 16,-5 2 1-16,1 0-2 0,0 1-1 15,-6 4 0-15,-1-2-3 0,1 3 3 0,-5 0 1 16,-5 0 0-16,1 0 0 0,6 3-2 16,-1 0 2-16,-3 2-2 0,5-1 2 15,-7 2-2-15,3-1-2 0,5 0 2 16,-1 0-1-16,1 0 1 0,-1 3 1 0,3-4-1 15,3 1-1-15,-2-1 0 0,2-1-1 16,1 2 0-16,1-4 1 0,4 2-4 16,2-3-3-16,0 0-7 15,0 0-7-15,-4 0-21 0,4 0-50 0,0 0-193 0,6-6-38 16</inkml:trace>
  <inkml:trace contextRef="#ctx0" brushRef="#br1" timeOffset="97860.17">17914 12963 613 0,'0'0'58'0,"0"0"-10"16,0 0-13-16,0 0-9 0,0 0-5 0,0 0-8 15,0 0-6-15,0 0-5 0,0 0-2 16,0 0 0-16,0-24 2 16,-13 51-4-16,1 3 2 0,4 2-1 15,-3 0 0-15,3 1-1 16,0-3 1-16,2 0 1 0,-1-3-5 15,3-9 4-15,2-6-7 0,2-6 2 16,0-1-5-16,0-1-6 0,-4 1-11 0,4 1-30 16,0-6-28-16,0 0-54 0,0 0-52 0,0 0-58 15</inkml:trace>
  <inkml:trace contextRef="#ctx0" brushRef="#br1" timeOffset="98077.54">17864 13021 498 0,'0'0'63'0,"0"0"-10"15,0 0-7-15,0 0-11 0,0 0-9 16,0 0-10 0,0 0-4-16,0 0-2 0,0 0-2 0,0 0 1 0,25-14-1 0,-7 25-2 15,1 4-1-15,0 5-4 0,-5-1-1 16,5 2 0-16,-5 1-1 0,-1-1 1 16,-1 2-6-16,-4 0-3 0,-2-7-7 0,1 1-13 15,-1-7-23-15,-6-5-40 16,4 1-82-1,-4-6-104-15</inkml:trace>
  <inkml:trace contextRef="#ctx0" brushRef="#br1" timeOffset="98284.77">17895 13165 616 0,'0'0'55'0,"0"0"-12"0,0 0-13 16,0 0-10-16,0 0-6 0,0 0-6 16,0 0-4-1,0 0-2-15,0 0-2 0,0 0 0 0,-2-5-5 0,10 4-2 0,1-1-3 16,3 2-6-16,-2 0-12 0,-1 3-32 16,5 3-47-1,-4-1-97-15,3 2-75 0</inkml:trace>
  <inkml:trace contextRef="#ctx0" brushRef="#br1" timeOffset="98793.75">18230 13014 571 0,'0'0'39'0,"0"0"-9"0,0 0-9 16,0 0-4-16,0 0-4 0,0 0 2 0,0 0 0 15,0 0-3-15,-10 89-3 0,10-70-3 16,-2-4 1-16,2 7-8 0,0-7 4 16,0-3-5-16,0 2 0 15,0-9 1-15,0 2-1 0,0-7 1 0,0 0 0 0,0 0 1 16,-5 0-1 0,5 2 2-16,-2-2-2 0,2-4 3 0,-6-6-4 0,0-6 2 0,-2-2-1 31,-3-5 3-31,5 1 2 0,0-3 1 15,0 2 3-15,0 0 0 0,3-1 4 16,3 6 2-16,-4 1 0 0,4 7 1 0,0 4-1 16,0-6-1-16,0 7-3 0,0-1-2 15,4-3-3-15,-1 5-1 0,1-1-3 16,4 2 0-16,4 3-2 0,7 0 1 0,2 6-1 16,-1 5 0-16,-1 2 1 0,-1 1-2 15,-3 1-1-15,1 2 1 0,-7 1-1 0,-3 2 0 16,0 1 0-16,-6 0-1 0,0 0 1 15,-6 3 0-15,-6-3 4 0,-1-2-3 16,-1 1 4-16,-5-2-3 0,5-3 1 16,-5-3 0-1,7-4 1-15,-3-2 1 0,5-3-1 0,8-1 1 0,-4-1 0 0,6-1-1 16,0 0-1 0,-7 0-1-16,5 0-3 0,-4 0-9 15,2-1-19-15,4 1-30 0,0-8-55 16,0-3-97-16,6-4-84 0</inkml:trace>
  <inkml:trace contextRef="#ctx0" brushRef="#br1" timeOffset="99359.62">18399 13041 586 0,'0'0'45'0,"0"0"-9"0,0 0-9 0,0 0-6 15,0 0-5-15,0 0-3 0,0 0-2 16,0 0-3-16,0 0-3 0,-6 89-3 16,6-77-2-16,0-1 1 15,0-1-3-15,0-5 4 0,0 1-3 0,0-6 2 0,0 0-1 16,0 0 1 0,0 1 4-16,2 1-2 0,-2-2 1 15,0 0-3-15,0 0 1 0,0 0-2 16,0-8 5-16,0-4 2 0,0-6 2 15,-2 0 2-15,-2 0 1 0,4-1-1 0,-2 0-3 16,2 7 0-16,0-8-2 0,0 8 1 16,0-2 0-16,0-3-2 0,0 5-1 15,6-5 0-15,0 5-3 0,-3 3 1 16,7-2-1-16,-4 4-1 0,2 2 0 16,1 1-2-16,1 4 2 0,9 0-2 0,-5 0 0 15,5 4 0-15,-1 7-1 0,-7 1 0 0,1 5 0 16,-2 1 0-16,-4 5 0 0,-3 0-1 15,-3 1 1-15,0 0 1 0,0 0 3 16,0 1-2-16,0-3 3 0,0 1 0 16,-7-3-4-16,1 0 5 15,0-4-5-15,-2-1 2 0,-1-4-1 16,-1 0 0-16,2-2 0 0,-3-3 0 0,5 0 2 0,0-1 0 16,2-4-1-16,0 0 1 0,-2 2 1 0,6-3-1 31,0 0 2-31,0 0-1 0,-2 0-1 15,-3 0-1-15,-1 0 0 0,0-1-2 16,0-3-2-16,4 1-5 0,-2 0-10 0,4-1-20 16,0 4-34-16,0-6-54 0,0 2-93 15,0-7-75-15</inkml:trace>
  <inkml:trace contextRef="#ctx0" brushRef="#br1" timeOffset="99693.31">18869 12862 730 0,'0'0'38'0,"0"0"-9"16,0 0-9 0,0 0-8-16,0 0-4 15,0 0-2-15,0 0-2 0,0 0 1 0,-91-8-3 16,74 23 0-16,1 5 0 0,1 2-1 15,3 4-1-15,4 3 0 0,-5 1 0 0,7 2 1 16,-4 1-2-16,8-1 2 0,-5-2 2 16,7 0-4-16,0-3 2 0,0-4-5 15,0-4-1-15,7-2 2 0,-1-2-1 16,2-5-1-16,4 0-2 0,1-2-3 0,1-3-7 16,-1 2-6-16,3-3-12 0,-5-2-22 15,1-2-32-15,11 0-58 0,-9-6-116 16</inkml:trace>
  <inkml:trace contextRef="#ctx0" brushRef="#br1" timeOffset="99942.46">18908 12989 687 0,'0'0'50'16,"0"0"-14"-16,0 0-11 0,0 0-8 0,0 0-5 16,0 0-3-16,0 0-4 0,0 0-2 15,0 0-2-15,0 0-1 0,74-32 0 16,-53 29-2-16,0 0 2 0,4 0-2 0,-11 1-1 16,5 0 0-16,-7 2-5 0,-6-1-6 15,7 1-9-15,-7 0-12 0,0 0-21 16,0 0-22-16,-6 0-28 0,0 0-37 0,0 0-2 15,0 0 7-15</inkml:trace>
  <inkml:trace contextRef="#ctx0" brushRef="#br1" timeOffset="100160.93">19127 12943 79 0,'0'0'102'15,"0"0"2"-15,0 0-11 0,0 0-15 16,0 0-6-16,0 0-6 0,0 0-10 0,0 0-8 0,0 0-15 16,0 0-10-1,-72 21-5-15,57-9-3 0,5 2-4 16,2 3 1-16,-3 1-4 0,5 0-1 15,0 0-2-15,2 2-1 0,0-6-3 0,2 3-1 16,2-7 1-16,0 2-1 0,0 2 3 16,0-2-3-16,0 0 3 0,0-1-4 15,0 1 0-15,2-2 0 0,2 1 1 16,-2-6 0-16,0 4-3 0,2-5-2 0,-4-1-6 16,2 2-14-16,4-5-33 0,5 0-42 15,-3-5-129-15,8-3-68 0</inkml:trace>
  <inkml:trace contextRef="#ctx0" brushRef="#br1" timeOffset="100657.25">19328 12886 667 0,'0'0'53'0,"0"0"-13"0,0 0-14 16,0 0-6-16,0 0-7 15,0 0-5-15,0 0-1 0,0 0-3 16,0 0-2-16,-46-24-1 0,32 34 0 0,-5 5 0 16,0 5 2-16,7 2-3 0,0 3 1 15,-1-1-1-15,9 1-1 0,-6-3 0 16,8 3 0-16,-2-3 0 0,1 1 1 0,3 0-1 15,0-1 1-15,0 1 1 0,0 0-3 16,0-6 4 0,0 1-5-16,0-7 1 0,3-1 3 0,3 4-3 15,-2-5 2-15,4 2-1 0,-2-5 0 0,-4-5 2 0,3 2-1 16,1-3 1 0,2 0-1-16,4 0 0 0,3-4 0 0,-5 1 0 15,-2-5 1-15,-1 1 0 16,-1-3 1-16,-2 3 0 0,-2 2 0 15,-2-5 1-15,0 3 0 0,0-3-5 0,-2-1 4 16,-4 4-5-16,0-1 3 16,-1 5-1-16,-5 3 2 0,2 0 2 0,-5 4-5 15,-3 6 4-15,1 0-4 0,7-1 1 16,1 1-2-16,-1-5 0 0,10-2-4 0,-2 2-10 16,-2 0-19-16,2-1-52 0,2 1-105 15,-4-1-115-15</inkml:trace>
  <inkml:trace contextRef="#ctx0" brushRef="#br1" timeOffset="101026.3">19361 12843 802 0,'0'0'39'0,"0"0"-9"0,0 0-9 0,0 0-6 16,0 0-4-16,0 0-3 0,0 0-2 15,0 0-1-15,0 0-2 0,55-2-2 16,-40 19-2-16,-1 3 0 0,3 3 0 0,-9 2-1 16,0 6 0-16,3 2-1 0,-9 3 2 15,-2 4-1-15,0 2-1 0,-8 4 3 16,-5 1-6-16,-5 2 4 0,-1-2-2 0,2 2 1 15,-5-4 3-15,1-3-1 0,0-2 1 16,1-5-1-16,-3-6-1 0,4-5 0 16,9-9-2-16,4-6-1 0,2-4-4 15,4-5-6-15,0 0-7 0,-2 0-25 0,-3-3-55 16,3-9-174-16,-2-6-43 0</inkml:trace>
  <inkml:trace contextRef="#ctx0" brushRef="#br1" timeOffset="102243.27">21349 13108 488 0,'0'0'65'0,"0"0"-8"16,0 0-6-16,0 0-6 15,0 0-9-15,0 0-9 0,0 0-2 0,0 0-5 0,0 0-6 16,0 0-3-16,-18-63-6 0,18 63-3 16,0 0 0-16,0 13-3 0,2 9 2 0,4 8 3 15,0 7-5-15,0 0 5 16,0 1-5-1,-1 2 0-15,-3-2 3 0,2 0-3 16,-2-3 2-16,-2-2-2 0,0 1 1 0,0-3 1 16,0 0 0-16,-2-3-2 0,2-8 0 15,-4-2-2-15,4-6 2 0,0-5 1 0,-2 3-1 16,2-3 1-16,0-2-1 0,0 1-2 16,0-6 2-16,0 0-1 0,0 0-1 15,0 2-2-15,-5 0-4 0,-1-2-2 16,-6 0-2-16,-3-5-1 0,-3-5 2 0,3-3 1 15,-3-2 1-15,3-3 6 0,-1 0 1 16,5-2 5-16,-1 2-1 0,6 4 3 0,0 1 1 16,1 3 0-16,3 6 2 0,2-1 1 15,0 5 0-15,0-1 3 0,0 1-1 16,0-2 1 0,0 0-3-16,0 1-1 0,0 1-2 15,0 0-1-15,0 0 1 0,7 8 0 16,1 7 2-16,2 5-1 0,5-1-1 15,-3 1 0-15,0 0 0 0,1 1-2 0,1 0 0 16,-5 0-2-16,3-1 0 0,-2-6 1 16,-1-4-2-16,-3-2 0 0,-4-5 0 15,8 3 3-15,-4-5-3 0,-4 1 1 16,9-2 1-16,-5 0-2 0,2 0 2 0,1-4 0 16,-3-4-2-16,4-4 0 0,-4-2 0 15,3-2-1-15,-1-1 1 0,-2-1 0 0,4-2 1 16,-3 2 0-16,-1 6-2 0,2-1 0 15,-6 6-3-15,4 4 0 0,1-3-2 16,-3 3-5-16,-2 0-6 0,-2 0-10 16,0 3-14-16,0-2-33 0,0 2-47 0,4 0-144 15,-2 0-28-15</inkml:trace>
  <inkml:trace contextRef="#ctx0" brushRef="#br1" timeOffset="102761.65">21738 13300 685 0,'0'0'58'0,"0"0"-18"0,0 0-11 15,0 0-8-15,0 0-7 0,0 0-3 16,0 0-1-16,0 0-5 0,0 0-2 16,72-38-1-16,-45 35-3 0,0 1 1 0,2 1-4 15,-2 1 0-15,-9 0-1 0,-1 0-3 16,-5 0-4 0,-6 0-9-16,5 0-12 15,-9 1-18-15,2 2-25 0,0 1-26 0,-4-2-37 0,-4 6-10 0,-2-2 20 0,-7 1 40 31,3-2 51-31,8-5 33 0,-8 0 19 0,6 0 15 16,-1 0 11-16,3 0 14 0,2 0 13 16,-4-1 6-16,4-4 1 0,0-1-5 15,0 0 0-15,0 1-3 0,0 5-10 16,-2-1-7-16,2 1-12 0,-4 0-12 0,-4 1-4 16,-3 9-1-16,-1 5 0 0,4 3-4 15,-1 3-1-15,3 2-3 0,0 3-4 16,2 0-1-16,2-1-2 15,-2-7-2-15,2 1-2 0,2-7-1 0,0 0-2 0,0-1 0 16,0-7 0-16,0 2-1 0,0-3-1 16,2 2 0-16,-2-1-3 0,4 1-6 0,-4-5-7 15,0 0-14-15,0 0-24 0,6 1-31 16,2 1-70-16,5-2-124 0</inkml:trace>
  <inkml:trace contextRef="#ctx0" brushRef="#br1" timeOffset="103360.18">22217 13237 686 0,'0'0'53'0,"0"0"-16"0,0 0-12 15,0 0-6-15,0 0-7 16,0 0-2-16,0 0-3 0,0 0 2 0,0 0-5 0,0 0 3 16,0-32-3-1,0 31-1-15,0 1 3 0,0 0-7 0,-6 5 5 0,-6 8-3 16,-1 7 1 0,-1 2 1-16,2 3-3 0,-5 1 1 0,3 1-2 0,1 0 3 0,-1 0-4 31,1-2 2-31,5-2 0 0,2-8-2 15,0-6 1-15,6-4 0 0,0 1 0 0,0 6 1 16,0 5-1-16,8 2 1 0,4-2 0 16,1-3 0-16,1-2 0 0,5-2 1 15,-7-3-2-15,1-1 2 0,-1-3-1 16,-4 0 1-16,5 0-1 0,-5-3 1 0,2 0-1 16,3 0 1-16,-3-5 1 0,0 2-2 15,3-4 1-15,-7 2-1 0,-4 2 1 0,4-3 0 16,-2 1 1-16,-2-4 0 0,0 2-1 15,-2 2 1-15,5-5 0 16,-5 3 0-16,0-5 2 0,0-3-2 0,-5 6 0 16,-3-3-1-16,2 5-1 0,-2-1 1 0,-3 2-1 31,3 1 0-31,-4 2 0 0,-1 1-1 0,-7 2 0 0,5 0 1 0,-8 2-1 16,5 6 1-16,3 1 0 15,3 1 0-15,4-2 0 16,-5 1 0-16,5 0 0 0,-2-3-1 15,-3 5-1-15,7-5 2 0,0 2-2 16,0-2 1-16,4-3-4 0,0 1-3 0,2-4-6 16,-5 0-14-16,5 0-41 0,0 2-88 15,0-2-155-15,0 0-1 0</inkml:trace>
  <inkml:trace contextRef="#ctx0" brushRef="#br2" timeOffset="112359.17">21823 14543 108 0,'0'0'18'0,"0"0"-1"0,0 0 1 0,0 0-4 0,0 0-2 31,0 0-1-31,0 0-1 0,0 0 6 16,0 0-2-16,-52-9 3 0,40 9 3 0,-1 0 2 16,1 3 3-16,3-1-2 0,-1 0-2 15,8 0-1-15,-4-1-2 0,6-1 1 16,-2 0 1-16,-4 2 4 0,1 0-1 0,-1-1-1 16,6-1 1-16,0 0-4 0,0 0 2 15,-2 0 2-15,2 2 0 0,-4-2 1 16,4 0-3-16,0 0-4 0,-2 1-2 0,2-1-1 15,0 0-2-15,-4 0-1 0,4 2-1 16,0-2-2-16,0 0 0 0,-2 0-3 16,2 0 1-16,0 1-2 0,0-1-1 0,-4 0 1 15,4 0-1-15,0 2 3 0,0-2-1 16,0 0 1-16,0 0 0 0,0 0 0 16,0 1 1-16,0-1-2 0,0 0 1 0,0 0-2 31,0 0-1-31,4 0 0 0,-4 0-1 15,2 0 0-15,-2 0-1 0,4 0 2 16,-4 0-1-16,2 0 0 0,-2 0-1 0,4 0-1 16,-4 0 0-16,0 0 2 0,0 0-2 15,2 0 1-15,-2 0 0 0,0 0 0 16,0 0 0-16,4 0 1 16,-4 0-1-16,0 0-2 0,0 0 2 0,0 0-1 15,0 0 2-15,2-1-1 0,-2 1-1 0,0 0 0 16,0-2 1-16,0 2 0 0,0 0 0 0,0-1 0 15,0 1-1-15,0-2 0 0,0 2 1 16,0-1-1-16,0 1 1 0,0-2 0 16,0 2-1-16,0-1-1 15,0 1 1-15,0-2-1 0,0 2 2 0,0 0-1 0,0-2 0 16,0 2 0 0,0 0 0-16,0-1 1 0,-2 1-1 0,2 0 0 15,0-2 0-15,0 2 0 16,0 0-1-16,0-1 0 0,0 1 0 15,0 0 2-15,0 0-1 0,0 0 0 16,0 0 1-16,0-1-1 0,0 1-1 16,0 0 2-16,0 0-1 0,0 0-1 0,0 0 1 15,0 0-1-15,-4-2 2 0,4 2-1 16,0 0 1-16,0 0-1 0,0 0 0 16,0 0-1-16,0 0 0 0,0 0 1 15,0 0-1-15,0 0 0 0,0 0 2 16,0 0 0-16,0 0 0 0,0-1-1 0,0 1 0 15,0 0 1-15,0 0-1 0,0 0 2 0,0 0-1 16,0 0-1-16,0 0 0 0,0 0-2 16,0-2 3-16,0 2 0 0,0 0 0 0,4-2-1 15,3 1 0-15,3-2-1 0,6-2-3 16,-1 1 3-16,10-3-3 0,-5 2 6 0,5-1-1 16,0-1 0-16,-2 3 1 0,2-1 0 31,1 1 0-31,-1-2 0 0,2 1-2 15,-2 2 0-15,0 0 0 0,0 1-1 16,-5 2 2-16,5 0-2 0,-4 0 0 0,3 0 2 16,-1 0-2-16,2 0 1 0,0 0 0 15,2 0-1-15,4 0 1 0,-2 0 2 0,2 0-1 16,2-3-1-16,4 1 2 0,-4-3-3 16,4 2 1-16,-4-2 2 0,0 1-3 15,0-1 2-15,0 0-1 0,-2 2-2 16,1-1 3-16,-4 1-1 0,-1 2 1 0,2 1-1 15,-6-2 0-15,6 2 0 0,-6 0 0 16,1 0 0-16,1 0 0 0,-4 0 0 16,4 0 1-16,0 0 0 0,1 0 0 0,1 0 1 15,-2-2-2-15,2 1 0 0,-2-1 0 16,2 2 1-16,-3 0 1 0,-3-1-1 16,4 1 0-1,-2 0-1-15,-1-2-1 0,1 2 1 16,0-1 1-16,-4 1-3 0,-3 0 3 15,3 0-1-15,1 0-1 0,9-1 3 16,-12 1-1-16,1 0-1 0,1-2 1 0,-7 0 0 16,9 2-2-16,-9-1 2 0,1 1-1 15,1 0 0-15,-1 0 0 0,3 0-3 16,-12 0 3-16,7 0 0 0,-5 0 1 0,0 0 0 16,0 0 0-16,1 0-2 0,-1 0 1 15,0 0 1-15,-2 0-1 0,0 0 0 0,2 0 1 16,1 0-1-16,-1 0 1 0,-6 0-1 15,6 0 0-15,0 0 0 0,0 0-1 16,-1 0 1-16,1-2-1 16,0 2 2-16,0 0-1 0,5-1 0 0,-5 1 0 0,0 0-1 15,-2 0 0-15,0 0 0 0,4 0 1 16,-3 0 1 0,1 0-2-16,-6 0 1 0,0-2-3 15,0 2-1-15,2 0 1 0,-2 0-6 16,4 0-3-16,-4 0-5 0,2 0-11 15,-2-2-10-15,0 2-13 0,0-2-15 16,-2-1-10-16,-2 0-22 0,-9-2-32 0,5 3-48 16</inkml:trace>
  <inkml:trace contextRef="#ctx0" brushRef="#br2" timeOffset="113075.67">23431 14243 502 0,'0'0'60'15,"0"0"-8"-15,0 0-10 0,0 0-8 0,0 0-11 16,0 0-5-16,0 0-2 0,0 0-1 31,0 0-1-31,-37-29-1 0,37 29-2 0,0-2-3 16,0 2-3-16,0 0 0 0,-2-1-1 15,2 1 1-15,0-2-1 0,0 2 0 0,0-1 0 16,-5 1-1-16,5 0 0 0,0-2 2 16,0 2 0-16,0-2-1 0,-2 2 2 15,2-1-2-15,0 1-2 0,0 0 2 16,0-2-1-16,0 2-2 0,0 0 1 0,0-1-1 16,0 1-1-16,0-2 1 0,0 2-2 15,0 0 2-15,-4 0-1 0,4 0 0 0,0-1 2 16,0 1-1-16,0 0 1 0,0 0 1 15,0 0-2-15,0 0 0 0,0 0 0 16,0 0-1-16,0 0 0 0,0 0-1 16,0 0 1-16,0 9 0 0,4 5-1 0,3 2 2 15,5 1-2-15,0-2 2 16,5-1 0-16,1-1 0 0,3 0-2 0,4-3 2 16,0-2-1-1,0-1 1-15,-3-2 0 0,-5-3-1 16,1 1 1-16,-9-3-1 0,-3 0 3 15,2 1-2-15,-2-1 0 0,-1 0 1 16,1 1-1-16,-6-1 1 0,0 0 2 0,0 0-2 16,2 0 0-16,-2 0 1 0,4 0-2 15,-4 0 3-15,0 0-4 0,0 0 0 0,0 0 0 16,0 0 0-16,0 0-2 0,0 0 2 16,0 0-1-16,0 0 1 0,-12 5-1 15,-5 4 0-15,0 5 2 0,-1 0-1 16,-5 2-1-16,2 3 0 0,-3-1-3 0,1 3 2 15,-2 0 1-15,0 1 2 16,0-1 4-16,5-2-4 0,5-2 2 0,3-6-4 16,4-4 2-16,1-2-1 0,3-2 3 0,2-1-3 15,-2 0 0-15,4-2 1 0,-2 0 0 16,2 0 0-16,0 0-1 0,-4 2-1 16,4-2 2-1,0 0-1-15,0 1 0 0,-2-1-3 16,2 0-3-16,0 2-6 0,0-2-7 15,-4 0-14-15,4 0-29 0,0 2-48 16,0-2-127-16,0 0-69 0</inkml:trace>
  <inkml:trace contextRef="#ctx0" brushRef="#br2" timeOffset="113859.14">22426 14919 490 0,'0'0'73'15,"0"0"-11"-15,0 0-11 0,0 0-12 16,0 0-13-16,0 0-3 0,0 0-5 0,0 0 0 15,0 0-3-15,0 0-2 16,-6-15-2-16,20 9-3 0,11 0 1 0,2 3-4 0,4 0-2 16,0 0-2-16,4 0-3 15,2 0 3-15,1 1-1 0,-5 1 0 0,-4-1 1 16,4 2-3-16,-8 0-1 0,-7 0 1 16,-10 0-4-16,-1 2-1 0,-1-2-5 0,-2 1-5 15,2-1-7-15,-4 2-7 0,-2 3-14 31,0-1-10-31,-2 4-3 0,-10 2 6 16,1-5 17-16,-5 1 16 0,6-5 15 0,-3-1 6 16,1 0 6-16,1 0 6 0,-7-1 5 15,8-2 6-15,-1-3 6 0,1 1 1 16,8 2 1-16,-2 2-1 0,-3-2-4 0,5 0-4 16,-2-1-3-16,2 3-2 0,2 1-2 15,-4 0-5-15,4 0-1 0,-6 0-3 0,2 1-3 16,-7 9-1-16,-1 5-4 0,10 5 4 15,-4 1 0-15,2 5-1 0,4 1 0 16,-3 2-1-16,3 1-2 0,-4 2 1 16,4 0 4-16,-2-3-5 0,2 0 6 0,-4-4-6 15,4-7-1-15,-2-1 2 16,2-6-1-16,-2-5 1 0,2 0-1 0,0-6-1 16,0 0 1-1,0 0 0-15,0 6 1 0,0-1 0 16,0 1-1-16,0-2 0 0,0-4-1 15,0 0-1-15,0 0 1 0,0 0-5 16,0 2-4-16,0-2-11 0,0 0-13 0,0 0-27 16,2-2-38-16,-2-5-79 0,0-5-115 15</inkml:trace>
  <inkml:trace contextRef="#ctx0" brushRef="#br2" timeOffset="114408.19">22887 14918 608 0,'0'0'57'0,"0"0"-8"16,0 0-14-16,0 0-10 0,0 0-7 0,0 0-4 31,0 0-3-31,0 0 0 0,0 0-3 15,0 0-2-15,-14-3-3 0,14 3 0 0,0 0 0 16,0 0-1-16,2 0 1 0,10 0-1 16,7 0-2-16,6 3 0 0,-3-2 0 15,3-1 1-15,0 0 0 0,2 0-1 16,-2 0 0-16,-1-4 1 0,-1-2 0 0,2-2-1 16,-6 2 0-16,1-2 1 0,-7 3-2 15,-1 0 2-15,-4 0 3 0,3 2-2 0,-3-1 1 16,-4 3 2-16,0-1 0 0,-4 2 0 15,0-2 0-15,0 2-1 0,0 0-2 16,4-1 1-16,-4 1-1 0,2 0-1 16,-2 0-2-16,0 1 0 0,0 16-2 0,0 7 3 15,-6 9-1-15,2 1 1 0,-6-1 0 16,1 2 1 0,3-1-3-16,-4-2 3 0,2-4 3 15,-1 0-3-15,3-3 6 0,0-1-6 16,0-9-1-16,2-5 1 0,4-1 0 15,-2-4 2-15,2-1-3 0,-5 3 0 16,5-7 0-16,0 0 0 0,0 0 3 0,0 1-2 16,-2 0-1-16,2 1 1 0,0-2-3 15,0 1 1-15,0-1 1 0,0 0-5 16,0 2-2-16,0-2-5 0,0 0-12 16,0 0-19-16,0-3-48 0,0-4-93 0,2-6-130 15</inkml:trace>
  <inkml:trace contextRef="#ctx0" brushRef="#br2" timeOffset="116718.9">24950 11796 364 0,'0'0'47'0,"0"0"-10"0,0 0-4 15,0 0-5-15,0 0-5 0,0 0 0 0,0 0-2 16,0 0 1-16,0 0 2 0,-29-17 0 15,29 17-1-15,-4 0-4 0,4 0-4 16,-2 0-3-16,2 0-1 0,-4 0-5 16,4 0-1-16,-2 0 0 0,2 0-1 0,-4 0 1 15,4 0 1-15,0 0-1 0,0 0 1 16,0 0-1-16,10 3 0 0,4 0 0 0,7 1 1 31,2 0 1-31,4-1-2 0,0-3 0 16,0 1 1-16,4-1-2 0,2 0 1 15,-2 0 0-15,4 0-2 0,2 0 2 16,0 0-1-16,4 0-3 0,3-1 2 0,-3-1-2 16,5 1-1-16,-1-1 2 0,1 2-2 15,3-2 1-15,-3 1 0 0,-1 1-1 16,-3 0 0-16,-1 0-1 0,-2 0 1 0,0 0 0 16,-5 0 0-16,-1 0 0 0,0 0 0 15,0 0-2-15,-2 0 3 0,2-2-1 16,-2 1 0-16,2-2 2 0,-2 0-2 0,-2-2 0 15,4 2-1-15,2-1 1 16,-2 1 0-16,6 0 0 0,-3 0 0 0,5 1 0 16,-2 2 0-16,-4 0 1 0,3 0-1 0,-5 0 0 15,-2 0 1-15,-2 0-2 0,0 0 1 16,-3 0 2-16,1 2-2 0,-2-2 0 16,-2 1 1-16,2-1-2 0,-1 0 2 0,-5 0-1 15,0 0 0-15,-3 0 0 0,-3 0 1 31,9 0 0-31,-13 0 0 0,3 0-1 16,0-1 1-16,-10 1-1 0,15-2 0 0,-13 2 0 16,2 0 0-16,1 0 0 0,-7 0 0 15,0 0-1-15,0 0 1 0,0 0 1 16,4 0-1-16,-4 0 4 0,2 0-4 0,-2 0 0 16,4 0 0-16,-4 0-2 0,2-2 1 15,-2 2 1-15,4 0-2 0,-4 0 0 16,2 0-1-16,-2 0-3 0,0 0 0 0,4 0-5 15,-4 0-5-15,0 0-17 0,-4 0-29 16,-10 0-46-16,-5 0-91 0,-6 0-82 16</inkml:trace>
  <inkml:trace contextRef="#ctx0" brushRef="#br2" timeOffset="117208.46">26405 11629 612 0,'0'0'58'0,"0"0"-11"15,0 0-15-15,0 0-8 0,0 0-5 16,0 0-5-16,0 0-6 0,0 0-1 16,0 0-2-16,0 0-1 0,-16-19 0 0,26 21-1 15,7 7 0-15,5 3-1 0,1 2 0 16,2 0-1-16,2-3 0 0,2 2 1 0,0-2-1 15,2-3 1-15,0 0-1 16,-2-2 1-16,0-1-4 0,-2-1 3 0,-3-2-1 16,-7-2 1-16,1 1 3 15,-5-1-4-15,-7 0 0 0,0 0 0 0,-4 0 1 0,5 0 1 16,-1 0-1 0,0 2 1-16,-6-2 1 0,0 0-1 15,0 0 0-15,0 0 0 0,4 1 0 16,-4-1-1-16,0 0 0 0,0 0 1 15,0 3 1-15,0 5-1 0,-12 2-1 0,-5 4 0 16,-4 1-3-16,1 2 3 0,-5 0 3 16,-6 2-5-16,4 3 5 0,-2-1-5 15,-2-2 1-15,4 0 0 0,2-2 1 16,7-5-1-16,3-3 0 0,9-4 0 0,2-3-1 16,4-2 1-16,-2 0 0 0,2 0 0 15,-4 2-3-15,4-2 2 0,0 1-1 16,-2-1-1-16,2 0 2 0,0 2-10 0,0-2-16 15,0 0-37-15,0 0-96 0,0 2-144 16,-4-2-7-16</inkml:trace>
  <inkml:trace contextRef="#ctx0" brushRef="#br2" timeOffset="119008.34">22931 14974 330 0,'0'0'52'0,"0"0"-10"15,0 0-6-15,0 0-5 0,0 0 0 31,0 0-6-31,0 0-1 0,0 0-5 0,0 0-5 16,0 0-4-16,-5-5-3 0,5 5-1 16,0 0 0-16,0 0-1 0,0 7-1 15,0 5-1-15,0-2-2 0,0 1 1 16,0 1 0-16,0-7-1 0,0 1 1 0,0-6-1 16,0 4 0-16,0 1 2 0,0-1 3 15,0 2 1-15,0-6 4 16,0 0 6-16,0 0 2 0,0 0-4 0,0 2-3 0,0-2-5 15,0 0-6-15,0-3 3 0,0-3 0 16,0-8 2-16,0 2 4 0,0-2-4 16,-2-6 1-16,2 7-1 0,0-8-1 0,0 9 2 15,-4-2-3-15,4 2 0 0,0 6-1 16,0 0-1-16,0 6 0 0,-2-2 0 0,2 2-2 31,0-1 1-31,0-1 0 0,0 1-3 16,0-1 3-16,0 1-2 0,0 1 2 15,0-2-1-15,0 2 0 0,0 0 1 16,0 0 0-16,0 0 2 0,2 0 0 0,4 0 1 16,1 0-1-16,-3 0 1 0,4 2 0 15,-2-1-1-15,0-1 1 0,7 2-1 16,-7-2-2-16,9 0 0 0,-3 0 1 0,0 0-2 16,3 0 2-16,-3 0-1 0,1 0-1 15,-1 0 1-15,0 0 0 0,-1 0 0 16,1 0-1-16,-2-2 0 0,5 1 0 0,-9-1 1 15,2 0-1-15,-1 1 0 0,-1-1 0 16,0 2 0-16,-6 0 0 0,0-1 1 16,0 1 0-16,0 0 0 0,4-1 0 0,-4 1 0 15,2-2 1-15,-2 2 0 0,4 0 0 16,-4-1 1-16,2 1 0 0,-2 0 1 16,5-2-1-16,-5 2 0 0,2 0 1 0,-2 0-1 15,2 0-1-15,-2 0-1 0,0 0 0 31,0 0-1-31,0 0 1 0,0 0-1 16,4 0-1-16,-4 3 2 0,0 9-2 0,-4 5 0 16,2 4 0-16,-5 0 0 0,1 2 0 15,0 0-1-15,0 1 1 0,-2 2-1 16,1 0 2-16,-1-2-1 0,2 0 0 0,0-2 4 16,-1-3-5-16,3-4 6 0,2 1-5 15,-2-6 0-15,2 1 2 0,-2 0-1 16,2-7 1-16,2 2-1 15,0-6 1-15,0 0-1 0,0 0 1 0,0 2 0 0,-4-1 0 16,4 1 0-16,0-1-2 0,0 1 2 16,-2-1 0-16,2 1 0 0,0-1 1 0,0 1-2 15,-4 4-2-15,1-2 1 16,1 1 1-16,-2 4 1 0,2-5 4 0,2 1-6 16,-6 4 2-16,6-4-2 15,-4 0 0-15,2 3 1 16,-2-3 1-16,4 0-1 0,-2-1 0 15,2-4 0-15,-5 3 2 0,5 2-2 16,-2-2 1-16,2 1 0 0,0-4-1 0,-4 0-1 16,4 0 3-16,0 2 0 0,0-1-2 15,0 1 0-15,-2-1-3 0,2 6 2 16,-4-3 1-16,4 2 1 0,-2 2 1 0,0-4-2 16,2 1-1-16,-4 0 1 0,4-5 0 15,0 0 1-15,0 0 0 0,0 1-1 16,-2 1 0-16,2-1 1 0,0 0-2 0,0-1-1 15,0 0 0-15,0 2-4 0,0-2 1 16,0 0-5 0,0 0-3-16,0-2-7 0,0-3-11 0,0 0-13 0,2 2-26 0,-2-3-39 15,0 0-78-15,0-5-97 0</inkml:trace>
  <inkml:trace contextRef="#ctx0" brushRef="#br2" timeOffset="119592.07">23106 15185 510 0,'0'0'69'0,"0"0"-15"16,0 0-7-16,0 0-14 0,0 0-4 0,0 0-5 16,0 0-6-16,0 0 3 0,0 0-11 15,0 0 3-15,15-9-7 16,-11 12-1-16,-4 8-1 0,2-1 0 0,-2 2-3 0,0 6-1 16,0-1 3-16,-2 0-3 15,-2-2 2-15,2-4-3 0,-5 0-1 0,3-1 2 16,2-1-1-16,-2 2 2 0,2-1-1 0,-4 0 0 15,6-2-1-15,-4 3 0 0,2-2 1 16,-2 2 0-16,4 1 3 0,-3 5-4 16,1-5 2-16,-2 3-1 15,2-4 0-15,2-7 1 0,0 1 0 0,0-5 0 0,-4 0 0 16,4 0-1-16,0 2 0 0,0-1 1 16,0 0-2-16,0-1 1 0,0 0-3 0,0 2-2 31,0-2-1-31,0 0-2 0,0-2-6 15,0-5-6-15,0-4-13 0,4 0-22 16,-4 7-25-16,2 0-46 0,-2 4-81 16,0-8-53-16</inkml:trace>
  <inkml:trace contextRef="#ctx0" brushRef="#br2" timeOffset="119942.59">22945 15223 459 0,'0'0'63'15,"0"0"-10"-15,0 0-8 0,0 0-2 16,0 0-7-16,0 0-6 0,0 0-6 0,0 0-6 16,0 0-4-16,-52 0 0 0,50 0-2 15,2 0 0-15,0 0 1 0,0 2-4 0,11 0-3 16,11 1-3-16,5 1-3 0,4-4 0 16,2 0-2-16,0 0 0 0,0-5-2 15,1 1-6-15,-1-1-4 0,-2 0-16 16,-5 2-29-16,-5 2-35 0,-2-1-78 0,-7 1-118 15</inkml:trace>
  <inkml:trace contextRef="#ctx0" brushRef="#br2" timeOffset="121091.73">25229 12047 517 0,'0'0'47'0,"0"0"-5"15,0 0-6-15,0 0-9 0,0 0-7 16,0 0-4 0,0 0-2-16,0 0-1 0,0 0 2 0,0 0 0 0,0 2-1 0,19-2-3 15,8-5-1-15,8 1-3 0,-6 1-3 16,8-2 1-16,-4 1-4 0,4-1 0 16,-8-1-1-16,2 1-2 0,-10 3-1 0,-3 0-2 31,-3 2-1-31,-9 0-4 0,0 0-3 15,-6 0-6-15,0 0-17 0,0 0-25 16,0 0-25-16,0 0-57 0,-2 8-66 0</inkml:trace>
  <inkml:trace contextRef="#ctx0" brushRef="#br2" timeOffset="121392.75">25415 12028 538 0,'0'0'61'16,"0"0"-7"-16,0 0-10 0,0 0-11 0,0 0-9 0,0 0-8 15,0 0-4-15,0 0-1 0,0 0-4 16,-37-16 0-16,29 30 0 0,4 7-2 16,2 3-1-1,0 1 0-15,2 4 0 0,0-2-2 0,0 2 0 0,2-3-1 0,0-2-2 16,2-7 0 0,2-2 1-16,-4-6 1 0,-2-4 0 15,6 3-1-15,-6-4 0 0,4-1-1 16,-2 2 0-16,-2-5-1 0,0 0 0 15,0 0-2-15,0 1 3 0,0-1-3 16,0 2 0-16,0-2 0 0,0 1-2 0,5 1-4 16,-5-2-8-16,0 1-14 0,0-1-28 15,2 1-45-15,-2-1-101 0,0 0-69 0</inkml:trace>
  <inkml:trace contextRef="#ctx0" brushRef="#br2" timeOffset="122224.72">25576 12029 434 0,'0'0'54'0,"0"0"-9"0,0 0-9 0,0 0-4 16,0 0-1-16,0 0-5 0,0 0-3 15,0 0-4-15,0 0-4 16,0 0-2-16,-12-6 1 0,12 6 1 0,0-1-1 0,8-1-2 16,9 1-1-16,6-4-4 0,-1 2-3 15,5 0 0-15,0-1-1 0,0-1-1 16,2 0-1-16,-6 1 1 0,1-1 0 0,-5 2-1 15,0 0 0-15,-11 0 1 0,-2 2 0 16,0 1 1-16,-6 0 0 0,7-2-1 0,-5 2 0 16,4-1 0-1,0 1 0-15,-6 0 0 0,0-2 1 0,0 2 0 0,0 0 1 16,0 0-2 0,4 2 1-16,-4 4-1 0,0 6 0 0,0-2 0 0,0 2-1 0,0 7-1 15,-6-3 1-15,0 6-1 0,0-1 1 31,-5 0 1-31,5 2-2 0,-2 0 0 0,-1 1 0 16,-3 0 0-16,6 1 0 0,-7-1 0 16,7 0 1-16,4-5-1 0,-4-1 1 15,6-6 0-15,-4-2 0 0,4 1-1 16,-2-6 1-16,2 1 0 0,0-6-1 0,0 0-1 16,0 0 1-16,0 1 0 0,0 1-1 15,0-1 0-15,0 1 0 16,0-1-1-16,0 1 0 0,0-1-3 0,0 1-4 15,0-1-9-15,-4 1-16 0,4-1-38 0,0 1-55 16,0-2-161-16,-2 0-8 0</inkml:trace>
  <inkml:trace contextRef="#ctx0" brushRef="#br2" timeOffset="122475.63">25630 12234 638 0,'0'0'58'0,"0"0"-8"0,0 0-17 0,0 0-6 16,0 0-8-16,0 0-3 16,0 0-4-16,0 0-3 0,0 0-1 0,0 0-3 15,-6-1-1-15,16-2-1 0,5-1-2 16,6 1 0-16,-3 2-1 0,9-2-1 0,2-1-2 15,-6 0-2-15,4 0-7 16,1 1-17-16,-5-3-38 0,6 1-69 0,-8-2-165 0,-1 0-5 16</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5:10:06.790"/>
    </inkml:context>
    <inkml:brush xml:id="br0">
      <inkml:brushProperty name="width" value="0.05292" units="cm"/>
      <inkml:brushProperty name="height" value="0.05292" units="cm"/>
      <inkml:brushProperty name="color" value="#C00000"/>
    </inkml:brush>
  </inkml:definitions>
  <inkml:trace contextRef="#ctx0" brushRef="#br0">28384 9304 166 0,'0'0'39'0,"0"0"-9"15,0 0-7-15,0 0-3 0,0 0-4 16,0 0-2-16,0 0 0 0,0 0 0 16,0 0 0-16,-17-7-1 0,17 7-1 0,0-1-3 15,-2 1-1-15,2-2-3 0,0 2-2 16,0-1-1-16,-4 1-2 0,4 0-2 16,0 0 2-1,0 0 0-15,-2 0-1 0,2 0 2 16,-2 0-1-16,2 0 3 0,-4 0-2 15,2 0 1-15,-3 4 2 0,3 0-1 16,-2 6 3-16,2-6 0 0,-2 5 1 0,2 0 1 16,2-4 0-16,-4 4 1 0,4-5 0 15,-2 1 0-15,2 2 2 0,0-7-2 16,0 4 1-16,0 0 1 0,-4 1-1 16,4 1 2-16,0-6 0 0,0 0-1 15,0 0 2-15,0 1 4 0,0 1 3 0,0-1 3 16,0 1 3-16,0-2-2 0,0 0-3 0,0 2-2 15,0-2-4-15,0 0-4 0,0 0-2 16,-2-4-2-16,2-1-1 0,0-9-1 16,0-4 0-16,-5 5-2 0,3-8 2 15,2 2-3-15,-6-4 0 0,0-6 0 16,0 2-5 0,-3-2 4-16,-1 0-3 0,-2 0 3 0,3 2 1 15,3 2-1-15,0 7 2 0,0 1-1 16,4 9 1-16,2 1-1 0,-4 3 0 15,4 4 0-15,0-5-2 0,-2 1 1 16,-3-1-1-16,5 1-1 0,0 4 1 16,0-2 0-16,0 2 0 0,0-1 0 15,0-1 0-15,0 2 0 0,0-1 0 0,0 1 1 16,0-2-1-16,-2 2 0 0,2-2 0 0,0 2 0 16,0-1 0-16,0 1 0 0,0-2 1 15,0 2-1-15,0-1 0 16,0 1 0-16,0-2 0 0,0 2 1 0,0 0-1 15,0-1 0-15,0 1 0 0,0 0-2 16,0 0 1-16,0 0 1 0,0-1-1 0,0 1 0 16,0 0-2-16,0 0 0 0,0 0 0 0,0 0 0 15,0 0 1-15,-4 1 1 0,0 10 0 16,-2 5 1-16,0 6 0 0,-5-3 0 16,3-1 0-1,-2 0 1-15,4-5-1 0,1 0 1 0,1-3-2 0,2-6 1 0,2 1 0 31,0-5 0-31,-4 0 0 0,4 0 1 16,0 1 0-16,0 0 1 0,0 1 0 0,-2 0 0 16,2-1 1-16,0 1-1 0,0-2 0 15,-4 0 0-15,4 1-2 0,0-1 1 16,0 0-1-16,0 0 0 0,0 0 0 16,0 0 0-16,0 0 0 0,0-1 0 15,0 1 1-15,0-2 0 0,0 2-1 0,0-1-2 16,0 1 0-16,0-2-3 0,0 2 2 0,-2 0 1 15,2 0 1-15,0 0 1 0,-6 0 0 16,6 0 1-16,-7 8-1 0,1-2 0 16,0 0 4-16,0 0-5 0,4-3 5 15,2 1-4-15,0-4 0 16,-4 0 1-16,4 0 0 0,0 2 0 0,-2 0 1 16,2-1-1-16,0-1-3 0,0 2 5 0,-5-2-1 0,5 0 0 31,0 1 0-31,0-1-2 0,0 0-3 15,0-3 3-15,0-9 1 0,0-5 0 16,0-4 0-16,0 0-1 0,5 1 1 16,1-1 0-16,-4 1 0 0,2 5-1 15,0 0 1-15,2 1 1 0,-2 5-2 0,3-5 0 16,-1 7 0-16,0-1 0 0,0 2 0 0,-6 3 0 16,6 2 0-16,-6 1 0 0,0-2-2 15,5 2 0-15,5 0 1 0,4 2-1 16,3 3 1-16,-3 6 3 0,-5 0-3 15,3 1 1-15,0 1 0 16,1 1-1-16,-1 0 1 0,3-2 1 0,-1 0-1 0,5 0 0 16,-3-2 0-16,-1 0 2 0,-3-4-3 0,1 2 2 15,-5-4-1-15,2 1-1 0,-1-1 1 16,-3 1 1-16,2 0-1 0,-4-4 0 31,2 2 0-31,-6-3-1 0,0 0 2 16,0 0 0-16,0 2-1 0,2-2 0 0,-2 1 1 15,5-1 0-15,-5 2 1 0,2-2-2 16,-2 1 0-16,4-1 1 0,-4 0 0 0,0 1-1 16,0-1 1-16,2 0-2 0,-2 2 1 15,0-2-1-15,0 0 1 0,0 0 0 16,2 2 0-16,-2-2 2 16,0 0-2-16,0 0-1 0,0 0 1 0,0 0-1 15,0 1 0-15,4-1-1 0,-4 0-3 0,0 0-4 16,0 0-14-16,0 0-25 0,2 2-46 0,2 2-130 15,-2 1-66-15</inkml:trace>
  <inkml:trace contextRef="#ctx0" brushRef="#br0" timeOffset="1819.72">24936 7999 306 0,'0'0'44'0,"0"0"2"0,0 0-12 16,0 0-4-16,0 0-6 0,0 0-1 0,0 0-2 16,0 0 1-16,0 0 2 0,0 0 2 15,2-50 1-15,2 46-1 16,-2-4-2-16,2 5-5 0,-2-2-1 0,2 3-3 0,-4 2-4 15,0-2-3-15,0 2-4 0,0-2-3 16,0 2-3-16,0-1-1 0,0 1 0 0,0 0 1 16,-12 7 0-16,-9 6-1 0,-4 5 1 15,-1 0 0-15,-1 0 3 0,-2-1-1 16,6-4 2-16,-2 0-2 0,9-6 2 16,5 1 1-16,1-5-1 0,4-2 2 0,4 2-1 15,2-3 1-15,0 0 0 0,0 0-2 31,-4 2 0-31,1-2-1 0,3 0-2 16,0 1-1-16,0-1-2 0,0 2 0 16,0-2 2-16,0 6 1 0,0 3 1 0,3 3 1 15,9 6-1-15,-2 1-1 0,1 1 1 16,5-1 1-16,-3 1-1 0,1-1 0 16,-2 0 1-16,3-1-1 0,1-3 0 0,-7-4 0 15,3 0 1-15,-6-5-1 0,1-2 1 16,1 2-1-16,-4-3 0 0,-2 0 0 0,-2-3 1 15,0 0-1-15,0 0 1 0,0 2-1 16,4-2 3-16,-4 1-3 0,2-1 0 16,-2 2 1-16,0-2-2 0,0 1-5 0,0-1-6 15,0 2-12-15,0-2-26 0,0 0-31 16,0 0-50-16,0 0-86 0</inkml:trace>
  <inkml:trace contextRef="#ctx0" brushRef="#br0" timeOffset="2600.67">24818 8157 460 0,'0'0'58'0,"0"0"-7"0,0 0-9 15,0 0-11-15,0 0-8 0,0 0-11 16,0 0-6-16,0 0-2 0,0 0-2 0,25-38 0 0,-9 35 1 15,3 1 0-15,6 2-2 0,-1 0 1 16,5 0-1-16,2 0 1 0,7 0 3 16,3 0-2-16,4 0 1 0,5 0-1 15,2-1-1-15,-1-2 0 0,3 0-2 0,-6-1 1 32,1 2-1-32,-3-1-1 0,-1 3 1 0,-6 0 0 0,-1 0 1 0,-5 0-1 0,2 0 0 15,-4 1-1-15,-4 3 0 0,2-1 1 31,-2-1 1-31,-1 1 0 0,5-1-1 16,-2-1 0-16,9 1 0 0,-1-2-1 0,2 2 1 16,0-2 0-16,1 0 0 0,-1 0 0 15,0 0 0-15,-2 1 0 0,-4 1 0 16,-4-1 0-16,0 1 0 0,-2-1 0 0,-8 0 0 16,-5 1 0-16,-1 0 1 0,-1-2-1 15,1 1 0-15,-1-1 0 0,-2 2 1 16,3-2 1-16,9 0-2 0,-5 0 1 15,12 0-1-15,-2 0 1 0,0-2 0 16,4 1 0-16,-5-3 1 0,6 3-1 0,-10 0-1 16,1 1 1-16,-6-2 0 0,-5 2 0 0,0 0 0 15,1 0 0-15,-1 0 0 0,1 0 0 16,-7 0 2-16,2 0-2 0,-2 0-1 16,0 0 1-1,3 0 0-15,-3 0 0 0,0 0 0 16,6 0 0-16,-5 0 1 0,5 0 0 15,0 0-1-15,1 0 1 0,-1 0 1 16,-8 0-3-16,7 0 0 0,-5 0 0 0,0 0 1 16,0 0 0-16,-6 0-2 0,2 0 1 15,5 0-1-15,-3 0 1 0,2 0 0 16,-6 0 0-16,4 0 0 0,0 0 0 0,2 2 0 16,3-1 1-16,-5 0 0 0,2-1 0 15,-4 2 1-15,4-2 0 0,1 0-1 16,-1 0 1-16,6 0 0 0,-10 0 2 0,9 0-1 15,-5 0 1-15,-6 0-2 0,0 0-1 16,0 0 0-16,0 0-1 0,2 0 0 16,-2 0 0-16,4 0 0 0,-4 0 0 15,2 0 0-15,-2 0 0 0,2 0-1 0,-2 0 0 16,4 0-2-16,-4 0 1 0,2 0-3 16,-2 0-6-16,4 0-7 0,-4 0-25 0,0 0-47 31,0 0-174-31,-6 0-28 0</inkml:trace>
  <inkml:trace contextRef="#ctx0" brushRef="#br0" timeOffset="3782.81">25682 7681 181 0,'0'0'71'16,"0"0"-8"-16,0 0-6 16,0 0-7-16,0 0-7 0,0 0-6 15,0 0-4-15,0 0-5 0,0 0 1 16,0 0-5-16,-2 16-3 0,2-14-3 16,0-1-1-16,0 1 0 0,0-1 0 0,0-1 1 15,0 0-2-15,0 0-4 0,0 0-1 16,2-10-2-16,4-9-3 0,7-9-1 0,1-6 2 15,5-4-2-15,1-4-1 0,3-2 1 16,4-5-5-16,0-1 2 0,4-3-1 16,-2-5-4-16,6-1 4 0,-2-5-4 15,2-1 2-15,2 0 1 16,0 0-2-16,-3 4 2 0,-1 5-2 0,0 7 1 0,-2 5 0 16,-2 6 2-16,0 6-1 0,-3 4 1 0,-1 1-1 31,-2 5 1-31,0-1 1 0,-3 2-6 15,-5 2 5-15,1 3-4 0,-7 3 4 16,3 3 1-16,-6 4-1 0,0-1-1 16,1-1 1-16,-5 3-2 0,2 2 1 15,-4 3 1-15,0-4 0 0,2 0-1 0,2 1 1 16,-2 1-2-16,-2 2 1 0,0-2 0 0,0 2 0 16,0-1 0-16,0-1 0 0,2 2 1 15,-2-1-1-15,0 1 0 0,4-2-1 16,-4 0 1-16,0 2-1 0,2-1-1 15,-2 1 0-15,5-2-3 16,-5 2-5-16,0-1-7 0,0 1-24 0,2-6-27 0,2-4-98 16,4-3-121-16</inkml:trace>
  <inkml:trace contextRef="#ctx0" brushRef="#br0" timeOffset="4549.76">25362 5341 501 0,'0'0'34'16,"0"0"3"-16,0-85-2 15,4 58-8-15,0 4-1 0,4 6-8 0,-4 7 2 16,-4 7-3-16,0 3-6 0,0-2-6 0,0 2-4 16,2 0 3-16,2 14-3 0,-2 10 5 15,-2 10-3-15,0 4-2 0,-6 6 0 16,-6 1-1-16,2 4 2 0,-3-1-2 15,-3 1 3-15,1-4-3 0,3-5 2 0,-3-8-2 16,9-11 1-16,0-10-1 0,2-5 1 16,4-6 1-16,0 0 0 0,0 0 2 0,-2 1 3 15,2-1 1-15,-5 2 1 0,3-2-1 16,-4-14-4-16,4-7 0 0,-4-10-1 16,0-3 0-1,2-6-1-15,2-2 1 0,2-3-4 16,0 2 4-16,0-3-3 0,0 2 1 15,0 1 1-15,2 7-4 0,2 2 3 16,2 14-4-16,-4 6 3 0,-2 9 0 0,4 1-1 16,-4 0-1-16,2 0-1 0,2 1-1 15,-2 3 3-15,7 11 3 0,3 10-5 16,7 9 7-16,-5 4-6 0,-1 1 2 0,3 1 4 16,-1 2-4-16,-1 0 0 0,3 0 0 15,-3 0 0-15,-2-2-1 0,7-1 1 16,-7-3 0-16,3-5 0 0,-1-1-2 0,-1-5 3 15,-3-6-3-15,-6-1 0 0,2-6-1 16,-1-3-2-16,-3 3-8 0,2-3-12 16,-4 0-28-16,2 4-32 0,-2-5-69 0,-2 2-130 15</inkml:trace>
  <inkml:trace contextRef="#ctx0" brushRef="#br0" timeOffset="4767.6">25213 5654 502 0,'0'0'43'0,"0"0"-7"16,0 0-10-16,0 0-11 0,0 0-5 0,0 0-5 16,0 0-1-16,0 0 0 0,0 0-2 15,78-1-1-15,-53 1-1 0,-2 1-1 16,2 2-5-16,-11 0-8 0,5-3-14 0,-5 0-42 15,-1 0-136-15,5 0-54 0</inkml:trace>
  <inkml:trace contextRef="#ctx0" brushRef="#br0" timeOffset="5383.38">25794 5622 413 0,'0'0'38'16,"0"0"-6"-16,0 0-4 0,0 0-6 0,0 0-2 0,0 0-2 15,-11-80 0-15,1 66-1 0,4 6-4 16,-1 1 0-16,-1 1-2 0,0 3-3 0,-2-1-1 15,-3 4-1-15,-5 0-2 0,7 0-2 16,-7 9 1-16,-1 1-1 0,5 3-1 16,-3 4 2-16,3 1-1 0,1 2 0 0,1 2 2 15,-1-3-3-15,7-2 1 0,0-2-1 32,4-3 1-32,-2 0-2 0,4 0-2 0,0-1 2 0,0 0 0 0,0-6 0 0,0 2-1 15,4-4 1-15,2 2 0 0,2-1 0 31,3-4 1-31,7 0-1 0,-3 0-1 16,10-7 0-16,-9-4-1 0,3-2 0 0,-1-2 0 16,-3-1 1-16,-3-4 0 0,1-3 1 15,-7-3 2-15,-2-1 0 0,-2-5 1 16,-2-1 2-16,0-2-2 0,0 0 2 0,-2-1 0 16,-2-1 2-16,2 4-1 0,-2 3 1 15,4 8-1-15,0 9 2 0,-2 2 0 16,2 5 0-16,0-1-2 0,0 3-4 0,0 4-3 15,0-1-2-15,0 1 0 0,0 0 0 16,0 12 2-16,0 9 1 16,0 8 1-16,0 1-1 0,2 5 2 0,-2 0-2 15,4 2 1-15,-2-1-2 0,2-1 2 0,-2 0-1 16,4-3 2-16,0-2-2 0,1-4 0 16,-1-4-2-1,0-2 2-15,0-1-2 0,2-3 2 16,1 0-3-16,1-6 1 0,-2 1-3 15,3-4-7-15,-3-2-27 0,6 2-33 16,-1-4-120-16,3 0-97 0</inkml:trace>
  <inkml:trace contextRef="#ctx0" brushRef="#br0" timeOffset="5982.77">26124 5587 467 0,'0'0'42'15,"0"0"-11"-15,0 0-6 0,0 0-2 16,-22-78-5-16,9 67-4 0,3 2-2 16,2 2-2-16,-7 3-3 0,5 1-3 0,-3 3 0 31,-3 0-1-31,-1 4-3 0,-1 7 3 15,1-1-2-15,1 4 0 0,3 1 0 16,-1 1 0-16,5-1-1 0,-1-4 0 16,4 2 0-16,0 1 0 0,4-3 0 0,0 5 1 15,-3-4-1-15,5-1-1 0,0 1 0 16,0-1-1-16,0 1-1 0,5-3 2 0,3 3 1 16,-6-6 0-16,10 3 0 0,-1-4-3 15,-3-2 3-15,4-2 0 0,1-1 1 16,1 0 1-16,1-4-2 0,1-5 1 0,-3-2 1 15,-1-2-1-15,-4-3 0 0,1-2-1 16,-3-2 1-16,-2-3 3 0,-2-2 2 16,-2-4 2-16,0-3 1 0,0-1 2 0,0-2 2 15,-2 0 3 1,-4 0-3-16,-1 3 3 0,3 0-5 0,2 11-1 0,0 1 0 31,-2 8-4-31,4 6 0 0,0 2-1 0,0 4-3 16,0-2-3-16,0 2-1 0,0 0-2 15,-2 0 1-15,-4 5 2 0,-5 10 1 16,5 9 0-16,0 5 1 0,6 5-1 0,0 5 2 16,0 0-2-16,0 0 1 0,0 1-2 15,6-2 2-15,0-3-2 0,1-4 1 16,3-4-1-16,-4-5 0 0,2-4-2 0,-1-4 0 16,1-3-4-16,-4-5-8 0,8-2-21 15,-5 3-37-15,3-7-89 16,2 0-133-16</inkml:trace>
  <inkml:trace contextRef="#ctx0" brushRef="#br0" timeOffset="6317.14">26102 5513 569 0,'0'0'43'0,"0"0"-7"0,0 0-10 15,0 0-10-15,0 0-5 0,97-14-2 16,-77 24-4-16,-1 0-1 0,0 3-3 0,-5 1 0 16,1 3-2-16,-5-1 0 0,-2-2 1 15,-4 2-3-15,-4 0 0 0,0 0 1 16,0 0-4-16,-6-2 5 0,0-7 1 0,0-1 0 16,-5 2 4-16,9-7-1 0,-8 1 3 15,0-2 1-15,-3-3 2 0,-3-8 2 16,5-1 2-16,5-4 0 0,0 4 1 0,2-5-5 15,4 0-4-15,0 1-3 0,0-6-5 16,10 5 1-16,-2 4-1 0,5-1-7 16,1 5 2-16,-3 3-5 0,3 3-13 0,-2 1-20 15,3 2-26 1,6 0-40-16,-9 5-67 0,7-1-77 16</inkml:trace>
  <inkml:trace contextRef="#ctx0" brushRef="#br0" timeOffset="7336.55">26410 5646 419 0,'0'0'39'0,"0"0"-6"16,0 0-8-16,0 0-3 0,0 0-7 0,0 0-7 16,86-5-2-16,-65-8-3 0,0-1-3 15,-3-1 2-15,1 0 1 0,-7-2 0 16,1-1 2-16,-9 5 4 0,0-4 6 0,-4 0 2 15,0 4 3-15,0-4-4 0,0 8-3 16,-6 1-6-16,-2 1-2 16,-3 4-2-16,-3 3-1 0,-3 0-1 0,1 5 1 0,-7 6-1 15,8 5 0-15,1 0 0 0,-3 4-1 16,7 1 1-16,0 0-1 0,1 1 1 31,-1-3-2-31,8-4 1 0,-2 1 0 0,2-6 1 16,2 2-1-16,0-1 0 0,0 0-2 15,6 2 3-15,2-5 0 0,3 1 1 16,3-3 1-16,1-4-2 0,7-1-1 0,1-1 0 16,2 0 0-16,2-6 0 0,-2-3-1 15,1-2 0-15,-1-2 1 0,-4-2-1 16,2-2 2-16,-3-3-1 0,-1-3 2 0,-5 1 0 16,1-4 2-16,-5 0 0 0,-2 2 1 15,-3 5-3-15,-3 1 0 0,2 7 1 16,-4 6-3-16,2 0 2 0,-2 5-2 0,0-3 0 15,-2 0 0 1,-9 0-1-16,-1 1 0 0,-2 2 1 0,-1 8 0 0,-3 4 0 16,5 0-2-16,1-1 1 0,6 2 1 0,-1-3 0 31,7 0 1-31,-2 1 1 0,2 0-2 0,0 4 1 0,0-5 0 0,9 2 1 31,-3 1 0-31,6-4-1 0,1 1-1 0,-5 0 0 16,2-3 0-16,0 2 0 0,-3-3 1 15,5 3-2-15,-6-4 0 0,-2-2 0 16,-2 0-1-16,-2 0 0 0,5 0 1 0,-5 0 1 16,6 1-2-16,-6-4 4 0,0 0-2 15,0 0 1-15,0 2 0 0,0-1 0 16,0-1 0-16,0 0 1 0,0 2-1 16,0-2 0-16,-4 0-1 0,2 0 0 0,2-6-1 15,0-6 1-15,0-5-1 0,2 0 1 16,6-2 1-16,4 2-1 0,1 0 1 0,-3 1-1 15,0 0 0-15,3 1 1 0,-1 1-2 16,-6 4 1-16,7-2 1 0,-5 1-1 16,2 5 1-16,-3-1-1 15,-5 5 0-15,-2 2 0 0,0-2 0 0,0 2 1 16,4-1-1-16,-4 0-1 0,0 1-1 0,0-2 1 16,0 2 0-16,0 0 1 0,0 0 0 0,0 0-1 31,-4 0 1-31,-2 0 0 0,-1 0 0 15,-1 2-1-15,2 0 0 0,4 0 1 16,-9 4-1-16,11-1 1 0,-2-2 1 0,2 8 0 16,0 1-1-16,0-1 2 0,0 6-2 15,2-3 2-15,5-3-1 0,-1 2 1 16,-2-5-1-16,0 0 1 0,2 0-1 0,1-1 0 16,-1 0 0-16,0 1-1 0,4 0-1 15,-4-3 1-15,3 3 0 0,-3-3 0 16,0 1 0-16,-4-3 0 0,2 0-1 0,-2 0 1 15,3 0-1-15,-3 0 1 0,-2 6 0 16,0 0 1-16,-13 2-1 0,-1 4 0 16,-5-3-1-16,-2-1 1 0,1-2-1 0,-3 0 1 15,9-4 0-15,-1-1 0 0,5-1 0 16,8-2-1-16,-5 1-3 0,7-2-8 16,0 0-44-1,0 0-98-15,0 0-130 0</inkml:trace>
  <inkml:trace contextRef="#ctx0" brushRef="#br0" timeOffset="7782.15">27379 5360 632 0,'0'0'36'16,"0"0"-13"-16,0 0-11 0,0 0-5 15,0 0-3-15,0 0-1 0,0 0 1 0,0 0 1 0,0 0 0 16,-17 94 2-16,17-66-3 0,0 3-1 16,0-1-3-16,5-2 0 0,-3-8-3 0,4-4 0 31,-6-5-1-31,4-7 0 0,-4 1 2 15,0-5-1-15,0 0 1 0,0 0-1 16,0 0 3-16,-4-5 0 0,-4-7 3 0,-5-5 0 16,1-4 2-16,4-3-1 0,-3-2 2 15,3-3-1-15,2-1 2 0,0-4-1 16,3 3 0-16,3-3-1 0,0 4-1 0,0 2-1 16,3 6 1-16,3 6-2 0,2 2 1 15,2 4 2-15,-3 4-4 0,5-1 3 16,4 0-3-16,3 4-2 0,6-1 0 0,0 1-3 15,2 3-6-15,-1 0-5 0,1 0-26 16,-2 0-37-16,-6 2-93 16,-1 3-113-16</inkml:trace>
  <inkml:trace contextRef="#ctx0" brushRef="#br0" timeOffset="7949.41">27263 5457 577 0,'0'0'27'16,"0"0"-6"-16,0 0-5 0,0 0-8 15,0 0-5-15,95-23-7 0,-68 18-7 16,-4 4-10-16,8 0-26 0,-4-1-80 0,-2 2-125 16</inkml:trace>
  <inkml:trace contextRef="#ctx0" brushRef="#br0" timeOffset="8120.85">27592 5408 572 0,'0'0'32'16,"0"0"2"-16,0 0-7 0,0 0-8 0,0 0-9 0,0 0-4 0,0 0-4 0,0 0-4 15,0 0-5-15,41 84-10 0,-37-74-23 31,3 2-31-31,-3-4-100 0,0-1-94 16</inkml:trace>
  <inkml:trace contextRef="#ctx0" brushRef="#br0" timeOffset="8283.08">27557 5349 469 0,'0'0'34'0,"0"0"-17"0,0 0-8 15,0 0-8-15,0 0-3 0,0 0-11 16,0 0-16-16,0 0-77 0,0 0-123 16</inkml:trace>
  <inkml:trace contextRef="#ctx0" brushRef="#br0" timeOffset="8638.14">27761 5528 371 0,'0'0'13'16,"0"0"-1"-16,0 0-3 0,0 0 10 0,91-83 8 16,-78 66 11-16,-5-1 3 0,0 4-3 15,-4-3-7-15,-4 2-6 0,0 3-4 16,0-4-5-16,0 8-2 0,-6 0-3 0,0 1-2 15,0 3-3-15,-2 3-3 0,-3 1-2 16,-1 0 0-16,-5 8-2 0,1 4 0 16,8 1 1-16,-1 4 1 15,3 1-1-15,-4 1 3 0,8 0-3 0,-5-4 0 0,7 2-2 16,-4-6 2-16,4 1-1 0,0 4 0 31,0-5 1-31,6 3-1 0,5-4 1 0,-5-5 0 16,4 2-1-16,7-2-2 0,2-2-3 15,-3 2-3-15,3-4-19 0,1 4-25 16,-3-2-52-16,8-2-147 0,-9-1 6 16</inkml:trace>
  <inkml:trace contextRef="#ctx0" brushRef="#br0" timeOffset="8900.44">28055 5185 600 0,'0'0'43'0,"0"0"-14"0,0 0-14 16,0 0-6-16,0 0-4 0,0 0 0 0,0 0 6 0,0 0-5 15,0 0 3 1,-8 68-3-16,8-43-1 0,-4 2 0 0,1 0-3 0,3 4 3 31,-4-1-4-31,4 0 2 0,0-1-3 0,0-3-2 16,0-8 1-16,0 0 1 0,0-1-3 15,0-5-2-15,4 4-5 0,3-3-20 16,-5-6-51-16,8 5-159 0,-4-7-48 0</inkml:trace>
  <inkml:trace contextRef="#ctx0" brushRef="#br0" timeOffset="9500.15">28386 5345 550 0,'0'0'44'15,"0"0"-7"-15,0 0-10 0,0 0-7 0,0 0-9 16,0 0-5-16,0 0-3 0,0 0 0 0,-97-52-2 31,72 61 1-31,4 3-1 0,2 5 2 0,5 1-2 0,-5 0-1 0,7 2 0 0,0 1 0 31,1-1 0-31,5-6-1 0,2 1-1 16,2-5 0-16,2 1 0 0,0 1 0 16,0-4 0-16,2 1-1 0,4-3 2 0,0 0-2 15,7-3 1-15,-1-1 0 0,3-2-1 16,5 0 0-16,-1-7 0 0,-1-1 1 0,1-5 0 16,-4-1 2-16,1-2 1 0,-8-4 0 15,7-1 1-15,-5-4 2 0,-4 0 1 16,-4-4 1-16,3-4 1 0,-5-2 1 0,2-5-2 15,-2-1-2-15,0 0 5 16,4 0-2-16,-4 6 4 0,2 9 1 0,-2 5-3 16,0 9 1-16,0 6-2 0,0 1-3 0,0 5-2 15,0-1-5-15,0 1 1 0,0 11-1 16,-2 7 5-16,-2 9-1 0,4 3-1 31,0 5 3-31,0 0-4 0,0 0 1 0,0 0-1 16,0-3-1-16,0-1 1 0,0-3-1 15,4-1 1-15,-2-1-1 0,4-3 3 16,0 0-1-16,0-3 0 0,3-4 1 0,1 1 1 16,-2-3 0-16,1-6 1 0,-3 3-1 15,4-5 1-15,-2 1-2 0,3-2 0 16,-3-2 1-16,0 1-3 0,-4-3 1 0,5-1-1 16,-3 0-1-16,6 0-1 0,1 0-1 15,-5 0-3-15,2-1-4 0,-4-1-14 16,1-3-27-16,-1 1-47 0,-2-5-183 0,2 2-13 15</inkml:trace>
  <inkml:trace contextRef="#ctx0" brushRef="#br0" timeOffset="12351.32">29008 5196 379 0,'0'0'50'16,"0"0"-8"-16,0 0-10 0,0 0-13 15,0 0-6-15,0 0-3 0,0 0 0 0,0 0 0 16,-79 31 1-16,65-9-1 0,-3 2-2 16,5 1-2-16,4-2 0 0,-1 1-4 0,5-8-1 15,2 1-2-15,-2-7 1 0,4 1 0 16,0 0 1-16,6-5 1 0,0 1 1 31,-1-5 1-31,5-2-1 0,2 0-3 0,5-9-4 16,4-4-4-16,-7-2-3 0,-2-1 0 15,1-3 1-15,-7 4 6 0,-6-5 3 16,0-2 5-16,0-1 2 0,-8-7 0 0,-5 4 0 16,1 5-2-16,2 7-2 0,-1 3-1 15,5 5 2-15,2 3-4 0,2 2 2 16,-2 1 4-16,-2 6-5 0,-1 3 2 0,1 6-4 16,6 5 0-16,0-4-3 0,13 6 1 15,3-8-2-15,5-6-1 0,4-5 1 16,4-3 2-16,-3-3 3 0,5-7 1 0,-6-4 0 15,0-4 1-15,-4-5 2 0,-3-1-2 16,-3-4 6-16,-3 0-2 0,-4-1 2 16,-1 0 5-16,-3 0-2 0,-4-1 5 15,0-1 0-15,0-1 1 0,-6 2 0 0,-1 0-2 32,1 4-1-32,2 7 0 0,2 8-4 0,-4 2-1 0,6 6-2 0,-2-2-3 0,-2 2-1 31,4 3-3-31,-3 0 1 0,-3 8 0 15,-4 8-1-15,2 10 1 0,-1 5 0 16,5 5 1-16,-2 3 4 0,6 4-3 0,0 4 3 16,0 1 4-16,0 5-5 0,6 1 8 15,0-2-2-15,1-1-3 0,5-1 3 16,0-1-6-16,1-2-1 0,-3-3-2 0,3-3 1 16,3-2-2-16,-3-4 2 0,1-3-2 15,-2-2 0-15,1-5 0 0,-5-3 1 16,-2-5-2-16,0-2 1 0,-3-3 0 15,-3-1 0-15,0 1 0 0,0 0 2 0,-3 3 1 16,-7-2-5-16,6 0 5 0,-6-4-5 16,3-4 2-1,-5-2 4-15,4 0-3 0,-5-3-2 0,-1 0-1 0,-3-3-7 0,-3-6-15 16,5-5-21-16,-3-4-42 0,-1 0-78 16,0-5-123-1</inkml:trace>
  <inkml:trace contextRef="#ctx0" brushRef="#br0" timeOffset="12518.95">29047 5463 572 0,'0'0'39'0,"0"0"-5"0,0 0-10 15,0 0-8-15,0 0-6 0,0 0-5 16,97-53-2-16,-72 46-2 0,0 3-3 0,4 0-5 15,0 0-13-15,-2 3-24 0,-7-1-58 16,-1 2-113-16,-7 0-50 0</inkml:trace>
  <inkml:trace contextRef="#ctx0" brushRef="#br0" timeOffset="12850.17">29618 4986 570 0,'0'0'34'0,"0"0"-5"15,0 0-9-15,0 0-6 0,0 0-6 0,0 0-3 16,0 0-1-16,0 0-1 0,89-76 0 16,-65 69-2-1,-1-3-1-15,8 5-1 0,-4-2-2 0,4 3-2 0,0 0-9 0,-10 2-12 16,-3 0-21 0,-7 1-34-16,-5 1-25 0,0 0-14 15,-6 0-1-15,0-2 22 0,0 2 31 16</inkml:trace>
  <inkml:trace contextRef="#ctx0" brushRef="#br0" timeOffset="13033.6">29913 4884 7 0,'0'0'72'0,"0"0"23"0,0 0-1 16,0 0-6-16,0 0-14 0,0 0-23 0,0 0-15 16,0 0-15-16,0 0-3 0,-35 11 2 15,33-2 2-15,0 6 0 0,2 5-3 16,0 4-7-16,4 2-3 0,2-3 2 16,5 1-3-16,-3 0 0 0,2-2-2 15,-1 0-4-15,-3-2 3 0,0-2 0 0,0-4-1 16,-4 0-1-16,2-3-7 0,-4-1-1 0,0 1-2 15,0-2-7-15,0 1-16 0,-10-2-35 16,2 2-63 0,0-3-139-16</inkml:trace>
  <inkml:trace contextRef="#ctx0" brushRef="#br0" timeOffset="13265.83">29674 5352 569 0,'0'0'38'0,"0"0"-7"15,0 0-9-15,0 0-7 0,0 0-7 16,0 0-2-16,0 0-1 0,0 0-2 0,84-29-1 16,-61 24-2-16,2 1 1 0,0 1-1 15,-1 0-2-15,-9 0 2 0,3 3-4 16,-3 0-2-16,-3 0-2 0,3 0-11 15,-3 0-6-15,-8 1-22 0,5 4-37 16,-3-2-65-16,4 1-100 0</inkml:trace>
  <inkml:trace contextRef="#ctx0" brushRef="#br0" timeOffset="13900.05">30147 5112 482 0,'0'0'42'0,"0"0"-9"0,0 0-9 0,0 0-10 16,-17 84-6-16,17-72-2 0,0 0-4 16,0-1-1-16,0-7-1 0,0 0 1 15,0 3 6-15,0-7 9 0,0 0 8 0,0 0 1 16,0 0 0-16,0 0-6 0,-2-8-3 0,-4-6 2 15,-2-4-8-15,2 0 3 0,1-2-7 16,-1-1-2-16,6-2-1 0,0-2-1 16,0 0 0-16,0-1-2 0,6 1 0 15,1 3-2-15,-3 7 0 16,4 2 1-16,-2 5 0 0,-4 3 0 0,9 0 1 0,-3 5-2 16,6 0 0-16,3 1 0 0,-3 9-1 0,5 4 2 31,-4 3-1-31,1-2 1 0,-4 1-1 15,-3-5-1-15,-3 3-1 0,-4-5-2 16,2-4 0-16,-4 7 0 0,0-3 0 16,-6 3 2-16,0 2 1 0,-7-7 0 0,-1-2 2 15,1-4 0-15,-5 1 2 0,-1-2 1 16,7 0 2-16,-3 0 0 0,7-2 1 0,2 1 0 16,2 1-2-16,4 0 0 0,-2 0-1 15,2 0 0-15,0 0-2 0,-4 0 1 16,4 0-1-16,0 0 0 0,-3 0 2 15,3 1-1-15,3 10 3 0,9 4-4 0,2 3 3 16,3-1-4-16,-3-1 1 0,1-2-1 16,1-3 0-1,-3-2 1-15,-1-1 0 0,-1-1 0 0,-5-1-1 0,6 1 1 0,-1-3 0 16,-11-3 0 0,8 4 2-16,-4-2-3 0,-2-1 1 15,6 3-1-15,-4-1 0 0,-2 4 1 16,5 0 1-16,-3 2-1 0,-2-1-2 15,2-5-2-15,-2 5-6 0,2-2-1 16,-4-3-37-16,2 2-59 0,-2-6-177 0,4 3-12 16</inkml:trace>
  <inkml:trace contextRef="#ctx0" brushRef="#br0" timeOffset="14300.43">30480 5270 612 0,'0'0'26'0,"0"0"-1"16,0 0-4-16,0 0-6 16,0 0-2-16,0 0-4 0,0 0-2 0,0 0-4 0,0 0-1 0,-9 78-1 0,3-63 0 31,6 1-2-31,-4-5 1 0,2 1-1 15,2 2 0-15,0-3 2 0,0 0-2 16,0 0 1-16,0-2-1 0,0-4-1 16,2-1 3-16,-2-1-2 0,4 0 2 0,-2 1-1 15,2-2 1-15,-4-2 1 0,7 0-2 16,-5 0 1-16,8 0-1 0,4-6 0 0,-5-3 0 16,3-5 3-16,-6 2-2 0,1-1 2 15,-3-4 0-15,-4 4 0 0,0-7-1 16,0 1 0-16,0 6-2 0,-4-4 0 0,2 8-1 15,-5 1-1-15,1 1-2 0,2 4-4 16,-4 0-6-16,1 3-17 0,-3 0-17 16,0 0-39-16,6 0-70 0,2 0-106 0</inkml:trace>
  <inkml:trace contextRef="#ctx0" brushRef="#br0" timeOffset="14749.8">30707 5281 637 0,'0'0'37'16,"0"0"-5"-16,0 0-12 0,0 0-10 0,0 0-4 15,0 0-1-15,0 0-1 0,0 0 1 16,0 0-1-16,-6 7-1 0,4 10-1 0,-2 1 0 15,2 0-3-15,2-1 2 0,0-5-1 16,0 0 0-16,0 1 1 0,0-3-1 16,2 1-2-16,-2-7 1 0,6 3-1 15,-2-5 0-15,-2 1 1 0,8 0 0 16,-3-1 1-16,1-2 0 0,0 0 0 0,2 0 0 16,3-6 0-16,-5 0 0 0,0-3 0 0,3-2 1 31,-5 2 0-31,2-3 0 0,-2-2 0 15,1 4 0-15,-1-5 0 0,-2 5 0 16,-2 6 0-16,0-1 1 0,-2 5 0 16,0 0 0-16,0 0-4 0,0 0 2 15,0 0 0-15,0 0 0 0,0 0 2 0,4 2-1 16,-4 5-1-16,0 7 0 0,0 4-1 0,2-6-1 16,5 4-4-16,-3-6-4 0,2-2-14 15,0-1-24-15,-4-4-44 0,8 2-83 16,-5-2-103-16</inkml:trace>
  <inkml:trace contextRef="#ctx0" brushRef="#br0" timeOffset="15015.99">31011 5074 624 0,'0'0'36'0,"0"0"-3"16,0 0-7-16,0 0-7 0,0 0-5 0,0 0-3 16,0 0-1-16,0 0-5 0,27 102 0 15,-23-76-4-15,-2 1 1 0,-2-2-2 16,4 0 1-16,-2 1-2 0,-2-2 0 16,0-1 0-16,4 1 0 0,-4-7 1 15,0 1-2-15,0-6 1 0,2 0-2 0,-2 1-1 16,0-9-3-16,5 2-6 0,-3-3-13 0,0 2-22 15,2-1-32-15,-2 1-64 0,-2-5-130 16</inkml:trace>
  <inkml:trace contextRef="#ctx0" brushRef="#br0" timeOffset="15299.92">30951 5334 679 0,'0'0'43'16,"0"0"-13"-16,0 0-11 15,0 0-7-15,0 0-3 0,0 0-4 0,0 0-1 16,0 0-3-16,93-46-1 0,-68 42 0 0,0-1-1 16,-3 0-1-16,3 1 1 0,-8 1-1 15,-3 0 0-15,-1 2 0 0,-11-1 0 16,10 0-3-16,-6 2 2 0,0-1 3 15,1 1-3-15,-7 0 2 0,0 0-3 16,0 0-6-16,2 0 5 0,-2 0-6 0,4 0-11 16,-4 0-27-16,0 0-48 0,0 0-103 0,0 3-77 15</inkml:trace>
  <inkml:trace contextRef="#ctx0" brushRef="#br0" timeOffset="22584.6">25973 7416 416 0,'0'0'61'0,"0"0"-7"15,0 0-11-15,0 0-6 0,0 0-5 16,0 0-5-16,0 0-6 0,0 0-4 0,0 0-4 16,0 0-3-16,-8-12-2 0,8 12-1 15,0-1-1-15,0-1-1 0,2-3 1 16,13 2-1-16,7-1 0 0,-1 1-1 16,6 0-2-16,0 0-1 0,8 1 0 15,-6-1-1-15,8 2 2 0,-4-1-2 16,4-1-1-16,-4 2 0 0,1-2-1 0,-3 1 1 0,-11 0 0 15,-1 2-1-15,-7 0 0 0,-6 0-1 16,-1 0-1-16,-5 0 0 0,0 0 2 16,0 0 1-16,0 0-1 0,0 0-4 15,0 2-8-15,0 7-18 16,-11 0-17-16,-5 2-20 0,1-3-28 0,-5-1-21 0,1 1-7 31,0-2-2-31,5-3 11 0</inkml:trace>
  <inkml:trace contextRef="#ctx0" brushRef="#br0" timeOffset="22866.06">26221 7416 56 0,'0'0'83'0,"0"0"0"16,0 0-5-16,0 0-8 0,0 0-13 16,0 0-6-16,0 0-6 0,0 0-7 15,0 0-7-15,-39-39-6 0,39 39-6 0,-2-2-3 16,2 2 2-16,-6 10 1 0,4 8 1 0,-2 6-3 16,4 2-7-16,0-1-2 0,0 1-2 15,4 0-1-15,-2 1 0 16,0-1 0-16,2 0-3 0,-4 0 1 0,0-3-3 15,0 0 0-15,0-7 1 16,0 2 0-16,0-5 1 0,0-1 0 0,0 1 0 16,0-6 1-16,-4 3-2 0,4-4 1 0,0 0-2 15,0 0-1-15,0-6 1 0,0 0-1 0,0 0 1 16,0 2 0 0,0-1-4-16,0 1-4 0,0 0-3 15,0-1-20-15,0 0-27 16,0 1-53-16,0-1-80 0,0 1-89 0</inkml:trace>
  <inkml:trace contextRef="#ctx0" brushRef="#br0" timeOffset="23299.72">26362 7401 551 0,'0'0'36'0,"0"0"-4"0,0 0-6 0,0 0-8 16,0 0-5-16,0 0 0 0,0 0-2 15,0 0 0-15,0 0-3 0,14 81-3 16,-14-51 0-16,0 2-2 0,-2 0 1 0,-4-2-1 0,0-1 1 31,0-3-1-31,0-8 0 0,-1-1-2 0,1-8 3 16,6-5-3-16,-2 2 0 0,2-6 2 15,0 0-3-15,0 0 4 0,0 2 0 16,0-1-1-16,0-1 2 0,0 0 0 16,2 0-4-16,9 0 3 0,5-1-2 15,3-3 0-15,3-3 3 0,-5 1-5 0,6 0 0 16,-3 1 0-16,1 1-2 0,0 1 2 16,-5 0-3-16,-1 2 0 0,3-1 1 0,-5 0 0 15,5 1 1-15,-9-1-1 0,-3 2 0 16,0 0 1-16,-6 0-2 0,2 0 2 15,4 0 0-15,0 0-1 16,1 0 0-16,-7 0-1 0,0 0-4 0,0 0-4 0,0 0-11 16,4 0-20-16,-4 0-21 0,0 0-41 0,2 0-55 15,-2 0-79-15</inkml:trace>
  <inkml:trace contextRef="#ctx0" brushRef="#br0" timeOffset="23682.26">26544 7550 442 0,'0'0'55'0,"0"0"-15"16,0 0-2-16,0 0 3 0,0 0-2 16,0 0-3-16,0 0-9 0,0 0-6 15,0 0-8-15,0 0-4 0,-21-55-2 0,21 54-3 16,0 1 1-16,0 0 1 0,0 12 0 16,2 6 1-16,2 8-4 0,3 0 0 0,-5 1-1 15,2 2-3-15,-2-2 2 0,-2 0-1 16,0 1 0-16,4-4 1 0,-4 1 0 0,0-3-1 15,0 1 3-15,2-2-4 0,-2-4 5 16,2-2-3-16,-2-6-1 0,0-4 1 16,4 1-1-16,-4-2 1 0,0 1 0 15,2 0 0-15,-2-1 1 0,0-4-1 0,0 0 1 16,0 0 1-16,0 1-3 16,4 1 1-1,-4 0-1-15,0-1-1 0,0-1 1 0,0 2 0 0,3-2 0 0,-3 1 0 0,0-1 0 31,0 0-4-31,4 2 3 0,-4-2-1 16,2 0-2-16,-2 1 0 0,4-1-8 16,-4 0-13-16,2 0-33 0,-2 0-63 0,4-3-175 15,-2-3-1-15</inkml:trace>
  <inkml:trace contextRef="#ctx0" brushRef="#br0" timeOffset="28898.82">22160 8329 324 0,'0'0'51'0,"0"0"-5"0,0 0-9 0,0 0-5 0,0 0-2 0,0 0 1 31,0 0-3-31,0 0 2 0,0 0-1 16,0 0-3-16,14-51-2 0,-14 47-4 0,4 0-4 16,-4-1-1-16,2 0-3 0,-2 2-3 15,0 3-1-15,0-1-2 0,0 1-3 16,0 0 1-16,2-2-3 0,-2 2 0 16,0 0 2-16,0 0-3 0,-2 0 0 15,-6 8-1-15,-4 4 0 0,-7 4 0 16,0 0 0-16,1-1 1 0,1 2 0 0,-1-2 0 0,1-1 2 15,1-1-2-15,5-4 0 0,3-3 2 16,2-1-1-16,2-2 2 0,1 0-1 16,-1 0 0-16,4-3 1 0,-2 0 1 15,2 0-2-15,0 0 3 0,0 2-2 16,0-2 2-16,0 0 0 0,0 0-1 0,-4 1-1 31,4-1 0-31,0 0 0 0,0 0-1 0,0 0 1 16,0 0-1-16,0 0-2 0,0 2-1 15,0-2 1-15,0 0 0 0,0 0-1 16,0 0 2-16,0 1-1 0,0-1 1 16,0 2 0-16,0-2 0 0,0 4-1 15,4 1 0-15,2 2 0 0,-3 1 0 0,3 0 1 16,0 4-1-16,0-2 0 0,5 7 4 0,-7-1-6 16,6 1 4-16,-4 0-5 0,0 0 3 15,3-1 0-15,-3 1 0 0,4-2 2 16,-6 0-2-16,3-2 0 0,-1-3-1 15,4 1-1-15,-4-3 1 0,3 2 2 16,-3-4-1-16,0 0 1 0,2 0 0 0,-4-2-4 16,-2-1 3-16,3-2 0 0,-3 2 1 0,2 0 1 15,-2 0-2-15,-2-3 0 0,0 0 0 16,0 0 0-16,0 2 0 0,0-2 1 16,4 1-1-1,-4-1-1-15,0 2 1 16,0-2-1-16,0 1 0 0,0-1-1 15,2 0-2-15,-2 2-7 0,0-2-13 0,0 1-28 16,0-1-50-16,0 0-100 0,0 1-97 0</inkml:trace>
  <inkml:trace contextRef="#ctx0" brushRef="#br0" timeOffset="29882.48">22575 7984 525 0,'0'0'55'0,"0"0"-7"16,0 0-12-16,0 0-10 0,0 0-8 0,0 0-8 15,0 0-5-15,0 0-2 0,0 0-3 16,-12-6 2-16,14 5-1 0,10-1 0 16,13 2 0-16,6-1-1 0,-2-1 3 15,2 2-2-15,-4-2 0 0,4-1-1 0,0 2-2 16,-4-1 1-16,-7 1-1 16,1 1 0-16,-5 0-1 0,-3 0-4 0,-7 0-1 0,0 0-3 31,-2 0-8-31,1 0-6 0,1 0-4 15,0 0-3-15,-6 0 7 0,0 0 8 16,0 0 9-16,0 0 10 0,0 0 5 16,0 0 2-16,-6 0 5 0,-5 0 3 0,3-3 0 15,0-2 1-15,2 2 2 0,-1 0-1 16,1-1-2-16,2 1 1 0,-2 0 1 0,4 1-3 16,2 2-1-16,0-2-4 0,0 2-6 15,-2 0-2-15,2 0-2 0,-4 0 1 16,-3 11 1-16,1 6 1 0,-2 7-1 15,2 2 4-15,0 3-5 0,1 3 2 16,3 0-1-16,0 0-1 0,-2-1-2 0,2-2 1 16,2-9 0-16,0 0-1 0,0-7 1 0,0 1 0 15,0-1 0-15,0-6-1 0,0-2 2 16,0-5-3-16,0 0 0 0,0 0 0 16,0 2-1-1,0 0 0-15,0-1-1 0,0 1-1 16,0-1-3-16,0 1-5 0,0-1-10 15,0 1-18-15,0-1-22 0,0 1-29 16,0-1-55-16,2 4-84 0</inkml:trace>
  <inkml:trace contextRef="#ctx0" brushRef="#br0" timeOffset="30250.79">23075 7964 588 0,'0'0'36'16,"0"0"-6"-16,0 0-9 15,0 0-9-15,0 0-5 0,0 0 0 0,0 0 1 16,0 0 0-16,0 0-2 0,0 0 1 31,-14 67-1-31,3-44-1 0,3 1 0 0,-4-3 0 16,4 1-1-16,-5-4 1 0,7-4 0 15,2-7 0-15,2 1 0 0,-2-4-2 16,4 1-2-16,-2-1 0 0,2-4-1 16,0 0 0-16,0 0 1 0,0 4 1 0,8-1 1 15,4-1-2-15,5 1-1 0,-1-3-1 16,-3 0 0-16,9 0 1 0,-5 0-1 0,-5 0 0 16,11 0 0-16,-13 0-2 0,3 0-1 15,3 0-4-15,-5 0-9 0,1 2-9 16,-2-1-17-16,3 1-16 0,-11-2-28 15,4 2-45-15,-6-2-52 0</inkml:trace>
  <inkml:trace contextRef="#ctx0" brushRef="#br0" timeOffset="30481.3">23139 8084 372 0,'0'0'61'0,"0"0"-6"0,0 0-3 0,0 0-11 15,0 0-11-15,0 0-10 0,0 0-8 16,0 0 0-16,0 0 2 0,-8-27-1 0,8 38 1 16,0-1-2-16,0 7-3 0,0 1-2 15,0 2-1-15,0 4-3 0,0 0 0 16,0-2-3-16,0 0 0 0,0 3-1 16,-4-4 0-16,2 2-5 0,-2-8-2 0,2 0-8 15,-5 0-19-15,7-5-38 0,-6 6-89 16,-6-4-112-16</inkml:trace>
  <inkml:trace contextRef="#ctx0" brushRef="#br0" timeOffset="32164.69">22050 8483 363 0,'0'0'56'0,"0"0"-8"16,0 0-13-16,0 0-6 0,0 0-4 0,0 0-1 16,0 0-2-16,0 0-1 0,0 0-2 15,0 0-4-15,-6-12-2 0,6 11-4 16,0 1-2-16,0-2-2 0,0 2-1 16,0-1 0-16,0 1-1 0,0 0 1 15,0 0 3-15,0 0 1 0,2 0 1 0,10 0 3 16,1 0-2-16,5 0-1 0,1 0 0 15,-5-2-2-15,5 2 0 0,2-1 1 0,-9-1-4 16,7 2 0-16,1-1-1 0,1-1 0 16,4-1-1-16,-7 1 1 0,1 2-2 15,2 0 1-15,-3 0-1 0,7 0 0 16,-4 0 0-16,-1 0 0 0,1 0 1 0,4 0-2 31,-4 0 1-31,-3 0 0 0,1 0 0 0,6-1 1 16,-5 1 0-16,11-2-2 0,-4 1 2 15,-2 0-2-15,0-2 1 0,-9 1 1 16,3 2-1-16,-1 0-1 0,-5 0 0 16,8 0 0-16,-3 0-1 0,-5 0 1 15,5 0-1-15,-3 0 2 0,3 0-1 0,1 3 1 16,-5 0 0-16,5-2-1 0,-5 1 1 16,11-1-2-16,-4 1 1 0,0-2 0 0,1 0 0 15,1 0 1-15,0 0 0 0,-1 0-1 16,3-3 1-16,0-1-1 0,0 1 0 15,-4-1 0-15,-7 1 0 0,5 2 1 16,-7-1 0-16,0 1-1 0,1-1 0 0,-3 2-2 16,3-1 3-16,-7 1-1 0,0 0 0 0,0 0 1 15,0 0 0-15,7 0-2 0,-5 0 1 16,4 0 0-16,-1 0-1 0,1 0 3 16,5 3-1-1,-5-2-1-15,7-1 1 0,-1 2-1 16,-5-2-1-16,7 0 1 0,-7 0 0 15,-1 0 0-15,3 0 0 0,-9 0 1 16,6 0-2-16,-6 0 2 0,1 0-1 0,-1 1 0 16,0-1 0-16,-4 2 1 0,4-2-1 15,3 1 0-15,-3-1 0 0,4 2-1 16,5-2 2-16,-3 0-1 0,7 2 1 16,-7-2-1-16,9 0 0 0,-3 0 0 15,-5 0 0-15,3 0 0 0,-3 0 0 0,-7 0-2 16,6 0 2-16,-6 0 0 0,1 0-1 15,5 0 3-15,-6 0-2 0,0 0 0 0,3 0 1 16,-3 0-1-16,0 0 0 0,7 0 1 16,-7 0-1-16,0 0-1 0,6 0 1 15,-5 0-1-15,3 0 1 0,2 0 1 16,1 0 0-16,-1 0-1 0,1 0 0 0,-1 0-2 16,-6 0 2-16,2-2-1 0,-1 2 1 0,-1 0 1 31,6 0 0-31,-6 0-1 0,-4 0 0 15,5 0-1-15,-3 0 0 0,2 0-1 16,0 0 2-16,-2 0 1 0,0 0-1 16,3 0 2-16,5 0-2 0,-4 0-2 15,-1 0 2-15,5 2-1 0,-10-2 1 0,10 1 2 16,1-1-2-16,-3 2 0 0,0-2 0 16,-5 0 0-16,7 1 0 0,-6-1-1 0,0 0 0 15,7 1 0-15,-11-1 1 0,4 0 1 16,0 0-1-16,0 0 0 0,-3 2 0 15,3-2-2-15,0 1 2 0,-2-1 0 16,2 2 0-16,-4-2 0 0,5 2 0 0,-7-2-1 16,0 0 1-16,0 0 0 0,2 0 0 15,-2 1 1-15,4-1-2 0,-4 0 3 0,6 2-3 16,0-2 1-16,0 0 1 16,1 1-4-16,-7-1 4 15,6 0-1-15,0 0 1 0,-4 0 0 16,4 0-1-16,-6 0-2 0,0 0 2 15,0 0 0-15,2 0 0 0,-2 2 2 16,0-2-2-16,4 0 0 0,-1 0 0 0,-3 0-1 16,4 1 1-16,2-1-2 0,0 0 2 15,0 0 0-15,3 2 0 0,-3-2 2 16,0 0-1-16,6 0-1 16,-5 0 1-16,5 0 0 0,-2 0-2 0,-4 0 2 15,5 0-1-15,-5 0 1 0,-4 0-1 0,4 0-1 16,-6 0 2-16,0 0-2 0,6-2 2 0,1 2-1 15,-1 0 0-15,0 0-1 0,-6 0 1 16,0-1 0-16,0 1 0 0,0 0 1 16,2 0-1-16,-2 0-1 15,4 0 1-15,-4 0 0 0,2 0 0 16,-2 0 0-16,4 0 0 0,-4 0 1 0,0 0-1 0,3 0 2 31,1 0-2-31,-4 0 0 0,2 0-1 0,-2 0-1 16,4 0 2-16,-4 0 0 0,2 0 0 15,-2 0 0-15,4 0 0 0,-4 0-1 16,0 0 0-16,2 0-1 0,4 0-1 16,1 0-13-16,-1 0-46 0,-4 0-135 0,-2 0-115 15</inkml:trace>
  <inkml:trace contextRef="#ctx0" brushRef="#br0" timeOffset="32834.14">24632 8036 326 0,'0'0'60'0,"0"0"-8"0,0 0-8 0,0 0-7 15,0 0-2-15,0 0-2 0,0 0-5 16,0 0-5-16,0 0-7 0,6-11-3 16,-6 11-2-16,0-1-3 0,0 1-1 15,0-2-3-15,0 2-2 0,0 0-1 0,-6 0 1 16,0 0-1-16,-9 0 0 0,3 2 1 16,-3 5 0-1,-1 2-1-15,1 0 1 0,7-1-1 16,-4 3 0-16,-1-1 0 0,3 2 0 15,0 6 0-15,-3 0-1 0,7 1 5 16,0 2 1-16,0-1 0 0,-1 1-1 16,5-1-1-16,-2-5-1 0,2 1 0 15,-2 1-1-15,4-6-1 0,-2 7-1 0,2-7 0 16,0 1 0-16,0-1 1 0,-4 1 0 16,4 0 0-16,0-2-1 0,0 3 1 0,0-1-2 15,0-2 1-15,0 1-1 0,0 0 0 16,0-7 1-16,0 7 0 0,0-5 0 15,0-2 1-15,0 7 2 0,0-5-2 16,0-1 2-16,4 1-3 0,-4-2 0 0,0 1 0 16,0 0 0-16,2 0-1 0,-2-5 1 15,0 5-2-15,0 2 1 0,0-3-2 0,0 2-1 16,0-6-5-16,0 0-28 0,0 0-50 16,0 1-199-16,0 1-7 0</inkml:trace>
  <inkml:trace contextRef="#ctx0" brushRef="#br0" timeOffset="38582.75">17151 7735 458 0,'0'0'46'0,"0"0"-6"16,0 0-5-16,0 0-3 15,0 0-2-15,0 0-2 0,0 0-4 0,0 0-4 16,0 0-5-16,-17-39-6 0,17 37-4 16,0 2-3-16,0-1 1 0,0 1-1 0,0 0 2 15,2 9-1-15,5 6 0 0,5 4 0 16,0 3 0-16,1-1 0 0,-1 0-1 16,3 1 2-16,-1-1-5 0,3 0 5 31,-3-1-4-31,1 0 3 0,1-2 1 0,-1-3-1 15,-3-5 2-15,-4 1-4 0,-1-5 1 16,-1-3-1-16,-2 0 0 0,-2-1 1 0,0 1-1 16,2 0 1-16,-2 0-1 0,-2-3 1 15,0 0 0-15,0 0 1 0,4 0 2 16,-4 1 2-16,2-1 2 0,-2 0-1 16,5 0-2-16,-3 0-1 0,-2-5-1 0,4-8 1 15,-2-4 0-15,-2-2 0 0,4-5 2 16,-4-1-6-16,2 3 4 0,-2 3-5 0,4 3 0 15,-4 5 1 1,2-1-1-16,-2 1 0 0,0 5 0 0,4 2 0 0,-4-1-1 16,0 0 0-16,2 1-1 0,-2 0 0 15,0 4-2-15,0-2-1 0,0 2-2 0,2-2-10 16,-2 2-11-16,0-1-23 0,7-2-35 16,-3 0-82-1,-2 1-128-15</inkml:trace>
  <inkml:trace contextRef="#ctx0" brushRef="#br0" timeOffset="39314.9">17335 7797 408 0,'0'0'33'0,"0"0"-4"16,0 0-4-16,0 0-3 0,0 0 0 16,0 0 2-16,0 0 4 0,0 0 1 31,0 0 1-31,0 0-2 0,0 16-3 0,0-15-1 15,0 0-2-15,0 1-2 0,0-1 3 16,0 1-7-16,0-2-1 0,0 2-3 0,0-2-2 16,0 0-2-16,0-5-1 0,-4-10-1 15,2-8-1-15,-2-7-1 0,1-4 0 16,-1-2-1-16,2-5 0 0,-2-3 0 16,-2-3-3-16,4-2 1 0,-4-1-2 15,-1-2 2-15,1 1-3 0,0-2-1 0,0-2 4 16,-2 0-4-16,-3 0 5 0,3-2-1 0,0 0-2 15,2-1 3-15,1 3-3 0,-1 4 2 16,4 2-1-16,2 5 1 0,0 3-1 16,0 1 0-16,0 1-1 0,0 0-3 15,2 1 4-15,4-2-2 0,-1 2 3 16,-3 0 0-16,2 1-2 0,-4-2 1 0,4 3-1 31,0 1 4-31,-2 0-4 0,-2 3 2 0,4 0-1 16,-4 5-1-16,2 1 1 0,-2 8 0 15,0-2 0-15,0 2 1 0,4 4-1 16,-4-6 1-16,0 9 0 0,2-3-1 16,-2 2 1-16,0-3-1 0,0 1 0 15,0 0 1-15,0 1-2 0,0 2 3 0,0-1-2 16,-2 8 0-16,2-1 1 0,0 5-1 16,-4-2 0-16,4 2 3 0,0-1-3 15,0-1 0-15,0 0 0 0,-2 1-1 0,2 0 1 16,0-1-5-16,0 1 4 0,0-1 0 15,0 1 0-15,0-1 5 0,-4 2-5 16,4-2-1-16,0 2 0 0,0-1-3 0,0 1 2 16,0-2-3-16,0 2-10 0,0-1-14 0,0 1-28 15,0-2-46-15,0 2-75 16,-2 0-114-16</inkml:trace>
  <inkml:trace contextRef="#ctx0" brushRef="#br0" timeOffset="40289.3">16580 5149 528 0,'0'0'47'15,"0"0"-4"-15,0 0-4 0,0 0-6 16,0 0-11-16,0 0-7 0,0 0-8 16,0 0-5-16,0 0-2 0,0 0 1 0,5-37 2 15,1 60 6-15,2 7-6 0,2 5 4 16,-3 0-6-16,-1 1-1 0,-2-1 2 31,2-3 2-31,-2-10 5 0,-4-9 3 16,2-7 3-16,-2-6 0 0,0 0 0 0,0 0-1 15,0 2 1-15,0-2-3 0,0 1-2 16,0-1-4-16,-2-14-1 0,-4-4-1 0,-2-9 0 16,2-2 0-16,1-2-2 0,-1-3-5 15,4-1 3-15,-2 0-3 0,4-1 2 16,0 2 2-16,6 2-2 0,0 5 1 16,5 4-1-16,-7 8 0 0,6 3-1 0,-4 6 1 15,3 3-2-15,7 3 1 0,-1 0 0 16,5 11 0-16,1 4 0 0,-2 3-1 0,-1 5 0 15,-3-1 0-15,-3 1 1 0,-2 1-1 16,-8-7 2-16,3 1-2 0,-5-1 1 16,0-5 5-16,-5 3-4 0,3-5 5 15,-8-4-3-15,2 1-1 0,-3-4 1 0,3 1 0 16,-4-4 0-16,-7 0 1 0,5 0 0 31,1-5-4-31,-1-2 3 0,8 3-3 0,-5-2 3 16,7 0 1-16,0 3-1 0,2 0-1 15,2 3-2-15,-4-1 2 0,4 1 0 16,0 0-2-16,0-2 2 0,0 2-2 16,0 0 2-16,4 9 5 0,6 5-6 0,7 5 6 15,-3-1-6-15,5-1 1 0,-5 1 0 16,3-1 0-16,-1 0 0 0,-3-2 0 0,3 0-1 16,-3-1 0-16,1 0 1 0,-1 2-1 15,-1 1 3-15,1 1-2 0,-3-1 0 16,2-1 0-16,-1-3 0 0,-5-3-1 15,0-1 1-15,-4-1-1 0,4 1-1 0,-4-1 0 16,2 1-1-16,-1-6-9 0,1 2-11 16,-4-5-22-16,0 0-46 0,0 0-115 0,0 0-96 15</inkml:trace>
  <inkml:trace contextRef="#ctx0" brushRef="#br0" timeOffset="40714.39">16934 5234 617 0,'0'0'43'0,"0"0"-12"16,0 0-13-16,0 0-9 0,0 0-4 16,0 0-1-16,0 0 1 0,0 0-1 15,0 0 1-15,35 34-2 0,-25-14-1 0,-1 0 1 16,-3-7-2-16,0 2 1 0,-2-3-2 0,-2-8 1 15,0 2 0-15,-2-6-1 0,0 0 0 16,0 0 0-16,0 2 0 0,0-1 0 16,4 1 1-16,-4-2-1 0,0 0 0 15,0 0-1-15,0-11 0 0,0-6 0 0,-4-5 2 16,0-3-1-16,0 1 1 0,-2-2 0 16,4 0-4-16,-2 2 5 0,2 7-3 0,-3-1 5 31,5 7-1-31,0-1 3 0,0 0 1 15,0 3-1-15,0 0 0 0,7 1-1 16,-3 2-3-16,4 3-2 0,6-1 1 16,3 0 0-16,6 2-1 0,-1 0 0 0,-1 1-4 15,-2 1-4-15,-1 0-13 0,-5 0-22 16,-5 0-35-16,4 0-71 0,-9 1-129 0</inkml:trace>
  <inkml:trace contextRef="#ctx0" brushRef="#br0" timeOffset="40882.48">17052 5232 612 0,'0'0'40'16,"0"0"-8"-16,0 0-14 0,0 0-8 16,0 0-6-1,0 0-1-15,0 0-2 0,0 0 0 16,0 0-3-16,0 0-1 0,72-35-5 15,-68 34-15-15,9-1-23 0,-7 2-28 16,2 3-71-16,0 8-101 0</inkml:trace>
  <inkml:trace contextRef="#ctx0" brushRef="#br0" timeOffset="41066.1">17033 5340 539 0,'0'0'40'0,"0"0"-2"0,0 0-9 15,0 0-9-15,0 0-8 16,0 0-2-16,0 0-2 0,0 0-2 0,0 0-2 16,31 10-4-16,-12-10-2 15,-3 0-8-15,3 0-15 0,-3 0-27 0,-1 0-39 16,6 0-78-16,-5-1-87 0</inkml:trace>
  <inkml:trace contextRef="#ctx0" brushRef="#br0" timeOffset="41498.35">17391 5118 594 0,'0'0'33'16,"0"0"-7"-16,0 0-2 0,0 0-3 16,0 0 4-16,0 0 2 0,0 0-9 15,0 0 1-15,-15 100-9 0,13-79-2 0,-4 1-1 16,6-5-3-16,-6-2 0 0,6-3-3 15,-4-6 1-15,2 4 1 0,2-5-1 16,-5 0 1-16,5-1 0 0,0-4 3 0,-2 0 1 16,2 0 0-16,0 0-1 0,-6 0-3 15,2-10-3-15,0-7 2 0,-6-7-1 0,7-1 0 16,-1 0 3-16,4-5-7 0,0 2 5 16,0 1-4-16,0 1 2 0,4 3 2 15,-1 8-1 1,1 1-1-16,2 7 0 0,-4-1-1 15,4 0 0-15,2 4 0 0,9-1 0 16,-3 5 2-16,5 0-1 0,2 3-1 0,-3 8 2 16,1 1-2-16,0 3 1 0,-3 2 0 15,1 3-2-15,-3 1 1 0,-6 2 0 16,3 1 5-16,-5 2-5 0,-4-1 4 16,2-7-5-16,-2 1-1 0,-2-7-2 15,0 1-8-15,0 0-13 0,0-7-24 0,0 6-29 16,0-6-47-16,0 4-93 0,-6-2-57 15</inkml:trace>
  <inkml:trace contextRef="#ctx0" brushRef="#br0" timeOffset="41664.68">17422 5286 612 0,'0'0'48'0,"0"0"-9"31,0 0-10-31,0 0-10 0,0 0-7 15,0 0-7-15,0 0-2 0,0 0-1 0,0 0-3 16,33-36-3-16,-17 33-6 0,-5 2-18 16,1-1-34-16,7 1-45 0,-9 1-85 15,4 0-78-15</inkml:trace>
  <inkml:trace contextRef="#ctx0" brushRef="#br0" timeOffset="42180.45">17692 5118 612 0,'0'0'43'16,"0"0"-8"-16,0 0-10 0,0 0-7 0,0 0 3 0,0 0-4 15,-10 78-1-15,8-54-4 0,-2 2-5 16,4-9-1-16,0 2-4 0,-2-1-1 16,2-4-2-1,0 0 1-15,0-8 0 16,0-6 0-16,0 0 2 0,0 0 0 0,0 1 2 15,0 0 1-15,0 1 2 0,0-2-1 16,0 0 2-16,0-7-4 0,-4-10 2 0,2-6-3 16,0-2 0-16,-3-3 0 0,3 1-6 15,-2-2 3-15,4 1-3 0,-2 9 4 16,2-1 1-16,0 5-3 0,2 4 1 16,4-4 0-16,1 5-1 0,-1 3 0 0,6 0 1 15,3 4-1-15,3 3 0 0,7 0 0 16,-4 0 1-16,0 7 0 0,1 3-2 0,-5-1 2 15,1 1-1-15,-1 1 0 0,-9-2-1 16,0 0 1-16,-1-1-1 0,-3-1 1 16,2 2 7-16,-6 4-6 0,0 2 4 15,-4 2-3-15,-4 4-2 0,-5-2 1 0,-5 1-2 16,-1-2 2-16,0 1 0 0,3-4 0 31,-1-2 2-31,3-3-4 0,6-1 4 0,1-3-2 0,3-3 0 0,2-1 0 0,2-2-2 31,0 0 0-31,0 0 2 0,0 2 0 16,-4-2-1-16,4 0-5 0,0 2-13 16,0-2-17-16,0 0-41 0,0 0-58 15,0 0-159-15,0 0 8 0</inkml:trace>
  <inkml:trace contextRef="#ctx0" brushRef="#br0" timeOffset="42463.68">18205 4871 703 0,'0'0'38'16,"0"0"-5"-16,0 0-11 16,0 0-10-16,0 0-2 15,0 0-7-15,0 0-1 0,0 0 0 16,0 0-2-16,-78 65 3 0,61-31 0 15,9 3-1-15,0 4 1 0,1 3 1 16,3 3 4-16,4 0-3 0,0-1 2 0,0-4-6 16,0-2-2-16,4-4 2 0,3-4-2 15,1-3 1-15,0-5-2 0,4-4 0 16,1-5-3-16,-3-6-10 0,5-3-17 16,3-1-34-16,-3-3-56 0,10-2-118 0,-11 0-54 15</inkml:trace>
  <inkml:trace contextRef="#ctx0" brushRef="#br0" timeOffset="42698.91">18265 5085 695 0,'0'0'45'0,"0"0"-13"0,0 0-12 15,0 0-10-15,0 0-5 0,0 0-3 0,0 0 0 16,0 0-3-16,83-73 0 16,-58 68-1-16,-5 1 0 0,-5 2-2 0,3 2-5 15,-5 0-8-15,1 0-15 0,3 2-20 16,-7 2-29-16,7 4-51 0,-11-2-64 0,2-2-62 16</inkml:trace>
  <inkml:trace contextRef="#ctx0" brushRef="#br0" timeOffset="42897.78">18424 5053 603 0,'0'0'54'16,"0"0"-14"-16,0 0-17 0,0 0-10 0,0 0-4 0,0 0-1 15,0 0 1 1,0 0 2-16,0 0-2 0,-12 82 4 0,12-55 4 0,0 0-6 16,0 2 3-16,0-3-11 0,0 0-2 31,2-8-1-31,-2-1-1 0,4-5 0 0,-4 0-1 15,0 0 0-15,0-7-2 0,2 1-5 16,-2-2-10-16,0 1-26 0,4 0-54 0,-4-1-128 16,0-4-77-16</inkml:trace>
  <inkml:trace contextRef="#ctx0" brushRef="#br0" timeOffset="43233.88">18575 5039 718 0,'0'0'42'0,"0"0"-9"16,0 0-12-16,0 0-9 0,0 0-7 15,0 0-4-15,0 0-1 0,0 0 0 0,0 0 0 16,13 9 0-16,-11 10 0 0,-2 5 0 31,0 0 0-31,-2 0 1 0,-5 1 4 0,1 0-5 16,4 0 5-16,-2-8-5 0,2-7 0 15,2 1 2-15,0-5-1 0,0-1 2 16,0 0-1-16,0-2 0 0,0 0 0 16,6 2-1-16,2 0 2 0,7-4-3 0,3-1-1 15,1 0 1-15,6 0-2 0,-11 0 0 16,1-3 2-16,-3 0-5 0,1 2-1 0,-1 1-6 16,-6 0-5-16,0 0-4 0,1 0-10 15,-1 0-12-15,-4 0-21 0,8 3-24 16,-8 0-64-16,0-1-67 0</inkml:trace>
  <inkml:trace contextRef="#ctx0" brushRef="#br0" timeOffset="43480.44">18712 5136 569 0,'0'0'71'0,"0"0"-14"15,0 0-17-15,0 0-18 0,0 0-6 16,0 0-8-16,0 0-1 0,0 0-2 15,0 0 2-15,0 0-1 0,-7-1 2 16,7 19 2-16,5 8-6 0,-3-2 3 0,0 2-6 16,2-2 0-16,-2 2 1 0,2-2-3 15,2 1 1-15,-6-8 0 0,2 1 0 16,2-2 0-16,-4-4 0 0,2 7 0 16,-2-9 0-16,0-3-1 0,0-2-2 0,5 0-4 15,-5 1-16-15,2 0-49 0,-2 0-92 16,0-6-144-16</inkml:trace>
  <inkml:trace contextRef="#ctx0" brushRef="#br0" timeOffset="43896.8">18749 4771 719 0,'0'0'47'0,"0"0"-13"16,0 0-11-16,0 0-9 0,0 0-5 16,0 0-3-16,0 0 0 0,0 0 0 0,0 0-1 15,72 4-1-15,-47 14-3 0,-2 7 0 16,1 3-1-16,1 7 2 0,0 2-1 0,-4 2 1 16,-1 4-2-16,-5-2 2 0,1 0-2 15,-7 1 0-15,-5 2 4 16,-4 0-4-16,0 0 5 0,-6 2-7 0,-7-2 0 15,1 1 1-15,-7-1-1 0,5-1 2 0,-5-2-3 16,1-3 3-16,3-6 0 0,1-5 1 16,1-4 1-16,3-9 0 15,2-3 0-15,1-3 1 0,3-5-2 0,4 2 0 0,0-5 3 16,-2 0-2-16,2 0 0 0,0 1 0 16,0 1-2-1,0-2 1-15,0 1 0 0,0-1 0 16,0 0-2-16,0 2 1 15,0-2 0-15,0 0 0 0,0 0-1 0,0 2-3 16,0-2-4-16,0 0-10 0,-2 0-24 0,2 1-61 16,0-1-197-16,0 0-26 0</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5:11:58.017"/>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7030A0"/>
    </inkml:brush>
    <inkml:brush xml:id="br2">
      <inkml:brushProperty name="width" value="0.05292" units="cm"/>
      <inkml:brushProperty name="height" value="0.05292" units="cm"/>
      <inkml:brushProperty name="color" value="#00B050"/>
    </inkml:brush>
  </inkml:definitions>
  <inkml:trace contextRef="#ctx0" brushRef="#br0">28450 9675 100 0,'0'0'36'16,"0"0"-9"-16,0 0 0 0,0 0-2 0,0 0-1 15,0 0-2-15,0 0 1 0,0 0-1 16,0 0 2-16,0 0 4 0,0 56 1 0,0-56-2 16,0 0 1-16,0 0-2 15,0 2-2-15,0-1-1 16,0 1-3-16,0-1-3 0,0 1-2 0,0-1-1 0,0 1 2 16,0-1-1-16,0 1 0 0,0-1-3 0,0 1 1 15,0-1 1-15,0-1-4 0,0 0-1 31,0 0-1-31,0 0 0 0,0-4 1 0,0-10-1 16,-2-6 0-16,2-1-3 0,-4-6-2 16,2 1 1-16,2 0-1 0,-5 2-1 15,5-2 0-15,-2 2 0 0,2 0-2 16,-4 7 1-16,4-1 0 0,0 5-1 0,-2 1 1 16,-2-1-1-16,4 1 1 0,-6-1-1 15,6 8 2-15,0-6-1 0,0 5-2 0,0-1 2 16,0 2 0-1,0 5 1-15,-2-6 2 0,2-1-2 0,0 2 0 0,0-8 0 16,0 9-1-16,0-3 2 0,0 3 0 16,0 4-1-16,0-6 0 0,0 1 0 0,0-1-2 15,0 2 2-15,0 4 0 0,0-2-1 16,0 2 1-16,0-1 0 0,0-1 1 0,0 1-2 16,0-1 0-16,0 0-1 0,0 1-2 31,0 1 2-31,0-2-2 0,0 2 1 15,0 0 2-15,-4 0-2 0,-7 3-2 16,1 7 3-16,-5 2-1 0,3-5 2 0,4 3 2 16,-3 0-3-16,5-2 1 0,-2 2-2 15,4-3 1-15,-2-2 0 0,-3 3 0 16,9-5 0-16,-6 2 1 0,4-2-1 0,-2 0 2 16,2 0-2-16,2-3 0 0,0 0 0 15,0 0 0-15,0 2 0 0,-4-2 1 16,4 1 0-16,0-1 0 0,0 0 0 0,-2 2-2 15,2-2 3-15,0 0-1 0,0 0 0 16,0 0 0-16,0 0-1 0,0-3 1 16,0-4-1-16,0-3 0 0,0-1 0 15,0 7-2-15,2-6 3 0,2 6-2 0,-4-1 1 16,2 2 1-16,-2 3-1 0,0-1-2 16,0 1 2-16,4 0-1 0,-4-2 1 0,8 2 1 15,-1 0-1-15,1 0 0 0,8 3-1 31,-3 2 1-31,-3 2 0 0,7 1 0 0,-11-3 1 16,6 0-1-16,-1 0-1 0,-1-2 0 16,-2 2 0-16,5-2 1 0,-5 0-1 15,2-2 2-15,-2 3-2 0,-1-3 0 16,-3 1 0-16,-4-2-4 0,0 0 3 0,0 0-2 16,2 0-1-16,-2 1-4 0,4-1-12 15,-4 1-27-15,2-1-38 0,-2 0-83 0,0 2-114 16</inkml:trace>
  <inkml:trace contextRef="#ctx0" brushRef="#br0" timeOffset="1133.49">25000 8240 425 0,'0'0'51'0,"0"0"-8"0,0 0-5 0,0 0-7 16,0 0-7-16,0 0-9 0,0 0-6 15,0 0-4-15,0 0-3 0,0 0 0 16,0-27-2-16,-11 26-1 0,1 1 0 16,-9 6 1-16,-7 6-1 0,1 5 0 0,-2-1 0 31,-2 3 0-31,2-1 1 0,0 0 1 15,2-3 0-15,5-1 0 0,7-5 0 16,1 0-1-16,6-4 0 0,4-3 0 16,-5 5 0-16,3-3 1 0,4-1 0 0,-2 2 0 15,2 1 2-15,0 0 0 0,0 6 1 16,0 5 0-16,6-3 1 0,3 2 0 0,1-2-2 16,-2-1 4-16,5 2-4 0,1 1 2 15,-1 0-2-15,5 3 1 0,-3-3-1 16,3 1 2-16,3-2-2 15,-2 0-1-15,-1-2 0 0,1-1 0 0,-5-2-1 0,-1-2 1 16,-5-1-2-16,2-2 0 0,-8-2 0 16,5 2-1-16,-3-2 1 0,-2 0 1 0,4 0-2 15,-6-3 2-15,0 0-1 0,0 0-1 16,0 2 1-16,0-1 0 0,0-1-1 16,4 2-4-16,-4-1-6 0,0 0-10 0,0-1-20 31,0 0-33-31,0 2-72 0,-6-2-119 15</inkml:trace>
  <inkml:trace contextRef="#ctx0" brushRef="#br0" timeOffset="1900.66">24779 8532 470 0,'0'0'42'0,"0"0"-7"16,0 0-1-16,0 0-6 0,0 0-5 0,0 0-8 16,0 0-2-16,0 0-2 0,0 0-4 15,74-68 0-15,-51 66-3 0,-3 1 0 16,13 1-2-16,-2 0 0 0,3 0 1 16,3-2-1-16,-2 2 0 0,8-1-1 0,-3-1 2 15,-1 0-2-15,2 1-1 0,3-2 0 31,-5 0 0-31,4 2 0 0,-3-3-1 0,-1 3 1 16,0 1-2-16,-4 0 1 0,2 0 0 16,1 0 0-16,-5 0 0 0,0 0 0 15,0 0 0-15,0 0 1 0,-2-2-1 16,2 1 1-16,4 1 0 0,-2 0 1 0,3-2-2 16,1 2 0-16,0 0 0 0,-2 0-1 15,-4 0 1-15,5 0 0 0,-9 0-2 0,2 0 2 16,-5 0 0-16,1 0 1 15,-2 2 0-15,-4-1 0 0,4 2 0 0,-1-1 0 16,1 1 0-16,-2-1 0 0,2-2 0 16,0 0 0-16,-1 0 0 0,-7 0 0 0,2 0 1 15,-1 0-1-15,-5 0 1 0,5 0-1 16,-5 0 0-16,-3 0 0 0,6 0-1 16,-3 0 1-16,1 0 0 0,-1 0 0 0,-1 0 1 31,1 0-1-31,-3 0 0 0,2 0 0 15,-1 0 1-15,1 0-1 0,2 0 2 16,-5 1-2-16,9 0 1 0,1 1-1 0,0-1 0 16,7-1 1-16,-1 2-1 0,-2-2 0 15,-4 0 0-15,-1 0 0 0,1 0 1 0,-7 0-1 16,1 0 1-16,-1 0 0 0,-8 0-1 16,2 0 1-16,1 0 0 0,-7 0 0 15,0 0 0-15,0 0-1 0,4 0 0 16,-4 0 1-16,2 0 0 0,-2 0-1 0,6 0 1 15,0 0-1-15,0 0 1 0,7 2 1 16,-7-2-2-16,-4 0 0 0,4 1-2 16,-6-1 2-16,4 0 2 0,5 0-2 0,-5 0 1 15,2 2-1-15,-6-2-1 0,0 0 2 16,0 0 0-16,2 0 1 0,-2 0 1 16,2 0-3-16,-2 1 0 0,4-1 0 0,-4 0-3 15,2 0-1-15,-2 0-9 0,4 0-25 31,-4 0-33-31,0 0-101 0,0 0-109 16</inkml:trace>
  <inkml:trace contextRef="#ctx0" brushRef="#br0" timeOffset="4650.04">25767 8101 400 0,'0'0'42'0,"0"0"-6"0,0 0-12 15,0 0-7-15,0 0 2 0,0 0 2 16,0 0 3-16,0 0 0 0,0 0-3 0,0 5-1 16,0-5-1-16,0 1-2 0,0-1-1 15,0 0-2-15,0 0-5 0,0-3-2 0,0-3-3 16,4-5 1 0,-2-7-1-16,4 1-2 0,4-7 0 0,-5 1-1 0,7-1 0 15,-2 0 0-15,3-2 1 0,-3-1 0 16,2 0 0-16,-1-4-4 0,-3 0 4 0,2-2-4 15,-1 0 3-15,-3-2 1 0,2-1-2 16,2-6 2-16,-1-2-2 0,3-3 0 16,0-1 0-16,3-1 0 0,2 2-2 0,-3 2 4 15,5 0-4-15,-1 3 4 16,-3-2-1-16,-1 1-2 0,3 1 1 0,-3-1-3 16,-1 3 2-16,-1-2 3 0,-4 2-2 0,0-1 2 15,-1 0-2-15,-1 0 1 0,-2 1 0 31,-2 0 1-31,2 2-1 0,-4-1 2 16,2 1-2-16,-2 1 0 0,4-2 1 0,-2 0-4 16,-2 0 2-16,7-3-2 0,-3 3 1 15,-2-1 3-15,0 4-1 0,2 1 2 16,2 2-1-16,0 1 0 0,1 2-2 0,-1 1 3 16,0 2-2-16,0 2 3 15,-4 1-1-15,5 2 2 0,-1 1-4 16,2 2 2-16,-2 1-2 0,5-1 2 15,-3 1-1-15,0 1 0 0,-2 5-1 0,1 0 0 0,-1-2 1 16,0 4-1-16,0-4 1 0,0 5-2 16,-2 0 2-16,1 1-5 0,-5 4 4 15,4 1-1-15,-4 3-1 0,0-2 3 16,0 2-5-16,0 0-4 0,2 0-1 0,-2 0-5 16,0 0-2-1,0 0-3-15,0 0-13 0,0 0-26 16,0 3-29-16,4 5-92 0,-4 5-93 15</inkml:trace>
  <inkml:trace contextRef="#ctx0" brushRef="#br0" timeOffset="5334.19">25988 5209 495 0,'0'0'44'0,"0"0"-5"15,0 0-13-15,0 0-7 16,0 0-11-16,0 0-11 0,0 0 4 15,0 0-1-15,0 0 9 0,-2 18-1 0,-2 21-3 16,0 3 0-16,-7 3-3 0,3 4 0 0,-5 1-1 16,1-2 2-16,0-2-2 0,-1-6 1 15,1-8 0-15,6-13 0 0,4-7 2 0,2-7 0 16,0-5 3-16,-2 0 3 16,2 0 5-16,0 2 0 0,0-2-2 0,0 0-4 15,0-13-3 1,0-9-1-16,2-8-2 0,0-6 1 15,2-3 1-15,-2 0-1 0,4-4 3 16,4-1-2-16,-3-3 2 0,1-2-2 0,0-1-5 16,5 3 5-16,-3 3-6 0,-2 6 3 15,-2 6 1-15,1 13-3 0,-5 7 1 16,2 7-1-16,-4 5-3 0,0-2 1 0,2 2 0 16,10 8 0-16,5 10 2 0,3 11 2 15,-1 7 2-15,0 5-5 0,-3 5 4 16,3 1-3-16,-5 0-1 0,3-1 3 0,-5-4-3 15,-4-2 1-15,5-6-1 0,-5-2 1 16,-2-4-1-16,1-10 0 0,-1-1-3 16,-2-7-3-16,-2-1-9 0,2 0-13 15,-2-5-30-15,2 0-33 0,-4-4-77 16,0 0-111-16</inkml:trace>
  <inkml:trace contextRef="#ctx0" brushRef="#br0" timeOffset="5502.02">25946 5536 466 0,'0'0'24'0,"0"0"-5"16,0 0-10-16,0 0-2 0,0 0-4 15,83-12-7-15,-56 8-4 0,6 1-7 0,-2 0-27 16,-4 2-47-16,0-2-95 0</inkml:trace>
  <inkml:trace contextRef="#ctx0" brushRef="#br0" timeOffset="6000.26">26505 5414 469 0,'0'0'31'0,"0"0"-11"0,0 0-3 15,0 0-6-15,0 0 2 0,0 0-3 16,-91-16 2-16,66 25 0 0,0 2 1 0,2 5-2 16,1-1-1-16,1 0-1 0,0 3-2 15,7-1-2-15,1-3 0 0,7 0-2 16,2-5 0-16,2 3 1 16,2 0-3-16,0-1-1 0,0-1 0 0,0 0-2 15,2-2 1-15,-2-5 2 0,10 4 0 0,-8-6 2 16,11-1-1-16,5 0 1 0,1-4-1 0,4-7-1 15,-5-3 0-15,3-3 0 0,-4-2 0 16,-3-4 1-16,1-1 0 16,-3-2 1-16,-2-1 2 0,-8-2 1 15,2-3 2-15,-4-2 5 0,0 0-1 0,0-3 0 0,-4-1 2 16,2 1-7-16,-4 3 4 0,6 5-4 16,-4 9 1-16,2 8-2 0,2 7-2 0,0 5-2 15,0-1-3-15,0 1-3 0,0 0 0 31,0 0-2-31,0 1 5 0,0 16 5 0,0 9-4 16,0 9 4-16,0 3-4 0,0-2 0 16,0 1 3-16,2-2-4 0,2-2 2 15,2-3-1-15,-4-1-2 0,5-4 1 16,-1-1 0-16,4-4-2 0,-6-2 1 16,7-1-1-16,-3-5-3 0,2-2-1 15,-2-2-5-15,1-2-14 0,3 3-26 16,-2-3-35-16,5 0-47 0,-7-5-99 0</inkml:trace>
  <inkml:trace contextRef="#ctx0" brushRef="#br0" timeOffset="7616.75">26796 5381 511 0,'0'0'37'0,"0"0"-6"0,0 0-10 16,0 0-3-16,0 0-2 0,-91-29-3 15,73 29-2-15,-7 1-1 0,2 9-1 0,0 0-1 16,3 4 0-16,1 2 0 0,0 3 0 16,5 1-2-16,6 1-3 0,-3-6 1 15,9 0-3-15,-2-3-2 0,4-1-1 16,0 1 0-16,0-1 1 0,0-2 0 15,6-2 2-15,5-1 1 0,-3-3-1 0,6-1 0 16,3-2 1-16,2-2-3 0,-5-7 3 16,0-3-2-16,3-2 0 0,-7-4 0 0,3-3 2 15,-1-3-2-15,1-2 2 16,-5-3-1-16,2-3 2 0,-2-2 0 0,3-3 0 31,-5-4 0-31,2-2-5 0,-2 4 5 0,1 1-3 16,-1 6 2-16,-4 11 3 0,-2 7 0 15,4 9 0-15,-4 5-1 0,0-1-2 16,0 1-3-16,0-1-2 0,0 1 1 0,0 0 0 16,0 10 4-16,-4 10-2 0,2 7 1 15,-2 5 3-15,2 3-5 0,-3 0 4 16,3 0-2-16,2 1 0 0,0-3 0 16,0-1-1-16,0-2 1 0,2-1 0 15,5-6 0-15,3 2 1 0,-2-4-1 16,-2-1 1-16,9-4 1 0,-5-5-2 15,-1-2 2-15,1-2-2 0,-2-5-2 0,5 1 1 0,-1-3 1 16,2 0-1-16,5-1 1 0,6-8-1 16,-7-3-1-16,-1-3 2 0,0-2-1 15,-3-1 1-15,-2-2 2 0,-3-2-1 16,1 1-1-16,-4-1 1 16,-4 0 0-16,2 5 1 0,-2 1-2 15,-2 5 1-15,0 5-2 16,5 0 1-16,-5 0 0 0,0 1-1 0,0 0 0 15,0 0 1-15,0 5-1 0,0-2 0 16,0 2-1-16,-5-1 0 0,-1-1 0 0,-6 2 1 16,-1 0 1-16,5 2-1 0,-4 6 1 15,4-3-1-15,1-2 0 0,3 4 1 16,2-3-1-16,-2-1 0 0,2 2 0 0,2-5 0 16,0 0-1-16,0 0 2 0,0 5 0 15,0-2 2-15,8 1-1 0,11-1 0 16,-1-3-1-16,7 0 0 0,-2 0-1 0,2-5 1 15,0 1-1-15,-7 1 0 0,-3 0 1 16,-3 1-2-16,0 2 1 0,1-2-1 16,-5 2 0-16,5 4 0 0,-7 2-1 0,0 4 1 15,0 6 0-15,-6-6 0 0,2 8 2 16,-2-1 0-16,0-3 0 0,-2 4 0 16,2-6 0-16,-4-6-1 0,4 0 1 0,0-6-1 15,0 5 0-15,0-1 0 0,0 1 1 31,0 3 0-31,4-5 0 0,-2-1 0 0,9 0 0 16,-3-2-1-16,6-2 1 16,5-5-1-16,-1-4 1 0,-3-1 2 0,1-1-3 15,1-6 1-15,0-1 0 0,-5-2-1 16,2-2 0-16,1 0 0 0,-5 2-1 0,-2 7 2 16,3 2-1-16,-9 5 0 0,0 3 0 15,2 2-2-15,-4 3-1 0,0 0-3 16,0 0 1-16,0 0 2 0,0 0 0 0,-6 8 3 15,-9 7 1-15,-1 6-2 0,1 1 2 16,1 0-1-16,-3-1 0 0,9 1-1 16,2-7 1-16,4-6-1 0,-2 2 2 0,4-5 0 15,0-2-1-15,0 2 1 16,0-3 0-16,0 2 1 0,4 0 1 0,4-1-2 16,-6-3 1-16,11-1-3 15,3 0 2 1,-1-1 0-16,3-7 0 0,1-2 0 0,-5-3-1 15,1 0 0-15,3-2 0 0,-3 0 1 16,3-1 0-16,-1 1 0 0,-3 3-1 0,-1 4 0 16,-1 0 0-16,-6 3 0 0,3 0 1 15,-1 1-1-15,-4 1-1 0,4 0 1 16,-1 3-1-16,3 0 1 0,0 0 0 16,1 0 0-16,1 6 0 0,-4 0-2 0,3 4 0 15,-9-2 0-15,0 1-1 0,-2 6 0 16,0 1 2-16,-2 2-2 0,-5-6 3 0,1 0-1 15,0-4 1-15,-2-1 0 0,2 1 1 16,1-5 1-16,3 0 0 0,2-3 0 16,0 0 1-16,0 0-1 0,0 0-1 0,0 0-1 15,0-2-2-15,0-8 0 16,0-7 1-16,0-5-1 0,9 4 1 0,1 0 0 16,2 0 0-16,-1 3 2 0,-1 4-2 0,-2 1 1 31,-1 3-1-31,-3 2 1 0,2-2 0 15,-4 4 2-15,2 0-1 0,-4 3-1 0,0-1 1 16,0 1-1-16,2 0 0 16,-2-2 1-16,0 2 0 0,2-1-3 0,-2 1 1 15,0-1-1-15,0 1 0 0,4 0 1 16,-2 0 2-16,5 4-3 0,3 5 4 0,-2 1-2 16,3 0 1-16,-3 0 1 0,0 1-2 15,2 0-1-15,-1-1 1 0,1 1-1 16,-4-4 0-16,3 5 1 0,-7-4-2 15,2 1-1-15,-2 0 1 0,-2-4-1 16,4-1 2-16,-4 1 2 0,0 0-1 0,-4 2 1 16,4 1 0-16,-6-2 0 0,-1 0 0 0,-1-2-2 15,2 1 0-15,-2 0-2 0,-3-2-4 16,3 1-9-16,2-1-19 0,-2-2-31 16,-3 1-53-16,3-2-160 0,4 0 7 15</inkml:trace>
  <inkml:trace contextRef="#ctx0" brushRef="#br0" timeOffset="8133.42">28235 4743 522 0,'0'0'56'0,"0"0"-6"15,0 0-13-15,0 0-14 0,0 0-9 0,0 0-6 16,0 0-4-16,0 0-3 0,0 0 1 16,0 0 1-16,-31 11-1 0,23 12 3 0,1 4 1 31,1 6 1-31,2 4 0 0,2 2 3 15,2 4-1-15,0 2 1 0,-4 2-1 0,4 0 3 16,0 0-1-16,-6 2-5 0,4-2 2 16,-5-1-5-16,1-2-1 15,0 0-1-15,0-2 0 0,0 2 0 0,3-3-2 16,-3 0 1-16,2-3-2 0,2-3 2 0,0-3-1 16,-2-5 1-16,2-6 0 0,-2-3 0 15,2-2 1-15,-3-5 0 0,-1 4-2 16,4-8 2-16,-4 1-1 0,2-1 1 15,-2-1 0-15,1 1 0 0,1-4 1 16,-4 1 0-16,4-2 0 0,-8-1 1 0,3 1-1 16,-3-2 1-16,-7 0-1 0,1-5 1 0,-5-2-1 15,4-1-1-15,1-1-1 0,3 3 0 16,3-2 0-16,-1 2-1 0,1 0 0 16,4 0-1-16,-3 2 0 0,5-3-2 15,0 3-3 1,0-4-12-16,-2-4-23 0,1 3-52 15,1-9-196-15,4 0-19 0</inkml:trace>
  <inkml:trace contextRef="#ctx0" brushRef="#br0" timeOffset="8517.94">27797 5345 582 0,'0'0'18'16,"0"0"-3"-16,0 0-3 0,84-55-3 0,-49 43-6 15,1 1-2-15,3 0-2 16,0 1 0-16,5 0-2 0,-5 0 1 0,-2 1-3 16,-4 0 4-16,-2 0-2 0,-4 1 2 0,-8 2-3 31,-5 2 4-31,-6-1-3 0,-1 3 3 15,-1 1 1-15,-6 1 0 0,0-2 0 16,0 2-1-16,0 0 5 0,4 0-2 16,2 0 7-16,2 3-1 0,-1 4 1 15,-1 3 2-15,0 5 0 0,-6-3-1 0,6 5 1 16,-6 1-1-16,0-7-4 0,0 7-2 0,0-6-4 16,0-1 0-16,0 1-2 0,0-1 0 15,-4 1-5-15,2-7-1 0,2 0-9 16,0-5-5-16,0 3-16 0,0 2-21 0,0 0-61 15,0-1-137-15</inkml:trace>
  <inkml:trace contextRef="#ctx0" brushRef="#br0" timeOffset="8669.66">28396 5109 520 0,'0'0'10'0,"0"0"-9"0,0 0-12 0,0 0-21 16,0 0-54-16,0 0-140 0</inkml:trace>
  <inkml:trace contextRef="#ctx0" brushRef="#br0" timeOffset="9017.18">28566 5305 294 0,'0'0'47'16,"0"0"0"-16,0 0-8 0,0 0-9 0,41-81-6 16,-41 63 0-16,0 4-1 0,0-4-5 0,0 6-3 31,-2 3-1-31,-9 0-3 0,7 6 0 15,-12 0 3-15,1 3 0 0,-5 3 0 0,1 9-1 16,0 3 0-16,5 6-5 0,-3 2 2 16,5 0-6-16,2 0 0 0,4-7 0 15,-1 3 0-15,7-4 0 0,0 2 1 16,0 3-4-16,7-4-1 0,1-2 0 0,0-2 1 16,2-4 0-16,-1-1-3 0,1-2-2 15,2-2-4-15,-3 1-4 0,5-2-15 16,-1-1-18-16,-1-1-38 0,9 0-68 0,-5-4-103 15</inkml:trace>
  <inkml:trace contextRef="#ctx0" brushRef="#br0" timeOffset="9250.31">28704 4977 627 0,'0'0'45'16,"0"0"-16"-1,0 0-11-15,0 0-11 0,0 0-4 16,0 0 0-16,0 0 1 0,0 0 0 0,0 0 0 16,0 0-2-16,10 70-2 0,-10-38 0 15,0 3 0-15,0 1-3 0,-4 0 0 16,2-1-6-16,-4-2-4 0,2-3-4 0,2-5-11 16,-2-6-16-16,4-1-18 15,0-3-32-15,4-6-49 0,4 5-32 0</inkml:trace>
  <inkml:trace contextRef="#ctx0" brushRef="#br0" timeOffset="9767.75">29014 5235 590 0,'0'0'47'15,"0"0"-12"-15,0 0-19 16,0 0-4-16,0 0-10 0,0 0 2 15,0 0-1-15,-27-79-1 0,17 76-2 0,0 3-1 16,-9 0 2-16,0 1 0 0,-1 9 2 16,3 0-1-16,3 4 2 0,5 1-5 15,-3 2 2-15,6-3-1 0,0 1 0 16,6-5-1-16,0 2-1 0,0 5-2 16,0-3-5-16,0 0 1 0,8-4-1 15,-2-4 2-15,-6-3 3 0,10 0-1 0,-3-3 2 16,3 0 1-16,6 0 1 15,-3-6 2-15,1-3 4 0,-1-3 1 0,-1-1 2 0,-4-4 1 16,-1-1 1-16,-1-4-1 0,2-2-6 16,-2-5 3-16,1-2-5 0,-1 0 2 0,4-6 1 15,-2 0-4-15,1-3 3 0,-3 2-2 16,4 2 0-16,-2 5 1 0,-3 12 1 16,-3 8-2-16,2 7 1 0,-4 4-4 15,0-2-1 1,0 2 1-16,0 3 0 0,0 16 4 15,0 9 0-15,0 10 1 0,0 0-1 16,-4-2 1-16,2 1-1 0,-3-4 1 0,3 0 1 16,-4-2-4-16,2-2 3 0,2-8-5 15,2-2 0-15,0 1-1 0,0-8-1 16,0 6 0-16,0-6-1 16,6-4 3-16,-4 2 0 0,4-3-1 0,1-1 2 0,-3-3-1 15,4 0-7-15,-6-2-18 0,8-1-27 16,-3 0-47-16,-1-2-156 0,0-4-6 0</inkml:trace>
  <inkml:trace contextRef="#ctx0" brushRef="#br0" timeOffset="10984.12">29576 5004 415 0,'0'0'35'16,"0"0"-4"-16,0 0 0 0,0 0-4 16,0 0-4-16,-91 21 2 0,75-8-9 15,3-4-3-15,3 1-4 0,6-2-5 0,2-3-1 16,-2 4-3-16,4-3-4 0,0-2 3 16,0 6-1-16,0-6 2 0,4 2 2 15,2 2 0-15,-4-7 0 0,4 2-4 16,1-3 0-16,1 0-1 0,2 0 0 15,-4 0-2-15,3 0 0 0,-5-3-2 0,-4 0 3 16,4 0 2-16,-4-3 0 0,0 2 2 16,-4-6 0-16,0 1-1 0,-3 3 1 15,-1 0 0-15,4 3 0 0,2 2 0 0,2 1-1 16,0-2 1-16,0 2-2 0,-4 0-2 16,4 0 2-16,0-1 2 15,0-1 1-15,12-1 2 0,9-3-2 16,4-3-3-16,6-2-1 0,-4-1-3 15,6-2 0-15,-2-2-4 0,0-2 2 16,-4-2 0-16,-1-3 3 0,-7 0 6 16,0-3 5-16,-9-1 1 0,0 0 7 15,-3-2 2-15,-5 2 1 0,-2-2 2 16,0 3 0-16,0 6-3 0,-2 4 0 0,-3 5-6 16,-1 3-1-16,0 1-5 0,4 3-3 15,0 2 0-15,2 2-3 0,-6 0 2 16,2 0 1-16,-5 2 0 0,-3 11 2 15,6 1 3-15,-3 7-1 0,5 1 2 0,2 6 1 0,2 2 1 16,0 6 3-16,2 7 2 16,11 1 0-16,-5 3 1 0,4 2-7 15,5-2-3-15,-9 0 0 0,0 0-4 0,-3-1 3 16,-3-3-4-16,-2 1 1 0,0-2-1 0,0-5-1 16,-2 0 1-16,-3-4-1 0,3 2 1 0,-2-3 1 31,-2 0-1-31,2-2 0 0,0-1 1 15,-5-1-2-15,3-5 2 0,0-1-1 16,-4-4 1-16,1-1-1 0,1-2 2 0,-2-6-1 16,2 2 1-16,1-5-1 0,-3-2 1 15,2 1-2-15,2-3 1 0,-7-2 0 16,1 0-2-16,-3-10-2 0,-5-3-8 16,1-4-20-16,7-3-36 0,-1-2-72 15,5 0-157-15</inkml:trace>
  <inkml:trace contextRef="#ctx0" brushRef="#br0" timeOffset="11183.66">29514 5318 553 0,'0'0'20'15,"0"0"-8"-15,0 0-8 0,0 0-2 16,85-33-4-16,-56 29-1 0,-2 1-8 0,4-2-10 16,-4 3-18-16,0 1-43 0,0 1-106 15,-7-3-44-15</inkml:trace>
  <inkml:trace contextRef="#ctx0" brushRef="#br0" timeOffset="11466.23">30066 4857 523 0,'0'0'35'0,"0"0"-11"0,0 0-10 16,0 0-3-16,0 0-2 0,0 0 3 0,0 0 4 31,0 0 0-31,0 0-4 0,-8 99-1 15,8-66-1-15,-2-2-3 0,2-3-1 0,-4-1 3 16,4-8-2-16,0-3 0 0,0-5-1 16,0-5-3-16,0 5-2 0,0-5-1 15,0-1 0-15,0 0-5 0,0-5-7 16,0 5-36-16,4 0-75 0,-2-1-156 0,2 2 7 16</inkml:trace>
  <inkml:trace contextRef="#ctx0" brushRef="#br0" timeOffset="12100.88">30201 4892 572 0,'0'0'29'0,"0"0"3"16,0 0-2-16,0 0-10 0,0 0-10 15,12 99-7-15,-12-70 0 0,0-2-2 16,0 0 0-16,0-6-1 0,0-9-2 0,0-5 0 16,0-3 1-16,2 1 3 0,-2-1 3 15,0 1 4-15,0-5-2 0,0 0 0 16,4 0-1-16,-4-14 1 0,2-5 2 0,2-7 4 16,-1 0-2-16,1-1 1 0,2-2-3 15,-4 0-2-15,4-3-2 0,4 2 0 16,-1 1-3-16,-1 6-1 0,2 6 0 0,-1 5-1 15,1 6 0-15,-6 2 0 0,8-1-1 16,1 5-2-16,3 0 0 0,-1 7 0 16,-1 6 0-16,5 0-1 0,-7 3-1 15,1 0-4-15,-7-2 0 0,-4 1-2 0,2 2-1 16,-4-1 1-16,-4 4 2 0,-2-3 1 16,-2-7 3-16,-5 0 2 0,7-5 1 0,-6-1 2 31,-1-1 1-31,1-3 1 0,1 0 2 15,5 0 0-15,0 0 0 0,6 0 2 0,-6 0 0 16,2 0 1-16,-3 0 0 0,1 0-2 16,6 0-1-16,0 0-3 0,0 0-1 15,0 0 0-15,-2 0 3 0,2 7 1 16,0 4 1-16,0 1-3 0,2 3 0 0,4-1-1 16,5 0-1-16,-3-2 0 0,2-2 0 15,-1 1-1-15,-1-2 1 0,4 3 0 16,5 0 1-16,-3 1 0 0,-1-1 0 15,1 1 3-15,-3-4-5 0,-3 2 5 0,-6-4-7 16,4 3 2-16,-2-3 0 0,-4-2 1 16,6 0-1-16,-6-5 1 0,0 0-2 0,0 0-2 15,0 1 0-15,0 1-4 0,0-1-3 16,2 0-14-16,-2 7-29 0,0 0-52 16,0-2-145-16,0 2-29 0</inkml:trace>
  <inkml:trace contextRef="#ctx0" brushRef="#br0" timeOffset="12465.95">30602 5182 625 0,'0'0'41'0,"0"0"-14"16,0 0-9-16,0 0-2 0,0 0-2 0,0 0 4 15,0 0-11-15,0 0 4 0,0 0-10 16,-52 79 0 0,46-62 0-16,4-1-3 0,2 1 3 0,0 0 1 0,0 3-2 0,2-7 0 15,4-2 1-15,0-4-3 0,0-1 3 16,3 0-2-16,-9-4 1 0,12 1-1 16,-6-3 0-16,3 0 0 0,3 0-1 0,-2 0 0 31,3-8-2-31,-5 2 1 0,0-6 1 15,-2-5 1-15,-6 5 2 0,5-8 2 0,-5 1 0 16,0-1 0-16,0-4 0 0,-7 7-1 16,1 3-2-16,2 5-6 0,-2 0 1 15,2 2-8-15,-3 4-3 0,-3 0-21 16,8 3-40-16,-10 0-85 0,1 1-117 0</inkml:trace>
  <inkml:trace contextRef="#ctx0" brushRef="#br0" timeOffset="12883.55">30779 5216 573 0,'0'0'33'0,"0"0"2"0,0 0-1 16,0 0-6-16,0 0-10 0,0 0-8 15,0 0-1-15,0 0-3 0,0 0-3 16,0 0 0-16,-4 72-1 0,4-62 0 0,0-2-1 16,0 0 1-16,4-1-2 0,-4-3-2 15,7 0 4-15,-1-2 0 0,-2-1 1 0,8 1 0 16,-3-2 0-16,3 0 0 0,3 0 2 16,1-8-1-16,-4 0 1 0,3-2 2 15,-7 1-2-15,3 0 0 0,-3-2 1 16,-2 2-1-16,2-3-1 0,-4 4 0 0,3 1-1 15,-1-1 2-15,-6 5-2 0,2 0 1 16,-2 3-2-16,0 0-1 0,0 0-1 16,4 0 0-16,-4 0-1 0,2 0 1 0,2 0 0 15,-2 3 1-15,4 6 0 0,-1 0-1 16,-1 0 0-16,0 2 0 0,2-3-1 16,0 0 0-16,0-1-3 0,1 0-1 0,1-1-6 31,0 1-10-31,-4-4-39 0,5 1-54 15,-3-3-178-15,0 1-10 0</inkml:trace>
  <inkml:trace contextRef="#ctx0" brushRef="#br0" timeOffset="13133.1">31063 5025 596 0,'0'0'53'0,"0"0"-17"15,0 0-15-15,0 0-7 0,0 0-5 16,0 0 0-16,0 0 0 0,0 0-1 16,0 0 0-16,37 102-3 0,-35-73-1 0,-2 0 2 15,0-3-5-15,0-6 3 0,0-1-4 16,0-5 0-16,4-2 0 0,-2 0-3 16,2-1 1-16,0 3-3 0,3-7-3 15,3 2-9 1,-4-3-30-16,-4-5-40 0,2 3-86 15,-2-4-111-15</inkml:trace>
  <inkml:trace contextRef="#ctx0" brushRef="#br0" timeOffset="13465.96">31015 5217 678 0,'0'0'45'0,"0"0"-12"16,0 0-17-16,0 0-4 0,0 0-4 16,0 0-4-16,0 0-4 0,0 0-1 15,85-50-1-15,-56 44 1 0,2 1 1 0,0 2 0 16,4 0 0-16,2 0-3 0,2 2-4 16,1-3 2-16,-3 3 1 0,-8-1 3 0,-6 1 2 31,-3 1 0-31,-11 0 0 0,-3 0 0 15,0 0 1-15,-6 0 1 0,0-2 1 16,0 2 1-16,0 0-2 0,4 0-1 0,-2 0 0 16,-2 0 0-16,4 0-2 0,-4 0-1 15,2 0-3-15,-2 0-5 0,4 0-4 16,-4 0-11-16,0 0-31 0,0 0-62 0,0-2-160 16,-4 0-11-16</inkml:trace>
  <inkml:trace contextRef="#ctx0" brushRef="#br0" timeOffset="17450.58">25455 8750 337 0,'0'0'54'0,"0"0"-9"16,0 0-8-16,0 0-4 0,0 0-6 15,0 0-1-15,0 0 1 0,0 0-2 16,0 0-1-16,-15-7-1 0,15 6-2 0,0 1-3 15,0-2 2-15,0 2-3 0,-4-1-3 16,4 1-1-16,0-2-3 0,0 2-2 16,0 0 3-16,4-2-4 0,11 1 0 0,9-2-2 15,9-2-3-15,-2 1 0 0,5-1-1 16,1 1 0-16,2-1 0 0,-2 2-1 16,-2 0 0-16,3 1-1 0,-12 1-1 0,-1 1 0 31,-10 0-1-31,-3 0-1 0,-6 0-1 15,3 0-4-15,-3 0-5 0,-2 1-3 16,2 2-6-16,-6-3-9 0,0 5-15 16,-6 4-19-16,-4 2-20 0,-9 3-35 15,2-4-11-15,-5-4-2 0,1-3 23 0</inkml:trace>
  <inkml:trace contextRef="#ctx0" brushRef="#br0" timeOffset="17684.89">25655 8747 209 0,'0'0'80'16,"0"0"-4"-16,0 0-10 15,0 0-15-15,0 0-10 0,0 0-13 0,0 0-5 0,0 0 2 16,0 0 3 0,0 0 1-16,-19 8-1 0,19 12-10 0,0 6-4 0,0-2-2 0,5 2-2 15,-3 1 1-15,2-1 0 16,-2 1-1-16,0-1-2 0,-2-8-2 0,0-1-3 16,4-5 0-16,-4 0-1 0,0 0-2 15,0-5 0 1,0 3-2-16,0-4 1 0,0-1 1 15,0 1-3-15,0-6 1 0,0 5-2 16,0 0-2-16,0 0-3 0,0 1-4 0,0-6-12 16,0 0-20-16,0 0-22 0,0 2-46 15,0-2-101-15,0 0-46 16</inkml:trace>
  <inkml:trace contextRef="#ctx0" brushRef="#br0" timeOffset="18049.05">26023 8713 546 0,'0'0'22'16,"0"0"5"-16,0 0 1 0,0 0-1 0,0 0-8 15,0 0-9-15,0 0-3 0,0 0 0 31,-56 92-5-31,48-73 1 0,-5-3-2 16,3 0-1-16,2-5 1 0,0 1 0 16,1-4 3-16,3-5 2 0,2 1 0 0,2-4 3 15,-4 0-3-15,4 0-1 0,0 2 2 16,0 3-1-16,0 0 1 0,6 2 1 0,5 1-3 16,5-3-1-16,7 0-1 0,-2 0 0 15,3-3 0-15,3-1-3 0,-2 0 1 16,4-1-1-16,0 0-1 0,-2 0-2 0,0 0-3 15,-3 0-5-15,1 0-8 0,-10 0-16 16,3 0-21-16,-5 0-16 0,-11 0-23 16,4 0-43-16,-6 0-94 0</inkml:trace>
  <inkml:trace contextRef="#ctx0" brushRef="#br0" timeOffset="18465.68">26143 8746 484 0,'0'0'47'16,"0"0"-4"-16,0 0-5 0,0 0-9 15,0 0-4-15,0 0-4 0,0 0-3 16,0 0 0-16,0 0-4 0,-2 11-1 0,2 8-2 15,0 9-1-15,2 0-1 0,2 1 0 16,-2 2-1-16,2 1 0 0,-2 0 0 16,-2 0 0-16,4-2-2 0,-2-1 0 15,-2-2-4-15,5-4 0 0,-3-1-1 0,2-2 0 16,-2-6 3-16,4 1-4 0,-6-4 4 16,2-5-3-16,-2 4-1 0,4-4-1 0,-4-1 1 15,0 1-1-15,0-6 1 0,0 0-3 31,0 0 3-31,0 2 0 0,2-1 0 16,-2 1 3-16,0-1-4 0,0 0 1 0,0 1 0 16,0-1-3-16,0 1 1 0,0-2 0 15,0 2-2-15,0-2-3 0,4 0-7 16,-4 0-14-16,0 0-34 0,3 0-50 0,-3-5-176 16,4 1-11-16</inkml:trace>
  <inkml:trace contextRef="#ctx0" brushRef="#br0" timeOffset="23082.74">22104 8685 439 0,'0'0'45'16,"0"0"-4"-16,0 0-11 0,0 0-6 15,0 0-8-15,0 0-5 0,0 0-3 0,0 0-3 16,0-10-1-16,0 8 0 0,0 2 0 0,0-1 2 15,-6 1-1-15,-1 0 2 0,-3 0-1 16,-9 0-1-16,1 6 0 0,-9 4-2 16,2 2-1-16,-2 2 0 15,-4 3 0-15,4 1 0 0,-4 0-1 0,4 0 0 16,3-1 1-16,9-6-1 16,1-2 0-16,8-3 1 15,1-3 1-15,3 0 1 0,2-3 1 0,-4 0 2 16,4 0 2-16,0 0-1 0,0 2 0 15,0-2-1-15,-2 0 0 0,2 1-1 0,0-1-4 16,0 2-1-16,0-2-1 0,0 4 0 16,2 5 1-16,11 3 1 0,-1 3-1 15,7 2 0-15,-1 0 0 0,3 1-1 16,0-1 2-16,3-4-2 0,-3 1 0 0,4-1 0 16,-5-3 1-16,1-1 1 0,-4-3-2 15,-5 0 1-15,-4-3-1 0,-1-1-3 16,-5 1 4-16,2-2-1 0,-2 2 0 0,2 1 2 15,-2-1 0-15,-2-3-1 0,0 0 1 16,0 0-1-16,0 5 0 0,0 2-2 16,0-3 1-16,0 2-1 0,0-6-4 0,0 0-3 15,0 0-16-15,0 2-34 0,0-1-56 16,0-1-167-16,-2 0 3 0</inkml:trace>
  <inkml:trace contextRef="#ctx0" brushRef="#br0" timeOffset="24000.27">21934 8864 516 0,'0'0'47'0,"0"0"-3"0,0 0-9 16,0 0-9-16,0 0-10 0,0 0-7 16,0 0-2-16,0 0-2 0,0 0 0 0,0 0 0 15,0-15-1-15,19 9 1 16,1 2 0-16,1-1 1 0,4 2-1 0,2 1-2 16,2 1 0-16,0-1-2 0,4 2 0 0,-2 0-1 15,2 0 0-15,0 0 0 0,4 0-1 31,0 2 1-31,3 1 0 0,-1-2-1 16,6 3 1-16,1-3 0 0,1 2 0 0,3-1 0 16,-2 0 0-16,3 2-1 0,5-3 0 15,-4 1 1-15,1-1 0 0,-1-1 1 16,-2 2-1-16,-3-2 0 0,-3 0 0 0,-5 0-1 16,-4 0 1-16,-2 0 1 0,2 0 0 15,-8 0-1-15,0 0 0 16,0 0-1-16,0 0 1 0,-2 0 0 15,2 0 0-15,-3 0 0 0,-3 0 0 0,8 0 0 16,-2-2 0-16,4 1 0 0,-4-1 0 0,2 1 2 16,2-1-3-16,0 0 2 0,-2 1-1 15,0 1-1-15,-9-1 2 0,-1 1 0 0,-1-2-1 16,-7 1 0-16,1 1 0 16,1 0-1-16,-7 0 1 0,0 0 0 15,6 0 1-15,-5 0-1 16,5 0 0-16,-4 0 2 0,5 0-2 15,7 0 1-15,-1 0 0 0,8 0-3 16,2 0 3-16,-2-2-1 0,-1 1 1 0,5-3-1 16,-8 3 1-16,0-1-1 0,-7 2 0 15,-3-1 0-15,-1 1 1 0,1-2 2 0,-7 2-1 16,0 0-2-16,-6 0 0 0,0 0 2 16,0 0 0-16,0 0 0 0,2 0-1 15,-2 0 2-15,4 0-1 0,2-1 0 16,1 1 0-16,-1 0 0 0,0 0-1 0,-6 0-1 15,0 0 1-15,0 0 0 0,0 0 0 16,2 0-1-16,-2-1 1 0,4 1-3 16,-4 0 1-16,2 0 0 0,-2 0 0 0,4 0 2 15,-4 0-2-15,3 0 2 0,-3 0-1 16,2 0 0-16,-2 0 0 0,4 0-1 16,-4 0 2-16,6 0 0 0,0 0 0 15,0 1 0 1,1 0 0-16,-7-1-1 0,0 0 1 15,0 0 2-15,6 0 0 0,0 0 0 0,-2 0 0 16,2 0-1-16,-6 0 0 0,0 0-1 16,0 0 0-16,0 0-1 0,0 0 1 15,4 0-1-15,-1 0 0 0,-3 0 1 16,4 0-1-16,-4 0 0 0,2 0 0 0,-2 0-1 16,4 0 0-16,-4 0-1 0,2 0-2 15,-2 0-9-15,0 0-10 0,0 0-43 16,0 0-88-16,-2 0-140 0</inkml:trace>
  <inkml:trace contextRef="#ctx0" brushRef="#br0" timeOffset="24832.91">22387 8342 540 0,'0'0'52'0,"0"0"-7"0,0 0-9 15,0 0-9-15,0 0-8 0,0 0-6 16,0 0-4-16,0 0-4 0,0 0 0 16,0 0-2-16,14-30 2 0,7 28-2 15,4 2-1-15,6 0 1 0,2 0-1 0,0 2-1 16,4 1 0-16,-2-1-2 0,3 1 0 0,-1-2-1 15,-8 0 0-15,2-1 0 0,-11 2-2 16,-1-2-1-16,-7 0-2 0,-5 0-8 16,-1 1-11-16,-6-1-15 0,0 0-22 0,0 0-17 15,0 0-19-15,0 0 6 0,0 0 12 16,-13 0 28-16,5 0 24 0,-10 0 14 16,5 0 14-16,7 0 13 15,-6 0 13-15,5 0 13 16,1 0 13-16,4 0 6 0,2 0 3 15,-6 0-3-15,2 0-4 0,-2 0-3 16,3-1-4-16,3 1-4 0,0-2-6 0,0 2-13 16,-4 0-7-16,4-1-7 0,-2 1-4 15,0 0-1-15,-4 4 2 0,0 10-1 16,0 4 1-16,1-4-1 0,3 4-1 0,2 0 1 16,0 4-2-16,0 3 0 15,0-2-1-15,0-6 2 0,2 2-4 0,-2-8 3 16,0 3-4-16,0-1 2 0,0-6-2 0,0 5 2 15,0-6-1-15,0 0 0 0,0 0 1 16,0-6-1-16,0 0 0 0,0 0 0 16,0 2-1-16,0-1-1 15,5 1-1-15,-5 0-4 0,0-1-5 0,0 0-21 0,2 5-31 16,2-1-79-16,-2 1-142 0</inkml:trace>
  <inkml:trace contextRef="#ctx0" brushRef="#br0" timeOffset="25232.32">22912 8263 637 0,'0'0'32'0,"0"0"-13"0,0 0-6 15,0 0-2-15,0 0-2 0,0 0 1 0,0 0 0 0,0 0 0 16,0 0-2-16,0 79-4 0,0-51-2 16,-4-4-1-16,2-1-1 0,2-7 4 0,-4-5-4 15,2 1 2-15,2-6-1 0,0 0-2 16,0 0 2-16,0-6 1 0,0 0-1 16,0 0 2-16,0 2-1 0,0-1 2 15,0 1 0 1,0 0 0-16,0-1 0 0,0 3-1 15,0 1 3-15,6 0-5 0,0 0 0 16,6-3 0-16,7-1-4 0,2-1 3 0,6 2-1 16,-1-2 0-16,-1 0 0 15,0 0 0-15,-4 0-1 0,-3 0-3 0,1 0 2 16,-3 0-3-16,-3 2 1 0,-1-2-7 0,-1 3-15 16,-3 0-35-16,0 1-57 0,2 1-118 15,-8-2-42-15</inkml:trace>
  <inkml:trace contextRef="#ctx0" brushRef="#br0" timeOffset="25582.75">23075 8411 624 0,'0'0'42'0,"0"0"-11"15,0 0-11-15,0 0-11 0,0 0-5 0,0 0-2 16,0 0-1-16,0 0 3 0,0 0-1 16,0 0 2-16,-6 43-1 0,6-18 1 15,0 0 3-15,0 4-6 0,0 1 5 16,0-2-5-16,-2 1 0 0,-2-2 6 16,-2 1-5-16,4-4 3 0,-3-8-4 0,5 1-2 15,-2-6 1-15,2-5 0 16,0 0-1-16,0-6 1 0,0 0-1 15,0 5 1-15,0 1 0 0,0-2 0 0,0 2 0 0,0-6-1 16,0 0 1-16,0 0 0 0,0 2-2 16,0-1-3-16,0-1-2 0,0 0-14 0,0 2-17 15,0-2-33-15,0 0-92 0,0 0-128 16</inkml:trace>
  <inkml:trace contextRef="#ctx0" brushRef="#br0" timeOffset="26666.02">16981 8206 436 0,'0'0'61'0,"0"0"-5"0,0 0-9 15,0 0-5-15,0 0-8 0,0 0-7 16,0 0-4-16,0 0-5 0,0 0-2 16,0 0-2-16,5-67-2 0,-5 66-1 0,0 1-2 31,0-2-3-31,0 0 0 0,0 1-4 15,0-1-1-15,0 1 0 0,0 1-2 0,0 0 2 16,8 1 2-16,4 10-3 0,3 5 1 16,3 3 0-16,-3 0-3 0,3 3 3 15,-1 0 0-15,-3 0-1 0,-1-1 2 16,1-1-1-16,-1-2-1 0,-1-1 3 0,3-2 0 16,-3-4 0-16,0-4-1 0,1-1 1 15,-5-3 0-15,4 0 0 0,-7-1 0 16,1-2-1-16,-2 0 2 0,2 0 2 0,4 0 0 15,-8-2 1-15,3-1 2 0,1-5-3 16,-6 4-1-16,2-8 0 0,2-6-3 16,-4 4 0-16,0-7 1 0,0 0-2 0,0-1 0 15,0 2-1-15,0 0 1 0,2 1-1 16,-2 6 0-16,4-7 0 16,-2 9-1-16,2 7 0 0,-4-1 0 15,0 5-1-15,0-2 0 16,0 2 0-16,2-1-4 0,-2-1 2 15,0 1-4-15,0-1-4 0,0 1-7 16,3 1-11-16,-3-1-19 0,0 1-23 0,0 0-31 16,4 0-59-16,-4 0-112 0</inkml:trace>
  <inkml:trace contextRef="#ctx0" brushRef="#br0" timeOffset="27332.57">17174 8222 486 0,'0'0'53'16,"0"0"-4"-16,0 0-6 0,0 0-7 0,0 0-10 0,0 0-7 15,0 0-2-15,0 0-5 16,0 0 0-16,-19 14-1 0,19-12-1 0,0-1 2 16,-4 0 1-16,4 1 0 0,-2-1 0 0,2 1-2 31,0 0 0-31,0-2 0 0,0 1 0 15,0-1-1-15,0 0-2 0,0 0-2 16,0 0-3-16,-2-3-1 0,2-11 0 0,0-7 0 16,-4-6-1-16,2 0 2 0,2-3-3 15,-5 0 2-15,3-3-2 0,-2-4 1 16,2-3 0-16,-2-3-2 0,4-5 3 0,0-2-4 16,-2-4 4-16,2-2-2 0,0-1 0 15,0-3 1-15,0-2-2 0,0-2 2 16,0 2-1-16,0 0 2 0,0 1 0 0,0 3-4 15,0 1 2-15,0 2-2 16,-4 2 2-16,2 1 1 0,-4 1 0 0,1 2 0 16,3 2 0-16,-2 5 1 15,2 3-2-15,0 3 1 0,-2 4-2 0,2 2 2 0,2 1-1 16,0 2 1-16,-4 1 3 0,4-1-8 16,-2 1 6-16,2-2-5 0,-4 3 3 0,4 0 1 15,0 0 1-15,-3 0 0 0,3-2-2 31,-4 1 0-31,4 0-4 0,0 1 4 16,-2 0-1-16,2 7 2 0,0-1 0 0,-4 6 0 16,4-2-1-16,0 1 2 0,0 7-4 15,0-5 4-15,0 6-2 0,0-1 0 16,0 3 0-16,0 4-2 0,0-2 1 0,0 2 1 16,0-1-2-16,0 0 2 15,0-1 0-15,0 0 0 0,0 1 2 0,0-1-3 16,0 1 0-16,-2-1 0 0,2 1-1 0,0 1 1 15,0-2-1-15,0 2 0 16,0-1-1-16,0 1 0 0,0-2 0 0,0 2-2 16,0-1-4-16,0 1-6 0,0 0-13 0,0 0-20 15,2 4-35-15,4 4-125 16,5 2-92-16</inkml:trace>
  <inkml:trace contextRef="#ctx0" brushRef="#br0" timeOffset="28432">16764 5484 613 0,'0'0'36'16,"0"0"-3"-16,0 0-18 16,0 0-10-16,0 0-6 0,0 0-1 0,0 0 1 0,0 0 4 15,-6 82-3-15,8-38 2 0,4 2-2 16,1-1 1-16,-5-4-1 0,2-5 2 0,-4-10 5 15,0-12 0-15,2-7 11 0,-2-7 3 16,0 0-1-16,0 0 7 0,0 2-13 16,0-2 0-16,0 0-5 0,-6-14-6 0,-5-6 0 15,-1-8-1-15,2-2 0 16,1-1 1-16,3-2 2 0,0-2-2 0,4-2 0 16,2-1-3-16,0 2-2 0,0 3 1 0,2 4 0 15,6 6 0-15,-2 8 1 0,5 6-2 31,-5 3 0-31,2 6-1 0,5 0 1 16,1 3 0-16,9 11 1 0,-7 4 1 0,3 3-2 16,-2 5 1-16,-7-1-1 0,2 1 1 15,-1 0-1-15,-5-8 0 0,-6 1 0 16,0-1 0-16,0-8-1 0,0 5 2 16,-4-7 0-16,-5-4 1 0,-1 3 2 0,-2-7 1 15,-3 0 1-15,1 0-1 16,-5-2 0-16,7-4 0 0,3 2-1 15,5 1 0-15,-4-2 0 0,2 2-1 0,2 0-1 16,2 2 2-16,2 1-2 0,0-2 0 0,0 2-2 16,0 0 0-16,-5 0-1 15,5 0 2-15,0 0 1 0,0 3 0 0,0 8-1 16,5-1 1-16,-3-1-3 0,2 2 4 16,2-3-1-16,0-1 1 15,-6-4 2-15,2 2-3 0,2-2 0 16,-2-1 0-16,-2 2 1 0,5 0-1 15,-5-4 0-15,0 0 0 0,0 0 0 16,2 2 1-16,-2 0 1 0,0-2 1 0,0 0-2 16,0 1 1-16,0-1 1 0,4 0-1 15,-4 0-1-15,0 0-1 0,0-6 0 16,-4-3-1-16,2-2 1 0,2 6 1 0,-5 1-1 16,5 4 0-16,0-1-1 15,0 1 0-15,0-2 2 0,-2 0-2 0,2 1-1 16,0 1-1-16,0-2-2 0,0 2 3 0,2 7 1 15,9 4 2-15,3 8-1 0,1 1 0 16,1-1-1-16,1-1 1 0,1 0 0 16,1 1 0-16,2-1 6 0,-3-1-8 15,3-1 7-15,-4 0-6 0,1-1-1 0,-8-6 2 16,1 2 1-16,-5-4-1 0,0 1 0 16,0-1 0-16,-4-4 0 15,3 5 0-15,-3-3 0 16,-2-3 1-16,2 3-1 0,-2-5 1 15,0 0 0-15,0 0-2 0,0 2 1 0,0-1-2 16,4 1-4-16,-4-2-9 0,0 0-20 16,0 1-31-16,0-1-35 0,0 0-54 15,0-1-110-15</inkml:trace>
  <inkml:trace contextRef="#ctx0" brushRef="#br0" timeOffset="28787.6">17141 5666 514 0,'0'0'47'0,"0"0"-12"0,0 0-14 16,0 0-3-16,0 0 3 0,0 0 1 0,0 0 0 15,0 0-2-15,0 0-7 0,0 87-1 16,0-60-5-16,0-1 0 0,0-8-2 16,0 2-5-16,0-7 4 15,0-7-6-15,0 2 0 16,0-8 0-16,0 0 1 0,0 0 1 15,0 1 3-15,0 1-2 0,0-2-2 16,0 0 0-16,0 0-6 0,0-12 6 0,-7-6-4 16,-3-6 3-16,2 2 1 0,2-1 0 15,-1 2 1-15,3 6 0 0,2-1 1 16,0 4 1-16,2-1 1 0,0 1-1 0,0 0 1 16,0-3 0-16,4 1 0 0,9-2 0 15,-3 5-1-15,4 0 0 0,1 0-1 16,8 1 0-16,-3 1 0 0,5-1-5 0,-2 4-3 15,0 2-4 1,-5 4-13-16,-1 0-28 0,-5 4-43 0,1 9-106 0,-7-5-74 16</inkml:trace>
  <inkml:trace contextRef="#ctx0" brushRef="#br0" timeOffset="28967.81">17203 5751 609 0,'0'0'31'0,"0"0"-6"0,0 0-12 15,0 0-7-15,0 0-4 0,0 0-7 16,0 0-5-16,0 0-20 0,91-1-30 0,-69 1-59 16,-1 0-127-16</inkml:trace>
  <inkml:trace contextRef="#ctx0" brushRef="#br0" timeOffset="29148.82">17180 5874 576 0,'0'0'32'0,"0"0"-4"0,0 0-9 0,0 0-9 16,0 0-7-16,0 0-1 0,0 0-3 15,0 0-7 1,0 0-9-16,0 0-27 15,80 6-52-15,-55-14-96 0,2-2-66 0</inkml:trace>
  <inkml:trace contextRef="#ctx0" brushRef="#br0" timeOffset="29515.91">17488 5625 487 0,'0'0'31'0,"0"0"-6"0,0 0-1 16,0 0-2-16,0 0 0 0,0 0 2 0,0 0-3 15,-42 100 0-15,36-72-5 0,2-3-4 16,0 0-5-16,4-1-3 0,-4-7 2 16,2-1-5-16,2-5 3 0,0-5-1 0,0 0 1 15,0-6 3-15,0 0 6 16,-4 0 1-16,4 0-2 0,-2 0 1 0,-5-6-9 16,1-8 3-16,-4-5-5 0,4-4 1 0,4-1 0 15,-3-2-2-15,3-2 1 0,2 0 0 31,0 1-1-31,0 2 0 0,0 7-1 0,2 2 0 16,3 6 0-16,-3 2 0 0,4-1 0 16,-2 6-1-16,4 2-1 0,3 1 0 15,3 11 0-15,7 5 1 0,-3 7-1 16,1 1 2-16,0 3-2 0,-5 1 2 0,-2 1-1 16,1-2 0-16,-5-3-3 0,2 1-2 15,-1-4 1-15,3-2-10 0,-4 0-21 0,9-6-37 16,-9-3-81-16,0-4-133 15</inkml:trace>
  <inkml:trace contextRef="#ctx0" brushRef="#br0" timeOffset="29699.29">17364 5894 592 0,'0'0'30'0,"0"0"-1"0,0 0-5 16,0 0-13-16,0 0-14 0,91-35-3 0,-58 23-17 16,2 3-20-16,0-2-64 0,-4 4-158 15</inkml:trace>
  <inkml:trace contextRef="#ctx0" brushRef="#br0" timeOffset="30132.87">17796 5656 538 0,'0'0'20'16,"0"0"10"-16,0 0 2 0,0 0 0 0,0 0-2 15,0 0-4-15,-33 89-5 0,29-66-3 0,4 0-6 0,0-1-4 16,0 1 0-16,0 0-6 0,4-8 3 16,-2-4-5-16,-2-7 1 15,0-4 2-15,0 0 3 0,0 0 2 0,2 2 1 0,-2-2 1 31,0 0 1-31,0 0 0 0,0-16-5 0,0-5 2 16,-2-8-5-16,2 1-1 0,-2-1 1 16,2 0 0-16,0 1-2 15,0 1 0-15,0 3-1 0,2 7-2 0,6 3 1 16,-4 6 0-16,2 0 0 0,3 1-1 0,1 3-1 16,5 3 0-16,-1 1 1 0,9 5 1 15,-1 5 0-15,3 5 1 0,-4 3-2 16,4 1 2-16,-5 1-3 0,-3-1 1 15,-3 1-1-15,-5-1-1 0,1-5 0 16,-8 3 1-16,-2-1-2 0,-2 1 2 0,-8 5 4 16,-1-4-5-16,-11 0 6 0,1-1-4 0,-6-2 1 15,-4-1 3-15,4-4-1 0,-4 0 3 16,4-3-3-16,9-1 2 0,-1-3-1 16,9 0-1-16,4-2-3 0,1 1-1 15,5-2-13-15,0 0-23 0,0 0-54 31,13 0-149-31,8-3-60 0</inkml:trace>
  <inkml:trace contextRef="#ctx0" brushRef="#br0" timeOffset="30399.03">18220 5463 653 0,'0'0'33'0,"0"0"-8"0,0 0-7 16,0 0-8-16,0 0-2 0,0 0-1 0,0 0 5 16,0 0-1-16,-85 111 4 0,77-72-6 15,1 2 1-15,1 1-2 0,6 3 2 16,0-1 5-16,2-4-7 0,9-2 2 16,1-2-7-16,2-9-3 0,5-4 0 0,2-5-2 31,4-6-3-31,1-5-7 0,5-2-14 15,-2-5-42-15,4-2-80 0,3-10-154 0,-7-4 3 16</inkml:trace>
  <inkml:trace contextRef="#ctx0" brushRef="#br0" timeOffset="30617.35">18373 5648 664 0,'0'0'46'16,"0"0"-10"-16,0 0-11 0,0 0-12 0,0 0-4 16,0 0-5-16,0 0-4 0,0 0 0 0,93-84-2 15,-69 77-6-15,7 4 2 0,-8 0-4 16,6 3-6-16,-12 0-13 0,-1 0-26 16,-3 0-16-16,-9 0-32 15,2 6-36-15,-2-3-20 16,-4 0-15-16</inkml:trace>
  <inkml:trace contextRef="#ctx0" brushRef="#br0" timeOffset="30798.46">18623 5579 80 0,'0'0'139'16,"0"0"-15"-16,0 0-33 0,0 0-15 0,0 0-10 16,0 0-11-16,0 0-16 0,0 0-13 15,0 0-13-15,0 0-5 0,-56 17-1 16,43 1 1-16,7 2 1 0,0 5 1 0,0-1-1 16,2 2 3-16,4 1-2 0,0-1 0 15,0 1-4-15,0-3-3 0,0-1 1 16,4-6-5-16,-2-2 3 0,2-6-8 0,-2-4-5 15,-2-1-15-15,4-1-18 0,2 0-25 16,-3 0-50-16,7-3-64 0,-2-1-77 16</inkml:trace>
  <inkml:trace contextRef="#ctx0" brushRef="#br0" timeOffset="31066.08">18815 5591 649 0,'0'0'49'0,"0"0"-13"0,0 0-11 16,0 0-13-16,0 0-5 0,0 0-4 16,0 0-3-16,0 0 1 0,0 0 1 15,0 19 0-15,-6 0 1 0,-3 1-2 16,3 2 1-16,0-9-2 0,2 2 0 0,2-5 1 16,-2-6-1-16,2 7 1 0,2-5 1 15,0-1-1-15,0 1 1 0,0-2 0 0,0 1 0 16,2 2 0-16,10 4-2 0,1-4 0 15,5 1-2-15,3 0-3 16,-7-6-3-16,9 3-13 0,-2-3-14 0,-1-1-31 16,9 2-41-16,-12-1-80 0,1 2-88 0</inkml:trace>
  <inkml:trace contextRef="#ctx0" brushRef="#br0" timeOffset="31299.84">18960 5642 663 0,'0'0'45'15,"0"0"-19"-15,0 0-13 0,0 0 0 0,0 0 2 16,0 0 3-16,0 0 2 0,0 0-3 0,0 0-4 16,-11 89-4-16,7-66-3 0,4-2-3 15,0 2-1-15,0 0-1 0,0 0 5 16,0-7-6-16,0 1 4 0,0-5-6 0,0-1 0 15,0 1-2-15,0-7-4 0,0 0-9 16,4-1-17-16,-4 0-31 0,0 1-50 0,4-1-170 16,-4-4-12-16</inkml:trace>
  <inkml:trace contextRef="#ctx0" brushRef="#br0" timeOffset="31566.17">18995 5423 702 0,'0'0'37'0,"0"0"-6"0,0 0-8 15,0 0-9-15,0 0-5 0,0 0-2 16,0 0 0-16,99 35-1 0,-74-9-1 0,-2 4-3 16,1 5 0-16,-5 7-1 0,0 3 1 15,-1 5 0-15,-10 3 0 0,1 0 4 16,-9 0-5-16,0 1 3 15,-9-3-3-15,-5 1-1 0,-5-4-2 0,-5-2 1 0,-1-4 1 16,2-2-3-16,-2-7 0 0,0-4-7 16,7-5-18-16,7-7-61 15,5-6-206-15,2-7-20 0</inkml:trace>
  <inkml:trace contextRef="#ctx0" brushRef="#br0" timeOffset="35983.25">18796 8638 506 0,'0'0'51'0,"0"0"-4"0,0 0-5 15,0 0-10-15,0 0-11 0,0 0-6 16,0 0-6-16,0 0-1 0,0 0-2 0,0 0-2 16,0-28-1-16,0 28-1 0,0-2 1 15,0 2 1-15,-6 0-2 0,-2 2 0 0,-9 5 0 16,1 7-2-16,-7 0 2 0,2 2-2 16,-3 1 0-16,1 1 0 15,-6 0 1-15,6-1-1 0,-6-1 1 0,13 0 1 16,-1-7 1-16,3-2 1 0,7-1 1 0,1-4 0 15,4 1-1 1,2-3 0-16,0 0-2 0,0 0-2 0,-4 2 1 0,4-1 0 16,0 0 0-16,-2-1 0 15,2 2-2-15,0-1 1 0,0 7 0 0,0 6 1 0,0 4 0 16,2 3 1 0,8 0 0-16,-5-1-2 0,5 0 1 0,-2 0-1 0,5-1 0 0,-1 1 0 31,-4 0 0-31,9-2 1 0,-5-1 0 15,1-2 1-15,-3 0-1 0,2-1-1 0,1-1 1 16,-3-3-2-16,-2 0 2 0,-1-2 0 16,-1-1 0-16,0 1-1 0,-6-5 0 15,2 1 0-15,-2-4 1 0,0 0 0 16,0 0-2-16,4 2 0 0,-4 0-2 0,0-1-1 16,0 1-7-16,0-1-20 0,0-1-39 15,0 0-79-15,0 2-146 0</inkml:trace>
  <inkml:trace contextRef="#ctx0" brushRef="#br0" timeOffset="36835.05">18575 8892 581 0,'0'0'46'0,"0"0"-3"0,0 0-10 15,0 0-10-15,0 0-6 0,0 0-5 16,0 0-2-16,0 0 0 0,0 0-2 0,0 0 1 16,-2-28-5-16,2 28 0 0,0-1-1 15,2-1 1-15,11 2-1 0,5-1 1 16,3 1-1-16,4 0 1 0,-3 0 0 0,3 0-4 16,0 0 2-16,2 3-1 15,4 0 0-15,-4 0 1 0,6-1-2 0,0-1 0 16,4 1 0-16,0-1-1 15,9 0 2-15,-7 1 0 0,2-1-2 0,-1-1 1 0,-3 0 0 16,2 2-1 0,-2-2 1-16,-2 0 0 0,3 0 0 0,-5 0 0 0,0 0 0 0,-2 0 1 15,-4 0-1-15,0 0 0 0,-3 0 0 16,-5 2-1-16,0 1 1 0,-9-2 0 16,2 1-1-16,1-1 2 15,-7-1-2-15,6 2 1 16,-5-2 0-16,1 1 0 0,4 0 0 15,1 1 0-15,-3 0 1 0,-2-2-1 0,5 1 1 16,-11-1-1-16,10 0 0 0,-6 0 1 16,1 0-1-16,7 0 0 0,-8 0 0 15,-2 0 0-15,5 0 0 0,-5 0 0 16,2 0 0-16,-2 0-1 0,2 2 1 0,0-2 0 16,-1 0 0-16,1 0 0 0,0 2 0 15,-6-2 0-15,0 0 0 16,0 0 1-16,0 0-1 0,2 1 1 0,-2-1 0 0,4 0-1 15,-4 0 0-15,2 0 1 0,-2 2-1 16,4-2 1-16,-4 0-1 0,2 0 0 16,-2 0 0-16,5 0 1 15,-5 1 0-15,0-1-1 0,2 0 1 0,0 0 1 0,-2 0 0 16,4 0 1-16,-4 0-1 16,2 0 0-16,-2 0 0 15,4 0-1-15,-4 0 1 0,2 0 1 16,-2 0-3-16,0 0 2 0,4 0 0 15,-2 0-1-15,-2 0 1 0,0 0 0 16,0 0-1-16,4 0 1 0,-4 0 0 0,0 0-1 16,3 0 1-16,-3 0 0 0,4 0 0 15,-4 0-2-15,2 0 2 0,-2-1-1 16,4 1-1-16,-4-2 2 0,2 2-2 16,-2-1 1-16,4 1-1 0,-4-2-1 0,2 2 1 15,-2-2 1-15,2 2-2 0,-2-1 2 16,4 1-2-16,-4-2 2 0,2 2-1 0,-2-2 0 15,5 2 1-15,-5-1-2 0,2 1 2 16,-2-1-1-16,4 1 0 0,-4 0-1 16,2-2-1-16,-2 2-1 0,4-1-1 0,-4 1-6 15,0 0-12-15,0 0-44 0,0 0-81 16,0 0-158-16,2-2-8 0</inkml:trace>
  <inkml:trace contextRef="#ctx0" brushRef="#br1" timeOffset="48315.07">18459 9756 439 0,'0'0'47'0,"0"0"-3"0,0 0-7 0,0 0-3 16,0 0-4-16,0 0-3 0,0 0-4 16,0 0-5-16,0 0-1 0,0 0-3 15,-18-7-2-15,16 7 0 0,2-1 0 16,0 1-1-16,0 0 1 0,-4 0-3 15,4-2-1-15,0 2-1 0,0 0-2 0,0-1-2 16,0-1 1-16,10-1-3 16,-2 0 2-16,9 0-2 0,-1 0-1 15,3 1 1-15,6 1-1 0,-1 1 0 0,-1 0 1 0,2 0-1 16,0 1 0 0,0 3 1-16,-3-1-2 0,3 0 1 0,2 0 0 0,-2 0 0 15,6 0-1 1,-2 0 1-16,6-1-1 0,0-1 2 15,4-1-1-15,5 0 0 0,-5 0 1 16,4 0-1-16,-7 0 0 0,1 0 1 0,-8 0-1 16,2 0 0-16,-4-1 0 0,-5 1 0 15,-5 0-1-15,1 0 1 0,-5 0 0 16,6 0 0-16,-11 0-1 0,2 0 1 0,3 0 0 16,-5 1 0-16,0 1 0 0,2-1 0 15,-1 2 0-15,1-2 0 0,0 1 0 16,3 0 1-16,-1 1-1 0,5-3 1 0,-7 1 0 15,2 1-1-15,1-2 0 0,-7 0 0 16,0 1 0-16,0-1-1 0,1 0 2 16,-1 0-2-16,2 0 2 0,-2 2-2 0,0-2 1 15,5 1 0-15,-7-1 0 0,0 0 0 16,8 1 0-16,-5-1 1 16,5 0-1-16,3 0 0 0,-7 0 2 0,8 0-2 0,-7 0 1 15,3 0-1-15,0 0-2 0,1 0 2 31,-11 0 0-31,4 0 0 0,0 0 1 16,1 0-1-16,-1 0-1 0,0 0 1 0,-6 0 0 16,0 0 1-16,6 0 0 0,0 0 0 15,1 0-1-15,-1 0 0 0,-4 0 1 16,4 0-1-16,0 0 0 0,0 0-1 0,1-1 1 16,-1 1-1-16,-4-1 1 0,4 1 1 15,-6 0 0-15,0-2-1 16,0 2 1-16,4 0-1 0,-4 0 0 15,2 0 1-15,-2 0 0 0,4 0-1 0,-4 0-2 16,2 0-2-16,-2 0-5 0,5-1-13 0,-5 1-29 16,0 0-50-16,2-2-123 0,0 1-77 15</inkml:trace>
  <inkml:trace contextRef="#ctx0" brushRef="#br1" timeOffset="48960.68">19367 9646 528 0,'0'0'59'0,"0"0"-6"0,0 0-8 0,0 0-7 16,0 0-8-16,0 0-8 0,0 0-3 15,0 0-6-15,0 0-2 16,-15-44-1-16,15 43-3 0,0-1-4 0,-4 0 1 0,4 1-2 15,0-1 0-15,0 1 0 0,0 0-1 16,0-1 0-16,6 1 1 0,7-1 0 16,1 2-1-16,3 0 2 0,1 0-3 0,-3 0 2 15,4 3-1-15,-5 1 0 0,11 1-1 16,-11-2 1-16,3 0 0 0,-3 0-2 16,5 1 2-16,2 3-1 15,-3-2 0-15,3 0 0 16,-3 2 0-16,-3-4-2 0,1 1 2 15,-7-3 0-15,-3 1 1 0,6-1 0 16,-5-1-1-16,-5 0 2 0,4 2-2 0,-6-2 1 16,0 0-1-16,0 0-2 0,4 0 3 15,-4 2 0-15,2-2-1 0,-2 0 2 16,2 0-2-16,-2 0-1 0,4 0 1 0,-4 0 0 16,2 1-1-16,-2-1 2 15,4 0-3-15,-4 2 1 0,0 5 1 16,-4 6 0-16,-4 3 0 0,-13 7 0 0,-1 1 1 0,-5-1-2 15,0 1 2-15,-6-1-1 0,2 1-1 16,4-1 5-16,0-2-5 0,2-1 5 16,5-3-4-16,1-4 0 0,7-2 1 0,-1-2-1 15,11-3 0-15,-2-3 0 0,2 0 0 16,2-3 0-16,0 0 1 16,0 0 0-16,0 2 0 0,-4-2 0 0,4 1-1 15,0 1 0 1,0-2 0-16,-2 2-1 0,2-2 0 15,-4 1 1-15,4-1 0 0,0 2 0 16,0-2 0-16,0 0-2 0,0 1 1 0,0-1 0 16,0 0-1-16,0 0 2 0,0 1-3 15,0-1-2-15,0 0-7 0,0 0-18 16,0 2-34-16,0-2-77 0,0 0-157 0,0 0-5 16</inkml:trace>
  <inkml:trace contextRef="#ctx0" brushRef="#br1" timeOffset="50482.89">18697 9368 457 0,'0'0'55'16,"0"0"-4"-16,0 0-8 0,0 0-11 0,0 0-10 16,0 0-9-16,0 0-6 0,0 0-2 0,0 0-1 15,0 0 0-15,46-30 0 0,-20 23-1 31,8 0 0-31,-1 1-1 0,4 0-1 16,-4 0 1-16,4 0-2 0,-4 0 0 0,-4 1 0 16,2 1 0-16,-4 0 0 0,-8 0-2 15,-7 3 2-15,-4-1-2 0,-2 2 1 0,1-1 0 16,-1 1-1-16,-6 0-2 0,0-2-4 16,0 2-4-16,0 0-4 15,4 0-4-15,-4 0 1 0,0 0 5 0,0 0 3 16,0 0 7-16,0-2 3 0,0 2 2 15,0 0 1-15,-6-1 0 0,0 1 1 0,-1-1 2 16,1 1 1 0,6 0 2-16,0-2 1 0,0 2 2 0,-6 0-1 0,-2-1-2 15,2 1 0-15,-5 0-1 0,5 0 0 0,-2 1 2 16,-5 8 1-16,1 5 2 0,-3 4-3 16,5 2-1-16,0 3-2 0,-1-1-2 0,3 3 0 15,-2 0-1-15,4 1-1 0,-1-1 1 31,3-3-2-31,0-6 0 0,2-1 1 0,-2-5-1 16,2-5 0-16,2 1 1 0,0-6-2 16,0 0 0-16,0 0 0 0,0 1 0 15,0 1 1-15,0-1 1 0,0 1-2 16,0 0-2-16,0-1 1 0,0 1-4 0,0-1-1 16,0 1-13-16,0-2-26 0,0 1-29 15,0-1-64-15,12-3-111 0</inkml:trace>
  <inkml:trace contextRef="#ctx0" brushRef="#br1" timeOffset="50948.48">19160 9317 563 0,'0'0'47'15,"0"0"-11"-15,0 0-11 0,0 0-13 16,0 0-5-16,0 0 0 0,0 0-1 0,0 0 3 16,0 0-3-16,4 11-1 0,-8 5-1 15,2-5-1-15,-2 7 1 0,2-8-2 16,2-5 0-16,-4 1 0 0,4-6 0 0,0 0 1 16,0 0 1-16,0 2-2 0,0-1 0 15,0 1 1-15,0-1-3 0,0 1 3 16,0 1-2-16,4 0 0 0,8 0 0 15,1 0 0-15,-1-3-2 0,9 1 2 0,-3 1-2 16,3 1 0-16,4 2-1 0,-9-1 0 16,1 4 0-16,-5-4 0 0,-3 5 0 15,-1 1 0-15,-2-3 1 0,0 4 0 0,0-2 1 16,-6 0 0-16,0 6 1 0,0-1 0 16,-6 3 0-16,-6-2 1 0,2-2-1 0,-7-1 0 15,-4 0 1-15,3 1-1 0,-7-3 1 31,4-1-2-31,7-3 0 0,-3 1 2 16,7-4-1-16,4-2-1 0,2 0-1 0,4-1-1 16,-3 0-4-16,3 0-9 0,0 0-27 15,-4 2-55-15,4-2-105 0,0 0-82 16</inkml:trace>
  <inkml:trace contextRef="#ctx0" brushRef="#br1" timeOffset="51414.66">19148 9291 552 0,'0'0'56'0,"0"0"-4"16,0 0-10-16,0 0-9 0,0 0-8 0,0 0-5 16,0 0-2-16,0 0-4 0,0 0-1 15,0 0-5-15,-35-20 2 0,35 20-4 16,0 0 0-16,0 0-2 0,0 0-1 0,-5 0 0 16,5-2-1-16,0 2-1 0,0 0-1 15,0 0 0-15,7-1 1 0,9 0 0 16,5-2 0-16,10 0-1 15,-2-2-1-15,4 0 0 0,2 3 2 0,-2-3-1 0,2 0-1 16,2 1-2-16,1-1 3 0,-5-1-5 16,2 1 6-16,-2 1-2 0,-2 1 1 0,-12 0 0 15,1 1-1-15,-7 1 1 0,-7 1 0 16,0 0 0-16,-6 0-1 0,0 0 0 16,0 0-1-16,0 0-1 15,2 0 3-15,-2 0-3 16,4 0 0-16,-4 0 0 0,2 0-2 15,-2 0-9-15,0 0-11 0,0 0-24 16,4 1-47-16,-1 4-108 0,1 4-87 0</inkml:trace>
  <inkml:trace contextRef="#ctx0" brushRef="#br1" timeOffset="54781.52">18619 10064 268 0,'0'0'58'0,"0"0"-10"0,0 0-3 16,0 0-8-16,0 0-6 0,0 0-3 15,0 0-4-15,0 0-2 0,0 0 3 16,-11-38-1-16,11 38 0 0,0-2-3 0,0 2-2 16,0-2-5-16,0 1-3 15,0-1 0-15,0 1-4 0,0 0-2 0,0-1-3 16,0 2-3-16,0-1-1 15,0 1 1-15,0 0 1 0,0 0 2 0,0 12 2 0,0 6-1 16,0 6-1-16,0 2 1 16,0 1-2-16,0 1 1 0,0 1-1 0,0-2 2 0,0-7-1 15,0-1 0-15,0-5 0 16,0-8-1-16,0 2 1 0,0-2 0 0,0-1 1 16,0 2 1-16,0-1-1 0,0-6 2 0,0 0 1 15,0 0 3-15,0 1 2 0,0 1-1 31,0-2 0-31,0 0-1 0,0 1-1 0,0-1-2 16,0 0-1-16,4-8-2 0,-2-9 0 16,3-5-1-16,-1-2-1 0,2 1-1 15,4 0 1-15,-4 1-1 0,3 2 1 16,1 2-2-16,0 3 1 0,-3 4 0 0,3 0 0 16,-4 6 0-16,-4 1 0 0,2 1 0 15,-4 3-2-15,0-1 0 0,0 1 0 16,0 0 0-16,7 0 0 15,3 4 1-15,2 8 0 0,7 5 0 0,-7 3 1 0,1 0 0 16,-5 1-1-16,4-2 1 0,-1 1 0 16,-3-1 1-16,-2-6-1 15,2-1-1-15,-3-4 0 0,1-2 1 0,-4 2 0 0,2-5 0 16,-2 1 0-16,-2-4 1 0,0 0 0 0,0 0 0 16,0 2 1-1,4-2 0-15,-4 1 0 16,0-1 3-16,0 0-1 0,2 0 0 15,-2 0 0-15,2-14-2 0,4-7 1 16,1-5-2-16,-1-2 0 0,-2 0 1 0,4 1-1 16,-2 0 1-16,1 1 0 0,-1 0-3 15,2 2 2-15,-2 6-2 0,1 2 1 16,-1 7 1-16,-6 4 0 0,4 3-2 0,-4 2 1 16,0-2-2-16,0 2-1 0,0 0-1 15,2-1-1-15,-2 1 1 0,0 0-1 16,0 0 2-16,6 0 0 0,-2 3-8 15,0 7-16-15,7 4-25 0,-3-1-48 0,9 6-91 16,-11-9-104-16</inkml:trace>
  <inkml:trace contextRef="#ctx0" brushRef="#br1" timeOffset="56014.61">19092 10114 514 0,'0'0'53'0,"0"0"-10"0,0 0-9 0,0 0-7 16,0 0-5-16,0 0-5 15,0 0-3-15,0 0-2 0,0 0-3 16,-12-40-3-16,12 39-2 0,0-1-2 16,0 0-3-16,-5 2 1 0,5 0 3 0,0 0-3 15,-2 8 3-15,-4 7-1 0,0 7-1 16,0 0 1-16,2 1 0 0,2-1-1 15,-1-6-1-15,-3-1 0 0,2-4 0 0,4-1 0 0,-2 3 0 16,-2-9 1-16,4 2 0 0,0-6 1 16,0 0 1-16,0 0 1 0,0 2 1 0,-2 0 3 15,2-1-1-15,0 0 3 0,0-1-2 16,0 0-1-16,-4 0-1 0,2-12-3 16,-2-7-2-16,1-6 1 0,3 7-1 0,-4-3 0 15,4 0 1-15,0-1-1 0,0-5-1 31,0 3 1-31,4 7-1 0,-1 2 0 0,1 6 0 16,-4 3 0-16,2 1 1 0,-2 5-2 16,0-2-1-16,0 2-1 0,0 0-1 15,4-1 1-15,-2 1 1 0,4 6 1 16,4 6 1-16,-1 8 0 0,3 0 0 0,-6 1-2 16,1 0 2-16,-1 0-1 0,-4-4 1 15,4-2 0-15,-6-4 1 0,2-2-2 0,2 0 2 16,-2-4-1-16,-2 0 0 0,0-5 1 15,0 0 0-15,0 0 1 0,4 1 0 16,-4-1 2-16,0 1-2 0,0-1 0 16,2-1 0-16,-2-11-1 0,5-6 0 15,-3-5 0-15,4 1 1 0,-2 3-1 0,2-1-2 16,-4 6 1-16,4-1-1 0,-3 6 1 16,1 0 1-16,2 1-1 0,-6 3-1 0,2 3 0 15,-2 2-2-15,0-2 0 0,0 2 1 31,4 0-1-31,-2 0 2 0,8 6 0 16,-3 8 0-16,1 2 1 0,-2 3 0 0,0 1-1 16,-4 0 0-16,3-5 0 0,-3 1 1 15,-2 1 0-15,4-5 1 0,-4 6-1 16,0-7-1-16,0-7 0 0,2 3 1 0,-2-3-1 16,0 2 2-16,0 0-3 15,0 0 1-15,0-6-3 0,0 0 1 0,0 0 0 16,0 2-3-16,0-2-3 0,0 1-9 0,0-1-5 15,0-1-6-15,6-10-13 0,0-5-6 16,7-6-10-16,-5 2-12 0,4 1-4 16,1 2 9-16,-1 2 8 15,3 1 22-15,-5 4 21 0,-2 1 9 0,-2 4 16 0,-1 2 8 16,1-3 11-16,-4 3 5 0,0 0 4 16,2 0-1-16,-4 3-9 0,0-2-4 0,0 2-4 31,2 0-4-31,-2-1 0 0,4 1 1 15,-4 0 2-15,0 0 1 0,0 0 1 16,2 1-1-16,-2 13-1 0,4 6-2 0,-4 7-3 16,0 2 2-16,0 0-6 0,0 1-4 15,-6 2-3-15,2-4 0 0,-2 0-2 16,4-4-1-16,0-7-1 0,-2-7 0 0,4-3-1 16,0-2-1-16,0-1 1 0,-2 0-2 15,2 3-1-15,0-7-3 0,0 0-17 0,0 0-27 16,0 0-41-16,0-7-56 0,2-8-86 15</inkml:trace>
  <inkml:trace contextRef="#ctx0" brushRef="#br1" timeOffset="56314.31">19348 10146 440 0,'0'0'47'0,"0"0"-8"0,0 0-6 16,0 0-2-16,0 0-4 0,0 0-2 0,0 0 0 16,0 0-5-16,0 0-2 0,0 0-2 15,0-47-3-15,0 45-3 0,-2 2-2 16,2-1 0-16,0 1 3 0,0-2 0 16,0 2 3-16,0-2-1 0,0 2-1 0,0-1-2 15,0 1-2-15,0-2-1 0,0 1-3 16,0-1-1-16,0-2-2 0,0-1-2 15,6-1 0-15,3-1 0 0,1 4 0 0,0-4-2 16,3 4-2 0,-1 2-1-16,7 1-9 0,-7 0-13 0,7 0-34 15,-1 0-59-15,-9 0-170 0,3 0-2 0</inkml:trace>
  <inkml:trace contextRef="#ctx0" brushRef="#br1" timeOffset="56547.84">19295 10212 529 0,'0'0'29'0,"0"0"-4"16,0 0-4-16,0 0-4 0,0 0-5 0,0 0-3 15,0 0-3-15,0 0-3 0,0 0-1 0,0 0-2 16,47-2 0-16,-22-3-3 0,-4 0-4 15,-5 2-7-15,-1 0-28 0,3 0-68 16,-3 0-145-16</inkml:trace>
  <inkml:trace contextRef="#ctx0" brushRef="#br1" timeOffset="57030.97">19665 10128 520 0,'0'0'41'0,"0"0"-2"16,0 0-6-16,0 0-8 0,0 0-5 16,0 0-5-16,0 0 1 15,0 0-2-15,0 0 0 0,0 0-3 0,-7-24 1 16,7 20-1-16,7-4-1 0,-7 4 1 15,2-1-3-15,-2 3-1 0,0 2-1 0,0-7-1 16,0 1-1-16,0 0-1 0,0 1-1 16,0 1 0-16,0 0-1 0,-2-1-1 0,2 2 0 15,-7 3 0-15,-5 0 0 0,0 0-1 16,-9 9-1-16,6 5 3 16,-3 4-1-16,5 3 1 0,-1 2 0 0,1 0 0 0,3-1-2 15,4-5 2-15,4-2-2 16,0-3 0-1,2 1 2-15,0 2-2 0,4-2 2 0,2 1 1 16,4-3-2-16,-1-4 1 0,1-2-1 16,5 1 0-16,3-2 1 0,1 0 0 15,4-1 1-15,-7-2-2 0,1-1-1 16,-5 1 1-16,0-1-1 0,5 2 1 0,-9-1 0 16,5 1-1-16,-11 0 0 0,10-1-1 15,-8-1 0-15,2 0 1 0,1 2-1 16,-7-2 1-16,2 0-4 0,4 1-6 0,-4-1-15 15,4 2-27-15,-6-2-69 0,4 1-171 16,2 1 0-16</inkml:trace>
  <inkml:trace contextRef="#ctx0" brushRef="#br2" timeOffset="72897.06">22036 9774 343 0,'0'0'47'0,"0"0"-5"0,0 0-6 0,0 0-4 0,0 0-7 16,0 0-4 0,0 0-4-16,0 0-3 0,0 0 0 0,-19-13-1 0,19 13 1 0,0-1 1 15,0 1 0-15,0-2 0 0,0 2-2 16,0-1 0-16,0 1 0 0,0-1 0 16,0 1-2-16,0-3-3 0,12 1-1 15,-1-1-2 1,7 1-3-16,1 1 1 0,6 1-1 15,2 0 0-15,4 0-1 0,2 0 0 0,0 0-1 16,0 0 0-16,4 3 0 0,-2-2 0 16,0 1 2-16,0 0-2 0,3-1 0 15,-5-1 0-15,4 0 0 0,-2 0 0 16,2 0-2-16,-2 0 4 0,7 0-2 0,-1 0 0 16,2 0 1-16,-1-1-1 0,-3-1 1 15,4 0-2-15,-3 1 0 0,-3-1 1 0,-2 2 0 16,-2 0 0-16,-2 0 0 0,-4 0 0 15,-2 2 0-15,0-1 0 0,-3 3 0 16,-3-1 0-16,2-1 0 0,3 3 0 16,-3 0 0-16,8-2-3 0,0 0 4 0,2-1 1 15,2 0-4-15,6 0 4 0,-1-2-2 16,1 0 0 0,-2 0 0-16,-2 0 0 0,-2 0 0 0,2 0 0 15,-18 0 0-15,6 0 0 16,-9 0 0-16,-1 0 0 0,1 0 0 15,-2 0 0-15,1 0 0 0,-1 0-2 16,1 0 4-16,-1 0-2 0,5 0 0 0,-5 0 0 16,9 0 0-16,-3 0 0 0,1-2 0 15,0 0 0-15,-1 2 1 0,1-1-1 0,-9 1 1 16,13 0-1-16,-15 0 1 0,-2 0-1 16,7-1 0-16,-7 1 0 0,0 0 0 15,6-2 1-15,-5 2-1 0,3 0 1 16,2-1-2-16,-5 1 0 0,5-2 0 0,-6 2 1 15,2-1 1-15,5 1 1 0,-7-2-2 16,4 1 0 0,-3 1 2-16,-5-2-1 0,4 2 0 0,-6 0 1 0,0-2-2 0,0 2 1 15,0 0 1-15,2 0 0 0,2 0 0 16,-4-1 1-16,2 1-2 0,-2 0 0 16,4 0-1-16,-4 0 0 0,2 0-3 0,-2-2-4 15,4 2-2-15,-4 0-13 16,0-4-16-1,0 1-24-15,-6-2-42 0,-6-2-45 0,-1 4-47 16</inkml:trace>
  <inkml:trace contextRef="#ctx0" brushRef="#br2" timeOffset="73412.97">23607 9581 443 0,'0'0'60'0,"0"0"-6"0,0 0-5 16,0 0-9-16,0 0-6 0,0 0-9 16,0 0-4-16,0 0-4 0,0 0-6 0,0 0-3 15,-19-37-3-15,19 36-3 0,0 1 0 16,0 0-2 0,0 0 1-16,0 0 1 0,4 1 3 0,8 9 0 0,5 0 3 0,6 1-2 31,-1-1-1-31,7-1 0 0,-2 1-2 15,0-4 0-15,0 0-2 0,0-2 0 16,2 1-1-16,-6-1 0 0,1 1 1 0,-3 0-1 16,2-2 0-16,-9-1 0 0,1 1 0 15,-3-1 1-15,-2 0-1 0,3-1 0 0,-9-1 0 16,2 2 0-16,-2-2-1 0,3 2 1 16,-5-1-1-16,4 0 0 0,-6-1 1 15,0 3 1-15,4 2 0 0,-4-2-1 16,0 7 1-16,0 3-3 0,-6 5 3 15,-7 5 0-15,-1-2-1 0,-9 0 0 0,-2 0 1 16,3 1 3 0,-5-1-2-16,-2 0 2 0,6-3-4 0,0-1 0 0,3-3 1 0,7-5-2 15,1 0 2 1,4-3 0-16,1-2 0 0,1 3 0 0,4-4 0 0,-2 0 0 16,4-3-1-16,0 0 1 0,0 0-1 15,0 1 0 1,0 1 0-16,-2-2 0 0,2 1-2 15,-4-1-3-15,4 0-12 0,0 0-36 0,0 0-49 16,-2 0-141-16,2-7-60 0</inkml:trace>
  <inkml:trace contextRef="#ctx0" brushRef="#br2" timeOffset="74013.56">22422 9293 470 0,'0'0'60'0,"0"0"-13"15,0 0-5-15,0 0-8 0,0 0-5 0,0 0-3 16,0 0-6-16,0 0-2 16,0 0-4-16,-29-8-3 0,29 5-4 0,8-2-3 0,13-1 0 15,8-1 0-15,4 0-2 0,6 1 0 16,3 1 0-16,7 0-2 0,-1 0 0 31,4 2 2-31,-3 2-2 0,-3-1 0 0,1 2 0 16,-3 0-2-16,-5 0 1 0,-2 2 1 15,-8-1-1-15,-6 2 0 0,-7-1 1 0,-3-1 0 16,-9-1-1-16,2 2 1 0,-6-2-3 16,0 0 1-16,0 0 0 0,2 1 1 15,-2-1 0-15,4 2-1 0,-4-2 0 16,0 2-3-16,0-2-4 0,0 1-8 16,0 1-13-16,-12 0-15 0,-7 3-17 0,-1 0-19 15,-3 1-20-15,0 0-14 16,-2 0-7-16,5 0-2 0</inkml:trace>
  <inkml:trace contextRef="#ctx0" brushRef="#br2" timeOffset="74213.13">22794 9303 313 0,'0'0'65'15,"0"0"-7"1,0 0-5-16,0 0-9 0,0 0-12 0,0 0-6 0,0 0-3 16,0 0 0-16,0 0 0 15,0 0 1-15,-35 32-4 0,29-9-4 0,6 0-3 0,0-2-4 0,0-5-3 31,0 3-2-31,0-3-1 0,4-4-2 16,-4 1-1-16,2-3 0 0,-2-4 0 0,0-1 0 16,0 1 1-16,0-6-2 0,0 0 0 15,0 0-2-15,0 2-3 0,0-1-7 0,0 1-32 16,4-1-53-16,-4-1-95 0,6 0-93 16</inkml:trace>
  <inkml:trace contextRef="#ctx0" brushRef="#br2" timeOffset="74813.22">23313 9206 587 0,'0'0'40'0,"0"0"-3"16,0 0-8-16,0 0-9 0,0 0-6 16,0 0-5-16,0 0-2 0,0 0-2 0,0 0 0 15,-19-46-1-15,7 46 0 0,-9 0-1 16,-8 9 2-16,7 5 3 0,-3 4-5 16,0 2 4-16,4 1-5 0,1 4 1 0,1-1-2 15,0-1-1-15,5 1 1 16,-3-1-1-16,9-1 0 0,0-5 1 0,4 0 0 0,4 1-2 15,0 0 2-15,0 5-2 0,6-2 1 16,2 1 0-16,3-4 0 0,1 0 0 16,2-3 1-1,-1 0-2-15,5-1 1 0,-3-2 0 16,-1-1 0-16,-1-4 0 0,3-2 0 0,-7-2 1 16,3-1 0-16,7-1-1 0,-7-1 1 15,5 0 1-15,-5 0-1 0,-2 0 1 16,-1 0 1-16,3-3-1 0,-6-2 0 15,2-2 1-15,5-4 0 0,-9 4 0 16,4-7 1-16,-2 0 0 0,-3 4-1 16,1-7 0-16,-2 7-1 0,-2-3-1 15,0 3 1-15,0-1 0 0,-2 2 0 16,-5 0-2-16,1 1 0 0,-2 2 0 0,-2 2-1 0,1-1 1 16,-9 2 2-16,5 2-2 0,-5-1 0 15,-1 2 1-15,9 0-1 0,-9 0 0 16,9 0 0-16,0 2 0 0,-7 2 0 15,9-1 0-15,-9 2 0 0,9-2 0 0,6-2 0 16,-8 2-1-16,7-1-2 16,-3-1-1-16,-4 4-4 0,8-2-17 0,-4-2-40 0,-1 5-127 15,7-1-117-15</inkml:trace>
  <inkml:trace contextRef="#ctx0" brushRef="#br2" timeOffset="80746.87">24774 11738 262 0,'0'0'58'0,"0"0"-11"0,0 0-4 15,0 0-6-15,0 0-4 0,0 0-4 16,0 0-1-16,0 0-4 0,0 0-5 16,0 0-1-16,-35-19 1 0,35 19 0 0,0 0 0 15,-4 0-2 1,4 0-2-16,-2 0-3 0,2-1 0 16,0 1-4-16,-4 0-1 0,4-1-2 0,0 1-1 0,0 0-1 0,0-2 1 31,4 1-2-31,11-1 0 0,3-1 0 15,11 0-3-15,0 0 3 0,4 1-1 16,-2 1 0-16,2-1 1 0,2 1-1 0,3-2 1 16,1 0-1-16,-2 1 1 0,2-1-2 15,1 0 0-15,-5 2 2 0,4-4-1 0,-2 2 0 16,0-2 0-16,-4 3 1 0,3-3-1 16,-1 0 0-16,0 1 1 0,-2-1-1 15,4 1 0-15,2-3 0 0,1 3 0 16,-3-2 0-16,-2 3-1 0,2 0 0 0,-6 1 1 15,-2 2-1-15,0-1 0 0,-6 1-1 16,-4-1 0 0,-1 1 1-16,-3 0 0 0,-3 0 1 0,9 0 0 0,-5 0-1 15,-3 0 0-15,7 0 0 0,-1 0 0 16,2 0 0-16,5 0 1 0,-1 0-1 0,2 0 0 16,4 0 0-16,2 0 0 0,0 0 0 0,4 0-1 15,3 0 1-15,-5 0 0 0,6 0 0 31,-6 0 1-31,-4 1-1 0,0 0 0 0,-4 1 1 16,-8-2-1-16,-3 1 1 0,-3-1 0 16,3 0-1-16,1 0 1 0,-1 0-1 15,5 0 1-15,-2 0 0 0,-7 0 1 16,7 0 0-16,-9 0 1 0,7 0-1 0,-5 0 2 16,-2 0-2-16,7 0 1 0,-11 0 0 15,6-1-2-15,-5 1 1 0,-3 0 0 0,2 0 1 16,0-2 0-16,0 2-1 0,1 0 0 15,3-1-1-15,-4 1 0 0,0 0 0 16,3-1 0-16,-3 1 1 0,6 0-2 16,-4-2 1-16,-1 2 0 0,5-1 1 0,-6 1-2 15,0 0 2-15,3 0-1 0,-3 0-1 16,0 0 2 0,0 0-2-16,-6 0 1 0,0 0 0 0,0 0 0 15,7 0 0-15,-1 0 0 16,0 0-1-16,6-2 1 0,-10 2-1 15,5-2 0-15,-1 2 1 0,-2-1 0 16,-2-1 1-16,4 1-2 0,-4-1 1 0,5 1-1 16,-3-1 0-16,2 1 0 0,-4-1 0 15,-2 2-2-15,0-1-1 0,0 1-1 0,4 0-5 16,-4-2-3-16,0 2-8 0,0 0-7 16,0 0-9-16,0-1-14 0,-4 1-10 15,-2-2-18-15,-7 0-17 0,3-1-16 16,0-1-24-16,-3-2-65 0</inkml:trace>
  <inkml:trace contextRef="#ctx0" brushRef="#br2" timeOffset="81348.19">26525 11381 416 0,'0'0'57'0,"0"0"-4"0,0 0-9 31,0 0-1-31,0 0-5 0,0 0-3 15,0 0-6-15,0 0-7 0,0 0-4 0,-39-33-5 16,39 31-1-16,0 2-3 0,-2 0-3 16,2-2-2-16,0 2-1 0,0 0-2 15,0 0 2-15,2 2 1 0,8 6 0 16,5 1 1-16,3 1-1 0,3 3-1 0,4-3 1 16,0 2-1-16,-5-1-1 0,5-2 1 15,-4 2-2-15,0-4 0 16,-3 2 0-16,1 1 0 0,-1-3 0 0,-3 1-1 15,-1 1 1-15,3 0-1 0,-9-3 0 0,4 2 0 16,-5-3-1-16,1-1 2 0,2 2 0 16,-8-5 1-16,0 3-1 0,3-3 0 0,1 1 0 15,-4-1 0-15,4 0 0 0,-6-1 2 16,0 0 0 0,0 0-3-16,0 0 2 0,4 2-4 0,-4-2 3 0,0 0 0 0,0 1-1 15,0-1 3-15,0 2-2 0,0 1-3 31,-4 5 4-31,-8 1-1 0,-3 4 0 16,1-1 1-16,-5 4-1 0,-2-1-1 0,-1 3 1 16,-1 2-2-16,-2 1 2 0,0 2-1 15,-2 1 1-15,1-1-1 0,-1-2 1 0,-2-1 1 16,6-2-1-16,-2-1 1 0,7-4 0 16,3-2 3-16,3-2-4 0,6-3 5 15,1-3-6-15,3 2 0 0,2-5 0 16,-4 0 0-16,4 0 1 0,0 1 0 0,0-1 0 15,0 2-1-15,-2-2 1 0,2 2-1 16,0-2 1 0,0 1-1-16,0-1 0 0,-2 0-3 0,2 2 2 0,0-2 0 0,0 0 1 15,0 0 0-15,0 0-7 0,0 0-6 16,0 0-11-16,0 0-19 0,0 0-38 31,0 0-81-31,0 0-132 0</inkml:trace>
  <inkml:trace contextRef="#ctx0" brushRef="#br2" timeOffset="82246.86">25411 11970 414 0,'0'0'56'15,"0"0"-2"-15,0 0-13 0,0 0-8 0,0 0-8 16,0 0-4 0,0 0-2-16,0 0-4 0,0 0 0 0,0 0 2 0,-29-1-1 0,31-1 1 15,11 0-3-15,7 1-3 0,5-1-1 16,6 0-3-16,-4-1 0 0,6-1-3 31,0 0-3-31,4-1 2 0,3 1-1 0,-1 1 0 16,-2 0 0-16,2-1-2 0,-6 3 0 15,-2 1 0-15,-10-1-2 0,0 1 1 0,-9 0 0 16,-6 0-2-16,3 0 0 0,-9 0-1 16,0 0-5-16,0 0 0 0,0 0-2 15,0 0-5-15,0 0-2 0,-2 0 0 16,-13 0 1-16,-3 0 4 0,5 0 5 0,-8 0 4 16,9 0 2-16,0 0 3 0,-1 0 1 15,1-3 0-15,4 0 2 16,1 1 1-16,3 0 0 0,-2-1 2 0,4 2 0 0,0-2 4 15,-2 2-1-15,4 1 0 0,-2-2-3 16,2 2-1-16,0 0 1 0,-4 0 2 16,4 0 1-16,-2 12 2 0,-3-2-1 0,3 9-1 15,2 2-2-15,0 0 0 0,0 8-2 16,0-2-2-16,0-2-2 16,0-3 1-16,-4 1-3 0,4-7 2 0,-2 2-2 0,-2-1 2 15,4-6-1-15,-2 8 1 0,2-9-3 31,0-5 2-31,0 1-1 0,0-6 1 16,-4 0 1-16,4 0-1 0,0 2-1 0,0-1 1 16,0 0-1-16,0 1 0 0,0-1 1 15,0 1-1-15,0 0-1 0,0-1 0 0,0 1-3 16,0-1 0-16,0-1-1 16,0 2-2-16,0-1-11 0,0-1-11 0,0 2-21 15,0-2-22-15,0 0-31 0,0 0-68 16,0 0-86-16</inkml:trace>
  <inkml:trace contextRef="#ctx0" brushRef="#br2" timeOffset="82896.87">26083 11964 473 0,'0'0'43'16,"0"0"2"-16,0 0-6 0,0 0-8 16,0 0-6-16,0 0-3 15,0 0-2-15,0 0 0 0,0 0-2 0,0 0-5 16,54-42-1-16,-50 40-6 0,-4 2-1 0,0-2-1 16,-4 2-2-16,-3 0 2 0,-3 0-1 15,-8 0 1-15,1 2-1 16,0 4 0-16,-1 2 1 0,1 2-1 0,7 1 0 0,-2 4 0 15,-5 0 0-15,5 5 0 0,-3 0 1 16,3 1-1-16,-1 2-1 0,3-2 0 16,0 0-2-16,1 1 1 0,5-7-1 0,2 1 1 15,-2 1 0-15,4 0-1 0,0 4-1 16,0-1 1 0,6-4 0-16,5 1 0 0,-3-2 0 0,4-1 0 15,-3-5 0-15,1 0 0 16,-2-3 0-16,-2 1 1 0,7 0 0 15,-5-3 0-15,9 1 0 0,-3-5 0 16,1 0 0-16,7 0 0 0,-5-6-1 0,-1-3 0 16,-1 0 0-16,-1 0 1 0,-1 1-1 15,-1-1 0-15,-2-2 1 0,-3 5-1 0,1-6 1 16,-2 6 0-16,-4 1 0 16,2 2 0-16,-4-2-1 0,0-2 1 0,0-2-1 15,0-2 1-15,-4 4-1 0,-6-4 0 16,-3 4 0-16,-5-1 0 0,5 2 0 0,-5 3 0 15,-1 0 1-15,7 0-1 0,-5 1 0 16,1 1 1 0,3 1 0-16,-1 0 1 0,-1 0 1 0,3 0-2 0,0 0 0 0,-1 1 0 15,5 4-1 1,-5 0 1-16,3 1-2 0,6-2 2 0,-2-1-1 0,0 4 0 31,1-5 0-31,3 1-1 0,-2 0-1 0,4-3-1 16,-2 5-3-16,2 0-5 0,-4-1-14 15,4 1-32-15,-2-1-97 0,-2 1-143 0,4-1-1 16</inkml:trace>
  <inkml:trace contextRef="#ctx0" brushRef="#br2" timeOffset="84964.17">24196 10030 288 0,'0'0'38'0,"0"0"-7"16,0 0-6-16,0 0-1 15,0 0 0-15,0 0-2 0,0 0 4 0,0 0 1 16,0 0-1-16,12-58 2 0,-12 58 3 0,0-1-3 16,2-3-2-16,-2-3-4 0,0 3-6 15,4-1-3-15,-4 5-4 16,0-4-1-16,2-1-3 0,2-1-2 15,1-1-1-15,5 2 0 0,-4 0 0 0,2 3-2 16,5-3 2-16,-3 2 0 0,-2 0-1 16,-1 1 0-16,-1 2 0 0,0 0 1 0,0 0-3 0,0 0 2 15,3 0 0-15,-3 2 0 0,2 4 3 16,2 1-2 0,-3 1 0-16,-5 1 1 0,4 3-2 15,-2-1 1-15,4 2 0 0,-1 1-1 0,-1 0 0 0,0 0-1 0,0-1-1 31,0 1 1-31,-4-1 0 0,5 2 1 16,-1 1-1-16,-6-1 1 0,2-3-1 0,2 7 1 16,-4-1-1-16,0 0 2 0,0 0-4 15,0 2 4-15,0 0-1 0,0-2 0 0,0 1 1 16,0 0-2-16,0-3 0 0,0-3 1 16,0 5-1-16,0-6 0 0,0 0 2 15,2 5-1-15,2-1-1 0,-2-1 0 16,2 2 0-16,-1 2 2 15,1 0 6-15,-2 7-6 0,2-9 5 0,-4 3-3 16,2-1-1-16,-2 2 0 16,0 5-1-16,0-9 0 0,0 3-3 0,0-2 3 0,0-6-1 0,0 9 0 15,0-3 0-15,4 1-1 0,-2-3 0 16,2 3 0-16,-4-3 1 0,2-5-1 16,0 7 0-16,-2-6 1 0,0 1-1 0,5 5 2 31,-5-5 0-31,0 6-1 0,0-7-1 15,0 1 3-15,0 1-2 0,0 0 0 16,0-1 2-16,0 0-2 0,0-2 0 16,0-4 0-16,0 5 0 0,0-6 1 15,0 6-2-15,0 0 0 0,0 0 0 0,0-1 0 16,0-1 0-16,0 3 0 0,0-2 0 0,0 1 0 16,-5-2 0-16,5 2 0 0,0-6 1 15,0 6 0 1,0-6 0-16,0 6 0 0,0 2 2 0,0-8-2 0,-2 6 2 0,2-5-4 15,0-1 1-15,0 4-1 0,0-3 2 16,0-2-1-16,0 2 1 0,0-3-2 16,0 2 1-16,0 0 1 0,0 6-1 0,0-5 2 15,0 3-2-15,0 2 1 0,0 0 1 16,0-1-1 0,0-1 1-16,0 3 1 0,0-9-3 15,0 7 2-15,0-5-1 0,0 0-1 16,-2 4 1-16,2-3 0 0,0-3-1 15,0 7 1-15,0-5-1 0,0 6 1 16,-4 0-1-16,4 0 1 0,0 1 0 0,0-3 1 16,0 2-2-16,0-1 0 0,0 1 0 15,0-1 1-15,-2-1 0 0,2 3 0 0,-4-3-1 16,4 2 1-16,0 6-1 0,0-5 1 16,-2 6 0-16,2-6 1 0,0-1-1 15,0 1 1-15,0-2-1 0,0 1 0 16,0-6 1-16,0 5-2 0,0-7 1 0,0 1-1 15,0 1 0-15,0-6 1 0,0 0 0 16,0 4-1 0,0-1 1-16,2 2-1 0,-2 0-1 0,0-5 1 0,0 3-1 0,6 0 0 15,0 3 1-15,1 0 0 0,-1-3 2 16,2 1-1-16,-2-2-1 0,5 1-1 16,-5-1 1-16,-2-2 0 0,6 1 1 0,-4-1-1 15,1 0 0-15,-1 0 0 0,0 0-1 31,0 0 1-31,2 0 0 0,5 0 0 0,-7 0 1 16,2-1-1-16,-1 1 1 0,-3-2-1 16,6-1 1-16,-6 1-2 0,2 1 0 15,-4-1 1-15,-2 2-2 0,5-3 1 16,-3 2-2-16,4-2-5 0,0-2-15 0,-2 2-36 16,-2 0-120-16,4 0-132 0</inkml:trace>
  <inkml:trace contextRef="#ctx0" brushRef="#br2" timeOffset="90213.33">1639 5185 350 0,'0'0'41'0,"0"0"-3"0,0 0-8 0,0 0-8 16,0 0-1-16,0 0 0 0,0 0-1 16,0 0 2-16,0 0 2 0,2-78-1 0,-2 74 1 0,4 0-2 31,-4-1-1-31,0 5-4 0,0-2-4 15,0 2-4-15,0-1-3 0,0-1-3 0,0 2 0 16,0-1-3-16,0 1 1 0,-6 0-1 16,-10 0 0-16,1 1 1 0,1 5-1 15,-3 1 0-15,3 0-1 0,1 2 1 16,1 2 0-16,0 4 0 0,-3 0 1 0,1 3 3 16,-3 4-4-16,3-1 4 0,-1 3-4 15,-1-1 0-15,5 3 0 16,1-2-1-16,2 4 2 0,1-1-2 15,3 1 1-15,2 1-1 0,2 2 2 0,0-1-3 16,0 0 2-16,0 1-1 0,2 0 0 0,2 1 0 16,3 0 2-16,-1 2-2 15,0-3 2-15,-4 3-2 0,4-2 2 0,-4-2-2 0,-2 1 2 16,0-1 4 0,0-3-3-16,0 0 2 0,0-2-3 0,0-1-3 0,0-1 2 15,-2 0 0-15,0-2 0 16,-2 2 0-16,2-2 1 15,-2-6-2-15,2 4 1 0,-2 0-1 16,2-1 1-16,-5 7 1 0,1-3 0 0,0-2-2 16,-6 2 2-16,5-3-2 0,-5-1 1 15,0-1 0-15,3-2 0 0,3-6 0 0,-2 2 0 16,2-5 0-16,2-3 1 0,4 2 0 16,0-5 0-16,-3 0 0 0,-1 2 1 15,2 2 1-15,-2-1 0 16,2 0 1-16,2-3 1 0,-6 0-1 0,0 2 1 0,-1-1-2 15,5 0 0-15,2-1 0 16,-4 0-2-16,4 0 0 0,0 0 0 16,0 2 1-16,0-2-2 0,-2 0 3 0,2 0-3 0,0 0 0 15,0 0 0-15,2 0-2 0,13 0 4 16,3 3-4-16,5 2 1 0,-8 3-2 31,3 6 3-31,-5 4 0 0,-3 5 0 0,2 2 1 16,1 2-1-16,-1 3 6 0,-6 2-6 15,1 3 5-15,-1 2-4 0,-4 0-2 0,2 4 2 16,-2 3-3-16,2 3 3 0,-4 2-2 16,2 4 0-16,-2 0 0 0,0 3 2 15,4-1-2-15,-4 0 1 0,2-2 4 16,-2 0-4-16,5-1 3 0,-5 1-2 0,2 0-2 16,4 0 3-16,-4 3-3 15,2 2 2-15,2 1-2 0,-4 0 1 16,2-1-2-16,-2 1 3 0,5-3 3 0,-3 2-5 15,2-2 5-15,0-1-4 0,-4-2 0 0,4-1 0 16,-3-1-1-16,7-2 0 0,-8-2 0 16,8-2 1-16,-4-3 0 15,3-2 1-15,-1-5-1 16,-2-3 1-16,5-5 2 0,-5-4-2 0,2-3 2 0,-2-8-4 16,0 0 2-16,1-6-2 0,-5-3 2 0,4 3 0 0,0-3 0 31,-2 1-1-31,4 0 1 0,-3-3-1 15,3 1 1-15,0 1-1 0,3-3 1 16,1 2-2-16,0-2 1 0,5 0-2 0,-1-4 0 16,5-2-3-16,-2-1-3 0,-5 2-7 15,-4-2-25-15,1-1-55 0,-1-2-181 0,-2-4-16 16</inkml:trace>
  <inkml:trace contextRef="#ctx0" brushRef="#br2" timeOffset="91080.93">1503 4452 506 0,'0'0'65'0,"0"0"-12"0,0 0-7 16,0 0-10-16,0 0-8 0,0 0-3 0,0 0-7 16,-25-78-3-16,25 78-4 0,-4-1-5 15,4 1-3-15,0 0-2 0,0 0-2 0,-2 1 1 16,2 16 0-16,0 9 1 0,0 7 0 16,2 1 0-16,4-2 4 0,-2 0-5 0,2-2 5 15,1-3-7-15,-1-9 0 0,-4-1-1 31,2-7-1-31,-4-5-3 0,2 0-7 0,-2-5-8 16,0 0-14-16,0 0-17 0,0 0-11 16,-2 0-12-16,-8 0 4 0,-5-2 16 15,1-7 16-15,-5-5 21 0,1-1 12 16,-1-2 5-16,0-2 11 0,-1-1 8 0,7-3 10 16,-5 2 13-16,9 3 5 0,1 4 7 15,-2 0-2-15,8 7-2 16,-2 3-9-16,1 0-4 0,3 4-9 15,-4-1-5-15,4 1-6 0,0-2-3 0,0-5-4 0,0-4-3 16,13-3-1-16,-1-1-3 0,9 3-1 16,4 3 0-16,2 3-2 0,4-2-4 0,2 4-7 15,0 2-11 1,-2 2-27-16,6 0-34 0,-8 9-74 0,2 6-112 16</inkml:trace>
  <inkml:trace contextRef="#ctx0" brushRef="#br2" timeOffset="91311.85">1414 4627 594 0,'0'0'45'0,"0"0"-5"15,0 0-14-15,0 0-15 16,0 0-8-16,0 0-2 0,0 0-1 0,0 0-1 0,0 0-1 15,0 0-2-15,83-11-3 0,-57 11-2 16,5 0-14-16,-2 0-29 0,2 3-75 16,0 3-129-16</inkml:trace>
  <inkml:trace contextRef="#ctx0" brushRef="#br2" timeOffset="91528.93">1803 4461 573 0,'0'0'43'15,"0"0"-16"-15,0 0-10 0,0 0-5 16,0 0 1-16,0 0 1 0,0 0 0 0,-31 85 0 16,28-61-5-16,3 2 0 0,0 0-5 15,0-3-2-15,0-7-1 0,3 1-3 16,-3-8-1-16,4-4-11 0,-2 4-29 0,4-5-84 15,0 1-144-15,4 1-8 0</inkml:trace>
  <inkml:trace contextRef="#ctx0" brushRef="#br2" timeOffset="91713.59">1743 4466 675 0,'0'0'53'16,"0"0"-14"-16,0 0-12 0,0 0-11 0,0 0-5 16,0 0-6-16,26-80-3 0,-5 65-3 15,0 5-1-15,8 1-5 0,0 3-7 0,0 2-14 16,6 4-26-16,-4 0-37 0,-4 5-78 16,-7 7-109-16</inkml:trace>
  <inkml:trace contextRef="#ctx0" brushRef="#br2" timeOffset="91897.53">1803 4580 597 0,'0'0'52'0,"0"0"-8"0,0 0-14 0,0 0-16 16,0 0-7-16,0 0-3 0,0 0-1 0,0 0-3 31,0 0-1-31,0 0-1 0,18-4-4 15,3 1-5-15,-1 3-23 0,-1-1-40 0,6 1-62 16,-4 0-136-16</inkml:trace>
  <inkml:trace contextRef="#ctx0" brushRef="#br2" timeOffset="92112.19">1745 4787 636 0,'0'0'45'0,"0"0"-4"16,0 0-13-16,0 0-13 0,0 0-9 16,0 0-2-16,0 0-3 0,0 0 0 0,0 0 0 15,0 0-2-15,72-33 1 0,-47 30-1 16,2 1-7-16,2 2-3 16,-3-1-8-16,1 1-19 0,-2-2-25 0,-2 1-73 0,-4-1-134 15</inkml:trace>
  <inkml:trace contextRef="#ctx0" brushRef="#br2" timeOffset="92412.33">2102 4535 647 0,'0'0'55'16,"0"0"-11"-16,0 0-15 0,0 0-8 0,0 0-7 15,0 0-5-15,0 0-3 0,0 0-3 16,0 0-1-16,-6-37-2 0,23 27-1 16,3 0 0-16,7 3-2 0,6 2-1 15,4 0 0 1,7-1-2-16,-3 1-3 0,-4-1-8 15,-1 0-12-15,-5 2-21 0,-5-1-27 0,-7 0-49 16,-11 2-128-16,-4 2 5 0</inkml:trace>
  <inkml:trace contextRef="#ctx0" brushRef="#br2" timeOffset="92646.08">2255 4481 536 0,'0'0'59'0,"0"0"-17"0,0 0-19 15,0 0-7-15,0 0-10 0,0 0 2 16,0 0 2-16,0 0 3 0,0 0 0 16,0 0-1-16,-12 54 1 0,14-34-5 0,2 1 3 15,-2 1-9-15,2-1 0 0,-4-5 0 16,0 3-1 0,0-1 0-16,0-5-1 0,0 0 1 15,2-2-2-15,-2-6 1 0,0 0-1 16,0 1-2-16,4-1-2 0,-2-1-5 15,5 2-23-15,5 2-33 0,-4-5-99 16,9-2-115-16</inkml:trace>
  <inkml:trace contextRef="#ctx0" brushRef="#br2" timeOffset="93012.32">2698 4508 601 0,'0'0'50'0,"0"0"-13"0,0 0-11 0,0 0-12 31,0 0-4-31,0 0-1 0,-79-29-2 0,58 34 1 0,-3 4-1 0,3 3-4 0,-2 1 0 31,7 3 2-31,-3 2-4 0,2 2 7 0,3-2-5 16,2 0-1-16,3-4 2 0,3-1 0 16,6-3-2-16,0 0 1 0,0 1-1 15,0 0-2-15,6 2 2 0,3-1-1 16,7 2 0-16,-1-3-1 0,3-2 0 0,-3-3-1 16,9 0 0-16,1-2-4 0,-2 0-2 15,2-1-3-15,-4-2-6 16,1 0-5-16,-11-1-17 0,1 0-23 0,0 2-31 0,-5-2-65 15,3 0-98-15</inkml:trace>
  <inkml:trace contextRef="#ctx0" brushRef="#br2" timeOffset="93262.27">2807 4532 621 0,'0'0'56'0,"0"0"-18"0,0 0-18 0,0 0-10 16,0 0-3-16,0 0 0 0,0 0 0 15,0 0 5-15,0 0-6 0,0 0 3 0,-18 49-6 16,18-32-2-16,0-5 0 0,0 6-1 16,0-8-1-16,0 1-2 0,0 1-1 15,4-3-3-15,-2 2-3 0,-2-7-25 16,6 7-39-16,-4-6-93 0,-2-1-117 0</inkml:trace>
  <inkml:trace contextRef="#ctx0" brushRef="#br2" timeOffset="93729.4">2780 4719 516 0,'0'0'36'0,"0"0"-6"16,0 0-12-16,0 0-9 0,0 0-6 15,0 0-2-15,0 0 1 0,0 0-2 0,0 0 0 16,93-45 0-16,-74 41 0 16,-7 1 1-16,3 0-1 0,-5 2 1 0,3-2 0 15,-3 0 0-15,0 1 0 0,-8 1 0 16,9-4 0-16,-5 4-1 0,2-4 0 0,-2 0 1 16,-4 2-1-16,5-2 0 0,-3 0 0 15,-2-4 0-15,4 1 2 16,-6-2 0-16,4-1 2 0,-4-3-4 0,0 2 6 15,0-1 4-15,0-1 7 0,0 1 5 0,0 3 2 16,0 4-3-16,0 1-2 0,0 5-2 16,0-1-1-16,0-2-1 0,-4-2-5 0,4 0-4 15,-2 3-3-15,2 2-3 0,0-2-1 16,0 2 0-16,-4 0 2 16,4 12-1-16,-2 8 1 0,2 4 4 0,-4 2-5 0,4 0 3 15,0 0-3-15,0 0 0 0,0-2 0 31,0 0 0-31,4-7 0 0,-4 0 0 16,2-5 0-16,-2-2 0 0,4 3 0 0,-4-9 0 16,2 2 0-16,-2-6 0 15,0 3 0-15,4 2-2 0,-4-1 1 0,2 1-1 16,-2-5-3-16,0 0-7 0,0 0-21 0,0 1-49 16,0 1-163-16,0 0-53 0</inkml:trace>
  <inkml:trace contextRef="#ctx0" brushRef="#br2" timeOffset="94604.59">1271 4535 331 0,'0'0'56'0,"0"0"-10"0,0 0-3 16,0 0-6-16,0 0-4 0,0 0 2 15,0 0 0-15,0 0-4 0,0 0-4 16,0 0-4-16,-14-39-4 0,8 34-3 0,1-1-1 15,3 3 2-15,-4 0-5 0,0 0 1 16,6 3-3 0,0-2-1-16,0 2-3 0,0 0-2 0,0-1-1 0,0 1-2 0,0-2 0 15,0 2-2-15,-2 0 0 0,-2 0 0 16,-4 8 4-16,-3 6 0 0,5 7 1 16,0 2-3-16,4 3 0 0,-4 1 0 0,6 5 2 15,-3 0-2-15,3 1 2 0,-4 2-2 31,2 0-2-31,2-1 2 0,-4 0-2 0,-2 0 1 16,0-2 0-16,4 1 0 0,2-2 0 16,0-3 1-16,0-2-1 0,-4-2 0 15,1-7 0-15,3 0 0 0,-4-1 0 16,4-5 3-16,0-1-3 0,0 0 0 0,0-6 1 16,0 1-2-16,4 1 2 0,-4-6 0 15,0 0-1-15,0 0 2 16,0 1 0-16,0 1 0 0,0 0 4 0,0-1-2 0,0 0 3 15,3 1 0-15,-3-2-1 0,4 0-1 16,-4 1-1-16,0-1-4 0,0 0-2 16,0 0-3-16,0 0-3 0,0-4-8 0,0-7-18 15,-7 1-40-15,3-7-89 0,4 5-131 16,19-3 2 0</inkml:trace>
  <inkml:trace contextRef="#ctx0" brushRef="#br2" timeOffset="95599.76">1087 4843 274 0,'0'0'50'15,"0"0"-4"-15,0 0-4 16,0 0 3-16,0 0 0 0,0 0-3 15,0 0 1-15,0 0-3 0,0 0-2 16,-29-4-5-16,27 4-4 0,2-2-5 16,-4 2-4-16,4-1-2 0,0 1-4 15,0-2-3-15,0 2 0 0,0-1-5 0,0 1-1 16,0-2-2-16,0 2-2 0,0-1-2 16,0 1 0-16,0 0 1 0,4-3 1 15,15 0 1-15,14-2-1 16,12-3-3-16,7 1-1 0,0-1-1 0,6 1 1 15,-5-1 4-15,-1 1 0 0,-6-1 0 16,-7 2-1-16,-6 2-1 0,-10-1 0 16,-9 3 0-16,-8 2 0 0,-6 0 1 15,0-1-3-15,0 1 0 0,0 0-2 16,0 0-3-16,0 0-4 0,-10 0-7 0,-4 3-16 16,-7 2-26-16,2-4-42 0,11 2-83 15,-4-3-80-15</inkml:trace>
  <inkml:trace contextRef="#ctx0" brushRef="#br2" timeOffset="96180.96">1096 4516 568 0,'0'0'59'0,"0"0"-12"15,0 0-8-15,0 0-9 0,0 0-6 16,0 0-6-16,0 0-1 16,0 0-10-16,0 0 0 0,0 0-3 15,2-25-3-15,-2 25-1 0,0-1-1 0,0 1-1 16,0 0 2-16,4-2-1 0,-4 2 0 15,0-2 2-15,2 2 0 0,-2 0 1 16,0-1-1-16,0 1 0 0,0 0 0 16,0 0-2-16,0 0 1 0,0 0-1 15,0 0 0-15,0 0 1 0,0 0-1 0,0 0-2 16,-6 0 2-16,2 0 1 0,-1 0 0 16,-1 3 1-16,6-3-1 0,-2 0 1 15,2 0 1-15,0 2 0 0,0-1 0 16,0 1 1-16,0-1 0 0,0 1 1 0,-4-2-1 0,4 2 0 15,0-2-1-15,0 1-1 16,0-1-1-16,0 1 1 0,17-1 0 0,5 0 1 16,15 0-5-16,5 0 0 15,7-2 0-15,5-5-1 0,2 1 5 16,-4-1 0-16,-5-3-1 0,3 3 2 16,-9-2-2-16,-4 1 0 0,-4 0 1 0,0 3-1 0,-8-2 0 0,-6 4 1 31,-7 0-1-31,-10 3 0 0,-2 0-1 15,0-1 1-15,0 1 0 0,5 0 0 16,-3-1-1-16,-2 1-1 0,0 0-2 0,2 0-5 16,-2 0-11-16,4 0-23 0,-2 0-33 15,-2 0-89-15,10 0-120 0</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5:13:39.282"/>
    </inkml:context>
    <inkml:brush xml:id="br0">
      <inkml:brushProperty name="width" value="0.05292" units="cm"/>
      <inkml:brushProperty name="height" value="0.05292" units="cm"/>
      <inkml:brushProperty name="color" value="#00B050"/>
    </inkml:brush>
    <inkml:brush xml:id="br1">
      <inkml:brushProperty name="width" value="0.05292" units="cm"/>
      <inkml:brushProperty name="height" value="0.05292" units="cm"/>
      <inkml:brushProperty name="color" value="#C00000"/>
    </inkml:brush>
    <inkml:brush xml:id="br2">
      <inkml:brushProperty name="width" value="0.05292" units="cm"/>
      <inkml:brushProperty name="height" value="0.05292" units="cm"/>
      <inkml:brushProperty name="color" value="#7030A0"/>
    </inkml:brush>
  </inkml:definitions>
  <inkml:trace contextRef="#ctx0" brushRef="#br0">1350 5223 510 0,'0'0'16'0,"0"0"9"0,0 0-1 16,0 0 3-16,0 0-4 0,0 0-6 0,0 0-3 16,-35-84 3-16,35 72 3 0,0-1 1 15,-4 1-1-15,4-1-2 0,-3 3 0 16,-1 1-3-16,-2-1 1 0,4 2-2 0,-2 3-3 15,2-3-3-15,-6 1-2 0,-3-2-3 16,-1-1-1-16,-1 4 0 0,5 2-2 16,0 1 4-16,-4 0 0 0,-1-1 0 0,3 2-1 15,-5 2-3-15,3 0 0 0,0 0-1 16,-5 1 0 0,5 7-1-16,-5 2 0 0,3 5 0 15,-1 1 1-15,3 3 1 0,-1 3-1 16,1-1 1-16,4 2 0 0,-3 1 0 15,3 0 0-15,-4 2 0 0,3 3 4 16,3 0-4-16,0 3 4 0,6-1-3 0,0 3-1 16,0-2 1-16,0 1-1 0,0 2 0 15,0 0 0-15,0 3 1 0,0 1-1 16,2 1 2-16,4-1-3 0,-6 1 2 0,8-1-2 16,-1-2 2-16,-1-1 0 0,-2-1 1 15,-2-1 5-15,-2-1-4 0,0-1 4 16,0-2-5-16,4 2-1 0,-4-2 0 0,0 0 1 15,0 0-2-15,2 0 0 0,-2-1 1 16,4 1-2-16,-4-1 1 16,0 1-2-16,0 2 1 0,-6-3 0 0,0 0 0 0,0-2-1 15,-5 1 1-15,3-4 0 0,-4-1 2 16,4-2-1-16,-3-6 0 0,5-1 0 16,4-5-1-1,0-4 1-15,2 3 2 0,-4-3-2 0,4 0 0 0,-2-1 0 0,2-4-2 31,0 0 2-31,0 0-1 0,0 0 2 0,-4 0 0 16,4 0 0-16,0 1-1 0,0-1 0 16,0 2 0-16,0-2 0 0,0 2-1 15,0-2 0-15,0 1 0 0,0 2 1 16,0 0 1-16,10 5-1 0,-2 2 2 0,0 3 3 16,5 2-5-16,-1 3 4 0,-4 0-5 15,9 3 0-15,-11 4 1 0,0 0 0 16,1 7-2-16,-1 3 1 0,-4 5 1 0,4 5-1 15,-4 4 1-15,2 4 0 0,-4 2 2 16,0 3-3-16,0 0 1 0,0 3 4 16,0 3-5-16,-4 1 4 0,-4 2-2 0,2 4-2 15,-3 1 2-15,3-1-3 0,0 2 1 16,2-3 0-16,4-2 2 0,-2-1 2 16,2-2-3-16,0 0 4 0,2-2-4 0,4 1 0 15,4-1 1-15,-1 1-1 0,3-2 2 31,0-3-2-31,1-2 1 0,1-6 1 16,1-2-3-16,1-5 4 0,3-3-3 0,-5-5 0 16,5-3-4-16,4-2 0 0,6-2 0 15,0-5 0-15,8-1 5 0,0-3-1 0,-4-5 1 16,0-1 0-16,-2-4-1 0,-4-2 0 16,0-1 0-16,-13-4 0 15,-1 0 0-15,-9-1-1 0,2-2-1 0,-4 0-2 16,4 0-5-16,3 0-13 0,-3-5-31 0,6-1-82 15,-1-6-161-15,-5-6-12 0</inkml:trace>
  <inkml:trace contextRef="#ctx0" brushRef="#br0" timeOffset="663.95">1275 4096 625 0,'0'0'49'0,"0"0"-8"0,0 0-11 0,0 0-12 16,0 0-11 0,0 0-4-16,0 0 1 0,0 0 3 15,0 0 3-15,2 67-2 0,11-28-2 16,1 1-2-16,-3 3-2 0,-3-2-2 15,-2 0-3-15,-4-3-2 0,-2-4-4 0,0-2-4 16,0-3-6-16,0-4-27 0,-10-4-41 16,-7-3-70-16,-3-6-117 0</inkml:trace>
  <inkml:trace contextRef="#ctx0" brushRef="#br0" timeOffset="847.33">1081 4314 528 0,'0'0'68'0,"0"0"-8"15,0 0-12-15,29-79-11 0,-19 67-13 16,-1 1-6-16,5-1-4 0,-4 4-4 16,5 4-5-16,10-1-3 0,2 0 0 0,16 1-3 15,-2 0 1-15,5 0-1 0,-3 0-5 16,3 1-10-16,1 1-35 0,-3 1-66 16,1 1-164-16,-12 0-11 0</inkml:trace>
  <inkml:trace contextRef="#ctx0" brushRef="#br0" timeOffset="1031.44">1174 4450 687 0,'0'0'40'0,"0"0"-8"0,0 0-9 15,0 0-10-15,0 0-12 0,0 0-1 16,0 0-3-16,89-6-1 0,-54 3 1 0,2 0-3 15,3 1-6-15,-1 1-15 0,-2 0-28 16,-4-1-40-16,0 1-84 0,-8-2-85 0</inkml:trace>
  <inkml:trace contextRef="#ctx0" brushRef="#br0" timeOffset="1231.52">1726 4220 594 0,'0'0'58'0,"0"0"-10"0,0 0-16 16,0 0-16-16,0 0-10 0,0 0 2 16,0 0-1-16,0 0 3 0,0 0 0 0,0 0-3 15,-8 104-1-15,8-71-2 0,0-2-4 16,0-2-1-16,2-2-7 0,2-7-6 0,-2 0-19 16,2-2-33-16,-2-6-72 0,2-1-144 15,-2-5 18-15</inkml:trace>
  <inkml:trace contextRef="#ctx0" brushRef="#br0" timeOffset="1381.1">1635 4291 554 0,'0'0'55'0,"0"0"-4"16,0 0-13-16,0 0-12 0,0 0-9 15,0 0-6-15,0 0 1 0,77-35-6 16,-53 32-3-16,-1 0-4 0,2-2-4 15,2 2-8-15,4 0-31 0,0 0-75 16,-2 2-159-16,0-1-10 0</inkml:trace>
  <inkml:trace contextRef="#ctx0" brushRef="#br0" timeOffset="1566.75">1697 4424 696 0,'0'0'37'0,"0"0"-11"0,0 0-14 16,0 0-7 0,0 0-5-16,0 0 1 0,0 0-2 0,0 0 0 0,103-51-3 0,-69 45-4 15,-1 1-14-15,-2 0-31 0,2 1-46 16,-13 0-153-16,-1 2-26 0</inkml:trace>
  <inkml:trace contextRef="#ctx0" brushRef="#br0" timeOffset="1780.79">1697 4548 601 0,'0'0'47'0,"0"0"1"0,0 0-20 16,0 0-14-16,0 0-9 0,0 0-2 15,0 0 0-15,0 0 0 0,0 0 0 0,0 0-1 16,85-11 0-16,-58 6-2 0,6-1-3 15,0-2 2-15,-2 3-9 0,2-2-11 16,-6 0-33-16,2-2-58 0,-6-2-152 16,-5-1-12-16</inkml:trace>
  <inkml:trace contextRef="#ctx0" brushRef="#br0" timeOffset="2000.11">2108 4255 652 0,'0'0'58'0,"0"0"-13"0,0 0-15 15,0 0-10-15,0 0-8 0,0 0-6 0,0 0-3 16,0 0-2-16,0 0-2 0,5-38 0 16,13 27 1-16,5 3-2 0,2 3 0 15,6 1-1-15,-2 1-3 0,0 0-7 16,-13 0-11-16,7 3-17 0,-9 0-26 0,-7 0-38 15,1 0-61-15,-8 0-92 0</inkml:trace>
  <inkml:trace contextRef="#ctx0" brushRef="#br0" timeOffset="2247.58">2230 4207 598 0,'0'0'57'0,"0"0"-19"31,0 0-15-31,0 0-8 0,0 0 0 15,0 0 2-15,0 0 4 0,0 0-2 0,-43 90-5 16,43-73-5-16,-2 1-3 0,0 2-3 16,-2-2 0-16,4 1-2 0,0-2 0 15,-2-5-1-15,2-1-1 0,0 1 1 16,0-6-1-16,0 5 0 0,0-5 1 0,0-2-1 16,0 2-1-16,0-1-3 0,0 0-2 15,0-1-7-15,0 2-24 16,2-2-47-16,-2-2-94 0,6 1-111 15</inkml:trace>
  <inkml:trace contextRef="#ctx0" brushRef="#br0" timeOffset="2597.55">2658 4232 636 0,'0'0'48'0,"0"0"-10"15,0 0-17-15,0 0-10 0,0 0-6 0,0 0-2 16,0 0 0-16,0 0 1 0,-93-19 0 16,68 38-3-16,1 1 0 0,5 2 1 15,0 3 1-15,5-1 2 0,2-1 2 16,3-7-1-16,-1 1 1 15,10-5-1-15,-2 0-1 0,2 5 1 0,0-2-2 16,2 3 0-16,8-1-1 0,-1-2-1 16,3-2-2-16,2-1 0 0,5-2 0 0,0 1-1 0,5-2 1 15,3-1-3-15,0-4 2 0,0 0-4 16,4-2 0-16,-4-2-8 0,-4 0-12 16,-7 0-18-16,1-3-33 0,-9 0-52 0,-2-3-147 15,0-2 15-15</inkml:trace>
  <inkml:trace contextRef="#ctx0" brushRef="#br0" timeOffset="2847.12">2789 4282 682 0,'0'0'53'0,"0"0"-12"0,0 0-12 0,0 0-9 0,0 0-11 15,0 0-3-15,0 0-5 0,0 0 1 16,0 0-1-16,0 0 0 0,-3 21 1 16,3 3 0-16,3 4-1 15,3-2 0-15,-2-1-2 0,0 0 0 0,0-7-3 0,-2-1 0 16,2-2-3-16,-2-5-6 16,-2 1-10-16,5-7-22 0,-5-4-32 15,0 0-56-15,0 0-142 16,0 2 7-16</inkml:trace>
  <inkml:trace contextRef="#ctx0" brushRef="#br0" timeOffset="3264.57">2809 4484 609 0,'0'0'48'0,"0"0"-9"0,0 0-15 16,0 0-12-16,0 0-7 0,0 0-1 15,0 0-3-15,83-68-2 0,-62 57 0 16,8 2-4-16,-7-1-1 15,7 1-1-15,-8 2-1 0,-3 2 3 0,-3-1 0 0,-9 3 3 16,2-1 2-16,3-1 0 16,-5 2 2-16,-4 1 0 0,-2-4 0 0,0 2-1 0,0-8-1 15,0-3 2-15,0 1 3 0,-8-6 0 16,4 8 2-16,-5-2 0 0,9 5 1 16,-6-2 0-16,2 1 2 0,4 5 0 0,0 1 3 31,0 4 1-31,0-1-4 0,0 1-1 15,0 0-4-15,0-2 0 0,-2 2 1 16,2 9 2-16,-4 8 2 0,2 7 0 16,0 2-2-16,-2 1-2 0,4-1-5 15,-3-1 1-15,3-5-1 0,0-1-1 0,0 1-1 16,0-8 0-16,0 7-3 0,0-3 2 0,3-3 0 16,3 5 2-16,0 1 5 0,-4-6-6 15,8 1 5-15,-8-5-5 0,3-2-2 0,1 3-2 16,-6-8-8-16,2 3-17 0,-2-5-53 15,0 0-118-15,0 0-106 16</inkml:trace>
  <inkml:trace contextRef="#ctx0" brushRef="#br1" timeOffset="13706.47">27358 9895 258 0,'0'0'28'16,"0"0"1"-16,0 0 0 0,0 0-2 16,0 0-2-16,0 0 0 0,0 0 0 15,0 0 0-15,0 0-3 0,0 0 2 16,11-6-2-16,-11 6 1 0,0 0 3 0,4 0 0 16,-4 0-3-16,0 0-2 0,0 0-2 15,0 0-3-15,0 0 0 0,0 0 1 16,2 0-2-16,-2 0-1 15,0-2-1-15,0 2-3 0,0-7-8 0,0-5 2 16,0-2-5-16,0-5 4 0,-2-1 1 0,2-2-2 16,0-5 1-16,-4 0-2 0,2 1 1 0,-3-3-2 15,3 1 1-15,0-2-2 0,-4 1 2 16,0 1-3-16,2 3 3 0,2 7-1 16,2 7 0-1,0 7 3-15,-4-2-2 0,4 0 0 16,0 0-2-16,0 1 0 0,0 5 1 15,0-6 1-15,0 2-1 0,0-1 1 16,0 0-2-16,0 5 1 0,0-1 1 0,0 1 1 16,0-2 0-16,0 1-1 0,4 0 0 15,-4-1 2-15,0 2-2 0,0-1-1 16,0 1 1-16,0-2-4 0,0 2 3 16,0 0 0-16,0 0 0 0,-4 9 1 0,-5 5-1 15,3 2 1-15,-2 2-1 0,-2-1 0 16,1 0 0-16,3-4 0 0,0 0-1 0,0-4 2 15,-1-1-2-15,1-1 2 0,4-4-1 16,-2 2 1-16,4-5 0 16,0 0-1-16,0 0 1 0,-2 1 0 0,2 1 0 0,-4-1 0 15,4-1 0-15,0 0-1 0,0 1 1 16,0-1-1-16,0-1 1 0,0-11-1 16,10-6 0-16,1-6 0 0,1-1 0 0,0 3 0 31,-1 2 3-31,-1 2-3 0,0 1 0 15,-1 6 1-15,-3 5-1 0,0 0 0 0,0 5 0 16,-2-2-1-16,5 3 2 0,-3 0-1 16,6 10 0-16,1 4 1 0,-3 2-1 15,2 1 0-15,-1 1-1 0,1-1 0 16,-2-2-1-16,-3-3 0 0,5-2-10 0,-2 0-21 16,-1-3-56-16,-3-2-168 0,-2 0-51 15</inkml:trace>
  <inkml:trace contextRef="#ctx0" brushRef="#br1" timeOffset="14746.41">23807 8201 424 0,'0'0'47'15,"0"0"-3"-15,0 0-7 0,0 0-2 0,0 0-5 16,0 0-3-16,0 0-2 16,0 0-5-16,0 0-1 0,0 0-4 0,12-36-5 0,-12 34-3 15,0 2-4-15,-4 0-2 0,-4 0 0 16,-6 6-1-16,-9 5 0 0,4 1 0 16,3 0 0-16,-3 0 0 0,0 0 0 0,7-4 0 15,4 1-1-15,-3-3 2 0,9-3-2 31,-4 3 2-31,2-3-1 0,2 1-2 0,0-1 1 16,2 1-1-16,-4 0 1 0,4 6 2 16,-2 0 0-16,2 2 0 0,0 5 1 15,6 0-1-15,-2 3 0 0,6-2 0 16,3-3 0-16,-5 0 0 0,4 0 0 16,1-3-1-16,-1 2-2 0,-6-5 0 0,7 0 0 15,-7-1-7-15,2-2-8 16,5 5-32-16,-7-6-59 0,2 2-165 0,-4-2-11 0</inkml:trace>
  <inkml:trace contextRef="#ctx0" brushRef="#br1" timeOffset="15428.94">23737 8350 491 0,'0'0'42'15,"0"0"-5"-15,0 0-8 0,0 0-7 0,0 0-5 16,0 0-7-16,0 0-2 0,0 0-1 16,0 0-1-16,0 0-1 0,20-21 0 15,-1 19 1-15,2 2-2 0,8 0 0 16,0 0-1-16,6 0 0 0,0 0 1 0,8 0 1 15,-1 0-2-15,7 0-2 0,-1 0 0 16,3 0-2-16,1-2 1 16,0-1-1-16,-1 2 1 0,-5 0 0 0,-1 1-1 0,-5 0 1 15,-7 0 0-15,0 0-1 0,-4 0 1 16,0 0-3-16,0 0 3 16,0 0 0-16,2 0 0 0,0 0 0 0,-5 0 2 0,8 0-4 31,-1 0 2-31,0 0 0 0,0 0 2 15,2 0-2-15,0 0 0 0,2 0 1 16,-4 0-1-16,5-2 0 0,-5 2 0 16,-4-1 1-16,6 1-1 0,-8-2 0 15,-1-1-1-15,8 1 0 0,-3-2 1 0,-3 1 0 16,1-2 0-16,0 1 0 0,2-1 0 16,-4 2 0-16,0 0-3 0,2 0 3 15,-2 1-1-15,-2 1 0 0,-9-1 2 16,3 2-1-16,-1 0 0 0,-5 0 0 0,5 0 0 15,-5 0 1-15,-5 0-1 16,5 0 0-16,-7 0 0 0,6 0 0 16,-6 0 1-16,1 0-1 0,3 0 0 0,-4 0 0 15,0 0 0-15,7 0 2 0,-7 0-2 16,6 0 0-16,-3 0 1 0,7 0 1 0,-3 0-2 16,-5 0 1-16,4 0-1 0,-6 0 0 15,3 0 1-15,-3 0 1 16,0 0-2-16,0 0 1 0,-6 0-1 15,0 0-2-15,0 0 2 0,0 0 0 16,4 2 1-16,-4-2 0 0,2 0-1 0,-2 0 1 16,0 0-1-16,3 0-1 0,1 1-4 15,-4-1-16-15,0 0-49 16,2 2-199-16,-2-2-20 0</inkml:trace>
  <inkml:trace contextRef="#ctx0" brushRef="#br1" timeOffset="16393.2">24417 8138 358 0,'0'0'47'0,"0"0"-5"0,0 0-7 16,0 0 0-16,0-89-2 0,8 64 0 15,-2-3-1-15,7-1-4 0,-3-3-5 0,0-1-14 16,3-5 2-16,-3-1-8 0,3-3-1 16,-5-3 2-16,0 0-5 0,-4-6 2 0,4 0-1 15,-3-4 1-15,-3-4-1 0,2-3 1 31,2-3-2-31,-4-4 0 0,4-1 2 16,0 1-1-16,1-4 1 0,-5 1 1 0,4 0-2 16,0 1 0-16,-2 6 1 0,2 1 2 15,-3 6 2-15,1 3-3 0,-2 2 4 16,2 4-5-16,-2 7 2 0,0 2 1 0,2 5-2 16,4 2 3-16,-1 1-4 0,-1 0 2 15,0 2-1-15,4-1 0 0,-1 3 0 16,3 2 1-16,0 1-2 0,1 3 2 0,-3 1-2 15,7 1 2-15,-5 1-1 0,1 3-1 16,-3 1 1-16,-4 4 1 0,4 0 0 16,-3 6 2-16,-5-3 0 0,2 0 0 15,-2 4-1-15,2 0 0 0,-4 4 0 0,0-4 0 16,2 1-1-16,0 0-1 0,2 0-1 16,-4 3-1-16,0-2 0 0,0 2 1 15,0 0 0 1,0-1-2-16,0 1-1 0,0-2-1 15,0 2-4-15,2-2-4 0,-2 2-8 16,0 0-21-16,0 0-39 0,0 0-113 0,0 0-95 16</inkml:trace>
  <inkml:trace contextRef="#ctx0" brushRef="#br1" timeOffset="17379.52">24373 5173 375 0,'0'0'21'0,"0"0"-7"0,0 0-7 15,0 0-3-15,0 0-3 0,0 0-1 16,0 0 2-16,0 0 7 0,0 0 10 0,0-26 7 16,0 25 6-16,0-1 0 0,0 0-2 15,0 1 1-15,0-1-2 0,0 1-5 0,0-5-4 16,-2 1-3-16,2 1-5 0,-4-1 1 16,4 5-5-16,0-1-2 0,0 1-2 15,-2-2-1-15,2 1 0 0,-2-1 1 16,2 0-1-16,0 1 1 0,0-1 0 0,0 1 0 15,0-1 2-15,-4 2 0 0,4-1 2 16,0 1-2-16,0-1-1 0,-2 1-7 16,2 0-1-16,0 0 1 0,0 12 2 0,0 9 2 15,0 8 4-15,0 6-6 0,0 2 4 16,-4 6-3-16,-5 1-2 0,3 1 1 16,-6 3 0-16,-1-3 1 0,1-1-1 0,-2-6 4 15,1-4-5-15,-1-7 1 0,3-10-1 31,5-7-1-31,6-5 1 0,0-5-1 0,-2 0 0 16,2 0-11-16,0 0-12 16,0 0-15-16,-4 0-21 0,2-9-8 0,-2-8-11 15,2-6-17-15,2-1-12 0,0-3 2 16,0-2 16-16,0-1 29 0,6-4 34 0,-4-2 21 16,2 1 20-16,-2 1 27 0,2 5 27 15,-4 8 9-15,0 1 3 0,2 10-15 16,-2 4-7-16,0-7-7 0,0 8 0 0,0-2-3 15,0 1-2-15,0 6-2 0,0-1-6 16,0 1-9-16,0-2-12 0,0 1-4 16,0 0-4-16,0-1-1 0,11 2 3 0,3 0-4 15,5 9-1-15,8 6-1 0,-3 5 0 16,-5 3 0-16,4 1-2 16,0 2 1-16,-7 1-3 0,3-1 1 15,-1 1-1-15,-3-1-1 16,1-2 0-16,-1 0-1 0,-7-2-1 15,-2-7-2-15,0 0-8 0,1-4-15 16,-7 0-37-16,0 2-62 0,-13-4-157 0</inkml:trace>
  <inkml:trace contextRef="#ctx0" brushRef="#br1" timeOffset="17587.66">24220 5509 607 0,'0'0'38'16,"0"0"-12"-16,0 0-17 0,0 0-6 0,0 0-2 0,0 0-3 15,0 0 2-15,0 0-3 0,0 0-3 16,102-19-7-16,-71 19-16 0,-4 0-22 16,2 3-53-16,-7 4-92 0,-3-2-56 0</inkml:trace>
  <inkml:trace contextRef="#ctx0" brushRef="#br1" timeOffset="18196.56">24781 5438 408 0,'0'0'39'0,"0"0"-8"0,0 0-3 0,0 0-3 0,-46-77 1 16,34 64-1-16,-1 0 3 0,5 3-2 16,0 1-5-16,2 2-4 0,1 4-6 0,-3-1-3 15,2 2-4 1,-6 2-1-16,-3 0-3 0,-1 6 0 0,1 8 0 0,1 1 2 0,-3 3-2 16,3 2 1-16,1 2 0 0,5-3-1 31,-2 1-1-31,3-6 1 0,1-1 0 15,6-2 0-15,-2-1-1 0,2 1 2 16,0-2-1-16,0 2 1 0,0-7-1 0,8 4 0 16,-3-5 0-16,1 3 0 0,8 2 0 15,-5-4 0-15,7-1 0 0,-8-1 0 0,5-2 0 16,5 0 1-16,-5-5 0 0,5-2-1 16,-7-4 2-16,1-3-1 0,0-1 0 15,-1-3 2-15,-3-3 1 0,-2-2-1 16,0-1 0-16,1-4 0 0,-1 1 1 0,0-3-1 15,0-2 1-15,1-1 1 0,-5-3-5 16,4 0 6-16,-4 2-4 0,2 4 2 16,-4 9 3-16,0 7-1 0,0 10 1 0,0 4-1 15,0-2-2-15,0 2-3 0,0-1-1 16,0 1-2-16,0 0 0 0,-4 9 2 16,-2 9-1-16,-3 8 1 0,3 1 4 0,0 2-6 15,4 1 6-15,-2-1-5 0,2-1 1 31,2-1 0-31,0 0 0 0,0-1-1 0,2 0 1 16,2 0 0-16,4-2 0 0,3 0-1 16,-3-1-1-16,-2-2 0 0,2-1-4 15,-2-6 2-15,5-1-5 0,-5-5-5 16,-2-1-12-16,2 1-28 0,1-5-37 0,3 1-84 16,-4-2-96-16</inkml:trace>
  <inkml:trace contextRef="#ctx0" brushRef="#br1" timeOffset="18779.8">25080 5443 488 0,'0'0'43'16,"0"0"-6"-1,0 0-6-15,0 0-5 0,0 0-6 16,0 0-5-16,-47-80-4 0,39 73-4 0,-3 1-1 16,3 4-3-16,-4-3-2 0,-1 5 1 15,-5 0-1-15,3 5 1 0,-6 5-2 16,3 4 2-16,-1 1 1 0,5 1 0 0,1 1 0 16,1 0-2-16,4 1 2 0,1-6-2 15,1 2 0-15,6-5-1 16,-4-4 0-16,4 5-1 0,0-4 1 0,0 3-1 0,4 0 1 15,2-1 0-15,1-2 0 0,1-1 0 16,0-1 0-16,5-4 0 16,5 0 0-16,-3 0 1 0,3-1 0 0,1-7 0 0,-5-1 0 15,-1-3 0-15,-1-3 1 0,1-2 1 16,-5-3-1-16,2-2 2 0,-4-3-1 16,1 0 1-16,-5-3-1 0,2-1 1 0,-4 1-1 31,0-3 1-31,0 1 1 0,0-1-3 15,0 10 5-15,0 0-4 0,0 7 4 0,0 8-1 16,0 0 0-16,0 6-2 0,0-1-4 16,0 1-1-16,0 0-1 0,0 0 0 15,-6 4 1-15,-5 10 4 0,3 7-4 16,-2 4 4-16,1 2-4 0,1 0 1 0,4 2 1 16,2-2-1-16,2 0 0 0,0-1-3 15,0-2 3-15,6-2 0 0,-4-2-1 0,11-1 1 16,-5-2-2-16,2-2-3 0,3 0 1 15,-3-1-6-15,0-5-4 0,-1 0-35 16,1 0-50-16,-4-2-181 0,0-2-14 16</inkml:trace>
  <inkml:trace contextRef="#ctx0" brushRef="#br1" timeOffset="19078.84">25142 5420 528 0,'0'0'33'0,"0"0"-2"16,0 0-5-16,0 0-4 0,0 0-10 15,0 0-1-15,0 0-4 0,0 0-3 16,0 0-1-16,85 17-2 0,-77-9-3 0,5 1 0 16,-3-3-2-16,-4 4 1 0,-2-2 1 15,-4 3 1-15,5-1 1 0,-5-5 2 16,0 1 3-16,0-6 3 0,0 0 7 15,0 0 6-15,0 0 2 0,0 0 0 0,-7 0-4 16,1-1-4-16,0-6-6 0,4-5-5 16,2-5-4-16,2-1-2 0,8-3-2 0,7 1-8 15,8 5-11-15,-1 3-15 0,1 3-35 16,2 4-27-16,-6 2-72 0,-3 3-95 16</inkml:trace>
  <inkml:trace contextRef="#ctx0" brushRef="#br1" timeOffset="19396.7">25436 5467 552 0,'0'0'47'0,"0"0"-8"16,0 0-12-16,0 0-11 0,0 0-4 0,0 0-6 15,0 0-1-15,0 0-3 16,0 0 1-16,52-35-3 0,-36 21 1 0,-6 1 1 0,1 3-2 15,-5-3 2-15,0 4-1 0,-6-3 0 16,2 1 0-16,-2-1 1 0,0 0 0 16,0 3 1-16,-6 0-1 0,4 4-2 0,-8 1 0 15,-3 4 0-15,-3 0 1 0,-7 7 0 16,2 7 1-16,3 2 0 0,3 4 1 0,3 3-1 31,-1-2 1-31,5-3 0 0,4 1 0 16,2-2-2-16,2-5-1 0,0 4-1 15,6-3-2-15,2-3-6 0,11 2-13 16,-7-5-39-16,3-3-74 0,4-3-148 0</inkml:trace>
  <inkml:trace contextRef="#ctx0" brushRef="#br1" timeOffset="19797.05">25746 5349 543 0,'0'0'37'0,"0"0"-4"0,0 0-7 15,0 0-1-15,0 0-6 0,0 0-4 0,0 0-3 0,0 0-3 16,0 0-2-16,0 0-1 16,-83-70 1-16,63 70-2 0,5 0 0 15,3 0-1-15,-3 5 0 16,9-1-2-16,2-1 0 0,-2 5-2 15,6-4 1-15,0 7 0 0,0 3-1 0,6-1 1 16,8 2-1-16,5-1 0 0,4-2 0 16,-3 1-1-16,5-1 0 0,-4-1 0 15,-2 2 0-15,-5-1 0 0,-2-3 1 16,-3 2 0-16,-5-2 0 0,-2 0 0 0,-2 2 0 16,0-1 1-16,-2 4 2 15,-11-1-1-15,-1 1 0 0,-9-2 1 0,5-3-1 0,-5-2-1 16,-2-1 1-16,0-2-1 0,5 2 1 15,5-2-3-15,-1 0 0 0,3-1-2 16,5 0-3-16,0 0-7 0,3-1-18 16,3-1-36-16,2-1-50 0,-4 0-155 0,4 0 5 15</inkml:trace>
  <inkml:trace contextRef="#ctx0" brushRef="#br1" timeOffset="20176.3">25965 5382 557 0,'0'0'46'16,"0"0"-8"-16,0 0-8 0,0 0-8 16,0 0-6-16,0 0-2 0,0 0-4 15,-12-82-3-15,-5 75-2 0,3 2-1 16,1 3-1-16,-5 2 0 0,1 0-1 0,-1 2 0 15,-1 6 0-15,4-2-1 0,5 3 0 16,4-3 0-16,4 3 0 0,-2 0 0 0,4 2 1 16,0 3-1-16,0-1-1 0,10 4 1 15,2-2-1 1,3-2 0-16,-1 1 1 0,5 0-2 0,-2 0-1 0,-7-1 1 16,6 1 0-16,-3-1 0 0,-7-2 1 0,-2 2 0 15,0-5 0-15,-4-3 0 0,0 6 1 31,0-5 1-31,0 6 0 0,0 4 1 16,-6-6 0-16,-2 2-2 0,-5-2 0 0,-3-3-1 16,6 0-1-16,-7-1-1 0,9-3-4 15,-5 1-13-15,-5-2-40 0,5 0-62 16,1-1-167-16</inkml:trace>
  <inkml:trace contextRef="#ctx0" brushRef="#br1" timeOffset="20679.14">26441 4924 642 0,'0'0'51'16,"0"0"-14"-16,0 0-7 0,0 0-7 15,0 0-6-15,0 0-6 0,0 0-4 0,0 0 0 16,0 0-4-16,0 0-1 0,-19-44-2 16,19 44 0-16,0 0 0 0,0 12 1 15,0 9 0-15,4 9 1 0,-2 2-1 16,4 3 1-16,1 2 2 0,-3 1-3 0,-2 1 3 15,2 2 0-15,-4 0-4 0,0-1 5 16,0-1-4-16,0 1 1 16,-4-2 0-16,2-2-3 0,-2-1 2 0,4-3-1 0,-3 0-1 15,3-3 0 1,-4-4 2-16,2 0-2 0,-4-3 1 0,6-7 0 16,-6 0 0-16,0 1 0 0,-1-4 0 0,-1 2 0 0,-2-4 1 31,4-2-1-31,-3-2 3 0,-1 0-2 15,6-1 0-15,-6-1 0 0,3-3-1 0,-1-1 1 16,-4 0 0-16,3 0-1 0,-9-1 0 16,5-8-2-16,1-3-7 0,0 0-10 15,-1-4-20-15,5-3-45 0,-2-2-76 16,1-7-140-16</inkml:trace>
  <inkml:trace contextRef="#ctx0" brushRef="#br1" timeOffset="20997.42">26207 5363 603 0,'0'0'44'0,"0"0"-15"0,0 0-11 0,0 0-8 16,0 0-2-16,103-61-5 16,-76 52-2-16,6 1 0 0,2 1-1 0,-2-1-1 0,1 1 1 31,-1-2-1-31,-2 2 0 0,-5-1 0 15,-1 3 1-15,-10 0 1 0,-7 2 3 16,-2 1-2-16,-6 2 1 0,0-1 0 16,0 1-3-16,0 0 2 0,4 0 0 0,-2 0 4 15,3 1 3-15,-5 10 1 0,2 6 1 0,-2-6-4 16,0 7-1 0,0 0-1-16,0-8-2 0,-2 9-3 0,-3-9 0 0,5-3-3 15,0-2-5-15,0 0-9 0,0 1-16 16,0-1-29-16,0 1-34 0,0-6-75 0,0 0-97 15</inkml:trace>
  <inkml:trace contextRef="#ctx0" brushRef="#br1" timeOffset="21146.83">26627 5174 518 0,'0'0'61'15,"0"0"-11"-15,0 0-13 0,0 0-13 0,0 0-11 0,0 0-6 0,0 0-3 31,0 0-6-31,0 0-6 0,22-24-16 0,-3 24-58 16,-3 4-181-16,-1 4-16 0</inkml:trace>
  <inkml:trace contextRef="#ctx0" brushRef="#br1" timeOffset="21513.97">26742 5353 591 0,'0'0'34'0,"0"0"-7"0,0 0-12 15,0 0-10-15,0 0-4 0,81-32 1 16,-67 25 0-16,-1-1 2 0,-3 0 2 0,-4-4 4 31,3 4 4-31,-3-7 1 0,0-1-2 16,-4 5-1-16,2-5 0 0,-4 5-7 15,0-1 5-15,0 0-8 0,0 6 2 16,0-3-1-16,-4 6-1 0,-4 0-2 0,-7 0 0 16,-1 3 0-16,-1 3 1 0,-1 9 3 15,-1 3-6-15,0 3 6 0,5 0-6 16,2 4 1-16,-3-3 2 0,5 3-3 0,2-3 2 16,1-5 0-16,3 3-5 0,4-2 4 15,0 2 0-15,0 2 0 0,6-2 2 16,5-2-2-16,1-1-1 0,3-5-1 0,5-3-6 15,1-3-21-15,8-1-44 0,0-2-117 16,2-5-104-16</inkml:trace>
  <inkml:trace contextRef="#ctx0" brushRef="#br1" timeOffset="21763.05">27009 5024 577 0,'0'0'50'0,"0"0"-17"16,0 0-12-16,0 0-12 0,0 0-4 15,0 0 0-15,0 0 0 0,0 0 4 16,0 0-4-16,19 46 0 0,-19-24 0 0,0 4-1 16,0 0 1-16,0 3-4 0,-5 0 1 15,3-2-3-15,2 0-1 0,0-9-1 16,0 2-1-16,0-8-6 0,0 2-20 15,0 1-24-15,0-4-40 16,0 1-65-16,0-7-101 0</inkml:trace>
  <inkml:trace contextRef="#ctx0" brushRef="#br1" timeOffset="22230">27272 5216 624 0,'0'0'45'16,"0"0"-15"-16,0 0-11 0,0 0-11 0,0 0-2 16,0 0-3-16,0 0-3 0,0 0 5 15,-100-22-5-15,80 32 0 0,1 3 0 16,0-1 0-16,5 0 0 0,2 1 0 0,1-1 1 16,3-2-1-16,0 2 0 0,4-2 0 15,-3 3 0-15,1-4-1 0,6-4 1 16,0 6-1-16,0-4 1 0,0 3-1 0,0 1 0 15,6-5 0-15,1 2 0 0,3-5-1 16,4-2 0-16,1-1 0 0,3-3 1 0,1-6 1 16,0-5 2-16,-5-2 2 0,-1-4 0 15,-1-2 1-15,-4-3 1 0,-2-1 0 16,-1-1 1-16,-3-4-7 0,-2 1 7 16,0-2-4-16,0 2 3 0,0 1 2 0,0 8-1 15,0 7-1-15,0 9-2 0,0 5-1 31,0 0-1-31,0 0-2 0,0 0-2 16,0 0-1-16,0 0 1 0,-7 7-1 16,1 6 4-16,0 7-2 0,0 1 2 15,6-6 1-15,-2 4 1 0,2 0 0 0,0 0-2 16,2 5 4-16,4-3-7 0,0-1 5 0,5-2-4 16,-3-3-2-16,0 0-2 0,4-1-8 15,-1-4-24-15,-5-5-45 0,0 3-96 0,-4-5-118 16</inkml:trace>
  <inkml:trace contextRef="#ctx0" brushRef="#br1" timeOffset="22631.01">26594 5009 613 0,'0'0'59'16,"0"0"-12"-16,0 0-14 0,0 0-7 0,0 0-7 15,0 0-7-15,0 0-1 0,0 0-6 16,0 0-2-16,-11-18-1 0,11 18-3 0,0-2 2 15,0 2-1-15,0-1 1 0,0 1 0 16,0-2-1-16,0 2 1 0,0-1 1 16,0 1 1-16,0-2-1 0,0 1 0 0,0-1-1 15,0 0 0-15,0 1 0 0,4-1 1 16,-4 1-1-16,2 0-1 0,-2-1 0 16,5 2-2-16,-5-1 1 0,2 1 1 0,-2-2-3 15,0 2 0-15,4 0-1 0,-4 0-6 31,0 0-14-31,0 0-45 0,2 2-107 0,-2 3-128 16</inkml:trace>
  <inkml:trace contextRef="#ctx0" brushRef="#br1" timeOffset="23497.38">27735 5027 542 0,'0'0'41'0,"0"0"-6"0,0 0-12 0,0 0-9 16,0 0-5-16,0 0-2 0,0 0 2 15,0 0 1-15,0 0-2 0,0 0-1 0,-89 18-1 16,76-7-3-16,5-2 0 0,-2 1-2 16,3 3 0-16,-1 1 0 0,0-2 0 15,4 3 0-15,2-5 3 0,2 3-6 16,-4-1 4-16,4 0-5 15,0 0 1-15,0-1 0 0,0-1 0 16,4-5 1-16,-2 1 0 0,2-3 0 0,0-2 1 0,6 1-2 16,-1-2 1-16,3-6-1 15,0-5-2-15,-3-4 2 0,1-3-5 0,-4-2 4 0,-4-1-4 16,2 4 2-16,-4-1 3 0,0 6 1 16,0-3 1-16,0 1 0 0,0 8 0 0,0 0 1 15,0 6-1-15,0-2 1 0,0 2-1 31,0-1-1-31,0-1-3 0,0 1 0 0,0-1 0 16,3-1 2-16,3-3 3 0,12 1 0 16,1-2 1-16,10-1-1 0,2-1 1 15,6-3-1-15,2-3 1 0,1-2 0 16,-1-4 1-16,-2-4 1 0,-4 0 2 0,-6-2 0 16,-6-1 2-16,-3 1 2 0,-5 0 0 15,-5 2 0-15,-4 1 3 16,-2 1 0-16,-2 2 2 0,0 6-3 0,-6 0-1 0,4 6-4 15,-4-1-3-15,0 3-3 0,-1 4-1 16,-1 1-1-16,-4 2-1 0,-5 7 1 16,1 8-1-16,3 4 2 15,3 4 0-15,4 4 1 0,-1 4 0 0,7 2 1 0,-2 3 2 16,2 6 5-16,0 2 1 16,0 2 1-16,0 0-3 0,0 1-3 15,0-1-1-15,0-2-2 16,-2-2 3-16,2 1-4 0,-4-4 2 15,2 1-2-15,-2-4-1 0,2 1 0 16,2-3-1-16,0 0 1 0,0-2-2 0,0-2 2 16,6-1-2-16,0-3 2 0,-2-3-1 15,3-6 0-15,-3-9-1 0,2 0 1 16,-6-4-1-16,2 1 1 0,2 0-5 0,-4-5 1 16,0 0-4-16,0 3-4 0,-4 0-9 15,-4-1-12-15,-3 3-16 0,3-5-19 16,-6 0-25-16,1 0-60 0,-5-5-104 0</inkml:trace>
  <inkml:trace contextRef="#ctx0" brushRef="#br1" timeOffset="23660.4">27821 5335 607 0,'0'0'53'0,"0"0"-11"15,0 0-14-15,0 0-12 0,0 0-9 0,0 0-5 16,0 0-6-16,79-72-5 0,-54 63-10 16,2 4-31-16,-1-3-44 0,3 1-129 15,-6-1-53-15</inkml:trace>
  <inkml:trace contextRef="#ctx0" brushRef="#br1" timeOffset="24011.23">28487 4833 545 0,'0'0'33'0,"0"0"-5"16,0 0-12-16,0 0-2 0,0 0-7 16,0 0-3-16,0 0-1 0,0 0-4 15,0 0-1-15,0 0-3 0,60-55-1 16,-35 52-3-16,-3 3-1 0,7 0-6 0,0 0-5 15,0 0-21-15,0 3-57 0,-6-1-140 16</inkml:trace>
  <inkml:trace contextRef="#ctx0" brushRef="#br1" timeOffset="24180.02">28683 4811 475 0,'0'0'41'0,"0"0"2"0,0 0-6 16,0 0-2-16,-27 93-11 0,23-70-11 16,4 0-8-16,0 0-2 0,0-1-6 15,4-5-3-15,3-1-14 0,-5 4-26 16,-2-6-46-16,0 4-123 0,0-3-38 0</inkml:trace>
  <inkml:trace contextRef="#ctx0" brushRef="#br1" timeOffset="24378.59">28419 5197 666 0,'0'0'40'16,"0"0"-12"-16,0 0-8 0,0 0-6 16,0 0-8-16,0 0-4 0,0 0-1 0,95-65-2 0,-70 62 0 31,2 0-2-31,1 3-2 0,8 0-6 15,-3 0-8-15,0 0-25 0,0 0-27 16,0-2-76-16,-2 2-132 0</inkml:trace>
  <inkml:trace contextRef="#ctx0" brushRef="#br1" timeOffset="24963.54">28915 4986 572 0,'0'0'38'15,"0"0"-9"-15,0 0-3 0,0 0-6 0,0 0 1 16,0 0-3-16,0 0-4 0,0 0-3 0,0 0-1 16,0 0-6-16,2 59 0 15,-2-47-3-15,0-5 0 0,0-1-1 16,0-1 2-16,0-5-1 0,0 0 4 16,0 0 2-16,0 0 1 15,0 2 1-15,0-2 1 0,0-2 1 0,0-11 0 16,-2-5-1-16,2-8-4 0,0 1-1 15,0-2-1-15,2 0-2 0,4-2-1 0,7 2 1 16,-5 1-1-16,8 3 0 0,-3 5-1 16,1 3 0-16,-5 6 0 0,7 1 0 15,-8 4-2-15,1 2 0 0,9 1-1 16,1 1 0-16,1 0 0 0,-1 5 0 16,0 5 1-16,-1 0-1 0,-5-1 0 0,-3 1-3 15,-4-3-4-15,0 2-3 0,1 0 0 0,-3-4 0 16,-4 7 5-16,0-2 2 15,-4 3 2-15,-9 2 1 0,3-5 2 16,-7 0 1-16,-3-4 0 0,5 2 1 16,-3-4-1-16,-1 2 1 0,7-3 1 15,-3 2 1-15,-1 1 0 0,7-2-1 0,-3 4-1 0,4-2 0 16,-3 0 0-16,5 0-1 16,4-3 3-16,-4 3-3 0,6-3 1 0,-2 0 0 0,-2 2 1 15,4-5 2-15,0 3 0 0,0 2-1 31,0-2 0-31,6 4-2 0,-4-4 0 16,4 2-1-16,4 1 1 0,-3-2-1 0,1 1 0 16,-2 1-1-16,7 3 1 0,-7-3 0 15,2 5 0-15,4-2-1 0,-5-1 2 0,3 3-2 16,-2 0 1-16,-2-5-2 0,3 5-3 16,1-2-6-16,-4-2-32 0,0 0-36 15,-1 0-59-15,-1-4-152 0</inkml:trace>
  <inkml:trace contextRef="#ctx0" brushRef="#br1" timeOffset="25362.9">29312 5152 695 0,'0'0'34'15,"0"0"-10"-15,0 0-9 0,0 0-4 0,0 0-1 16,0 0-3-16,0 0 2 0,0 0-6 16,0 0 2-16,0 0-6 0,-77 80 0 15,65-60 1-15,4-5-1 0,1 0 2 16,5-4-1-16,-2-6-1 0,4 5 2 16,0-5 0-16,0 2 0 0,6 2 1 0,1-4-2 15,1-1 0-15,2-2-1 16,9-2 0-16,-5 0-1 0,5 0 0 0,0-6 1 0,-5-3-3 15,0-2 1-15,-1-1 1 16,-3-2 0-16,-2-3 1 0,-1-2 2 16,-5 5 0-16,-2-4-3 0,0 1 4 0,-2 0-5 0,-5 1 3 15,-1 2 0 1,-2 4-1-16,2 5-1 0,-3-1-5 16,3 6 2-16,-4 0-8 0,-1 3-18 15,-1 5-41-15,3 0-97 0,9 6-118 16</inkml:trace>
  <inkml:trace contextRef="#ctx0" brushRef="#br1" timeOffset="25797.24">29603 5184 671 0,'0'0'30'15,"0"0"-7"-15,0 0-7 0,0 0-9 16,0 0-5-16,0 0 0 16,0 0 1-16,0 0 3 0,0 0-3 15,0 0 4-15,-10 5-5 0,8 5 2 0,0 0 0 0,-2-1 0 16,4 2 1-16,-2-2 2 0,2-4 1 16,0 1-2-16,0-6-1 0,0 4-2 0,0 2-2 31,0 1 0-31,0 1 2 0,0-3-4 15,6 0 1-15,2 1-1 0,0-5 0 0,5 2 1 16,-1-3 0-16,7 0 1 0,-5-3-1 16,9-3 1-16,-9-3 2 0,1 0-2 15,-3-4 1-15,1 2 1 0,-5-5 0 16,-2 6-4-16,0-3 6 0,-2 6-5 0,-1 2 5 16,1 1 0-16,-4 4-1 0,0 0-1 15,0 0-2-15,0 0-3 16,0 0 1-16,0-2 1 0,0 2-1 15,2 0 5-15,-2 0-5 0,0 3 5 0,0 4-5 0,0 3 1 16,4 1 0-16,-2-2-4 0,4 0 0 16,0-1-5-16,3-1-12 0,-5-4-28 0,4 2-44 15,-4-2-109-15,2-1-95 0</inkml:trace>
  <inkml:trace contextRef="#ctx0" brushRef="#br1" timeOffset="26099.78">29868 5039 562 0,'0'0'52'0,"0"0"-6"0,0 0-5 0,0 0-10 16,0 0-6-16,0 0-4 0,0 0-2 16,0 0-5-16,0 0-5 0,0 0-6 15,60-65-1-15,-58 73-2 0,2 7 4 16,-2 6 0-16,-2 5 1 0,0 0-1 0,0-1-2 15,0 0-2 1,0-1 1-16,0-6 3 0,0 2-4 0,0-2 5 16,0-6-5-16,0 5 1 0,4-7 0 0,2 0-1 15,-4-1 0-15,5-3-1 0,3 1 0 0,-2-4-1 16,1 2 0-16,1-3-4 0,2-1-8 16,1-1-14-16,-3 0-22 15,2 0-31-15,-1-3-45 16,-5-3-117-16,2-1-24 0</inkml:trace>
  <inkml:trace contextRef="#ctx0" brushRef="#br1" timeOffset="26396.5">29897 5110 612 0,'0'0'60'0,"0"0"-2"0,0 0-19 16,0 0-13-16,0 0-12 0,0 0-4 16,0 0-4-16,0 0-3 0,0 0 0 0,49-15-3 15,-22 9 2-15,0 0-2 0,4 2 0 16,0-1 0-16,-2 1-3 16,2-1 2-16,0 2 0 0,-4 0 0 0,-8 1-1 0,-3-1-1 15,-3 3-2 1,-7-1-1-16,6 1-2 15,-6 0-3-15,1 0-12 0,-1 0-13 16,-6 0-33-16,0-1-34 0,0 1-128 0,0 0-42 16</inkml:trace>
  <inkml:trace contextRef="#ctx0" brushRef="#br1" timeOffset="37878.92">24256 8828 374 0,'0'0'50'16,"0"0"2"-16,0 0-5 0,0 0-5 0,0 0-3 16,0 0-5-16,0 0-4 0,0 0-8 15,0 0-4-15,0 6-3 0,16-6-4 0,1 0-3 16,5 0-1-16,1 0-2 0,6 0-2 15,0-3 0-15,2 0-1 0,6-1 0 16,5 1 0-16,1-4-1 0,2 3-1 16,1-2-1-16,-1-1 1 0,1 2 0 0,-7 0-2 15,-4 2 0-15,0 0 0 0,-14 1-1 16,-6 2 0-16,-5 0-2 0,-4 0-3 0,-4 0-2 16,4 0-6-16,-6 0-8 0,0 0-13 31,-6 8-14-31,-8 2-12 0,-9 3-20 15,6-4-10-15,-5-4-20 0,7-3-38 16</inkml:trace>
  <inkml:trace contextRef="#ctx0" brushRef="#br1" timeOffset="38179.3">24644 8781 448 0,'0'0'58'16,"0"0"-11"-16,0 0-8 0,0 0-10 0,0 0-6 15,0 0-4-15,0 0-4 0,0 0 0 16,0 0 0-16,0 0-3 0,-18 63-3 0,22-33-3 16,-2-3-2-1,2 2-2-15,-2-1 0 0,2 2-2 16,-4-3 2-16,0 0-2 0,2 0 2 0,-2-3 0 0,0 1 1 16,0-8 4-16,4 1-5 0,-4-4 3 0,2-2-3 15,-2 1 0-15,0-6-2 0,2 3 1 31,-2-5-1-31,0-1 0 0,5 2 0 0,-5-6-2 16,0 0 1-16,0 0-2 0,0 2-2 16,0-1-9-16,0-1-30 0,0 0-49 15,0 0-95-15,0-1-101 0</inkml:trace>
  <inkml:trace contextRef="#ctx0" brushRef="#br1" timeOffset="38545.82">24847 8752 556 0,'0'0'25'0,"0"0"-3"0,0 0-8 16,0 0-3-16,0 0-2 0,0 0-1 31,0 0 1-31,0 0-2 0,0 0-3 15,4 105-1-15,-12-76-2 0,-3-1 1 16,-1 0-1-16,4-2 0 0,-3-4-1 0,9-5 2 16,-2-6 0-16,2-7 2 0,2 1 0 15,0-1 0-15,-2 1 2 0,2 1 0 16,0-5 3-16,2 3-1 0,6-1 0 0,9 0-3 16,1-3-2-16,3 0-1 0,4-2 1 15,-2-4-2-15,6 1-1 0,-7-2-2 16,7 1-1-16,-2 1 0 0,-4-1 0 0,0 3 0 15,-5 0-4 1,-9 1-1-16,3 2-6 0,-6 0-8 0,0 0-10 0,3 0-10 0,-9 0-9 16,0 0-19-16,0 0-36 15,0 0-50-15,4 0-62 0</inkml:trace>
  <inkml:trace contextRef="#ctx0" brushRef="#br1" timeOffset="38913.56">24996 8826 500 0,'0'0'43'0,"0"0"-5"0,0 0-11 0,0 0-8 16,0 0-5-16,0 0 0 0,0 0 2 15,0 0 1-15,0 0-2 0,0 0-2 0,22 73-3 16,-20-48-2-16,3 2-2 0,-3-2 0 15,-2 3-2 1,0-2-1-16,0 1-1 0,0-1 0 0,0 0 0 0,0 0 1 16,0 1 5-16,-2-1-5 0,2 1 5 0,-5-3-4 15,5-6 1-15,-2 1 0 0,2-9 0 16,0-3-1-16,0-1 0 0,0-6-1 0,0 0 0 16,0 0-1-16,0 1 0 0,0 0-1 31,0 1-1-31,0-1 0 0,0 1 1 15,0 0 0-15,0-1-1 0,0 1 1 16,0-1-4-16,0 1 3 0,0-1-1 0,0 1-3 16,0-1-6-16,0-1-17 0,0 0-40 15,2 0-82-15,3-7-152 0</inkml:trace>
  <inkml:trace contextRef="#ctx0" brushRef="#br1" timeOffset="44778.81">20845 8747 429 0,'0'0'49'0,"0"0"-4"0,0 0-9 16,0 0-6-16,0 0-8 0,0 0-6 15,0 0-6-15,0 0-5 0,0 0-3 16,8-28-1-16,-8 28 0 0,-8 1 0 0,-5 7 1 15,-1 6-1 1,-5-1-2-16,1 2 1 0,-3 0 0 16,2 1 1-16,-1-4-1 0,1 0 1 0,5 0-1 15,1-5 1-15,1 1 2 0,6-3 0 0,0-4 2 0,3 2-2 16,3-3 0-16,0 0-1 0,0 0 0 16,-6 5-2-16,2-2-1 0,2 0 1 0,-2 4-1 15,4 4 1-15,0 5 0 0,0 3 0 31,4 1 0-31,4 0 1 0,3 1-2 0,-1 0 2 16,2 2-1-16,1 1 3 0,3-1-2 16,-1 0 0-16,-3-2 0 0,1-2 0 15,-1 0 3-15,-2-4-2 0,1-3 3 16,-3-1-2-16,2-2-2 0,-3-3 0 0,-3 0-1 16,2-2 2-16,-2 0-2 0,-2-1 1 15,4 0 0-15,-6-3-1 0,0 0 1 0,0 0-1 16,0 1-1-1,4 1-2-15,-4-1 0 0,2 1-6 0,-2-1-11 16,0-1-43-16,0 2-98 0,5-2-110 16</inkml:trace>
  <inkml:trace contextRef="#ctx0" brushRef="#br1" timeOffset="45612.28">20746 9051 567 0,'0'0'44'0,"0"0"-9"16,0 0-9-16,0 0-10 0,0 0-7 15,0 0-3-15,0 0-1 0,0 0-2 16,0 0 0-16,35-32-1 0,-17 32-1 0,9 0 0 15,-2 0 0 1,2 3 2-16,4-1-1 0,0 1 0 16,-2-2-2-16,4-1 0 0,2 0 1 0,0 0 0 0,2 0 0 0,3 0 1 15,1 0-1-15,5-1-1 0,-3-2 0 16,0 1 1-16,-3-1-1 0,-1 2 1 16,-4-1-1-16,2 2 0 0,0 0-1 0,-3 0 2 15,-1 0-1-15,0 0 1 0,0 0-1 31,0 0 0-31,0 0 1 0,4-1-1 0,0-2 1 16,3-1-1-16,-5 2 0 0,4-1 0 16,-2-2 0-16,-4 0 1 0,-2 2-1 15,0 1 1-15,-4-1-1 0,-2-1 0 16,-8 3 1-16,1-1-1 0,3 0 0 0,2 2 0 16,-1 0 0-16,1 0 0 0,2 0-1 15,-5 0 1-15,1 0 0 0,0 0 0 0,4 0 0 16,-5 0 0-1,5 0 0-15,2 0 1 0,-2 0 0 0,2-2-1 0,0-1 0 16,1 0 0-16,-5-2 1 0,6 2 1 16,-2 0-2-16,0 0 1 0,-2 0-2 0,0 0 1 15,-3 0 0-15,1 0 0 0,-9 0 0 16,5 0 0 0,0 1 1-16,-3-1-1 0,9 0 0 15,-6 0 1-15,5 0-1 0,-1 2 0 16,0-1 1-16,-2 2-1 0,5-1 0 15,-5-3 1-15,-2 3-1 0,-1-1 1 16,-5 1-1-16,-1 1 1 0,3 0 1 0,-5-2-2 16,0 2 1-16,-4-1 0 0,1 1 0 15,-3 0 0-15,2 0 0 16,0 0 1-16,0 0-1 0,-1 0 0 0,1 0 0 16,-2 0 1-16,8 0-1 0,-6 0 0 0,1 0-1 15,-1 0 1-15,-4-1 0 0,4 1 1 16,-4-2-1-16,4 2-1 0,-6 0 1 0,0-1-2 15,0 1 1-15,5 0 0 0,-5 0 0 16,2 0 0 0,-2 0 0-16,4 0 1 0,-4 0-1 0,2 0-1 0,-2 0 1 0,4 0 0 15,-4 0 0-15,0 0-1 16,0 0-1-16,0 0-2 0,2 0-4 0,-2 0-5 16,0 0-29-16,0 1-62 15,-6 5-148-15,4 2-43 16</inkml:trace>
  <inkml:trace contextRef="#ctx0" brushRef="#br1" timeOffset="46495.71">21200 8489 495 0,'0'0'50'0,"0"0"-4"0,0 0-8 16,0 0-4-16,0 0-8 0,0 0-6 15,0 0-5-15,0 0-2 0,0 0-6 16,0 0-1-16,31-42-4 0,-2 36-1 0,4 3 0 16,0 1 1-16,9 1-1 0,-3 1-1 15,0 0 0-15,-3 0-1 0,3 0 0 16,-2 1 0-16,-6 1-1 15,-2 1 0-15,-10-2-2 0,-9-1 0 0,2 2-4 0,-8 0 0 16,3-2-12-16,-1 1-10 0,-6-1-6 16,0 0-3-16,0 0 10 0,0 2 11 0,-2-1 8 15,-11 0 6-15,1 1 3 0,0-2 3 16,-1 0 1-16,1 0 3 0,3 0 1 16,3 0 4-16,-2-3 0 0,2 2 5 15,0-1 1-15,1 1 2 0,-1-3 0 16,4 3 1-1,-4-1-3-15,4 1-4 0,2 1-4 16,-6 0-3-16,-5 3-4 0,3 7-1 0,-4 7 5 16,6 4-4-16,-1 3 3 0,5-1-3 15,-2 5 0-15,2-2 0 0,-2-2-1 16,4-6 0-16,0 0-2 0,0-1 2 0,0-5-1 16,6 4-1-16,-2-6 0 0,-4-5-1 15,2-1 1-15,-2-4-2 0,4 5-2 16,-4-1-12-16,3 1-35 0,1-1-47 0,-4-4-129 15,0 0-48-15</inkml:trace>
  <inkml:trace contextRef="#ctx0" brushRef="#br1" timeOffset="46862.52">21668 8459 581 0,'0'0'41'15,"0"0"-12"-15,0 0-12 0,0 0-11 16,0 0-3-16,0 0-1 0,0 0 2 0,0 0-1 16,0 0 1-16,0 27 2 0,-5 0-5 15,5-5 3-15,-2 2-4 0,0-7 1 0,-2 2 1 16,4-8-1-1,-2 1 0-15,2 1 2 0,0-7-1 0,0 4 2 0,0-4 0 16,0-1-1-16,0 4 1 0,0-4-1 16,2 1 0-16,4 0 1 0,3-3-2 0,3 2 0 15,7-1-1-15,1-1-1 0,3 0 1 16,-2-2-2 0,-3-1 0-16,1 2-1 0,-3-2-2 0,3 0-1 15,0 0-3-15,-1 0-13 16,-5 2-23-16,-7-2-41 0,-2 1-63 15,-4-1-120-15</inkml:trace>
  <inkml:trace contextRef="#ctx0" brushRef="#br1" timeOffset="47212.5">21802 8526 577 0,'0'0'48'16,"0"0"-18"-16,0 0-9 0,0 0-9 16,0 0-6-16,0 0 2 0,0 0-5 0,0 0 4 0,0 0-2 0,0 0 0 15,0 73 0-15,2-47-3 0,4 1-1 16,-4 0-1-16,2 2 2 0,-4 0-1 16,2 0 0-16,-2-2 0 0,5-1-1 0,-5-6 1 31,0-2 2-31,0-4-1 0,2-2 1 15,-2-1-1-15,0-6-1 0,4 2 0 0,-4-7 0 16,0 0 0-16,0 0 0 0,0 1 0 16,0 0 0-16,2 1-1 0,-2-1 1 15,0 1-3-15,0-2-2 0,4 0-5 16,-4 1-18-16,2-1-39 0,-2 0-71 0,4 0-147 16</inkml:trace>
  <inkml:trace contextRef="#ctx0" brushRef="#br2" timeOffset="73377.17">25835 11997 54 0,'0'0'21'0,"0"0"-1"16,0 0 4-16,0 0 2 0,0 0 4 0,0 0-2 16,0 0 1-16,0 0-7 0,0 0-4 15,0 0-5-15,2-15-3 0,-2 13 1 16,0 1-1-16,0 0 4 0,0-1 4 0,2 1 0 15,-2-1 2-15,0 1-1 0,4-1-1 16,-4 1-2-16,2-1 0 16,-2 0-1-16,4 1 1 0,-4-1-2 0,2 1 1 0,-2 0-1 15,5-1 1 1,-5 1-1-16,2-1-1 0,-2 0-3 0,4 1 1 0,-4-1 0 0,2 1 3 16,-2-1 0-1,4 1-1-15,-4-1-1 0,0 1-1 0,2-1-2 0,-2 1 0 31,0-1-1-31,0 1-3 0,0-1 0 16,4 1 0-16,-4-1-4 0,0 0 0 0,0-2 0 16,0 0-1-16,0-1 1 0,-6-1-1 15,2 5 0-15,2-2 1 0,-2 1 0 16,4 2-1-16,-7-2 1 0,1 1 0 16,4-1-1-16,-10 0 1 0,10 1 1 0,-11-2-1 15,3 2 1-15,-5 1-2 0,1 0 0 16,-5 0 1-16,-5 0 2 0,3 0-3 0,0 1 2 15,5 1-1 1,-3 0 0-16,3 0 1 0,-7 0-1 16,6-1 0-16,-1 3 0 0,-1-3 0 0,5 1 1 0,-9-1 0 0,4-1-1 15,9 1 0-15,-13 1-1 16,7-1 2-16,3 1-1 0,-9-1 0 0,5 1 1 16,-2 0-1-16,-3-1 0 15,7 1 1-15,-6-1-1 0,7 1 1 0,-9-1-1 0,-2 0 0 31,11 1 1-31,-5 0-2 0,3-1 1 16,-7 2 0-16,0 0-2 0,-1-1 2 0,-1 1 0 16,0 0 0-16,2-2 3 0,-6 1-4 15,7-1 1-15,-7 1 0 0,2 1-1 16,0-1 0-16,0 0 2 0,0 0-1 0,-4-1-1 16,0 1 0-16,-2 0-1 15,2-1 2-15,-2-1-1 0,4 2 2 0,-2-2 0 16,0 0-1-16,0 0-1 0,2 1 0 0,-2-1 0 15,0 0 1-15,4 0 1 16,0 0-1-16,3 0 1 0,5 0-2 0,2 0 1 16,-1-1 0-16,1-1-2 15,-3 2 2-15,7-1-1 16,-1 1 0-16,-7-2-1 0,9 0 1 0,-7 2 0 16,-2 0 0-16,3 0 1 0,-7 0-1 0,4 0-1 15,7 2 0-15,-3 1 0 16,-1 0 2-16,7-1 1 0,-7-1-2 15,5 1 0-15,1-1 0 0,-3-1-2 16,3 1 2-16,0 1 2 0,5-2-2 0,5 2 0 16,-4-2 0-16,0 0-3 0,-4 0 3 15,8 1 1-15,2-1-1 0,0 0 1 0,0 0-1 16,-5 0 0-16,-1 0 0 0,0 0 0 16,4 0 0-16,-10 2 0 0,5-2 0 15,-5 2 0-15,4-1 0 0,-5-1-1 16,-1 1 1-16,3 1 0 0,-1-2 0 0,2 1 1 15,-1 1-1-15,-1-1 1 0,4 1 0 16,-5-2-1 0,1 1-1-16,10-1 1 0,-15 2 0 0,15-2 1 0,-10 2-1 0,-1-2 0 15,1 1 0-15,0-1-1 0,-1 2 1 16,3-2 0-16,4 0 1 0,-1 1 0 16,3-1-1-16,-2 0 2 0,-2 0-2 0,4 0 1 31,4 0 1-31,-4 0-5 0,-1 0 4 15,-1 0-1-15,0 0 0 0,6 0 3 16,-6 0-3-16,0 0 1 0,-1 0-1 16,5 0 1-16,-4 0-1 0,0 0 1 0,0-1 0 15,0 1 0-15,-1-2 0 0,1 2 1 16,0 0 0-16,0 0-1 0,6 0 1 0,-6-1 0 16,1 1 0-16,-1-2 2 0,2 2-2 15,4 0-1-15,-2 0 0 0,2 0-1 0,0 0 0 16,-4 0 2-16,4 0-1 0,-2-2-1 15,2 2 0-15,-4 0-3 0,4 0 2 16,-2 0 2-16,2-1 0 0,-4 1 1 16,4 0-2-16,-3 0 0 0,-1 0 0 0,4 0-1 15,0-2 0-15,-2 2-1 0,2 0-2 16,-4 0-2 0,4 0-5-16,0 0-15 0,-2 0-34 0,2 0-49 15,0 0-121-15,0 0-54 16</inkml:trace>
  <inkml:trace contextRef="#ctx0" brushRef="#br2" timeOffset="74077.07">23873 11853 410 0,'0'0'52'16,"0"0"-7"-16,0 0-4 0,0 0-3 0,0 0-6 0,0 0-4 0,0 0-4 15,0 0-6-15,0 0-4 0,0 0-1 16,-2-50-5-16,2 48-2 0,0 1-1 16,0-1-3-16,0 1-1 0,0 0-1 0,0 1-1 31,-4 0 0-31,-8 0 2 0,-5 0-1 15,-6 9 0-15,1 3 3 0,-3 3-4 0,-2-1 4 16,2 1-4-16,4-3 0 0,-1-2 0 16,7-2 0-16,3-1 1 0,6 0 0 15,-3-1 0-15,-1 0-1 0,10-3 2 16,-6 6-2-16,6-4 2 0,-2-1-1 0,2 5 0 16,0-3-1-1,0 5 1-15,0 3 0 0,6-1 0 0,2 4 0 0,3-3 0 16,1-1 0-16,2-1-1 0,1 2 1 0,1-2 0 15,-1 1 1-15,3 0 0 16,1-2-1-16,-4 1 0 0,3-3-1 16,-3 0 1-16,-1 0 0 0,-2 0 1 0,1-3-1 0,-1 1 0 15,-5-3-1-15,1 0 0 0,2 1 1 16,-4 0 0-16,3 1 2 0,-5-5-1 16,0 2-1-16,-4-3 0 0,0 0 0 0,0 0 1 31,0 2 1-31,4-2-1 0,-4 2 3 15,2-2-1-15,-2 0 2 0,4 1 0 16,-4-1-3-16,0 0-1 0,0 0 1 0,0 0 0 16,0-3 1-16,0-5 1 0,0-4 0 15,0-5-1-15,-4 1 1 0,-2-6-1 16,-2 0 2-16,1 0-3 0,-1 0 1 0,-4-3 0 16,1 0 2-16,3-1-2 0,0 0 1 15,2-2-2-15,-1 3-3 0,3 7 4 16,2-2-4-16,2 8 4 0,-4 5-1 0,4 2 0 15,0 5 1-15,0-2-3 0,0 2 0 16,0-1 0 0,0-1 0-16,0 0-2 0,0 1 0 0,0 1 0 15,0-2-1-15,0 2 0 0,0 0 0 0,6 3-8 0,0 8-20 16,7 6-40-16,-3 2-87 0,5 6-136 16</inkml:trace>
  <inkml:trace contextRef="#ctx0" brushRef="#br2" timeOffset="74943.5">24419 12342 161 0,'0'0'55'0,"0"0"2"0,0 0-4 15,0 0-6-15,0 0-1 0,0 0-6 16,0 0-2-16,0 0-4 0,0 0-4 16,0 0-1-16,-41-20-2 0,34 19-3 0,3-1 0 15,4 2-5 1,-2-1-5-16,2 1-3 0,0 0-3 16,-2 0-6-16,2-2 5 0,0 1-4 0,15-2 2 0,5-2 2 0,11-1-2 15,2 2 0-15,5-1-2 0,1 2-1 31,0-1-1-31,2 0-1 0,-3 0 2 16,-1 0-2-16,-4 2 0 0,-4-1 0 0,0 0 0 16,-13 1-2-16,-5 2 0 0,1 0-1 15,-6 0 0-15,7 0-1 0,-5 0-3 16,-2 2-7-16,-4-1-22 0,-2-1-29 0,0 5-40 16,0 4-90-16,-6 3-60 0</inkml:trace>
  <inkml:trace contextRef="#ctx0" brushRef="#br2" timeOffset="75259.32">24605 12321 502 0,'0'0'50'16,"0"0"-13"-16,0 0-12 0,0 0-11 0,0 0-5 31,0 0-2-31,0 0 0 0,0 0 2 15,0 0-2-15,0 0-1 0,-2 91 0 0,2-68-2 16,0-1-1-16,0 3 2 0,0 0-3 16,0 1 5-16,0-6-4 0,0 0 0 15,0-8 1-15,0 0-3 0,-4 0 2 16,4-7 0-16,0 1 0 0,0-6 0 0,0 0-2 16,0 0 1-16,0 1-2 0,0 1 0 15,0-1-3-15,-2 1 0 16,2 0-1-16,0-1-2 0,0 0-5 0,0 1-20 0,0-1-26 15,0 1-51-15,0 3-114 0,2-2-33 16</inkml:trace>
  <inkml:trace contextRef="#ctx0" brushRef="#br2" timeOffset="75861.08">25173 12332 594 0,'0'0'52'0,"0"0"-11"0,0 0-12 16,0 0-14-16,0 0-7 0,0 0-5 15,0 0-2-15,0 0 0 0,0 0 0 0,0 0-1 16,-35 23 0-16,25-1 0 0,-2-2 0 16,1-1 0-16,5-3 2 0,0-3-1 0,0-5 0 15,6-4 1-15,-2 1 1 0,2-5 2 31,0 3 1-31,0 1 2 0,2 3 1 16,10-1 1-16,5-3-7 0,-3 0 0 0,5-2-2 16,1 1 0-16,1-1 0 0,8 3-1 15,-6 0 0-15,-1 2-1 0,-1 0 1 16,0 1 2-16,-7 1-4 0,-1-2 4 0,-1 2-4 16,-6 1 2-16,5-3-1 0,-3 3 0 15,-2-3 0-15,-6-3-2 0,2 2 3 16,-2-1 0-16,4 1 0 0,-4 0 2 0,0 5-2 15,-4-2 1-15,-4 1-1 0,-11 3 0 16,1-3-1-16,1-3-1 0,-8 2 2 16,-2-2-1-16,3 1 1 0,-7 0 0 0,4-2 0 15,2 0-1-15,6-2 2 0,9-1-1 16,0-1 1 0,3-1 2-16,1 0-3 0,4 2-1 0,2-2-3 0,-4 0-10 0,4 0-12 31,0 0-28-31,0 0-35 0,0 0-64 15,0 0-120-15</inkml:trace>
  <inkml:trace contextRef="#ctx0" brushRef="#br2" timeOffset="76507.48">25167 12406 351 0,'0'0'49'0,"0"0"-4"0,0 0-8 0,0 0 0 16,0 0-4-16,0 0 0 0,0 0-1 15,0 0-2-15,0 0-2 0,-70-31-3 0,64 30-2 16,2-1-4-16,4 2-1 0,-2-1-3 15,2 1 0-15,0 0-3 0,-5-2-3 16,5 1-2-16,0-1-3 0,0-1-1 16,0-1-2-16,11 0 1 0,9 0 0 0,1 1-1 15,14 0 0-15,-2 0-1 0,0 0 0 16,7 0 1-16,-3 2-1 0,2-4 0 16,0 2 0-16,1-3-1 0,-1 1 2 15,-2-3 0 1,-2 3 0-16,-2-1 1 0,-2-1-1 15,0 2 0-15,-4 0 2 0,-8 2 0 16,-3-1 2-16,-5 3 0 0,-5 0 0 0,2-2 0 16,-2 1 0-16,-1 1 0 0,1-1-1 15,-6 2 0-15,0-2-1 0,0 2 0 16,0 0-1-16,2 0 0 0,-2-1-2 0,4 1 0 16,-4 0-1-16,0 0 0 0,0 0 1 15,2-2-3-15,-2 2-1 0,0 0 1 16,0 0-4-16,0 0-2 0,2 0-9 0,-2 0-17 15,0 0-45-15,-4 7-104 0,-8 0-116 16</inkml:trace>
  <inkml:trace contextRef="#ctx0" brushRef="#br2" timeOffset="78027.16">20866 9795 416 0,'0'0'59'0,"0"0"-8"16,0 0-13-16,0 0-4 0,0 0-8 0,0 0-5 15,0 0-8-15,0 0-4 0,0 0-7 16,-17-21-1-16,17 21-1 0,-6 0-1 16,-7 1-1-16,-3 7 1 15,-1 5-1-15,-5 1 1 0,-1 3 3 0,-2 3-6 0,0-1 7 16,0 0-7-16,3-1 1 16,-1-3 1-16,6-4 2 0,5-3 0 0,2-3 0 15,3-2 0-15,5 0-1 0,2-3 1 0,0 0 0 31,0 0 0-31,0 2 1 0,0 4 0 16,0 3 0-16,7 3 2 0,-1-2-3 0,2 0 3 16,4-1-2-16,1-1 1 0,1 2-1 15,-3-2 2-15,-1-3-1 0,2 2 1 0,1 0-1 16,3-1 1-16,-5 1-2 0,1-2 1 16,0 0 0-16,1 2-1 0,-1-2 0 15,-3 0-1-15,1 3 0 0,-2-4 0 16,-4-3-2-16,3 6 0 0,-5-4 1 0,0 0-2 15,4 1-1-15,-2-1-2 0,-2-1-7 16,2 1-6-16,-4-3-32 0,0 0-66 0,0 0-143 16</inkml:trace>
  <inkml:trace contextRef="#ctx0" brushRef="#br2" timeOffset="78753.8">20746 10014 541 0,'0'0'38'0,"0"0"-9"16,0 0-9-16,0 0-7 0,0 0-5 15,0 0-3-15,0 0-2 0,0 0 0 16,0 0 0-16,84-52 0 0,-61 52-2 15,0 0 1-15,-2 0-1 0,3 0 0 0,-3 3 1 16,6 1-1-16,4 2 0 0,-4-1 1 16,6 1-1-16,0 0 0 0,2 1-1 0,0-2 0 15,2 1 0-15,-1 1 0 0,5-2 0 16,-2 0 1-16,0 1 0 0,1 0-1 16,-1-1 1-16,-4 0-1 0,6-3 0 0,-5 3 0 15,-3-2-1-15,0 0 1 0,2 2 0 31,-8-3-1-31,4 2 1 0,-8-3 1 16,1 2 0-16,3 1-1 0,-2-2 0 0,0 1 0 16,-2 0 0-16,8-1 0 0,-5 1 1 15,10 0-1-15,-3-1 1 0,0-1 0 16,0 0 0-16,4 1 0 0,-4-2 0 0,0 0-1 16,-2 0 2-16,-2 0-1 0,2-2 1 15,-4 1-2-15,0 0 0 0,-2-2 0 16,-1-1 0-16,-5 1 1 0,-2 2-1 0,1-2 0 15,-5 3 0-15,7-2 0 0,-1 2 0 16,2 0-1-16,7 0 1 16,-5 0 0-16,2 0 0 0,0 0 0 0,-5 0 0 15,-1 0 0-15,-4 0 0 0,-3 0 0 0,5 0 0 16,-7 0 0-16,2 0 0 0,-6 0 0 16,7 0 0-16,-7 0 0 0,6 0 0 0,1 0 0 15,-1-1 0-15,1 1 0 0,-3 0 0 31,2 0 1-31,5-1 0 0,-5 1-1 0,-1-2 2 16,7-1-2-16,-5 1 2 0,-1 1 0 16,-4-1-1-16,-1 0 1 0,-1 1 0 15,0 1 1-15,0-1 1 0,-2 1-2 16,0-2 0-16,1 2 1 0,-5 0-2 0,0-1 0 16,0 1 1-16,2 0-2 0,2 0 0 15,-4 0-2-15,2-2 1 0,-2 2 0 16,6-1-2-16,0-1 0 0,0 0-7 0,1 2-14 15,-7 0-47-15,4-1-118 0,2 1-93 16</inkml:trace>
  <inkml:trace contextRef="#ctx0" brushRef="#br2" timeOffset="79727.52">21285 9499 484 0,'0'0'60'0,"0"0"-10"0,0 0-9 0,0 0-8 0,0 0-7 0,0 0-5 31,0 0-6-31,0 0-5 0,0 0-3 16,-8-15-4-16,18 10-2 0,9 1 0 0,12-3 0 16,0 6-1-16,2-1 1 0,6 2-1 15,0 0 0-15,3 0-1 0,-5 2-1 16,2 1-1-16,-2-1-1 0,-8-1-3 0,-4 1-1 16,-4-1-7-16,-5 1-10 0,-7-1-16 15,3 2-11-15,-8-1-18 0,-2 1-33 0,-2 0-59 16,0 0-69-16</inkml:trace>
  <inkml:trace contextRef="#ctx0" brushRef="#br2" timeOffset="79960.34">21558 9481 404 0,'0'0'63'16,"0"0"-12"-16,0 0-7 0,0 0-9 0,0 0-10 0,0 0-9 15,0 0-7-15,0 0-3 0,0 0 1 0,0 0 2 31,-45 29 0-31,38-10 0 0,5 2-1 16,2 1-2-16,-4-1-1 0,4-4-2 0,0-1-1 16,0-3-1-16,0-1-1 0,0 0 0 15,0-8-1-15,0 3-1 0,0-3-1 16,0 1-2-16,0-1-2 0,4 1-6 0,-4-5-21 16,0 0-43-16,2 4-85 0,2-1-107 15</inkml:trace>
  <inkml:trace contextRef="#ctx0" brushRef="#br2" timeOffset="80393.45">21862 9500 490 0,'0'0'17'0,"0"0"-6"0,0 0-1 16,0 0-3-16,0 0-2 0,0 0-1 16,0 0-2-16,0 0 0 0,0 0 0 15,-56 64 0-15,48-53 1 0,2-5 1 16,4-3 4-16,-3 2 2 0,5-5 7 0,0 0 1 16,0 0 4-16,0 1-1 0,-2 1-4 15,2-1-3-15,0 2-5 0,7 2-4 16,5 1-3-16,4 1-2 0,7-1-1 0,0 2-1 15,2 1 0-15,2 0-1 0,-3 1 2 16,-3-3-4-16,2 2 2 0,-9-3 1 16,-5 0-2-16,1-1 4 0,-10-2 0 0,8 3 0 15,-8-3 2-15,4 0-1 0,-2 1 0 16,-2 1 2-16,-2 3-2 0,-10 0 1 16,-1 3 2-16,-5-3-4 15,-1-2 1-15,-1 0 0 0,-1-1-2 0,-2-1 2 0,7-1-1 31,-1 0-1-31,5-2 0 0,-3-1-4 16,3 2-5-16,6-2-20 0,-1 2-47 0,7-2-79 16,0 0-112-16</inkml:trace>
  <inkml:trace contextRef="#ctx0" brushRef="#br2" timeOffset="80943.11">21771 9505 582 0,'0'0'61'0,"0"0"-14"16,0 0-11-16,0 0-14 0,0 0-3 16,0 0-4-16,0 0-2 0,0 0-4 15,0 0 0-15,0 0-2 0,-25-24-1 16,25 22 0-16,0 1-2 0,0-1-2 0,0 2 2 16,0-1-2-16,0 1 1 0,0-2 1 15,0 2-2-15,0-5 0 0,6 1 1 0,7 0-3 16,7-4 0-16,1 3 0 0,10 2 1 15,2 0 0-15,6 0 0 0,5 0-1 16,1 0 1-16,7-1-1 0,0-1 0 16,-5 0-1-1,3 0 1-15,-9 0 0 0,-2 0 1 0,-1 1 0 0,-7-1-1 0,-2 2 2 16,-11 2-2-16,5-1 0 0,-13 0 0 16,-4 2-1-16,1 0 2 0,-7 0 1 0,0 0-2 31,0 0 1-31,0 0 0 0,4 0-2 15,-4 0 2-15,2 0-1 0,-2 0 0 16,4 0 2-16,-4 0-3 0,2 0 1 0,-2 0 0 16,4 0-2-16,-4 0 0 0,0 0 0 15,2 0-4-15,2 0-2 16,-4 0-11-16,2 0-26 0,-2 0-53 0,0 2-200 0,0 10-12 16</inkml:trace>
  <inkml:trace contextRef="#ctx0" brushRef="#br2" timeOffset="83796.39">21705 10103 268 0,'0'0'42'0,"0"0"-6"0,0 0-2 0,0 0-4 16,0 0-6-16,0 0 1 0,0 0-4 16,0 0 0-16,0 0-3 0,-13-2 0 0,13 1-3 15,0 0-4-15,0-4-2 0,0 0-3 16,0 1-2-16,7-2 1 0,-5 3-1 16,2 0-1-16,0 1 0 15,0 0 1-15,2 1-1 16,3 0 4-16,1-2 0 0,-2 1-1 15,5-1 3-15,-5 1-2 0,4 1 0 16,1-1 0-16,5-1 0 0,1 1 2 0,-1-1-1 16,-1 1 1-16,6 0-1 0,-3 1-1 15,-1-1 0-15,0 2-2 0,-9-2-1 16,2 2-1-16,5-1 2 0,-9 1-2 0,4 0 2 16,1 0-1-16,-1 0-2 0,-1 0 1 15,7 0-2-15,1 0 0 0,6 0 1 16,-1 0-1-16,-3 1 0 0,0 3 0 0,4-3-1 15,-5 1 1-15,1 0 0 0,4 1 0 16,-5-2 0-16,5 0 0 0,0 1 0 0,-4-1 0 16,1 1-1-16,-1-1 2 0,4 1-2 15,-2 0 0-15,1-2 0 0,1 0 0 16,0 1 0-16,-2-1 0 0,2 0 1 16,-1 0-1-1,-1 0 0-15,2 0 0 0,2 2 0 16,-2-2 0-16,2 0 1 0,1 1-1 15,-1-1 0-15,0 0 0 0,0 0 1 0,-2 0-1 16,0 0 0-16,-3-1 1 0,-3-1 0 16,0-1-1-16,-5 1 2 0,-1-1-2 15,5 0 1-15,-8 2-1 0,-7 0 0 16,3 1 0-16,-6 0 0 0,0-2 1 0,0 2-2 16,8 0 1-16,-2 0-1 0,0 0 1 15,1 0 0-15,-3 0 0 0,2 0 1 0,-2 0-1 16,2 0 0-16,0 0 1 15,-1 0-1-15,1 0 0 0,0 0 0 0,-6 0 0 16,0 0-1-16,0 0 0 0,0 0-5 16,2 0-2-16,-2 0-11 0,0 0-29 0,0 0-60 15,0 3-170 1,-12 0-10-16</inkml:trace>
  <inkml:trace contextRef="#ctx0" brushRef="#br2" timeOffset="84796.3">20758 9831 284 0,'0'0'58'0,"0"0"-4"0,0 0-8 32,0 0 0-32,0 0-4 0,0 0 1 0,0 0-3 0,0 0-3 0,0 0-5 31,0 0-5-31,0-18-5 0,0 13-5 15,0 5-1-15,0-4-3 0,0 0-3 16,0-1 1-16,2 0-3 0,-2 5-2 0,0-1 0 16,0 1-2-16,0-2-1 0,0 1-2 15,0 1-1-15,0-2-1 0,0 2-1 16,0 0-1-16,0 0 1 0,-2 5 1 0,-10 6-1 16,-5 7 2-16,-2 0 4 0,-3 3-5 15,-3 0 4-15,0 1-4 0,-2-3-1 16,2-2 2-16,3-2-1 0,-1-1 2 0,11-5-1 15,1-1 0-15,5-4 0 0,0-3-1 16,2 3 1-16,4-4 1 0,0 0 0 0,0 0 1 16,0 1-1-16,-2-1 2 15,2 2-3-15,0-2 0 0,0 1-2 0,0-1 1 32,0 2 0-32,0 0 1 0,0 2 2 0,2 3-2 0,8 2 2 0,5 2-2 0,-1 0-2 31,3-2 4-31,-1 0-2 0,7 0 0 15,-3-1 0-15,5 1 0 0,-4 0 0 0,4-2 0 16,-5 3 0-16,5-2 0 0,-4 2 0 16,0 0 0-16,1 1 0 0,-5 0 1 15,-1-4-2-15,-3 3 2 0,-3-3-1 16,-4-1 0-16,5 2 0 0,-5-2 0 0,0 1 1 16,-4 1-1-16,2-3 1 0,-2 2-1 15,2-2 0-15,-4-1 1 0,3 1-1 0,-3-5 1 16,0 0 0-16,0 0-2 0,0 1 1 15,0 1 0-15,0-1 0 0,0 1 1 16,2-1-2-16,-2 1-2 0,0-1-3 16,0 1-6-16,0 0-15 0,0 2-20 0,0 0-42 15,0 1-78-15,0 0-117 16</inkml:trace>
  <inkml:trace contextRef="#ctx0" brushRef="#br2" timeOffset="86310.38">20644 10076 336 0,'0'0'52'0,"0"0"-8"16,0 0-6-16,0 0-1 0,0 0-6 15,0 0 0-15,0 0-2 0,0 0-2 0,0 0-2 16,0 0-5-16,-27-11-4 0,27 10-2 16,0 1-1-16,0 0-3 0,0-2 2 15,0 1-3-15,13-1 0 0,-5-1-2 16,11 1-2-16,-1-1 0 0,-5 2-1 16,5 0 0-16,-1-1 0 0,-5 1-1 0,11 1 1 15,-6-2-1-15,1 2-3 0,9 0 0 0,-4 0 0 16,-3 0 0-16,5 0 0 0,-4 0 1 15,0 0-1-15,-9 0 1 0,9 0-1 16,-3 0 1-16,-3 0 0 0,3 0 0 16,5 0 1-16,-6 2 0 0,7-2-2 0,-3 1 1 15,4-1 1-15,-4 0-1 0,-5 2 0 16,3-1 0 0,1-1-1-16,-1 1 0 0,8 2 0 15,-2-1 0-15,-9-2 1 0,3 1-1 16,-1-1 0-16,-5 2 1 0,5 0 0 15,1-2-1-15,-11 1 1 0,13 1 0 16,-2-2 0-16,-7 0-1 0,7 1 0 0,-3 1 1 16,-3-2-1-16,5 2-1 0,1 0 0 15,-11 0 1-15,15-1-1 0,-7-1 2 16,3 2-1-16,4-1 1 0,-7 1 0 0,3 0-1 16,-7-2 1-16,-4 0-1 0,9 1-1 15,-3-1 1-15,-1 0 0 0,-1 0 0 16,1 0 0-16,1 1 0 0,-1-1-1 0,-1 2 1 15,0-2-1-15,3 1 1 0,-3 1 2 16,1-2-2-16,-1 1 0 0,2-1 0 16,5 2 0-16,-7-2 0 0,5 0 2 0,2 0-2 15,-7 0 0-15,7 0 1 0,-1 0-2 16,-5-3 1-16,3 1 0 0,-3 1 1 16,-3-1-2-16,2 1 1 0,-1 0 1 0,1 1-1 31,-2-2 0-31,3 0 0 0,-7 2-2 15,4-1 1-15,-3 1 2 0,3-2 0 0,2 2 0 16,1-1 0-16,-3-1-1 0,0 0 0 16,-1 1 0-16,-3 0 0 0,4-1 2 15,-6 2-2-15,2-1 0 0,7-1 0 16,-7 2 1-16,-2-1-1 0,9-1 0 0,-7 2-1 16,2 0 1-16,4-2 0 0,1 2 1 15,-5 0-1-15,-2 0 0 0,7 0 0 0,-7 0-1 16,8 0 1-16,-1 0-1 0,-1 0 1 15,3 0 0-15,-3 0 0 0,1 0 0 16,-1 0 0-16,0-1-1 0,1 1 1 16,-3-2 0-1,2 2 0-15,1-1 1 0,-7 1-1 0,6-2 0 0,-5 2 1 0,1-1-2 16,4 0 1 0,-5-1 0-16,-1 2-1 0,-6 0 1 0,6 0-1 0,0 0 0 0,0 0 0 31,1 0 1-31,-5 0 1 0,4 0 0 15,0 0-1-15,-2 0 0 0,-4 0 0 16,8 0 1-16,-1 0-1 0,5 0 1 0,0 0 0 16,-10 0-1-16,5 0 0 0,-1 0 0 15,0 0-1-15,-4 0 1 0,4 0 1 16,1-1-2-16,-1 1 1 0,-2 0 1 16,4 0-1-16,-4 0 0 0,3 0 0 0,-1 0-2 15,4 0 2-15,-4 0 0 0,-2 0 0 16,3 0 1-16,-1 0-1 0,0 0 0 0,0 0 0 15,-2 0 0-15,3 0 1 0,-1 0-2 16,-2 0 2-16,4 0-1 0,-4-2 0 0,2 2 0 16,1 0 0-16,3-2 1 0,-4 2 0 15,-2 0-2-15,3 0 2 0,-1 0-1 16,0 0 0-16,0 0 0 0,2-1-1 16,-1 1 0-16,-1 0 1 0,0 0 1 0,0 0-1 31,0 0-1-31,1 0 1 0,-1 0 0 15,-6 0 0-15,4 0 0 0,2 0 1 0,0 0-2 16,1 0 1-16,-7 0 1 0,6 0-1 16,0 0 0-16,0 0-1 0,2 0-1 15,-1 0 2-15,-1 0 0 0,4 0 1 16,-4 0-1-16,1 0 1 0,5 0-1 0,-8 0-1 16,2 0 1-16,1 0 0 0,-7 0 0 15,4 0 0-15,2 0-1 0,0 0 1 16,0 0 0-16,-6 0 0 0,0 0 0 0,0 0 0 15,0 0 1-15,2 0-2 0,5 0 1 16,-1 0-2-16,0 0 0 0,-4 0-1 16,-2 0-2-16,6 1-3 0,0 1-11 0,1 0-27 15,-1-1-48-15,-6-1-187 0,0 0-15 16</inkml:trace>
  <inkml:trace contextRef="#ctx0" brushRef="#br1" timeOffset="162207.34">17331 8774 449 0,'0'0'49'0,"0"0"-7"0,0 0-4 0,0 0-5 16,0 0-6-16,0 0-4 0,0 0-4 0,0 0-3 0,0 0 0 0,18-46-2 31,-16 44-2-31,-2 1-1 0,0-1-4 15,0 1-2-15,0-1-4 0,5 1-1 16,-5-1 0-16,0 2-2 0,0-2 1 0,0 2-1 16,0 0 0-16,-13 7 2 0,5 5-2 15,-9 3-1-15,-1 2-1 0,1-1 2 0,-6 3-2 16,3-3 3-16,-1 3 0 0,3-3 1 16,-1-1 0-16,7-4 1 0,3-2 0 15,3-3 0-15,0 2-1 0,0-2 1 16,4-3-2-16,2 1 2 0,0-4 0 0,-5 0 0 15,5 0 0-15,0 2 0 0,0 0 0 16,0-1 0-16,-2 1 0 0,2-1-1 16,0 1 0-16,0 5 1 0,0 0 0 15,0 3 0-15,0 0-1 0,0-2 1 0,7 1 1 16,-5-1-1-16,6 2 0 0,2 0 1 16,5 0-2-16,-3 1 1 0,3-2 1 0,1-2-1 31,3 3-2-31,-3-3 1 0,-3-1 0 15,-1 0-1-15,0 2 0 0,-3-2 0 0,3 1-1 16,-6 0 2-16,1-1-1 0,3 0 1 16,-6 0 0-16,2 1 0 0,-2-4 1 15,3 1-1-15,-5-3 0 0,2 2 0 16,-2 0-3-16,2 0-1 0,-4-3-3 0,0 0-6 16,0 0-23-16,0 1-27 0,2 1-42 15,-2-2-69-15,0 0-81 0</inkml:trace>
  <inkml:trace contextRef="#ctx0" brushRef="#br1" timeOffset="162889.28">17246 8969 552 0,'0'0'45'0,"0"0"-4"0,0 0-8 16,0 0-9-16,0 0-6 0,0 0-5 16,0 0-4-16,0 0-2 0,0 0-2 15,0 0-3-15,31-61-1 0,-23 59 0 16,5 2-2-16,1 0 2 0,9 0-2 0,-7 5 2 15,7 2-1-15,-2 0 0 0,-1-1 0 16,5-1-1-16,0 1 2 0,2-2-1 16,0 1 0-16,4-2 0 0,-2 1 0 0,2 1 0 15,2-2 1-15,-2 0 0 0,2-1-1 16,-2-1 1-16,-4 1-1 0,0-1 0 16,0 0 0-16,-3-1 0 0,1 0 0 0,0 2-1 15,-2-2 1-15,2 2 0 0,-1-1 0 31,1 1 0-31,-4 0-1 0,-7-1 1 0,5 1 1 16,2-2-2-16,-3 1 2 0,1 0-1 16,-1 1 0-16,1-2 0 0,-2 1 0 15,1-1 0-15,1 0 1 0,1 0-1 16,-1 0 0-16,0 0 0 0,1 0 0 0,-1 0 1 16,-7 0-1-16,9 0 0 0,-9 0 1 15,1-1-2-15,1 1 1 0,-1 0-1 0,-1 0 0 16,0 0 0-16,1 0 2 0,-11 0-1 15,10 0 1-15,-8 0-1 0,1 0 0 16,1 0-1-16,-2 0 2 0,2 0-1 16,0 0 1-16,1 1 0 0,-1-1-1 0,0 0 0 15,-2 0 3-15,2 0-3 0,-2 0 1 16,5 0 1 0,-5 0-1-16,2 0 0 0,-6 0 0 0,0 0 0 0,0 0-1 0,2 0 0 15,-2 0 1-15,4 0-2 0,-4 0 0 31,2 0-1-31,-2 0-2 0,4 0-2 16,-4 0-7-16,2 0-14 0,-2 0-36 0,3-1-55 16,-3 1-159-16</inkml:trace>
  <inkml:trace contextRef="#ctx0" brushRef="#br1" timeOffset="163573.37">17511 8526 536 0,'0'0'46'16,"0"0"-7"-16,0 0-13 0,0 0-7 15,0 0-8-15,0 0-4 0,0 0-2 0,0 0-1 16,0 0 0-16,0 0-1 0,99-61 0 0,-72 57-1 15,2 1 2-15,-3 1-2 0,3 0 0 16,0 2-1-16,-2 0-1 0,-2 0-1 16,-4 0-3-16,-7 0-3 0,3 2-5 15,-9 1-11-15,0 2-13 0,-2-1-15 0,-1-1-25 16,-3 0-49 0,-2-3-91-16</inkml:trace>
  <inkml:trace contextRef="#ctx0" brushRef="#br1" timeOffset="163788.91">17719 8501 470 0,'0'0'35'16,"0"0"-15"-16,0 0-5 0,0 0-2 15,0 0-1-15,0 0 1 0,0 0-5 0,-37 82-3 16,31-55-2-16,4 0-3 0,-2-3 2 15,2 0-4-15,0-7-1 0,-3 0-5 16,5-5-1-16,0 0-7 0,0 2-6 16,0-8-19-16,0 5-38 0,0-6-66 0,5 3-82 15</inkml:trace>
  <inkml:trace contextRef="#ctx0" brushRef="#br1" timeOffset="164156.16">17974 8493 544 0,'0'0'36'0,"0"0"-15"16,0 0-12-16,0 0-6 0,0 0 3 0,0 0-3 15,0 0 2-15,0 0-7 0,0 0 1 16,-48 89-1 0,32-68 1-16,-1-1 0 0,0-2 0 0,9-6 1 0,0-4 0 15,4-1 1-15,2-2-1 0,2-2 0 0,-4 2 3 16,4-5 1-16,0 3 4 0,4 1 0 16,4 3-2-16,0-2-2 0,11-2-1 0,-1-1-2 31,3-2 0-31,2 2-1 0,-2-2-3 15,-1 0-1-15,5 1-5 0,0-1-6 0,-5 2-5 16,5 1-11-16,-4-2-10 0,0 2-19 16,-5 0-31-16,-8 0-53 0,-1-1-74 15</inkml:trace>
  <inkml:trace contextRef="#ctx0" brushRef="#br1" timeOffset="164489.94">18062 8591 586 0,'0'0'56'0,"0"0"-9"16,0 0-15-16,0 0-13 0,0 0-7 31,0 0-9-31,0 0-1 0,0 0-2 15,0 0-1-15,-10-6 1 0,6 20 0 16,0 9-1-16,-2 4 1 0,-1 0-2 0,1 2 2 16,4-3-2-16,-2 1-1 0,4-3 1 15,0-5-1-15,0-1 0 0,0 0 1 0,0-6-2 16,0 5-1-16,0-7 0 0,0-5-2 16,0 6 1-16,0-7-1 0,6 4-1 15,-2-1-3-15,-4-4-8 0,2 2-15 16,3-3-15-16,3 1-25 0,0-1-69 0,2 3-104 15</inkml:trace>
  <inkml:trace contextRef="#ctx0" brushRef="#br2" timeOffset="103008.76">15656 10504 322 0,'0'0'27'16,"0"0"-2"-16,0 0-5 0,0 0-7 16,0 0-3-16,0 0 2 0,0 0 1 0,0 0 4 31,0 0 0-31,0-15-1 0,0 13 3 15,0 1-1-15,0-1 1 0,0 0 1 0,0 1-3 16,0-1-1-16,0 1 0 16,0-1-4-16,0 1 0 0,0 0-3 15,0-1-3-15,0 1 1 0,0-1-4 0,0 0-1 16,0 1-1-16,0-1 0 0,0 2-1 0,0-1 1 16,0 1-1-16,0-2 0 0,0 2 1 15,0-1-1-15,0 1 0 0,0-2 1 16,0 2-1-16,0-1 1 0,0 1-1 0,0-2 1 15,0 2 1-15,0-1-1 16,0-1 1-16,0 1 0 0,-4 1 0 0,4-2 0 16,0 2 1-16,0-2 1 0,0 2-2 0,0-1 0 15,0 1 0-15,0-2-1 0,0 2 0 16,0-1-1-16,0 1 0 0,0 0-1 16,0 0 0-16,0 12 1 0,0 8 4 0,0 9-3 31,0 1 4-31,4 5-5 0,-2 3 1 15,3 1-1-15,-3 2 0 0,2 2 1 16,-2-1-2-16,-2 1 2 0,0-1 0 0,0 0 1 16,0-5 0-16,0 0 2 0,0-4-2 15,0-4 2-15,0-2-1 0,0-9 1 16,0 1 0-16,0-7-1 0,0-6 1 16,0 6-1-16,0-6 0 0,0 1-1 15,0-2 2-15,0-5-3 0,0 0 1 0,0 0-2 16,0 2-4-16,0-1 3 0,0 1 1 0,0-2-4 15,0 0-7-15,0 0-22 0,0-3-29 16,0-11-53-16,0-7-99 0,-2-6-53 16</inkml:trace>
  <inkml:trace contextRef="#ctx0" brushRef="#br2" timeOffset="103541.4">15632 10514 434 0,'0'0'35'0,"0"0"2"0,0 0-6 0,0 0-6 16,0 0-2-16,0 0-2 0,0 0-2 15,0 0 0-15,0 0-3 0,0 0-5 0,0-16-4 16,0 14-3-16,0 2 0 0,0 0 1 15,-7 6 5-15,-5 10-3 0,4 6 2 16,-5 1-5-16,1 3-2 0,4 0 1 16,-5-1-2-16,-3-2 0 0,7-1 1 0,1-7 0 15,4-6 0-15,4-5 0 0,0-4 1 16,-2 0 0-16,2 0 0 0,0 2 0 0,0 0 2 16,0-1 1-16,-4-1-2 15,4 0 1 1,0 0-2-16,0-1-1 0,0-13 0 15,4-4-1-15,2-7 0 0,0 2-1 16,-4 1 0-16,5 0 1 0,-5 1 0 0,-2 6-3 16,6 0-2-16,-6 4 5 0,4 6-6 15,-4 1 6-15,0 4-3 0,0-1-2 0,6 1 3 16,2 1 0-16,7 10 5 0,1 7-3 16,-1 3 4-16,-1 2-5 15,3 1-1-15,-5-3 1 0,1-1-1 0,-3-3 2 16,0-5 0-16,-1-1-1 0,1-6 0 0,-2 0 0 15,1 0 0-15,-5-3 1 0,4-2-1 16,-2 0 0-16,5 0 0 0,-3 0-2 16,0-4-2-16,4 1-6 0,-5-3-20 0,3 2-30 15,-8 1-65-15,2 1-156 16</inkml:trace>
  <inkml:trace contextRef="#ctx0" brushRef="#br2" timeOffset="104458.71">13134 10815 581 0,'0'0'44'0,"0"0"-5"0,0 0-6 16,0 0-14-16,0 0-9 0,0 0-7 0,0 0-2 16,0 0 1-16,0 0 2 0,0 0 0 0,7 74-1 31,1-37-1-31,4 1 0 0,1-1-1 15,-7 2 1-15,6-4-2 0,-5-7 1 16,-5-8-1-16,2-9 2 0,-2-5 1 0,-2-6 4 16,0 0 3-16,0 0 2 0,0 2 3 15,0-1-1-15,2-1-1 0,-2 0-2 16,4 0-3-16,-2-14-2 0,4-7-3 0,1-7 0 16,-3-2-1-16,-2 1-2 0,2 1 2 15,4 0-3-15,-4 4 2 0,0 6-1 16,3 4 1-16,-3 6-3 0,-2 6 0 15,4 0-2-15,6 2 2 0,3 14 2 0,3 4 0 16,1 6 2-16,2 5-3 0,-3 0 1 16,1 0-1-16,0-1 1 0,-7-3 0 0,0-7 2 15,-3-4-2-15,-3-7 0 0,-4-4 1 16,2 0-1-16,-4-3 3 0,0 0 0 16,2 0 0-1,4-6 1-15,5-6 0 0,-5-6 1 16,-4-4-2-16,-2-3-1 0,0-4 1 15,0-4-2-15,0-4 1 0,-2 0-2 16,-2 3 2-16,2 2-2 0,-3 11 0 0,3 8-2 16,2 9 1-16,0 4-1 0,0-1-2 15,0 1 0-15,0 0-1 0,0 0 1 16,2 7 0-16,5 7-6 0,5 7-20 0,0 2-34 16,7-2-73-16,-4 3-163 15,3-4 0-15</inkml:trace>
  <inkml:trace contextRef="#ctx0" brushRef="#br2" timeOffset="104958.39">13637 10904 528 0,'0'0'46'16,"0"0"-3"-16,6 99-7 0,-2-64-9 0,2-1-12 31,1-4-8-31,-5-2-3 0,2-9 2 15,2-3-4-15,-6-5 4 0,2-6-3 16,-2-1 8-16,0-4 8 0,0 0 4 16,0 0 2-16,0-9-9 0,0-7-1 15,-6-7-8-15,0-4 1 0,-3-5 0 0,3-2-5 16,-4-4-1-16,6-1-1 0,-7-1 1 16,9 2-1-16,-2 5 0 0,4 6-2 15,0 8 1-15,0 6-2 0,4 5 0 16,5 2 0-16,5 2 0 0,3 4 1 15,3 0-2-15,5 8 2 0,-4 6-1 16,3 3-1-16,-5 2-1 0,-4 3-1 16,-3 1-3-16,0-1 0 0,-5-7-3 15,-5 2 1-15,2-4 0 0,-4-3 0 16,-4 7 4-16,-5-5 2 0,3 0 1 0,-10-4 3 16,5-2 1-16,1-3 0 0,-9 0 3 15,11-3 0-15,-4 0 2 0,-1 0 3 16,7 0-5-16,-6-2-1 15,5 1 0-15,5-1-2 0,-4 1-2 0,6 1 0 16,0 0 0-16,0 0 0 0,8 6 0 0,11 7 2 16,2 3-1-16,4 0-1 0,-3-1 2 15,-1 2-1-15,4 0 0 0,-5-2 0 16,1-1-1-16,-8-5-2 0,1 0-2 0,-8-3-4 16,0 0-9-16,7 5-35 15,-7-3-58-15,-4-3-121 0,2 0-56 0</inkml:trace>
  <inkml:trace contextRef="#ctx0" brushRef="#br2" timeOffset="105192.74">14005 10827 585 0,'0'0'36'0,"0"0"-1"0,0 0-7 31,0 0-9-31,-19 90-7 0,19-66-4 0,0-1-4 16,0-2 0-16,4 0-1 0,2-7-3 16,-3 1 2-16,1-4-1 0,-2-1 0 15,-2 2-1-15,4-7 0 0,-4 5 1 16,2-3-2-16,-2-3 0 0,0 2-3 0,0-6-7 16,0 0-33-16,0 0-65 15,0 2-166-15,0-1-14 0</inkml:trace>
  <inkml:trace contextRef="#ctx0" brushRef="#br2" timeOffset="105625.23">14156 10819 568 0,'0'0'56'15,"0"0"-8"-15,0 0-12 0,0 0-16 0,0 0-7 16,0 0-4-16,0 0 0 0,0 0-3 16,0 0 2-16,0 0 0 0,18-10 0 0,-5 7-3 15,3-2-1-15,-5 3-2 0,7-3-2 16,1 2 0-16,-5-2 0 0,3 1 0 16,-1-1 0-16,-5 2-2 0,3 1 0 15,-2 1-2 1,1 1-5-16,1 0-8 0,-7 0-28 15,3 0-28-15,-8 0-61 0,4 1-78 16,-2 2-48-16</inkml:trace>
  <inkml:trace contextRef="#ctx0" brushRef="#br2" timeOffset="105820.68">14315 10799 498 0,'0'0'53'15,"0"0"-12"-15,0 0-9 0,0 0-1 0,0 0-3 16,0 0-3-16,-46 100-3 0,42-72-5 15,4-1-3-15,0 1-3 16,0-2-5-16,0-2 0 0,4-1-3 0,3-6 0 16,-5-2-1-16,2-5-4 0,2-2-2 0,-4 1 0 15,2-6-4-15,-2 2-14 0,-2-5-37 16,2 0-44-16,4 1-88 16,-1 1-96-16</inkml:trace>
  <inkml:trace contextRef="#ctx0" brushRef="#br2" timeOffset="106041.5">14464 10851 544 0,'0'0'27'16,"0"0"10"-16,0 0 5 15,0 0-2-15,0 0-7 0,0 78-12 0,0-49-6 16,0-4-6-16,0-5-3 0,0 0-5 0,0-2 0 15,2-6-2-15,-2 0 0 0,0-1-2 16,0-5-1-16,0-1-4 0,4 1-4 16,-4-6-13-16,0 0-22 0,0 0-33 15,0 0-38-15,0 0-33 0,0-2-47 16</inkml:trace>
  <inkml:trace contextRef="#ctx0" brushRef="#br2" timeOffset="106191.93">14453 10891 550 0,'0'0'63'0,"0"0"-9"0,0 0-12 16,0 0-14-16,0 0-11 0,0 0-7 0,0 0-6 15,0 0-2-15,0 0-1 0,0 0-3 16,56-70-2-16,-37 63-4 0,-3 0-10 0,1 4-25 16,-5-1-32-16,-1 3-66 15,-7-1-137-15</inkml:trace>
  <inkml:trace contextRef="#ctx0" brushRef="#br2" timeOffset="106358.01">14522 10938 554 0,'0'0'9'0,"0"0"0"0,0 0-2 0,0 0-3 15,0 0-2 1,0 0-11-16,0 0-22 0,0 0-73 15,0 0-132-15</inkml:trace>
  <inkml:trace contextRef="#ctx0" brushRef="#br2" timeOffset="106533.05">14503 11085 439 0,'0'0'26'0,"0"0"-8"0,0 0-6 16,0 0-12-16,0 0-2 0,0 0 0 0,78 12-3 16,-53-15-3-16,-4 0-3 0,-7 0-4 15,-1 2-8-15,-9-1-20 0,8 0-43 0,-5 2-70 16</inkml:trace>
  <inkml:trace contextRef="#ctx0" brushRef="#br2" timeOffset="106941.57">13810 11342 631 0,'0'0'52'16,"0"0"-7"-16,0 0-17 0,0 0-10 16,0 0-9-16,0 0-2 0,0 0-4 0,0 0-2 31,0 0 0-31,-76 34 0 0,61-6-2 15,7 4 2-15,2 3 0 0,2 1 1 16,4 2-1-16,0-1 1 0,0-4-2 0,6-1 2 16,4-3-1-16,-1-7 0 0,3-2-1 15,0-5 0-15,3-1-1 0,-5-5-1 16,1-1 0-16,-1-2-3 0,2-5-10 0,1 2-17 16,-5-3-48-16,4 0-105 0,-5-4-103 15</inkml:trace>
  <inkml:trace contextRef="#ctx0" brushRef="#br2" timeOffset="107158.74">13895 11486 588 0,'0'0'22'15,"0"0"5"-15,0 0-1 0,0 0-7 0,0 0-8 31,0 0-4-31,0 0-4 0,83-32-2 16,-58 24 1-16,2 1 0 0,-1-1-5 0,1-1 0 16,-2 3-3-16,-6 0-6 15,-7 3-12-15,1 1-27 0,-9 1-47 0,2 1-64 16,-6 0-95-16</inkml:trace>
  <inkml:trace contextRef="#ctx0" brushRef="#br2" timeOffset="107357.58">14106 11401 558 0,'0'0'42'16,"0"0"-10"-16,0 0-10 0,0 0 1 0,0 0-1 0,0 0 5 0,0 0-1 15,0 0-4-15,-23 100-2 0,23-74-4 16,-2 0-6-16,-2-2-5 0,4-6-1 16,0-1-4-16,-2-5 1 15,2-6-1-15,0 0-2 0,0-6 0 0,0 0-1 31,0 0-3-31,0 1-8 0,0 4-22 0,0 0-34 16,0-2-65-16,6 1-154 0,0-2 16 0</inkml:trace>
  <inkml:trace contextRef="#ctx0" brushRef="#br2" timeOffset="107791.64">14348 11358 518 0,'0'0'25'16,"0"0"2"-16,0 0-3 0,0 0-8 0,0 0-7 0,0 0-4 16,0 0-2-16,0 0 1 0,0 0 1 0,0 0 0 31,-31 45 2-31,31-44 5 0,0 0 3 15,0 4 4-15,0 0 1 0,4 2-4 0,4 2-3 16,5-1-1-16,5 4-4 0,-3-1 2 16,1 0-2-16,1 2 0 0,-5-1-2 15,5 2-4-15,-9-5-1 0,0 0 0 16,-1-2-1-16,-1 1 0 0,0 0-2 16,-6-6 1-16,4 3 0 0,-4-5 0 0,0 5 2 15,0 5-1-15,0 4-1 0,-10 3 1 16,-3-4-1-16,-1 0 0 0,-1 0 1 15,-3-2 0-15,3 0-2 0,3-4 2 0,-1 1-5 16,3-4 2 0,4-2-6-16,4 1-9 0,2-3-23 0,0 0-46 0,-6 0-103 15,4-2-97 1</inkml:trace>
  <inkml:trace contextRef="#ctx0" brushRef="#br2" timeOffset="108024.63">14304 11466 671 0,'0'0'43'0,"0"0"-9"16,0 0-12-16,0 0-8 16,0 0-6-16,0 0-4 0,0 0-2 0,0 0 0 15,0 0-1-15,58-59 0 0,-33 48 1 16,0 1-2-16,-4 0 0 0,3 3-1 15,-9 2-1-15,-1 2-1 0,-3 0-2 16,-9 2-5-16,8 1-4 0,-10 0-21 0,0 0-27 16,6 0-53-16,-4 0-102 0,5 1-56 15</inkml:trace>
  <inkml:trace contextRef="#ctx0" brushRef="#br2" timeOffset="108376.92">14491 11254 627 0,'0'0'30'0,"0"0"0"0,0 0-2 16,0 0-8-16,0 0-8 0,0 0-5 15,0 0-1-15,0 0-2 0,0 0 0 0,78-11 2 16,-53 20 0-16,2 0 0 0,-7 5 0 15,3 0-3-15,-2 2-1 0,-7 1 1 16,3 4-1-16,-9 0-1 0,-2 5 0 0,1 5 1 16,-7 3-1-16,0 8 1 0,-5 3 0 0,-3 2 0 15,0-1-1-15,-5-4 2 16,3-5-2-16,-2-7 2 0,1-4-1 0,1-3 1 16,2-10-2-16,2-1 0 0,-1-4-1 0,3-5 0 31,4 1 4-31,-2-1-5 0,-2 2 4 15,2-2-6-15,2 1 1 0,0-4-2 16,-2 0-1-16,2 0-4 0,0 0-22 0,0 2-50 16,0-2-197-16,-4 0-33 0</inkml:trace>
  <inkml:trace contextRef="#ctx0" brushRef="#br0" timeOffset="124774.8">17389 9500 381 0,'0'0'44'16,"0"0"1"-16,0 0-4 0,0 0-7 0,0 0-5 16,0 0-4-16,0 0-4 0,0 0-5 0,0 0-2 31,0 0-1-31,-19-18-4 0,17 18 0 15,2-1 0-15,0 1-1 0,0-2 0 0,0 2 0 16,0-1-1-16,0-2 0 0,6-4 0 16,2 3 0-16,7-2-2 0,1 1-1 15,-3 2-2-15,3 0 0 0,3 0-2 16,0 2-1-16,7-1 0 0,-9 2 0 0,0 0 1 16,1 0-1-16,1 0 1 0,-1 2 0 15,-9-1-1-15,3 1 1 0,-6-2-1 0,0 0 0 16,1 0 0-16,-7 0-1 0,0 0 1 15,0 0 0-15,0 0-1 16,2 1-3-16,-2-1-1 0,4 0-5 0,-4 0-9 16,2 2-18-16,-2-2-22 0,6 4-27 0,-2 1-44 15,-2 0-49-15</inkml:trace>
  <inkml:trace contextRef="#ctx0" brushRef="#br0" timeOffset="125108.18">17589 9481 353 0,'0'0'59'0,"0"0"-4"0,0 0-8 15,0 0-10-15,0 0-9 0,0 0-9 0,0 0-5 16,0 0-7-16,0 0-1 0,-14-2 3 16,14 16 1-16,-4 6 1 15,4 7 1-15,0 0-3 0,0 2 0 0,0-1-1 16,0-1-4-16,0 0-1 0,0-3 0 15,4-5-1-15,-2-3 2 0,-2-5-2 0,0-5 1 16,0 5 0-16,0-5 0 0,0-1 0 16,0 2 0-16,0-7-1 0,0 0 1 0,0 6-1 15,0-2 0-15,0 3-1 16,0-1 0-16,0-6-1 0,0 0-1 0,0 0 1 16,0 1-1-16,0 0 1 0,0 1-1 0,0-1-1 15,0-1-1-15,0 0-3 0,0 2-11 31,0-2-26-31,0 0-38 0,2 0-71 16,2 0-122-16</inkml:trace>
  <inkml:trace contextRef="#ctx0" brushRef="#br0" timeOffset="128174.7">17907 9463 299 0,'0'0'38'0,"0"0"-3"0,0 0-3 0,0 0-5 15,0 0-3-15,0 0-4 0,0 0 0 16,0 0 0-16,0 0-2 0,0 0 0 16,7-17-4-16,-7 15 1 0,0 1-1 15,0-1-4 1,0 1 2-16,0-1 1 0,0 1 1 15,0-4 0-15,-4 1 1 0,1 1-6 16,3-1 0-16,0 4-2 0,-2-1-2 0,2 1 2 16,-4-2-4-16,-2-1-1 0,4 2 1 15,-2 0-2-15,4 1-1 0,-6 0 1 0,-1 0-1 16,-5 0 0-16,4 0 1 16,0 4-1-16,-5 5 1 0,3 0 0 15,-3 2 0-15,5 0-1 0,2 0 1 0,-2 3-1 16,1-2 2-16,1 4-2 0,0-3 1 0,2-2-1 15,2 4 2-15,2-4 0 16,-2 1-1-16,2 0 0 0,-4 1 1 0,4 6-4 16,0-9 4-16,0 8-1 15,0-2 0-15,0-5 1 0,4 4-2 0,-2-7 2 16,-2 2 0-16,6-1-2 0,-4-1 1 0,2 0-2 31,-4-3 2-31,2 4 0 0,2-4 0 0,-4 0-1 16,3 2 1-16,1-2-2 0,2 2 1 15,-4 1 1-15,2-5 0 0,2 3 0 0,-4-3-1 16,0 0 1-16,5 3-1 0,-3-3 1 16,-2-1 0-16,8 2 0 0,-8-1 0 15,2-1 0-15,3 1 0 0,-7-3 2 16,2 0-1-16,4 1 0 0,-2-1 1 16,0 2-1-16,-4-2 1 0,6 0 1 15,0 0-3-15,1 0 1 0,3 0 0 16,-4 0-4-16,2-5 3 0,1 2 0 0,-5 1-1 15,2-2 3-15,-4 3-3 0,2-2 1 16,2 1 0-16,-6 2 0 0,0 0-1 0,0 0 3 16,0 0-2-16,3-1 1 0,-3-1 1 0,4 0 0 15,-4 1 0-15,0-5-1 0,0-2 0 16,0-1 0-16,0-2 0 0,-7 4 1 16,3-1-2-1,-4 2-1-15,2 0 1 0,2 3-2 16,2 1 2-16,-5 1 1 0,5-1-3 15,-4 1 0-15,2 1 0 0,-2 0 0 16,0 0 0-16,-7 0 1 0,5 0 0 0,0 0 0 16,-3 3 0-16,5-2 1 0,0 3-1 15,0-1 0-15,4-2 0 0,-2 2-1 0,4-3 3 16,-2 0-1-16,2 0 1 0,0 0-1 16,-5 2 0-16,5-2 0 0,-2 1 1 15,2-1-1-15,-2 2-1 0,2-2 1 16,-4 1 1-16,4-1-2 0,-2 0 0 0,2 2 1 15,-4-2 0-15,4 0-1 0,-2 1 1 16,2-1-1-16,0 0 1 0,0 2 1 16,-4-2-2-16,4 0 1 0,0 0 0 0,0 0-1 15,-2 0 0-15,2 2 1 16,0-2 0-16,0 0-1 0,0 0 0 0,0 0-1 16,-4 0 1-16,4 0 0 0,0 0 1 0,-3 0 0 15,3 0-1-15,0 0 1 0,0 0-2 31,0 0 2-31,0 0-1 0,0 0-1 16,0 0 1-16,0 0 0 0,0 0 0 0,0 0-1 16,0 0 1-16,0 0-3 0,0 0-1 15,0 0-3-15,0 0-2 0,0 0-7 16,0 0-14-16,0 0-31 0,0 0-55 0,0 0-166 16,0 0-6-16</inkml:trace>
  <inkml:trace contextRef="#ctx0" brushRef="#br0" timeOffset="163854.99">18453 10246 220 0,'0'0'38'0,"0"0"-15"0,0 0-5 0,0 0-7 16,0 0-1-16,0 0-3 0,0 0 2 16,0 0-2-16,0 0 3 0,6 0 2 0,-6 0-1 15,0 0 3-15,0 0 2 0,0 0 2 16,0 0 3-16,0 0 0 0,0 0 0 16,0 0-2-16,0 0 3 0,5 0-5 15,-5 0-1 1,0 0-2-16,0 0-4 0,0 0-6 15,0 0-1-15,0 0-1 0,0 0-2 16,0 0 0-16,0 0-2 0,0 0 2 0,0 0 0 16,0 0 2-16,0 0-1 0,2 0 1 15,-2 0 0-15,0 0 1 0,0 0 1 0,4 0 0 16,-4 0 3-16,0 0 1 0,0 0 3 16,0 0-1-16,0 0 0 0,2 0 2 15,-2 0-3-15,0 0 0 0,0 0 0 16,0 0-2-16,0 0 4 0,0 0-2 0,0 0 0 15,0 0-1-15,0 0 0 0,0 0 0 16,0 0-1-16,0 0-2 0,0 0-2 16,0 0-2-16,0 0 1 0,0 0 0 15,0 0 1-15,0 0 0 0,0 0 0 16,-2 0-2-16,-4 0 4 16,-1 0-2-16,1 0 1 0,-4 1 4 0,4 1-3 0,4-2 1 0,-5 1 0 15,1-1-2 1,0 0 0-16,0 0 1 15,0 0-3-15,-1 0-1 0,1 0 0 16,-4 0-2-16,-3 0 2 0,1 0 0 0,-7 0-1 16,5 0 0-16,-11 5 0 0,6 0 1 15,-1-1-1-15,1 2 0 0,1 0 0 16,5-1-2-16,-1 1 3 0,5-3 0 0,5-1 0 16,-8 0 1-16,10-2-1 15,-4 0 2-15,-1 2 0 0,7-2 1 0,-6 0-1 16,0 0 1-16,0 0-2 15,4 0 0-15,2 0 0 0,-6 0-1 0,-1 0-1 16,1 0 1-16,0 0 0 0,0 0-1 0,0 0 0 16,-7 0 0-16,-1 0-1 0,1 0 1 0,-7 0 1 31,1 4-2-31,-2 1 1 0,-1 0 1 0,7-3 0 0,-3 3-1 16,3-2 0-16,3 0 0 0,-7 0 1 0,7-1-1 0,-1 0 1 31,5 2-1-31,2-3 0 0,-2 1 2 15,1-1-1-15,1-1-1 0,2 2 1 16,-2-2-2-16,0 0 1 0,-1 0 2 0,-3 2-1 16,4-2 1-16,-7 0-1 0,-3 1-2 15,6-1 1-15,-13 0 1 0,10 0 0 16,-3 0 0-16,-7 1 0 16,11-1-1-16,-5 0 0 0,1 0 1 0,3 0-1 0,-1 0 2 15,8 0-2-15,-7 0 0 0,7 0 2 16,0 0-5-16,-2 0 4 0,1 0-1 0,1 0 0 15,-2 0 2-15,2 0-2 0,-1-1 1 16,-3 0 0-16,2 1-2 0,0-2 1 16,-11 2-1-16,7 0 1 15,-7 0 0-15,0 0 0 0,9 0 0 0,-9 0 0 0,13 2 0 16,0-2 1-16,-6 1-1 0,5-1 0 31,1 0 1-31,-6 0-1 0,6 0 0 0,-1 0 0 16,1 0 1-16,0 0-1 0,2 0 1 15,-2 0-1-15,-1 0 0 0,7 0 1 0,-6 0-1 16,2 0 0-16,-2 0 0 0,0 0 0 16,0 0 0-16,1 0 1 0,-1 0 0 15,-4 0-1-15,4 1-1 0,-1-1 2 16,-5 2-3-16,10-1 2 0,-6 1 0 0,2-1-1 16,-1 1 2-16,3 0 0 0,-2-1 0 15,6-1-1-15,0 0 0 0,0 0 0 16,-2 2-1-16,2-2 1 15,-4 1 1-15,4-1-2 0,-2 0 2 0,2 2-1 16,-4-2 1-16,4 0 0 0,-2 1-1 0,2-1 1 16,-5 0 0-16,5 1-1 0,-2-1 0 0,2 0-1 15,-2 2 0 1,2-2 1-16,-4 0 0 0,4 1 0 0,-2-1-1 0,2 0-1 16,-4 2 1-1,4-2-1-15,0 0-1 0,-2 0-2 16,2 0-3-16,0 0-6 0,0 0-10 15,-4 0-18-15,4 0-37 0,0 0-46 16,0 0-89-16,0 0-74 0</inkml:trace>
  <inkml:trace contextRef="#ctx0" brushRef="#br0" timeOffset="166307.96">17349 10232 406 0,'0'0'53'16,"0"0"-3"-16,0 0-8 0,0 0-4 0,0 0-3 0,0 0-1 31,0 0-2-31,0 0-5 0,0 0-6 15,0 0-4-15,9-7-3 0,-9 5-2 0,0 2-1 16,0-2-3-16,0 2-2 0,4-1 0 16,-4 1-1-16,0-2-1 0,0 1 0 15,0-1-2-15,0 1 1 0,0-1-1 16,0 1 1-16,0 0-1 0,0-1-1 0,2 0 1 16,-2 1-1-16,0-1 1 0,0 0 0 15,0 1 0-15,0 0 0 0,0-1-1 0,0 1 0 16,0-1 1-16,0 1-1 0,0-1 1 15,4 1 0-15,-4-1-2 0,0 0 2 16,0 1 0-16,0-1 0 0,0 1 0 16,0 1-1-16,0-1 1 0,0 1-1 0,0-2-1 15,0 2 1-15,0 0 0 0,0 0-1 16,-6 0 1-16,-5 2-2 0,-1 7 1 16,-2 4 0-16,-1 4-1 0,-4 1 1 15,1 2-2-15,-3 3 1 0,1 1 2 0,-3-1-2 31,6-2 3-31,-1-5-2 0,7-3 0 16,-1-2 1-16,10-6-1 0,0-2 0 0,-2 0 0 16,4-3 0-16,-2 0 0 0,2 0 0 15,0 2 0-15,-5 0 1 0,5-1-1 16,-2-1 1-16,2 2 0 0,0-2 1 16,-4 1 0-16,4-1 0 0,0 2-1 0,0-2 0 15,-2 0 1-15,2 1-1 0,0-1-1 16,0 0 2-16,0 0-2 0,0 1 1 0,0-1-1 15,0 0 1-15,0 0-1 0,0 0-1 16,0 0 1-16,0 0 0 0,0 0 0 16,0 0 1-16,0 0-1 0,0 0 2 0,0 0-5 15,2 0 3-15,4 0 0 0,1 0 0 16,-1 0 1-16,6 0-1 0,-3 0-1 16,1 2 1-16,4 4 0 0,-1 0 0 0,-1 2 3 31,-4 0-3-31,3-1 0 0,-3-2 0 15,0 1-3-15,3-2 3 0,-5 3-1 16,2-3 1-16,-2 2 0 0,3 0 0 16,-3-1 1-16,0 1-1 0,4 0 1 15,-1 1 1-15,-3 0-4 0,2 1 7 0,-2-1-5 16,0-3 5-16,1 2-3 0,-3-3-1 16,-2 0 1-16,2-1-1 0,-2 1 1 15,2 0-1-15,-2 0 0 16,-2-3 0-16,0 0-1 0,0 0 3 0,0 1-2 15,4-1 0-15,-4 0 2 0,0 2-2 16,0-2 1-16,2 0 1 0,-2 1-2 16,0-1 1-16,0 0 0 0,0 0-1 15,0 0 1-15,0-1-5 0,0-7 6 16,0-4-6-16,0-6 3 0,0 6 1 0,0-8-3 16,0 2 3-16,0 4-1 0,0-7 0 15,0 1-1-15,0 7 2 0,0-7-3 16,0 9 3-16,0-1-2 15,0 0 2-15,0 0 0 0,0 0-1 0,0 6 1 16,0 1 0-16,0-1-1 0,0 0 0 16,0 0-2-16,0-5 2 0,0 5-1 15,-2 0 2-15,2-6 0 0,0 6-1 16,0 0-2-16,0 0 3 0,0 0-2 16,0-1 1-16,0 2 2 0,0 0-2 0,0 5 0 15,0-2 0-15,0 2-1 0,0-1 1 16,0-1-1-16,0 1 1 0,0-1 0 15,0 1 0-15,0-1 1 0,0 1-1 16,0 0 0-16,0-1 1 0,0 0-2 16,0 1 1-16,0-1 0 0,0 0 0 0,0 1 1 15,0 1-1-15,0-1 1 16,0 1-1-16,0-2 0 0,0 2 0 0,0-1-1 16,0 1 0-16,0-2 2 15,0 2-1-15,0-1 0 0,0 1 0 0,0-2-2 16,0 2 2-16,0-1 0 0,0 1 0 15,0-2 1-15,0 2-2 0,0-2 1 16,-4 2-1-16,4-1 1 0,0 1 0 16,-2-2 2-16,2 2-1 0,0-1-1 15,0 1 0-15,-4-1-2 0,4 1 2 0,0-2-2 16,0 2 2-16,-2-1 0 0,2 1 0 16,0-2 1-16,-4 2-1 0,4 0 0 15,0-2 0-15,0 2 1 0,-2 0-1 16,2 0 0-16,-4 0-1 0,4 0 0 0,-2 0 0 15,2 0 0-15,-7 0 1 16,-5 2-2-16,0 7 2 0,-7 5 0 16,4 1 0-16,1 0-2 0,-3 2 1 0,5-1 1 0,2 0 0 15,-1-4 1 1,3-2-1-16,2-3 1 0,2-4-2 0,4 1 1 0,0-4 0 0,-2 0-1 0,2 0 1 31,0 1 0-31,-4 1 1 0,4 0 3 16,0-1-6-16,0-1 1 0,-2 2 0 15,2-2-2-15,0 1 3 0,0 1 0 16,0-1 0-16,0 1 0 0,0-1-1 0,0 0-1 16,0 4 3-16,0 0-2 0,0 2 1 15,2 1 2-15,4-2-2 0,0 0 1 16,0 1-1-16,5-2 0 0,-3 1-1 0,4 2-2 16,-4-2 3-16,5 2 0 0,-1-1 0 15,-6-1 1-15,3 3-1 0,-3-2-2 16,-2-1 2-16,2-1 1 0,-4-1-1 0,2 3 2 15,-1-4-2-15,-3 0 0 0,6 2 0 16,-6-5 0-16,0 0 0 0,0 0 1 16,0 2-1-16,4-1 0 0,-4 1 0 0,2-1 2 15,-2 0-2-15,0 1 0 0,2-1 1 32,-2 1-2-32,0-1 1 0,0 1 0 15,4 0 1-15,-4-2-1 0,0 1 0 0,0-1 0 16,0 2 2-16,0-2-1 0,0 0 1 15,2 1-1-15,-2-1 0 0,4 0 1 16,-4 0-1-16,0 0-1 0,0 0 1 16,2-1-3-16,-2-7 3 0,0-4-1 15,5-6 0-15,-5-1 1 0,0-3-1 0,0 1-1 16,0 6 1-16,-5-2 0 0,3 0 0 0,-2 5 3 16,2-5-3-16,2 6 0 0,0 5-1 15,-4-5 0-15,4 7 1 0,-2-2-2 16,2 1 3-16,0 5-2 0,0-1 1 0,0 1 1 15,0-2-1-15,0 1 0 0,0-1 0 16,0 1-1-16,-2 0 0 0,2-1 2 16,0 0-3-16,0 1 1 0,0-1 0 15,0 1-2-15,0 1 2 16,0 0 0-16,0 0 1 0,0 1 0 0,0 11 0 0,0 1-1 16,0 5 0-16,0-2 1 15,0-3-1-15,0 5 2 16,0-7-1-16,0-7 0 0,0 7 1 15,0-5-1-15,0 0-1 0,2 5 1 16,-2-6-1-16,0 0 2 0,2 5-1 0,-2-5 2 16,4 0-3-16,-4 1 1 0,0-6 0 15,0 4 0-15,0 1 0 0,2 0 0 16,2-1 1-16,-4-4 0 0,0 0-1 0,0 0 0 16,0 1 1-16,0 1-2 0,0-2 3 15,2 0 1-15,-2 2-2 0,0-2 2 16,0 0-2-16,0 0-1 0,0 0 0 15,0-4-2-15,0-9 2 0,0 1 0 0,0-5 0 16,0 6 1-16,0 6-1 0,-2-6-2 16,2 7 2-16,0-3-1 0,0 2 1 0,0 5 1 15,-4-1-3-15,4 1 1 0,0 0-3 16,0 0 2-16,0 0 1 0,0 0 0 16,0 3 1-16,4 8 0 0,-2-2 0 0,3 0 2 31,-3 0-2-31,2-6 0 0,-2 2 1 15,-2-5-2-15,0 0 1 0,0 0 1 0,0 1 0 16,4-1-1-16,-4 1 1 16,0-1 0-16,2 0 1 0,-2 2-2 15,4-2 2-15,-4 0-3 0,2-4 1 0,2-6 1 16,-2 0-1-16,0-2 1 0,-2-1 0 0,0 2-3 16,5-1 3-16,-5 5-2 0,0 1 0 15,0 6 2-15,0-1-2 0,0 1 0 0,0-2 1 16,0 1-2-16,0-1 1 15,0 2 1-15,0 0-1 0,0 0 1 0,0 0-2 16,2 6 1-16,2 3 1 0,-2 2-1 16,2-6 1-16,-2 2-1 0,2-3-3 0,-4 0 0 15,2 1-5 1,-2-5-5-16,0 0-6 0,0 0-10 0,4 1-18 0,-4 2-34 16,7 0-72-1,-5 0-141-15</inkml:trace>
  <inkml:trace contextRef="#ctx0" brushRef="#br0" timeOffset="179830.42">17316 10461 264 0,'0'0'49'16,"0"0"-3"-16,0 0-3 0,0 0-6 0,0 0-5 16,0 0-5-16,0 0-2 0,0 0-6 15,0 0 1-15,0 0-3 16,-12-18 1-16,8 17-1 0,4-1-3 15,0 1 0-15,0-1-4 0,-2 1-2 0,2-1 0 16,0 2-2-16,0-2-1 0,0 2-1 0,0-1 0 16,0-1 2-16,0 1-1 0,0-3 0 0,0-1 0 15,8-2 0 1,-2 2-2-16,4 0-1 0,-1 2 0 0,-1 0 0 16,4 0-1-16,-1 2 0 0,3-2 1 15,-1-1-2-15,1 3 1 16,5-2 1-16,-5 1 0 0,5-1 1 15,-3 1-1-15,1-2 1 0,-5 3 0 16,7-4-1-16,-1 2 1 0,-9 0-1 0,9-1 0 16,-3-1-1-16,-5 3-1 0,9-1 2 15,-7 2-2-15,3 0 2 0,3-3-1 16,-5 4 1-16,3-1 0 0,-3-1 0 16,3 1-1-16,1-1 0 0,-5 0 1 15,7 1 0-15,-7 0 0 0,0 1 0 0,1-2 0 16,-1 1-1-16,-1-1 0 0,1 1 1 15,0-2 1-15,1 1 0 0,1-1 1 0,-1 0-1 16,5 2-1-16,-3-2-1 0,-3 1 1 0,7-1 1 16,-11 0-2-16,4 1 1 0,-1 1-1 15,1-1 1-15,-4 1-1 0,1 0 1 16,3-1-1-16,-2 0 0 0,-1 1 0 16,1-1 0-16,0 0-1 0,-3 2 2 0,5-1-1 31,-6 1-1-31,7 0 1 0,-1 0 0 15,-6 0-1-15,2 0 1 0,-1 0-1 16,-1 0 1-16,6 0 1 0,-6 0-2 16,1 0 1-16,5 0-1 0,-6 0 0 15,0 0 2-15,5 0-2 0,-5 0 0 0,6 0 0 16,-1 0 0-16,-3 0 0 0,4 0 0 0,-5 0 1 16,1 0 0-16,4 0-1 0,-6 0 0 15,7 0 2-15,-7 0-3 16,0 0 2-16,7 0-1 0,-7 0-1 0,6 0 1 0,-1 0 0 15,-1 1 0-15,2 1 0 0,-10-2 0 16,11 2 1-16,-7-1 0 0,-4-1-1 16,8 2 2-16,-1 0-2 0,-5-2 1 0,8 1 0 15,-6-1 0-15,3 1 1 0,3-1-2 16,-6 0 1-16,3 2-1 16,-3-2 1-16,0 0 0 0,0 1 0 0,-4-1-1 15,9 0 0-15,-5 0 1 0,0 0-1 0,-4 0 1 31,4 0-1-31,0 0 1 0,1 0-1 16,-7 0 1-16,2 0 0 0,4 0-1 0,0 0 1 16,0 0-1-16,-6 0 0 0,0 0 1 15,0 0-1-15,0 0-1 0,11 0 2 0,-5 0-2 16,0 0 1-16,-4 0 1 16,-2 0-2-16,0 0 0 0,0 0 1 0,2 0 0 15,-2 0-1-15,4 0 3 0,-2 0-2 16,-2 0 0-16,5 0 1 0,-5 0-1 0,2 0 0 15,-2 0 1-15,4 0-1 0,-4 0 0 16,2 0 0-16,-2 0-1 16,0 0 1-16,4 0-1 0,-2 0 0 0,-2 0 2 0,4 0-1 15,-4 0 3-15,2 0-3 0,-2 2 0 16,4-2 0-16,-4 0-1 0,2 0 2 16,-2 0 1-16,5 0-2 0,-5 0 0 0,2 1 1 15,-2-1-1-15,2 0 2 16,-2 0 1-1,0 0-2-15,4 0 0 0,-4 0 1 0,0 0 1 16,0 0-2-16,0 0 1 16,2 0 0-16,-2 0-3 0,0 0 3 0,0 0-1 15,0 0 0-15,0 0 2 0,0 0-3 16,-2 0 0-16,-2 0 1 0,0-1-1 0,-7-2 1 16,5 1-2-16,0 1 1 0,-2 0-1 15,-3 1 1-15,3-2 1 0,-4 0-2 16,-1 1-1-16,1 1 1 0,6 0 1 0,-5 0 1 15,5 0 2-15,0 0-2 0,-11 0-1 16,15 0 0-16,-4 0-2 0,0 0 2 16,6 0 1-16,0 0-1 0,-6 0 0 0,-1 0-1 15,1 0 0-15,4 0 2 0,2 0-1 16,-4 0 0-16,4 0 0 0,0 0 0 16,-2 0 1-16,2 0-1 0,-4 0 0 15,4 0 0-15,-2 0-1 0,2 0 1 0,-4 0 0 31,4 0 0-31,-2 0-1 0,2 0 1 16,-3 0 0-16,3 0 0 0,-4 0-1 0,4 0 1 16,0 0 0-16,0 0 0 0,-2 0 0 15,2 0-1-15,0 0 1 0,0 0-1 16,0 0 2-16,0 0-2 0,0 0 1 0,0 0 0 16,0 0-1-16,0 0 2 0,0 0-1 15,0 0 0-15,0 0-1 0,0 0 1 16,2 0 0-16,-2 0 1 0,4 0-2 0,-4 0 2 15,5-2-3-15,1 0 1 0,0 1 2 16,-2 1-2-16,-4 0 3 16,0-1-1-16,6-1-1 0,-4 1 1 0,5-1-1 0,-3 1-1 15,-4 1 0-15,0-2 1 0,0 2 0 16,2 0 0-16,-2-1 0 0,4 1 1 16,-4 0-2-16,2 0 0 0,-2-2 1 0,2 2 1 31,4-2 0-31,-2 1 0 0,3-1-2 15,-1 2 1-15,-6 0 0 0,0-1 0 0,0 1 1 16,2 0-2-16,-2 0 0 0,4 0 0 16,-4 0-2-16,6-2 3 0,0 2-1 15,-1 0 1-15,1 0-1 0,-6 0 0 16,0 0 2-16,0 0-2 0,6 0 1 0,0 0 0 16,-2 0-2-16,2 0 3 0,-6 0-1 15,0 0 0-15,0 0 1 0,0 0-1 16,3 0 0-16,-3 0 0 0,4 0-1 0,-4 0 2 15,2 0 0-15,-2 0-1 0,4 2 1 16,-4-2-2-16,0 0 1 0,0 0 0 16,0 0-1-16,2 0-1 0,-2 0 1 0,0 0-1 15,0 0 1-15,0 0-5 0,0 0-6 16,0 1-9-16,0-1-16 0,0 5-25 16,-2 4-50-1,-11 6-118-15,-5 3-55 0</inkml:trace>
  <inkml:trace contextRef="#ctx0" brushRef="#br0" timeOffset="194020.7">16150 10809 78 0,'0'0'26'15,"0"0"2"-15,0 0-3 0,0 0 0 0,0 0 0 0,0 0-3 16,0 0 1-16,0 0-1 0,0 0 4 16,0 0 4-16,9-24 0 0,-3 18 0 0,-6 1-4 15,4 2-2-15,-4-1-4 0,2-1-2 16,-2 0-1-16,4 1-2 0,-4-1-1 16,2 1-2-16,-2-1-1 0,4 2 0 15,-4 3-1 1,0-1-1-16,0 1 0 0,2-2 0 15,-2 1 2-15,0-1-3 0,5 0 1 16,-5 1 1-16,0-1 0 0,0 1 0 0,2-1 0 16,-2 1-1-16,0-1-1 0,0 1 1 15,0 1-1-15,4-1-2 0,-4 1 1 16,0-2-3-16,0 2 0 0,0-2-1 16,0 2 0-16,0 0 4 0,2 0 2 0,0 11 0 15,2 5 1-15,2 8-3 0,-4-1-2 16,5 4-1-16,-1 0-1 0,-2-1-1 0,2 1 0 15,0-3-1-15,1 1 1 0,-5-4-2 16,4-6 2-16,0-1-2 0,-4-7 2 16,4 1-1-16,0-1 1 15,-6-4 0-15,5 2-1 0,-3-2 0 0,-2 1 0 16,4-1 1-16,-2 2-1 0,-2-5 1 16,0 0 0-16,0 0 0 0,0 2 0 0,0-2 2 0,4 1-1 31,-4-1 0-31,0 0 1 0,0 2-1 15,2-2 0-15,-2 0-1 0,2 0 0 0,2-10 0 16,2-5-2-16,1-6 2 0,-1 0-1 16,0-1 0-16,0-2-1 0,0 2 1 15,3-1-1-15,-3 3 1 0,-4 5 0 16,4 1 0-16,-2 7-2 0,-2 2 1 16,3 0 0-16,-5 5 0 0,0-1 0 15,0 1-2-15,0 0 0 0,6 0 0 0,2 1 1 16,4 10 2-16,3 6 0 15,-3 4-1-15,3 0 0 0,-3 1-1 0,1-3 1 0,-1-2 1 16,0-2 0-16,-5-4-1 0,1-1 0 16,-2-3 1-16,-2-4-1 0,-2 0 1 0,-2-3-1 15,4 1 0 1,-2 2 0-16,3-2 0 0,-1 3 0 0,-4-4-1 0,0 0 2 16,0 0-1-1,0 1 0-15,0-1 1 0,4 0-1 16,-4 2 2-16,0-2 1 0,0 0-1 15,2 0 1-15,-2 0 0 0,0-2-1 16,0-11 1-16,0-7-3 0,0-3 3 0,0 0-1 16,0 2 0-16,-6-2 0 0,4 1 0 15,0 5-1-15,-3 0-1 0,5-1 0 16,-2 6 0-16,-2-6 0 0,2 7 2 0,2 0-2 16,0-1 0-16,0 6-1 0,0 2 1 15,0 4-1-15,-4-2 0 16,4 2 2-16,0-1-2 0,0-1-1 0,0 0 0 15,0 1 0-15,0-1-1 0,0 1-1 0,0-1-2 16,0 1-2-16,0-1-7 0,0 2-10 16,0 0-18-16,0 0-31 0,4 0-40 15,2 11-77-15,1-2-82 0</inkml:trace>
  <inkml:trace contextRef="#ctx0" brushRef="#br0" timeOffset="195904.45">16688 10827 342 0,'0'0'47'0,"0"0"-4"0,0 0-3 0,0 0-5 16,0 0-5-16,0 0-6 0,0 0-2 16,0 0-2-16,0 0-2 0,0 0-2 15,-6-28-6 1,6 26-3-16,0 0-1 0,-4 2-6 15,4-1 0-15,0 1 3 0,0 0 1 16,0 3 4-16,0 14 2 0,0 8-2 0,4 8 0 16,-2 1-1-16,2 1-1 0,2 2-1 15,0-3 4-15,-4-2 0 0,2-3 1 0,-1-9-2 16,-3-10-3-16,4-3-2 0,-4-7 2 16,0 0 1-16,0 0-2 15,0 1 2-15,0 0 2 0,0 1-5 0,0-2 3 16,2 1-2-16,-2-1-2 0,0-12 0 15,0-6-1-15,0-7 1 0,-2-5-1 0,2-1 1 16,-4-3-1-16,1-2 0 0,-1 1-1 16,2-2 2-16,-2 2-3 15,2 2 2-15,-4 3-1 0,6 7-1 0,0 4 1 0,0 5 0 16,0 8-1-16,0-1 2 0,0 7-2 31,0-1 0-31,0 1 1 0,0-2-1 0,0 2 0 0,6 3 1 0,2 11 0 0,9 6 1 31,-7 4 0-31,3 3 1 0,-1 2-1 0,-2-1-1 16,-1-3 1-16,-1-2-2 16,-2-7 2-16,0-1-1 0,-2-7 2 0,-2-3-2 15,3 1 1-15,-5-6-1 0,0 0 0 16,0 0 0-16,0 2-1 0,0-1 2 16,2 1 1-16,-2-1-1 0,0-1 3 15,0 2-2-15,0-2 0 0,0-5 0 16,0-11-2-16,0-9 0 0,0-5 1 0,0 0 0 15,0-1-1-15,0 2-1 0,0 2 0 0,0 7 2 16,0 0-1-16,0 10 2 0,0 4-2 16,0 0 0-16,0 6-2 0,0-1 1 0,0 1-2 15,0 0 2 1,8 4 0-16,4 11 1 0,1 9 1 0,-1 5-1 16,1 3 2-16,-5 4-1 15,2 3 1-15,-2 0-1 16,-1 2 0-16,-1-2-2 0,-2-4 3 15,-2-3-3-15,0-11 2 0,-2-9-3 0,4-5 2 16,-4-7-1-16,0 0-1 0,0 0 1 0,0 1-4 16,0 1-3-16,0-1-6 0,2 1-14 15,-2-2-24-15,0 0-33 0,0 0-60 0,0-2-92 16,0-6-23-16</inkml:trace>
  <inkml:trace contextRef="#ctx0" brushRef="#br0" timeOffset="196320.4">16940 10735 452 0,'0'0'30'16,"0"0"5"-16,0 0-2 0,0 0-8 0,0 0-3 0,0 0-2 15,23 79-2-15,-17-54-2 0,0 3 0 0,0 2-5 31,-1 2 0-31,1 3 3 0,-4-2 0 0,2-1-3 16,-2-9-1-16,2-5-7 16,-4-6 0-16,0-7 0 0,2 1-1 0,-2-6 0 15,0 0-1-15,0 0 2 0,0 1-1 16,0-1-2-16,0 0-1 0,0 0-1 16,0-12 0-16,-2-8 2 0,-4-6 0 15,0-1 0-15,-5-3-1 0,5-3-2 0,0-2 1 16,0-2 1-16,4 0 0 15,-2 6 3-15,4 4-2 0,0 7 0 0,0 1 1 0,4 4 0 16,-2 5-1-16,4-5 4 0,-2 5-2 16,2 2-1-16,1 0 0 0,1 2-1 0,4-2 1 15,-6 2-2-15,9 0 0 0,-9 1 0 16,6 2-2-16,-3 0-3 0,3 2-9 16,1 0-28-16,-1 1-26 0,-4 0-69 15,3 4-134-15</inkml:trace>
  <inkml:trace contextRef="#ctx0" brushRef="#br0" timeOffset="196505.55">16979 10807 478 0,'0'0'3'0,"0"0"7"0,0 0 1 15,0 0-4-15,0 0-6 0,0 0-4 16,0 0-4-16,0 0-11 0,0 0-16 0,64-4-31 16,-55 4-49-16,-3 0-98 0</inkml:trace>
  <inkml:trace contextRef="#ctx0" brushRef="#br0" timeOffset="196937.42">17225 10685 445 0,'0'0'35'15,"0"0"-4"-15,0 0-5 0,0 0-7 16,0 0-2-16,0 0-1 0,0 0-4 0,0 0 0 15,0 0-2-15,0 0-1 0,-39-32 2 16,27 41 2-16,-1 6 3 0,3 6 2 16,6 5 0-16,-2 4 0 0,-1 7-6 15,3 2-1-15,4 2-1 0,0 2 1 0,0-4-4 16,4-6 0-16,3-5-1 0,1-9-3 16,4-2-2-16,-3-7 1 0,3-3-3 15,2-1 1-15,3-3-3 0,2 0 3 16,-3-3-5-1,3 0 2-15,-3 0-1 0,1-4 0 16,-1-1-1-16,-7 2 2 0,-5 1 1 0,4-1 1 16,-6 2 2-16,2 0-2 0,2-1 1 15,-6 2-2-15,0-2-2 0,0 2-3 16,2 0-9-16,-2 0-14 0,5 0-18 0,-5 0-25 16,0 0-64-16,2 0-128 15</inkml:trace>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5:25:18.596"/>
    </inkml:context>
    <inkml:brush xml:id="br0">
      <inkml:brushProperty name="width" value="0.05292" units="cm"/>
      <inkml:brushProperty name="height" value="0.05292" units="cm"/>
      <inkml:brushProperty name="color" value="#00B050"/>
    </inkml:brush>
    <inkml:brush xml:id="br1">
      <inkml:brushProperty name="width" value="0.05292" units="cm"/>
      <inkml:brushProperty name="height" value="0.05292" units="cm"/>
      <inkml:brushProperty name="color" value="#C00000"/>
    </inkml:brush>
  </inkml:definitions>
  <inkml:trace contextRef="#ctx0" brushRef="#br0">992 5536 258 0,'0'0'39'15,"0"0"-2"-15,0 0-1 0,0 0-8 0,0 0-4 16,0 0-6-16,0 0 0 15,0 0 0-15,0 0-1 0,-72-9 1 0,59 9-6 0,-1 2-2 16,4 3-2-16,-3 4 1 0,1 0-3 16,2 3-1-16,-7 5-2 0,3 0 0 0,-1 3-1 15,3 3 0-15,-1 0-2 16,3 4 1-16,2 1-2 0,1 1 0 0,5 1 1 16,-2-1-1-16,4 0 4 0,0-2-1 31,0 2 1-31,4-1-1 0,3-1-1 0,-5 0-1 15,4 1 1-15,2-3-2 0,-2 1 1 0,5 0 1 16,-3 1-1-16,-4 2 4 0,2 3-4 16,3 3 1-16,-3 3 0 0,0 4-1 15,-4 5 1-15,4 2 0 0,-6 2 4 16,4 1-5-16,-4-2 3 0,0-4-1 16,0-3-3-16,0-9 1 0,0-5-1 0,0-3 2 15,-4-10 0-15,2 0 2 0,2-5 1 0,-4-1-2 16,-2 4 0-1,4-5-1-15,-9 3 1 0,7-5 2 16,-2 0 0-16,2 0 2 0,2-4-1 0,-8 3-1 16,7-2-1-16,-1-1-1 0,2-1-1 0,2-2 0 15,0 0-2-15,0 0-1 16,-4 0-1-16,4 0 0 0,-2 2-2 0,2-2 3 0,0 1-3 16,-4-1 2-16,4 2-2 0,0 0 3 0,0-2 0 31,0 1 1-31,0 1 1 0,0 4 1 15,0 0-2-15,0 6 2 0,0 3 0 16,0-4-1-16,4 6 0 0,-2-2 0 16,-2-5 0-16,4 8 0 0,-2-1 0 0,-2 1 0 15,4 5 0-15,-1-2 0 0,1 1 0 16,-4 0 1-16,2 3-1 0,2-1 1 0,-2 2 3 16,2 1-3-16,-4 1 4 0,0 2-3 15,0 2 0-15,0 1-1 0,-4 3 0 16,2 2 2-16,-2 0-2 0,2 2 0 15,-5 4 0-15,1 3 1 16,0 3-1-16,0 2 0 0,-2-4-1 0,1-1 0 0,-3-6-1 16,4-4 2-16,-2-4 4 0,1-3-4 0,3 0 5 15,2 1-4 1,0 1 0-16,2 3 6 0,-6 4-1 16,2 2 2-16,2 4-1 0,-2-2-2 0,1 0-3 0,3-2 0 31,-4 0-1-31,2 2 3 0,-2 2 0 0,4 5-2 15,-2-1 3-15,2-1-5 0,0-6 4 0,0-2-5 16,0-3 0-16,2-5 1 0,4-2-1 16,1-2 2-16,-1 0 0 0,0-4 0 15,0-4-1-15,0-2 1 16,3-1-2-16,1-2 2 0,-4 2-1 0,2 0 1 16,-1 1-1-16,5-2 0 0,0 2 1 0,3-1-1 15,-5 0-1-15,5-1 1 16,-3 0-2-16,1 0 2 0,-3 1-1 0,6 0 0 0,-3-2 2 15,-5-6-2 1,4 0 0-16,3-1 1 0,-5-5 0 0,5 1 0 0,-7-1 3 16,-2-3-1-16,5 0-3 15,1 0 0-15,0-3 0 0,5-6-2 16,-1-1 0-16,-1-4 1 16,-7-1-2-16,2-2-3 0,-3-4-7 0,-5-2-14 15,2-2-21-15,2-3-32 0,0-2-89 16,-4-1-87-16</inkml:trace>
  <inkml:trace contextRef="#ctx0" brushRef="#br0" timeOffset="867.83">1920 4825 380 0,'0'0'23'16,"0"0"3"-16,0 0-3 15,0 0-6-15,-14 106-4 0,14-67-11 16,6-3 1-16,2-1-3 0,-1-5 0 0,-1-4 0 16,0-9-3-16,-2-8 2 0,-2-2-4 0,4-3-1 0,-6-2-3 15,2 1-4-15,-2-3-15 0,0 0-30 16,0 0-29 0,0-3-10-16,0-10 10 0,-2-6 28 0,-6-5 35 0,-2 0 26 15,-3-2 14-15,1 0 20 0,4-1 14 0,-1 1 5 31,5 0 9-31,2 1 2 0,2 2-5 0,0 6-4 16,0 0-8-16,2 2-10 0,2 0-8 16,3-3-6-16,1 1-6 0,4 3-7 15,3 1-4-15,-3 1-5 0,9 0-2 16,-3-1 1-16,1 1-6 0,2 3-1 16,-1 0-5-16,3 2-8 0,-8 2-12 0,3 2-38 15,-3 3-57-15,-5 0-103 0</inkml:trace>
  <inkml:trace contextRef="#ctx0" brushRef="#br0" timeOffset="1055.33">2030 4886 349 0,'0'0'24'0,"0"0"-1"31,0 0-5-31,0 0-8 0,0 0-5 16,0 0-5-16,0 0-6 0,76-3-3 16,-51 4-14-16,-2 6-56 0,2 0-119 0</inkml:trace>
  <inkml:trace contextRef="#ctx0" brushRef="#br0" timeOffset="1315.94">2388 4781 437 0,'0'0'42'16,"0"0"-8"-16,-3 85-12 0,3-53-10 31,0-2-2-31,7 1-4 0,-1-4-1 0,0-4-4 15,-4-7 0-15,4-2-3 0,-2-5-2 16,-1-4-2-16,-3-1-4 0,0-4-6 0,0 0-16 16,0 0-39-16,4 0-44 0,-2 0-83 15</inkml:trace>
  <inkml:trace contextRef="#ctx0" brushRef="#br0" timeOffset="1474.57">2388 4860 468 0,'0'0'68'0,"0"0"-13"15,0 0-10-15,0 0-8 0,0 0-12 0,0 0-7 0,-3-85-6 16,10 71-5-16,5 4-3 0,0-1-1 16,5-2-3-16,2 2-2 0,-7 4-2 15,2 0-4-15,-1 4-6 0,-1 2-13 0,7 1-22 16,-5 0-30-16,3 3-67 0,-5 7-105 16</inkml:trace>
  <inkml:trace contextRef="#ctx0" brushRef="#br0" timeOffset="1664.32">2419 4950 551 0,'0'0'47'0,"0"0"-8"0,0 0-10 16,0 0-14-16,0 0-8 0,0 0-4 15,0 0-1-15,0 0-5 0,0 0 0 16,66-73-3-16,-50 69-4 0,-1 2-9 15,-3 0-8-15,3 2-18 16,3 2-21-16,-5 2-59 0,-1 9-115 0</inkml:trace>
  <inkml:trace contextRef="#ctx0" brushRef="#br0" timeOffset="1863.4">2514 5082 524 0,'0'0'46'0,"0"0"-4"0,0 0-15 16,0 0-12-16,0 0-8 0,0 0-3 16,0 0-1-16,0 0-2 0,0 0-1 15,0 0 0-15,10 0-2 0,9-7-2 16,3 0-5-16,-1-1-4 0,0 0-10 16,3-2-13-16,1 0-37 0,-2-1-68 0,-4-3-98 15</inkml:trace>
  <inkml:trace contextRef="#ctx0" brushRef="#br0" timeOffset="2099.48">2780 4769 476 0,'0'0'40'0,"0"0"-3"0,0 0-8 15,0 0-11-15,0 0-11 0,0 0-3 16,0 0-2-16,0 0-1 0,0 0-1 16,81-50-1-16,-50 41-6 0,-4 0-2 0,4 0-5 15,0-1-5-15,-8 5-3 0,-1 0-16 0,-13 2-28 16,3 3-32-16,-10 0-55 16</inkml:trace>
  <inkml:trace contextRef="#ctx0" brushRef="#br0" timeOffset="2283.57">3020 4685 396 0,'0'0'46'16,"0"0"-13"-16,0 0-8 15,0 0 0-15,0 0 1 0,0 0 3 0,0 0 0 0,0 0 2 16,-12 93-1-16,12-62-7 0,0-1-5 16,2 0-11-16,-2-1-4 0,4-4-3 15,-4-7 0-15,2-2-1 0,2-7-1 0,-4-4-3 31,2 1-4-31,-2-3-8 0,4 2-24 0,-2-1-28 16,2 0-56-16,-4-4-133 0</inkml:trace>
  <inkml:trace contextRef="#ctx0" brushRef="#br0" timeOffset="2599.73">3283 4685 509 0,'0'0'48'16,"0"0"-4"-16,0 0-11 0,0 0-13 0,0 0-7 0,0 0-5 16,-75 42 0-16,69-32-1 0,0 5 1 31,6 5-1-31,-4 3 1 0,4 7-1 15,0-1 1-15,0-2-4 0,4-2 2 16,2-6-3-16,0-5 0 0,0-2-1 16,3-4-1-16,-3-2-3 0,8 0 1 0,-1-3-3 15,5-3-1-15,7 0-2 0,-4-3-6 16,-1-6-8-16,3-2-18 0,-2-2-19 0,-3-1-32 16,-3-1-61-16,6 1-92 0</inkml:trace>
  <inkml:trace contextRef="#ctx0" brushRef="#br0" timeOffset="2832.67">3502 4631 515 0,'0'0'55'0,"0"0"-2"16,0 0-11-16,0 0-17 0,0 0-13 0,0 0-4 15,-2 91-4-15,2-73-3 0,0 6 0 0,2-4-4 16,2 0-1-16,2 0-4 0,-2-2-3 16,0 0-9-16,3-4-14 0,-1 0-20 15,0-1-17-15,-6-3-42 0,6 0-71 16,-4-4-30-16</inkml:trace>
  <inkml:trace contextRef="#ctx0" brushRef="#br0" timeOffset="3199.42">3535 4856 478 0,'0'0'40'0,"0"0"-15"16,0 0-9-16,0 0-6 0,0 0-5 16,0 0-3-16,0 0 0 0,0 0-3 15,0 0-1-15,56-74-3 0,-42 70-1 0,1 1 0 16,-3 0 3-16,4 0 3 16,-5 1 1-16,-1-1 0 0,3 2-1 0,-7-3 0 0,2 1 0 31,-2-4 1-31,2 3-1 0,-3-4 0 15,1 1-2-15,-4 2 1 0,-2-4 0 16,0-2 1-16,0 1 2 0,0-7 3 16,-8 2 2-16,3 4 2 0,-3-4 2 0,6 6 3 15,-2 4 4-15,4 1 3 0,0 4 1 16,0-2-5-16,0 2-6 0,0 0-5 0,0-1-2 16,0 1 0-1,-2 1 5-15,2 14 3 0,0 8 1 0,0 7 1 0,0-1-2 16,0 0-3-16,2-1-3 0,-2-10-1 15,6-1 0-15,-6-7-3 0,0-1 0 0,8 2-3 16,-3-2 0-16,1 0-1 0,-6-6-4 16,6 3-1-16,-4-3-7 0,2 0-26 0,-2 1-47 15,-2-4-190-15,0 0-15 0</inkml:trace>
  <inkml:trace contextRef="#ctx0" brushRef="#br1" timeOffset="13532.63">25595 13128 334 0,'0'0'60'15,"0"0"-14"-15,0 0-5 0,0 0-5 16,0 0-3-16,0 0-1 0,0 0-1 15,0 0-4-15,0 0-3 0,-23-33-5 0,23 31-4 16,0 1-4-16,0-1-5 0,-2 2-2 16,2-1-2-1,0 1 0-15,0 0 1 0,0 1-2 0,0 12 0 0,0 3 1 0,0 8-1 16,0 1 3-16,6 2-3 0,1 0 4 16,-1 2-3-16,-4-1 2 0,4-3 2 31,0 0-2-31,-4 0 2 0,3 0 0 0,-3-1 1 15,2 0-1-15,-4-5 2 0,0-1-3 0,0-6 0 16,0 0-2-16,0 0 0 0,0-6-1 16,0 5 0-16,0-5 1 0,0-2 0 15,2 2-1-15,2-2 1 0,-2-1 1 16,4 3-1-16,0 0 2 0,5-3-3 16,-1 0 0-16,3-2-1 0,-1 1-1 15,0-1 1-15,9-1-1 0,2 0 0 0,-1 2 0 16,1-2 0-1,0 0-2-15,0 1 2 0,-3-1-1 0,5 0 0 0,-2 2 3 0,8-1-3 16,0 1 1-16,-4 1-1 0,6-1 0 16,-2-1 0-16,-2 0-2 15,6-1 4-15,-6 0-1 0,0 0 1 0,0 0 0 0,2 0-1 16,0 0 1-16,-2 0-1 0,2-1 0 16,0 0 1-16,-2-1-1 0,2 2 1 0,2 0 0 31,0 2 0-31,0 2-2 0,2 2 1 15,-2 0-1-15,-4 0 2 0,6 1-1 16,-6-2 0-16,2 1 1 0,-4-1-1 16,0 0-1-16,2-3 2 0,-2-2-2 0,-5 0 1 15,7 0 0-15,-6 0-1 0,6 0 1 0,-6-4 0 16,2-2 0-16,-1 1 1 0,-3 0-1 16,0-2 0-16,-9 3 0 0,7 1 1 15,-7 1-2-15,1 1 2 0,5-1-1 16,3 2 0-16,-1 0 0 0,5 0 0 15,-10 0 0-15,1 0 0 0,1 0 0 0,-5 2 0 16,7-2-1-16,-1 0 2 0,-5 0-1 0,5 0 0 31,-5 0 0-31,-5 0 0 0,5-2 0 0,-7 1 1 0,2-1-1 0,-2 1 1 16,-2-1-1-16,0 0 0 0,-4 2 1 16,0 0-1-16,5-1-1 0,1-1 3 31,-4 1-2-31,8-3 0 0,-8 2 2 0,9-1-2 15,-3 0 3-15,0 0-3 0,11-1 0 0,-9 0 0 16,5 0-3-16,-3 1 4 0,-4-2-1 16,9-1 0-16,-9 3 1 0,0-2-1 15,-1 1 0-15,-3 3 1 0,2-3-1 16,0 3 3-16,-4-2 1 0,2 0-2 16,-2 0 0-16,2 1-1 0,-4 2 0 0,0-4 0 15,3 0 2-15,3-3 0 0,-4 1 0 16,2-3 0-16,2 0 1 0,-4-2-1 0,2-5 0 15,-4 3-1-15,2-8 1 0,-2 0 0 16,0-2-1-16,-2-9-1 0,-4 3 1 16,0 0-3-16,-4 1-1 15,1 0 4-15,1 1-5 0,-2 4 5 0,4 8-2 0,-1 1 0 32,5 5 0-32,-2 4-1 0,2 3 0 0,2 2-2 15,0-2-2-15,0-1-3 0,-2 0-4 0,-2 0-8 0,2 0-13 0,-2 3-32 31,-5 0-59-31,-3 8-172 0,-7 0 1 16</inkml:trace>
  <inkml:trace contextRef="#ctx0" brushRef="#br1" timeOffset="14265.12">26542 13225 615 0,'0'0'53'0,"0"0"-5"0,0 0-20 0,0 0-11 15,0 0-8-15,0 0-6 0,0 0 2 16,0 0-1-16,0 0 4 0,-29 46-1 0,29-20-1 16,-2 0-1-16,2-8-2 0,0 2-1 15,0-7 0-15,0-7-2 0,0 2 1 16,0-8 2-16,0 0 0 0,0 0 5 16,-4 1 1-16,4-1-1 0,0 0 1 0,-4-12-1 15,-1-6 0-15,-1-8 1 0,4 0-2 16,-2-2-1-16,2-4-4 0,2-1 1 0,0-1-5 15,2 1 2-15,4 2 1 0,5 4-2 16,-1 4 2-16,2 5 0 0,-1 6-1 16,1 2 1-16,-4 6 0 0,5 3-1 15,7 1-1-15,-1 0 1 0,6 5-1 0,-9 6 0 16,3 3-1 0,0 0 0-16,-7 1-1 0,-4-3-1 15,-2 1-1-15,-1-3 2 0,-5 2-1 16,0 6 2-16,-7-1 3 0,-5 3-5 15,-3-5 6-15,-3-2-6 0,-1-2 3 16,-1-3 0-16,-5-3 1 0,10-2 0 16,-3-1 1-16,7-2 0 0,5 0-1 0,-4 0 1 15,6 0-1-15,-3 0 1 0,5 0-1 0,2 0 0 16,-4 0 0-16,4 0 0 16,0 0-1-16,0 0 1 0,0 2 1 0,13 2-1 15,1 2 1-15,11 3 0 0,-2 0-1 16,-1 1 1-16,3-2 0 0,-4 3-1 15,2-2 1-15,-3 2-1 0,-1-2 0 16,-5 0 0-16,-1-3-1 0,-5 2 1 0,-2-2-1 16,0 0 1-16,-1 1-1 0,1 1 1 0,-2 1-1 15,-4-4 1-15,4 4-1 0,-4-4 0 16,0-1-2-16,2 2-4 0,-2-6-10 16,0 0-12-16,0 0-16 0,0 1-27 31,0 1-36-31,0-2-66 0,0 2-103 0</inkml:trace>
  <inkml:trace contextRef="#ctx0" brushRef="#br1" timeOffset="14632.44">26868 13163 638 0,'0'0'42'15,"0"0"-5"-15,0 0-12 0,0 0-8 0,0 0-6 16,0 0-4-16,0 0-2 0,0 0-3 15,0 0 0-15,83-44-2 0,-77 44-3 16,7 0-2-16,-7 8-1 0,-2-2 1 16,-4 4 3-16,0 9 4 0,0-1-4 15,-2 6 4-15,-10-3-4 0,-1 1 2 0,1-3 2 16,1 1 2-16,-1 0 0 0,2-7 1 16,4 2 0-16,-1-5 2 0,5-6-2 0,2 1 2 15,0-5 0-15,0 0 1 0,0 0 1 31,0 5-3-31,0-2 0 0,6 2-1 16,9 2-2-16,6-6 0 0,8-1-1 16,-3 0-1-16,1 0 0 0,0-6 0 0,2 0-1 15,-2 0 0-15,-4 0-1 0,-1 0 0 0,-7 1-1 16,-1 0-2-16,-3 4-1 0,-5 0-4 16,-4-1-7-16,-2 2-12 0,0 0-30 15,0 0-43-15,0 0-84 0,0-1-107 16</inkml:trace>
  <inkml:trace contextRef="#ctx0" brushRef="#br1" timeOffset="17632.68">23327 13420 366 0,'0'0'50'16,"0"0"-6"-16,0 0-7 0,0 0-4 15,0 0-2-15,0 0-3 0,0 0-5 16,0 0-1-16,0 0-6 0,-26-2-1 15,21 2-3-15,5-2-2 0,-2 2-2 16,2-1 0-16,-4 1 2 0,2 0-2 16,2 0 0-16,0 0 0 0,0 0 0 0,-4 0 0 15,4 0 0-15,0 0 1 0,0 0 1 0,0-1-1 16,4 1-3-16,11-2-2 0,5 1-2 16,3-1 1-16,4 2-1 0,4-1-1 15,-4-1 1-15,0 2-2 0,4 0 1 16,-2 0 0-16,6 0 1 0,-2 0-1 15,0-1 0-15,0-1 1 0,0 0-2 0,0 1 1 16,0 1 1-16,-2-2-1 0,-4 1-1 0,2 1 1 16,-2 0-1-16,-2 0 1 0,2 0 1 15,-5 0-2-15,3 0 0 0,2 1 0 16,-2 1-2-16,0-1 4 0,1-1-2 16,-1 0 0-16,0 0 1 0,-2 0-1 31,2 0 2-31,-1 0-1 0,1 0 0 0,2 0 0 15,0-3-3-15,0 1 3 0,0-1-1 16,2 1 0-16,-2 0 1 0,4 2-1 0,-9 0-1 16,7 0 0-16,-6 0 1 0,2 0 0 15,0 0 1-15,-5 2-1 0,-1 0-1 16,-1-1 1-16,-1 1 0 0,2-2 1 16,7 0-1-16,-9 0 1 0,2-2-1 0,1-3 0 15,-1 2 2-15,8-3-2 0,-2 2 0 16,-3-1 0-16,9 0-1 0,0 1 1 0,-2 1 1 15,6 0-1-15,1 1 0 0,-3 1 0 16,4-1-3-16,-4 2 3 0,4-1-1 16,-4-1 1-16,0 2 0 0,-2 0 0 15,-4 0 1-15,-2 0-1 0,-9 0 1 0,3 0-1 32,-7-1-2-32,-1 0 3 0,-1 1 0 0,0-2-1 0,5 0 2 0,-11 1-1 15,9-1-1 1,-9 2 1-16,0 0-1 0,4 0 0 15,-8 0 3-15,4 0-3 0,2 0 1 16,1 0-1-16,-1 0-1 0,-6 0 3 16,2 0-2-16,4 0 1 0,0 0 0 0,0 0-2 15,-6 0 3-15,0 0-2 0,0 0-2 16,0 0-1-16,0 0-4 0,3 0-4 0,1 0-10 16,-4 0-21-1,0-3-36-15,0 0-51 0,-7-4-141 0,-11-3-7 0</inkml:trace>
  <inkml:trace contextRef="#ctx0" brushRef="#br1" timeOffset="18533.16">23627 13297 309 0,'0'0'62'0,"0"0"-4"0,0 0-7 16,0 0-1-16,0 0-3 0,0 0-1 16,0 0-6-16,0 0-7 15,0 0-5-15,0 0-5 16,-35-37-2-16,31 33-3 0,4-1-2 0,0 5-4 16,-2-1-4-16,2 1-3 0,0-2-1 15,0 1-2-15,-4-1-2 0,-2 2 0 16,-7 0 0-16,-3 0-2 0,-13 3 1 15,2 6 0-15,-2 3 1 0,-6 2 0 16,2 1 0-16,0-1 1 0,-1 1-1 16,3-1-1-16,-2-2 1 0,7-1 0 0,1-2 0 15,6-5 1-15,5 2 0 0,5-3 0 0,-3 0-2 16,2 2 1-16,8-3 0 0,-5-1-1 16,7-1 1-16,0 0-1 0,0 0-1 15,-4 1 2-15,4-1 0 0,0 2-1 16,0-2 2-16,0 6 0 0,4 3 0 15,9 3 0-15,1 2 0 0,5 0 0 0,1-2 1 16,7 1-1-16,2 3 1 0,-2 0 0 16,4 2 0-16,-2 1-1 0,-2-1 0 0,2 0-1 15,-6-1 0-15,-5 0 1 0,3-4 0 16,-2 1 0-16,-7-5 0 0,0-2-1 16,-3 0 0-16,-3-3 1 0,4 2 0 31,-8-4 0-31,4 1 1 0,-6-3-1 0,0 0 0 15,0 0 3-15,0 2-3 0,5-2 1 16,-5 1 0-16,2-1 0 0,-2 2 1 0,4-2-1 16,-4 0 2-16,0 1-1 0,0-1 0 15,2 0 1-15,-2 0-1 0,4 0 1 16,-4 0-2-16,0-1 2 0,0-7-2 16,0-6 0-16,0-7-1 0,0-3 0 0,0-7-1 15,-6-1-1-15,0 2 2 0,-1-2 0 16,1 0 0-16,-4 2 0 0,4 3-1 0,-1 1 1 15,5 9-2-15,0 0 2 0,-2 7 0 16,2 4-1-16,2-5 0 16,-4 6 0-16,4 1-1 15,-2-1 2-15,2 5-1 0,0-1 0 0,0 1 0 0,0-2 0 0,0 1-2 16,-4-1 0-16,4 1 0 0,0-1-2 0,0 1-2 16,0 0-3-16,0 1-5 0,0-2-8 31,0 2-14-31,0 0-38 0,0 0-62 15,0 2-165-15,6 3 1 0</inkml:trace>
  <inkml:trace contextRef="#ctx0" brushRef="#br1" timeOffset="21265.8">24049 13701 478 0,'0'0'47'0,"0"0"-1"0,0 0-4 16,0 0-10-16,0 0-10 0,0 0-6 0,0 0-2 15,0 0-1-15,0 0-2 0,37-31-2 0,-16 22-2 31,6 2-2-31,2 0-1 0,-3 0-3 0,5-1 0 16,-2 1 1-16,-4 1-3 0,6 1 3 0,-14 0-2 16,5 4-1-16,-7 1 0 0,-3 0-1 0,3 0-1 15,-9 0 1-15,0 0-4 16,-6 0-2-16,0 0-3 0,0 0-3 0,0 0 4 0,4 0-4 16,-4 0-4-1,0 0-10-15,0 1-13 0,0 2 0 16,-6 2 4-16,-4 0 14 0,-3-4 14 15,3 2 5-15,6-3 4 0,-11 0 1 16,11 0 1-16,-2 0 5 0,0 0 5 16,6 0 5-16,-2 0 4 0,2 0 2 0,0 0 2 15,-4 0-5-15,4 0 1 0,-4 1 2 16,-3 6 2-16,1 3-2 0,-4 7 0 0,8 3-8 16,-2 1-2-16,2 3-3 0,2-1-4 15,-5-4-1-15,5 0-2 0,0-1 3 16,0-4-5-16,0 6 4 0,0-8-5 15,0 0 0-15,0 0-1 16,0-7 1-16,0 1 0 0,0-2-1 16,0 1 1-16,0 0-1 0,0 0 1 0,0-5 0 0,0 0 0 0,0 0 0 15,0 2 0-15,0-1-2 0,5 1-2 16,-5 0-4-16,0-1-3 0,0 1-14 16,2-1-25-16,-2-1-34 0,0 2-71 31,0-2-121-31</inkml:trace>
  <inkml:trace contextRef="#ctx0" brushRef="#br1" timeOffset="22102.47">24562 13602 434 0,'0'0'26'0,"0"0"3"0,0 0-3 0,0 0-5 16,0 0-5-16,0 0-3 0,0 0 3 0,0 0 2 15,0 0 1-15,4-9 1 0,-2 9-2 0,-2-2 0 16,0 1 1-16,0 1-3 0,0-2-2 16,0 2 0-16,0-1-2 0,0 1-1 0,0-2 0 15,0 2-3-15,0-1-1 16,0 1-1-1,0-2-4-15,0 2 0 0,0-2-2 16,0 2 1-16,0-1 1 0,0 1 0 16,0 0 2-16,0-2-3 0,0 2 1 0,0-1-1 15,0 1 1-15,0-1 1 0,0 1 1 0,0 0 0 16,0-2 0-16,0 2 0 0,0 0-2 16,0-1 1-16,0 1-1 0,0 0 1 15,0 0-2-15,0 0 0 16,0-2-1-16,0 2 0 0,0 0 0 0,0 0 1 15,0 0-1-15,0 0 1 16,0 0-1-16,0 0 0 0,0 0 1 0,0 0-1 0,0 0 0 16,0 0 1-16,0 0 0 15,0 0-1-15,0 0 2 0,0 0-1 0,0 0-1 0,0 0 1 16,0 0-1-16,0 0 1 0,0 0 0 16,0 0 0-16,0 0-2 0,0 0 2 31,0 0-1-31,0 0 1 0,0-2 0 0,0 2 1 15,0 0-2-15,0 0 1 0,0 0 0 16,0 0 0-16,0 0 0 0,0 0-1 16,0-1 1-16,0 1 0 0,0 0 0 15,0 0 1-15,0 0 0 0,0 0-1 16,0 0-1-16,0 0 0 0,0 0 1 0,0 0-1 16,0 0-1-16,0 0 1 0,0 0-2 0,-2 9 2 15,-5 6-1-15,1 5 2 0,-6 3-2 16,4 1 2-16,-5-1-1 0,1 0 0 0,-1-2 2 15,5-2-1-15,-2-5-1 0,4-1 1 16,-1-6-2-16,7-4 1 0,-2 2 2 16,2-5-3-16,0 0 2 0,0 0-2 15,0 1 0-15,0 1 1 0,0-1 1 0,0 2 0 16,13 0 0-16,1-1 0 0,7-1-2 16,4-1 0-16,-1 0 1 0,1 0 0 0,2 0 0 31,0-1-2-31,0-2 1 0,2 1 0 15,-2 0 0-15,-2 0 0 0,-9 0-1 16,1 1 0-16,-5-1 0 0,-8 2-1 16,6-1 0-16,-1 1-1 0,-5 0-2 0,2 0-2 15,-6 0-4-15,0-2-8 0,0 2-14 16,2 0-17-16,-2 0-22 0,0 0-29 0,0-2-43 16,0 2-34-16,-2-3-42 0</inkml:trace>
  <inkml:trace contextRef="#ctx0" brushRef="#br1" timeOffset="22348.65">24748 13614 558 0,'0'0'49'0,"0"0"-6"15,0 0-7-15,0 0-6 0,0 0-6 16,0 0-4-16,0 0-2 0,-40 94-4 16,34-66-1-16,0 0-5 0,4 1-3 31,-2-1 5-31,2-1-10 0,-3-2 4 0,3-6-3 15,2-1-3-15,0-6 2 0,0 0-1 0,0 1 0 16,0-9 1-16,0 2-1 0,0-3 0 16,0 2-1-16,0-1-5 0,2 1-1 15,-2-5-7-15,0 0-17 0,0 0-38 16,0 0-66-16,0 0-159 0</inkml:trace>
  <inkml:trace contextRef="#ctx0" brushRef="#br1" timeOffset="23714.74">23170 12665 419 0,'0'0'54'0,"0"0"-4"15,0 0-8-15,0 0-3 0,0 0-5 0,0 0-7 16,0 0-7-1,0 0-3-15,0 0-1 0,0 0-4 0,-10-9-1 0,10 8-1 16,0 1-2-16,0-2-3 0,0 2 0 16,0-3 0-16,6 1 1 0,7 1 3 15,7 0-2-15,5 1-1 16,6-2 0-16,2 2-2 16,-2-1 1-16,-2-1 0 0,4 1-1 0,2-1 1 15,-6-1-1-15,8 0-2 0,-3 1 0 16,-1 0 0-16,4 0 0 0,-4 0-1 15,0 2 0-15,0 0-1 0,0 0 1 16,-2 0-1-16,2 0 1 0,-2 0-1 16,2-1 1-16,5 1 0 0,-5-2 0 15,2 1 3-15,0-1-3 0,-2 0 0 16,2 0 1-16,-4 0-2 0,2-1 0 16,-2 2 2-16,-4-1-1 0,0 2-1 15,0 0 0-15,-2 0 0 0,-9 0 0 0,1 0 0 16,1 0 1-16,1 0-2 0,6 0 2 15,-3 0 1-15,1 0 0 0,0 0-1 16,2 0 0-16,2 0-1 0,2 0 2 16,-7 0-1-16,9 0 0 0,-4 0 1 15,4 0-1-15,-4 0 0 0,-2 0 0 0,-5 0-1 16,-1 0 0-16,0 0 2 0,-5 0-2 16,5 2 0-16,-1-1 0 0,1 1-1 15,-5-1 1-15,7 1 0 16,-2-1 0-16,-1 0 1 0,7 3 0 0,-4-3 1 15,4 1 0-15,-5-1-1 0,5-1 0 16,-10 2 0-16,5-2-1 0,-1 0 4 0,-5 0-4 16,5 0 0-16,-5 0 1 0,-1 0-2 15,3 0 1-15,-3 0 1 0,-3 0 1 16,2 0 0-16,1 0 0 0,-1 0 1 16,1 0-1-16,-1 0 0 0,-4 0 0 15,5 0-4-15,-1 0 3 0,-4 0-1 0,5 2 1 16,-7-2 0-1,4 0-1-15,-1 0-1 0,-3 0 2 0,0 0-1 16,-6 0 1-16,0 0 2 0,6 0-3 0,-4 0 0 16,4 0-1-16,1 0 0 0,-7 0 1 15,0 0 0-15,0 0 0 0,4 0 1 16,-4 0-1-16,2 0 2 0,-2 0-2 16,4 0 0-16,-4 0 0 0,2 0-2 0,-2 0 2 0,2 0 0 0,-2 0-1 31,4 0 0-31,-4 0 0 0,2 0 0 15,-2 0 0-15,4 0 2 0,-4 0 0 16,0 0-1-16,3 0 0 0,-3 0 1 16,4 0-2-16,-2 0 1 0,4 0 1 15,0 0-3-15,0 0 2 0,1 0-1 16,-7 0 0-16,6 0 2 0,0 0 0 0,-4 0-2 0,4 0 1 16,-6 0 1-16,0 0-2 0,0 0 3 15,4 0-3-15,-4 0 0 16,2 0 1-16,-2 0-1 0,5 0 1 15,-5 0 1-15,2 0-1 0,-2 0 0 16,4 0-1-16,-4 0-1 0,2 0 1 16,-2 0 0-16,4 0-2 0,-4 0-2 0,0 0-2 0,0 0-3 0,2 0-8 15,-2 0-13-15,0 0-23 0,0 0-37 16,0 0-101-16,0 0-100 0</inkml:trace>
  <inkml:trace contextRef="#ctx0" brushRef="#br1" timeOffset="24314.82">25184 12435 636 0,'0'0'63'16,"0"0"-13"-16,0 0-15 0,0 0-10 16,0 0-8-16,0 0-8 0,0 0-3 15,0 0-2-15,0 0-1 0,-2-10 2 16,2 10-2-16,12 2 0 0,3 6 0 15,5 2 0-15,3 1-1 0,-2-2 2 16,3 0-2-16,-1 0-2 0,0-1 1 16,-2-2-2-16,-1 1 1 0,-1-2 5 0,-5 0-5 15,3-1 1-15,-9-3 0 0,-2 1-2 0,5 1 1 16,-9-1 4-16,4-1-5 0,-4 1 2 16,-2-2-2-16,0 0 3 0,0 0 0 15,4 1-2-15,-4 1 1 0,0-1-3 16,0 5 2-16,0 1 1 15,0 5 0-15,-6 3 1 0,-2 1 0 16,-5 6-2-16,-5 0 3 0,-1 3-1 0,-2 2 0 0,-1 2-1 16,-5 3 0-16,-2 2 0 0,-2 0 1 0,0 1-1 15,2-3 1 1,0-4-2-16,6-3 2 0,7-8 0 0,1-4 0 16,9-6 1-16,0-5-3 0,4 1 0 0,2-3 0 31,0 0 0-31,0 0 1 0,-4 2-2 0,4-2 0 15,0 0-1-15,0 1 0 0,0-1-1 16,0 0-2-16,0 0-3 0,0 0-5 0,0 0-10 16,0 0-21-16,0 0-39 0,0-1-67 15,0-5-147-15</inkml:trace>
  <inkml:trace contextRef="#ctx0" brushRef="#br1" timeOffset="25547.05">23813 12201 416 0,'0'0'65'0,"0"0"0"0,0 0-10 16,0 0-9-16,0 0-10 0,0 0-7 0,0 0-8 15,0 0-2-15,0 0-2 0,-20-17-4 16,20 16 0-16,0-3-5 0,8 0-1 16,6 0 0-16,11-3-2 0,0 4-2 31,4 0-1-31,0 0-1 0,6 0 0 0,-2 0-2 15,2 0 2-15,0 0-2 0,-2 0 0 16,-2 0-1-16,-4 0-2 0,-8 2-2 0,-7 1-1 16,1-2 0-16,-11 2-4 0,4-2-5 15,0 2-4-15,-6 0-3 0,0 0-9 16,0 0-9-16,0 0-3 0,0 0-1 16,-2 0 8-16,-4 0 14 0,-11 0 11 0,7 0 8 15,-2-3 6-15,1 2 1 0,5-1 5 16,-2-2 3-16,4 2 5 15,-1-1 5-15,1 2 5 0,4 1 4 16,0-2-2-16,0 2 0 0,-2 0-5 0,-2 0-1 16,-4 3-3-16,-5 8-1 0,3 7-2 0,4 5-1 15,4 1-2-15,0 4-4 0,2-1-3 0,0 1-1 16,0 2-2-16,0-3-1 0,0 0-1 16,0-9 0-16,2 1-2 0,-2-9 0 0,0-4 0 31,0 0 0-31,0-1-1 0,0 1-1 15,0-1-2-15,0 0-4 0,0-5-10 16,0 0-19-16,0 0-23 0,8 2-34 16,-4 1-67-16,2-1-108 0</inkml:trace>
  <inkml:trace contextRef="#ctx0" brushRef="#br1" timeOffset="25962.52">24398 12110 592 0,'0'0'39'0,"0"0"-5"16,0 0-9-16,0 0 2 0,0 0-4 0,0 0-4 0,0 0-4 16,-31 98-2-16,23-72-1 0,2 0-3 31,-3-3-2-31,5-5 0 0,2-7 0 0,2-7 1 15,0 1 1-15,0-1 1 0,-4 1 0 0,4 1-1 16,0-6 0-16,0 3-1 0,0 0-1 16,4 0-3-16,2 2-1 0,1-4-2 15,1 2 0-15,11 0 1 0,-5-3-1 16,11 0-1-16,0 0 0 0,-3-2-2 16,3-3 2-16,2-2 0 0,4 0 1 0,-4-1 0 15,4 1 0-15,-4 1-1 0,-2-1-1 16,-7 4 0-16,1 1 0 15,-9-1-1-15,-4 1 0 0,1 2-2 16,-1 0-1-16,0 0 0 0,-2 0-4 0,2 0 0 0,-6 0-1 16,0 0-2-16,0 0-6 15,0 0-8-15,0 3-18 0,0 8-25 16,-4-2-40-16,-4 3-69 0,2-5-94 0</inkml:trace>
  <inkml:trace contextRef="#ctx0" brushRef="#br1" timeOffset="26381.92">24617 12210 548 0,'0'0'55'16,"0"0"-7"-16,0 0-9 0,0 0-10 0,0 0-6 15,0 0-6-15,0 0-5 0,0 0 0 16,0 0 3-16,-6-12-3 0,6 15 3 15,0 14-7-15,0 7-1 16,-4 9-1-16,0 0-2 0,-2 1 0 0,-5-1 1 0,5 2-4 16,0 2 3-16,4 1 5 0,-2 0-6 15,2-2 5-15,-2-6-5 16,1-8-2-16,3-1 2 0,0-9-2 16,0 2 1-16,0-1-1 0,0-6-1 0,0-2 1 0,0-5-2 31,0 0 1-31,0 0 0 0,0 2 0 0,0 0 1 15,0-1-1-15,0 1 0 0,0-1 1 16,0 1-1-16,0-1 0 0,0 1 0 0,0-2-1 16,0 0 0-16,0 1 1 0,0-1-2 15,0 0 1-15,3 0-2 0,-3 0-1 16,0 0-2-16,0 0-2 0,4 0-4 16,-4 0-10-16,0-1-13 0,2-5-31 0,-2-2-47 15,0 2-157-15,4 1-23 16</inkml:trace>
</inkml:ink>
</file>

<file path=ppt/ink/ink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5:25:57.778"/>
    </inkml:context>
    <inkml:brush xml:id="br0">
      <inkml:brushProperty name="width" value="0.05292" units="cm"/>
      <inkml:brushProperty name="height" value="0.05292" units="cm"/>
      <inkml:brushProperty name="color" value="#C00000"/>
    </inkml:brush>
  </inkml:definitions>
  <inkml:trace contextRef="#ctx0" brushRef="#br0">14575 5353 475 0,'0'0'43'15,"0"0"-2"-15,0 0-6 0,0 0-10 16,0 0-8-16,0 0-6 0,6-86-4 16,3 73 2-16,-3 6-2 0,6-4-1 0,-1 7-1 15,-1 3-3-15,7 1-3 0,1 0 2 16,-1 7-1-16,5 7-1 0,-7 5 3 0,4 6-2 16,-1 5 0-16,-5 10 0 0,1 5 1 15,0 10-2-15,-1 4 3 0,-3 3-2 16,-2-3 1-16,1-2-1 0,1-6 1 15,-4-4 4-15,3-4-4 0,-1-2 2 0,2-2-2 16,3-1-1-16,-5-3 1 0,4 0 1 0,1-1-1 31,-1-4-1-31,0-1 1 0,-3-4-2 0,3-2 3 16,-4-1-3-16,5-4 2 0,-7-6 0 16,4-3-1-16,-6-3 3 0,1-4-2 0,-3 1 0 0,4-3 0 31,4 0 1-31,3 0 0 0,-3-7 1 0,0-3 0 15,-1 0 2-15,-3-3-1 0,-2 3 2 16,-4-1 4-16,0 2 3 0,0 4-1 0,-4-2 2 16,-2 5-2-16,-3 1-6 0,-3 1-1 15,-1 11-2-15,-5 13 0 0,3 7 1 16,1 13 0-16,1 6-1 0,7 9 1 16,0 8 3-16,2 3-3 0,4 4-1 0,6 4 1 15,4 1-4-15,3 0 2 0,-1-2 2 16,3-1-3-16,-7-3 1 0,9-3 0 0,-9-3-1 15,-2-2-1-15,0-3 1 0,-4 0 0 16,-2 2 0-16,0-2 3 0,-2 2-3 16,-4-3 3-16,-2-2-3 0,-5-6 1 15,1-1 2-15,-5-7-3 0,1-1 3 0,-7-6-3 16,2-4 0 0,1-6-2-16,-1-3 1 0,-4-6 0 0,1-5 0 0,-3-3 1 0,-4-6-1 31,0-4 1-31,2-1 0 0,-9-3 0 15,3-8 0-15,-2 0 1 0,-2 0-2 16,2 0 0-16,4 0 1 0,0 4 1 16,8 1-2-16,6 2 1 0,3 1 0 0,3 2-5 15,7 0 5-15,2 1-1 0,4 0 0 0,-6-2 2 16,-1 2-1-16,3-1-2 0,0 1 2 16,4 0-1-16,-2-2 0 15,2 2 1-15,0 0-1 0,-6-2 0 0,0 1-1 16,-1-1 1-16,3 1-2 0,4 1-1 15,-2-2-2-15,2 2-2 0,0 0-4 0,-4-1-5 16,4-1-16-16,0-4-21 0,0-7-42 16,10-6-104-16,9-9-95 0</inkml:trace>
  <inkml:trace contextRef="#ctx0" brushRef="#br0" timeOffset="615.72">15503 6111 585 0,'0'0'42'0,"0"0"-6"0,0 0-13 0,0 0-7 15,0 0-3-15,0 0-2 0,0 0-1 16,0 0-1-16,7 82-5 0,3-47-2 0,-4 0-2 16,4-2 0-16,-3-1-2 0,3-1 1 15,-4-6-4-15,0-7-5 0,-4-7-9 16,3-5-9-16,-5-6-7 0,0 0-18 15,0 0-19-15,0 0-21 0,0 0 8 0,0-2 18 16,0-11 35-16,-5-9 25 0,-3-3 17 0,-2-4 17 16,2 0 18-16,-5-1 10 0,1-2 4 15,4 5-2-15,-3 1-4 0,3 9 1 16,4 6-5-16,4 1-7 0,-2 5-11 16,0-1-9-16,2-6-7 0,0 2-5 31,8-6-3-31,6-3-2 0,5 2-2 0,2 2-3 15,10 0-1-15,0 1-6 0,2 3-4 0,0-1-14 16,-2 3-31-16,-4 3-39 0,-9 1-130 16,-3 5-55-16</inkml:trace>
  <inkml:trace contextRef="#ctx0" brushRef="#br0" timeOffset="802.05">15601 6243 656 0,'0'0'25'0,"0"0"-4"16,0 0-5-16,0 0-6 0,0 0-7 16,0 0-3-16,0 0 0 0,0 0-1 15,0 0 0-15,0 0-2 0,43 27-3 0,-29-22-8 16,7-2-16-16,-2 3-28 0,-3-3-53 16,5 3-141-1,-9-2-3-15</inkml:trace>
  <inkml:trace contextRef="#ctx0" brushRef="#br0" timeOffset="1070.58">15902 6074 582 0,'0'0'39'0,"0"0"0"15,0 0-10-15,0 0-10 0,0 0-7 0,0 0-4 16,0 0 1-16,0 0 1 0,0 0-1 15,0 0 1-15,0 4 1 0,0 7-1 0,0 8 4 16,0-1-3-16,2 8 2 0,5 0-2 0,-1 3-1 31,2 1-2-31,-2 2-1 0,0-1-3 0,-1 0 0 16,-3-3-3-16,2-9 0 0,-2-1-2 0,-2-7-2 16,4-5-3-16,-4 0-4 0,0-6-15 0,0 0-20 31,0 0-39-31,0 0-87 0,0 0-122 0</inkml:trace>
  <inkml:trace contextRef="#ctx0" brushRef="#br0" timeOffset="1290.08">15878 6134 579 0,'0'0'53'16,"0"0"-4"-16,0 0-9 0,0 0-11 0,0 0-10 15,0 0-5-15,0 0-3 0,0 0-6 16,0 0 0-16,47-41-3 0,-28 34-1 16,1 3-1-16,9 0-2 0,-2-1-1 15,-2 2-5 1,-2 0-8-16,2 0-12 0,-7 1-28 16,1 2-38-16,-5 0-86 0,-6 0-101 0</inkml:trace>
  <inkml:trace contextRef="#ctx0" brushRef="#br0" timeOffset="1482.83">15944 6311 591 0,'0'0'24'0,"0"0"2"0,0 0-7 16,0 0-5-16,0 0-8 0,0 0-6 15,0 0 0-15,0 0-4 0,0 0-4 16,76-39-11-16,-63 36-12 0,-1 1-17 15,-4 2-45-15,7 0-69 16,-5 0-81-16</inkml:trace>
  <inkml:trace contextRef="#ctx0" brushRef="#br0" timeOffset="1683.1">15975 6443 551 0,'0'0'30'0,"0"0"6"0,0 0-1 15,0 0-8-15,0 0-8 16,0 0-5-16,0 0-6 0,0 0-2 0,0 0-4 16,0 0-2-16,76 35-4 0,-55-36-4 15,-7-4-9-15,3 1-12 0,-7-1-23 16,1 1-30-16,1-2-80 0,-4-1-95 16</inkml:trace>
  <inkml:trace contextRef="#ctx0" brushRef="#br0" timeOffset="1915.77">16293 6141 678 0,'0'0'28'16,"0"0"-2"-16,0 0-8 0,0 0-8 15,0 0-3-15,0 0-5 16,0 0-1-16,85-41 1 0,-54 29-3 15,-2 2 1-15,2-1-1 0,0 2-4 16,-6 1-3-16,-9 4-4 0,1-1-4 16,-5 3-4-16,-10 1-15 0,4 1-12 0,-4 0-16 15,3 0-39-15,-3 1-47 0,-2 6-89 0</inkml:trace>
  <inkml:trace contextRef="#ctx0" brushRef="#br0" timeOffset="2099.92">16535 6053 570 0,'0'0'66'15,"0"0"-14"-15,0 0-14 16,0 0-13-16,0 0-9 0,0 0-4 0,0 0 3 0,0 0-3 16,0 0 2-16,0 0-4 0,-33 58-1 0,31-35-4 15,-2-1 0-15,4 3-2 0,-2-1-2 16,2-6-1-16,0 2 0 16,0-6-2-16,0-1 0 0,0 1-4 0,0-8-7 31,0 6-14-31,0-6-27 0,0 0-51 0,0 0-107 15,0-6-81-15</inkml:trace>
  <inkml:trace contextRef="#ctx0" brushRef="#br0" timeOffset="2384.64">16742 5996 542 0,'0'0'47'16,"0"0"-2"-16,0 0-10 0,0 0-13 0,0 0-9 0,0 0-1 16,0 0 1-16,0 0 1 15,0 0 4-15,0 0-3 0,-64 57 1 16,57-32-3-16,3 2-2 0,0 0-1 16,2-1-2-16,2 1-4 0,0-2 1 0,0-1-4 15,6-3 2-15,-2-1-4 16,3-6-1-16,3-4-2 0,-4-2-5 15,2-2-7-15,5 0-14 0,-1-3-19 16,1 2-26-16,-1-5-39 0,4 0-75 16,-5-2-75-16</inkml:trace>
  <inkml:trace contextRef="#ctx0" brushRef="#br0" timeOffset="2599.17">16862 6081 572 0,'0'0'49'0,"0"0"-12"0,0 0-13 0,0 0-9 16,0 0-3-16,0 0-1 0,0 0-1 0,0 0-1 16,0 0-5-16,2 18-1 0,-2-4-2 15,0-1 0 1,0 5 0-16,0-6-3 0,0 7-1 0,0-7 0 0,0 1-2 16,0 0 1-16,0-1-2 0,2 1-4 15,-2-2-8 1,4 0-12-16,-2-7-16 0,-2 2-15 15,0-6-25-15,0 0-15 0,0 0-13 0,0 2-17 16</inkml:trace>
  <inkml:trace contextRef="#ctx0" brushRef="#br0" timeOffset="3032.53">16872 6272 374 0,'0'0'71'0,"0"0"-11"0,0 0-14 0,0 0-5 15,0 0-10-15,0 0-7 0,0 0-10 16,0 0-7-16,0 0-4 0,0 0-1 0,6-54-1 15,4 43-2 1,-1 4 1-16,3-2-3 0,-6 5 0 0,7-1 0 0,-5 2-4 16,4 0-1-1,1 2 0-15,-5 1-1 0,4 0 0 0,-1 0 2 16,-3 0-1-16,-2 0-3 0,2 3-6 0,-3 0-6 0,1-2-8 16,-4 2-6-1,-2-3-3-15,0 0-4 0,6 0-4 16,-2 0-3-16,2 0 4 0,1-4 13 15,-5-1 27-15,-2 0 26 0,2-3 25 16,-2 1 19-16,0-5 7 0,0 0-2 16,0 0-3-16,0 1-10 0,-2-1-12 0,0 0-6 15,2 6-6-15,-5 1-7 0,5 5 1 16,0-1-5-16,0 1-3 0,0-2-6 0,0 1-5 16,-2-1-2-16,2 2 1 15,0 0-1-15,-4 0 0 0,2 10 2 0,2 0-1 16,-4 8-1-16,4 2-2 15,0 1-1-15,0 3-1 0,4-2 0 16,-4-7 0-16,2 0 0 0,2-4-2 0,-4 0-1 0,0-1-3 16,0-5 0-1,2 5-5-15,-2-3-8 0,0-2-13 0,0 2-19 16,0-7-33-16,0 4-69 0,0 0-124 0</inkml:trace>
  <inkml:trace contextRef="#ctx0" brushRef="#br0" timeOffset="5448.56">24814 9367 214 0,'0'0'57'15,"0"0"-7"-15,0 0-1 0,0 0-6 16,0 0-1-16,0 0-2 0,0 0-2 0,0 0 3 16,0 0-2-16,6-21-5 0,-6 19-6 15,0 1-7-15,0-1-2 0,0 0-5 16,0 1-1-16,0-1-3 0,0 1-2 16,0-1-5-16,0 1-3 0,-2 1-1 0,-15 0-2 15,7 0 3-15,-13 4-2 0,3 7 2 16,1 1 0-16,0 4-1 0,3-3-1 0,-3 2 2 15,3-3 0 1,7-2 0-16,-3-2 1 0,6-3 0 0,0-2 0 0,6 0 1 16,0-3-2-16,-2 0 0 0,2 0 0 15,0 2 0-15,0-1-2 0,0 5 2 0,0 5 2 16,2 3-2-16,8 2 0 0,2 0 1 16,-1-1-1-16,5-2 0 15,-1 3 2-15,-1-3-2 0,3-1 0 0,-3 2 0 0,-1-2 0 31,-1-1 0-31,-4-2 0 0,3 0 1 16,-5-3-1-16,0 0 1 0,2 2-1 16,-6-4 1-16,9 2-1 0,-9 1 2 0,4-3-1 15,-2-1 1-15,-2 0 0 0,2-1-1 16,-2 1 1-16,2 0-1 0,-1 0-2 0,-3-3 1 16,4 2-2-16,-2 2-1 0,0-1-10 15,4 4-31-15,-2-4-88 0,2 4-162 16</inkml:trace>
  <inkml:trace contextRef="#ctx0" brushRef="#br0" timeOffset="6441.94">28067 10787 414 0,'0'0'48'0,"0"0"-7"0,0 0-11 16,0 0-4-16,0 0-3 0,0 0-2 0,0 0-1 0,0 0 0 0,0 0-3 15,-2 35 1 1,2-33-3-16,0 0 0 0,0-2-2 0,0 1-3 16,0-1 1-16,0 0-1 0,2-10 0 0,5-1 2 31,-5-6-6-31,2-1-1 0,-4-2-1 0,0-6-4 15,0 1 1-15,0-1 1 0,0-2-2 0,0 3 0 16,0-3 0-16,0 3 0 0,0-1 0 16,0 8-5-16,0-1 5 0,0 8-4 15,0 6 4-15,2-2 2 0,-2 1-2 16,0 2 1-16,0-2 2 0,0 1-3 16,0 5 1-16,0-1-1 0,0 1 0 15,0-2 0-15,4 1 0 0,-4-1 2 0,0 1-2 16,0-1 0-1,0 1 0-15,0 1 0 0,0-2 0 0,0 2 0 16,0-2 0-16,0 2 0 0,0-1 0 0,0 1 0 16,0-2-2-16,0 2 2 0,0-1 0 0,0 1 0 15,0 0-1-15,0 0-1 16,0 0 1-16,0 0-1 0,0 0 2 16,-6 4-1-16,0 4 0 0,-3 3 0 15,-1-1-1-15,4-2-2 0,-3 2 2 16,3-2 5-16,0-2-4 0,0 2 6 15,4-5-5-15,-2 2 2 0,4-5-1 16,0 0 0-16,0 0 0 0,0 0 0 16,-2 0-1-16,2 0-5 0,0-5 5 15,0-6-5-15,8-1 4 0,-6 3 0 16,8-3 0-16,-4 6-1 0,-3 3 0 0,7-2 0 16,-4 4-3-16,-4-1-2 15,4 2-10-15,-6 0-30 0,0 0-53 0,7 0-181 0,-5 0-12 16</inkml:trace>
  <inkml:trace contextRef="#ctx0" brushRef="#br0" timeOffset="7362.75">25027 9452 1 0,'0'0'9'15,"0"0"5"-15,0 0 16 0,0 0 20 0,0 0 9 16,0 0 9-16,0 0-6 0,0 0-7 15,-79 15-7-15,79-15-6 16,0 0-4-16,0 0-4 0,-4 0-5 0,4 0-4 0,-2 0-1 16,2 0-8-1,-4 0-2-15,4 0-5 0,-2 0-5 0,2 0-1 16,0 0 0-16,0 0 1 0,2 0 0 0,14 0 1 0,5 0 2 16,12 0 4-16,0 0-2 15,11 0 1 1,-1 0-2-16,4 0-3 0,7-3-1 0,2 2-2 15,2-2 0-15,0 0-1 0,0-1-1 0,-3 1 1 16,3 0 0-16,0 0-2 0,-2-1 1 16,-2 1 0-16,-3-2-4 15,3 1 6-15,-2-1-2 0,6 0 0 0,-7 1 2 16,1 1-2-16,4 0 1 0,-9 1-1 16,9 2 1-16,-2 0-1 0,-6 0-2 0,1 0 2 15,-7 2 0-15,-1 3 0 0,-6 0 1 16,-4 2 0-1,-4-1-2-15,0 0 2 0,-4-2-1 0,-7 1 0 16,1-1 3-16,-9-1-1 0,-2-1 0 16,2 0 1-16,-1-1 1 0,-1-1 3 15,0 2 2-15,-2-2 1 0,2 0-2 16,0 0-1-16,3 0-2 0,-3 0-1 0,-4-2 0 16,4 2-1-16,-6 0-2 0,0 0 1 15,0 0-1-15,4 0 1 0,-4-1-1 16,2 1-2-16,-2 0-1 0,5 0-2 15,-5 0-4-15,0 0-5 0,2 0-13 16,-4-2-32-16,-5 0-56 0,-9-1-171 16,-5 0 6-16</inkml:trace>
  <inkml:trace contextRef="#ctx0" brushRef="#br0" timeOffset="8549.82">25330 8813 466 0,'0'0'44'0,"0"0"-3"0,0 0-7 15,0 0-7-15,0 0-4 0,0 0-1 16,0 0 0-16,0 0-4 0,0 0-1 16,0 0-5-16,98-84-2 0,-71 62 0 0,-1-4 0 15,1-2 1-15,2 0 1 0,-2-4-4 0,-2 0-3 31,-2-3 1-31,1-2-5 0,1-2 3 0,2-2-1 16,0-4-2-16,2-2 1 0,0-5-3 0,2-5 4 0,0 0-4 16,-2-2 2-16,4-2-1 15,2-1-3-15,-2-3 3 0,-4-4-3 16,2-2 4-16,0-7 0 0,-4 1-2 0,-2-2 3 0,-3 2-1 16,3 4 1-1,-6 4-1-15,-1 6-2 0,-5 2 3 16,-1 5-3-16,-3 0 2 0,-1 3 2 15,2-2-2-15,-4 2 1 0,3 0-1 16,3-1 1-16,0 3-2 0,3-1 3 16,1 1-3-16,1-2-4 0,6-1 4 15,-3 0-4-15,1-1 5 0,-2 2-1 16,1 0 0-16,3 4 1 0,-6 5-2 16,-1 5 2-16,-1 6-1 0,-1 3 1 15,-4 8 0-15,-1 7 0 0,-3 1-2 0,0 7 2 16,-6 2-1-16,2 0-1 0,-2 5 2 15,0-1-2-15,0 1 1 0,4-1-3 16,-4-1 2-16,0 0-2 0,0 1-1 16,2 1 0-16,-2-2-1 0,0 2-1 15,0 0 1-15,7 0-5 0,-1 0-6 0,0 5-19 16,11 7-33-16,-9 3-65 0,0 7-156 0</inkml:trace>
  <inkml:trace contextRef="#ctx0" brushRef="#br0" timeOffset="8994.58">26040 5378 598 0,'0'0'47'0,"0"0"-7"15,0 0-11-15,0 0-4 0,0 0-3 16,0 0-8-16,0 0-3 0,0 0-4 16,0 0-6-16,-9-55-1 0,9 55 0 0,0 2 0 15,0 16 4-15,0 12 0 16,0 11 0-16,0 5-2 0,6 4 1 0,1 1-3 0,1-2 2 16,-4 0-1-16,4-7 0 15,-1-2-2-15,-3-7 2 0,0-10-2 0,0-5 2 16,-4-6 2-16,2-6-3 15,-2 0 3-15,0-6-6 0,0 3-4 0,4 2-11 0,-4 0-28 16,2-1-48-16,-2-4-171 0,0 0-39 16</inkml:trace>
  <inkml:trace contextRef="#ctx0" brushRef="#br0" timeOffset="9599.1">26263 5408 548 0,'0'0'30'15,"0"0"6"-15,0 0-4 0,0 0-5 16,4 85-12-16,0-49-3 0,-2 2 0 16,4 1 2-16,-2-3-2 0,3 0 0 0,1-5-3 15,-4-10-5-15,-2-9-3 0,2-3 2 16,-2-4 2-16,-2-1 2 0,4 1 4 0,-4-5 1 15,0 0 1-15,0 0 2 0,0 0-2 16,0 0-3-16,0 0-4 16,0-12-3-16,0-6-2 0,-4-8 1 0,4 0 0 15,0 0-1-15,0-3 2 0,0 2-3 0,4 3 0 16,1 7 0-16,1 2-1 0,-2 6 1 16,4 2-1-1,-2 2-1-15,5 3 0 0,3 2 0 16,1 5 1-16,7 10 0 0,-5 4 1 15,-1 6 0-15,-1 2-1 0,-3 1 0 16,1 0 1-16,-7-1 0 0,0-2-1 16,-4-8 1-16,2-7-3 0,-4 1 3 0,2-5 1 15,-2-1 1-15,0 0 1 0,0-5 1 0,0 0-1 16,0 0 0-16,5 0-2 0,-3-9 0 16,0-7 2-16,2-7-4 0,-2-3 2 15,2-1-2-15,-2-2 2 0,4-3 0 16,-2 0 0-16,-2 2-1 0,5 3 1 15,-3 8-2-15,2 4 0 0,-4 6 0 0,-2 5 0 16,2 0-2-16,-2 4 1 0,6 0 1 16,7 4-1-1,3 9 2-15,5 7-1 0,-2 2 1 0,-1 5-2 0,-3-2 2 0,-3 1-2 16,0-3 2-16,-1-2-3 0,-1-7 0 16,-2-4-3-16,-3-2-6 0,1-2-14 15,0 0-25-15,-4-3-47 0,2 0-122 0,-4-3-76 31</inkml:trace>
  <inkml:trace contextRef="#ctx0" brushRef="#br0" timeOffset="10132.19">26835 5532 538 0,'0'0'40'0,"0"0"0"0,0 0-5 0,0 0-8 16,0 0-8-16,0 0-2 0,0 0-4 15,0 0-1-15,0 0-2 0,44 78-2 16,-42-60 2-16,-2 0-2 0,0-7 0 16,4-5 0-16,-4-6-1 0,0 0 3 15,0 0 2-15,0 1 2 0,0 1 1 0,0 0-2 16,0-2-4 0,0 1-1-16,0-1-5 0,0-1-1 15,0-6-1-15,0-8 1 0,0-4 0 16,0-2-1-16,2-7-1 0,-2 10 0 15,2 0-1-15,-2 5 1 0,4 3-2 16,-4-2 1-16,2 7 0 0,-2 1-1 16,0 4 0-16,7-2 0 0,3 2 0 0,4 0 0 15,5 4 2-15,0 9-2 0,-3 3 2 16,3 4-1-16,-1 0 0 0,-5 0-1 0,-1-3 0 16,-4-5-1-16,-1-5 2 0,-3 1 1 15,-2-4 0-15,-2 0 1 0,4 0 0 16,-4-4 0-16,0 0 0 15,0 0 2-15,0 0 0 0,2 0 0 16,-2 0 0-16,0 0-1 0,0-2-1 0,0-8 1 0,0-1-1 16,-6-7 0-16,6-4 0 0,0 1-1 0,0-6 0 15,0 4 2-15,6 7-4 0,-2 2 2 16,-2 5-2-16,0 4 1 0,2 2-1 16,-4 3 0-16,0-1 0 0,2 1 0 31,11 3 0-31,-1 8 1 0,3 4 1 0,1 2-2 15,-3 1 2-15,-1 0-2 0,-4-2-2 16,1 0-4-16,-3-6-7 0,4 2-16 0,-8-4-23 16,2-4-54-16,3 6-109 0,-5-6-78 15</inkml:trace>
  <inkml:trace contextRef="#ctx0" brushRef="#br0" timeOffset="10460.5">27255 5611 608 0,'0'0'45'0,"0"0"-4"0,0 0-9 16,0 0-11-16,97-25-9 0,-70 13-5 0,0-3-3 0,-2-2-2 15,-3-1-1-15,1-1 1 16,-4 1 0-16,-9 0 1 0,0 6 1 0,-3-3 2 0,-7 4-2 16,0-2 3-1,0-5 1-15,0 8 0 0,-7-4-2 16,3 8-1-16,-6 2-2 0,-2 2-2 15,-5 2 0-15,-4 4-1 0,3 10 1 16,-1 4-1-16,3 7 2 0,-1 0-2 16,5 4 0-16,1-1 1 0,5-7-1 0,2-1 0 15,4-1 0-15,0-2 0 0,6 3 0 0,7-5-2 16,-1-6 0-16,7-3-3 0,-3-3-5 16,13-1-15-16,-2-2-19 0,4 0-30 15,2-3-27-15,-4-4-39 0,2 0-20 16,-4-1 18-16,0 0 34 0</inkml:trace>
  <inkml:trace contextRef="#ctx0" brushRef="#br0" timeOffset="10977.96">27710 5574 42 0,'0'0'91'16,"0"0"17"-16,0 0 8 16,0 0-13-16,0 0-19 0,45-79-15 0,-43 62-13 0,-2 6-12 0,0 1-12 15,0 1-7-15,-6 1-6 0,0 0-8 16,4 5-5-16,-11 2-3 0,1 1-1 16,-7 6-1-16,-3 8 2 0,3 4-2 15,-2 3 0-15,5 2 0 0,3 1 0 16,5 1-1-1,4-7-1-15,4-2 0 0,0 0 1 16,0-7-1-16,6 1 2 0,0-4-2 16,5-4 0-16,1-1 1 0,3-1 0 15,3-6 0-15,1-6 2 0,-5-3-2 0,1-5 1 16,-3-1-1-16,-1-2 0 16,-7-3 2-16,-4 1-2 0,0-3 2 0,0 1 1 0,-2 0 0 15,-5-2 2-15,1-3-1 0,-2-1-1 16,2 1 0-16,-5 0 1 0,9 3-3 15,-4 11 4-15,6 5-3 0,0 9 2 0,0 4-2 16,-2-1-2-16,2 1-1 0,0 0-1 16,0 0 5-16,0 7-5 15,4 11 5-15,7 7-4 0,-3 2 0 16,4 3 2-16,1 0-1 0,-1 2 3 0,2 0-4 0,3-1 2 16,0-2-2-1,5-4-1-15,-1-3 2 0,0-4-2 16,3-6 1-16,-9-6 1 0,4-2-2 15,-5-4 1-15,3 0 1 0,3-7-1 16,-5-5 1-16,-3-3 0 0,0-2 1 16,-1-1 0-16,-7 4 1 0,0-1-1 0,-2 4 0 15,2 5-1-15,-4 2 2 0,0 4 1 0,0-2-2 16,0 2-1-16,0-1-2 0,0 1 1 16,0 0 0-16,0 6 2 15,-4 9-1-15,-2 4 0 0,6-2 0 16,-2 1 0-16,2 2-2 0,0-1 0 15,2 2-3-15,4-6-11 0,-2-6-23 16,2-4-52-16,3-5-204 0,3 0-19 16</inkml:trace>
  <inkml:trace contextRef="#ctx0" brushRef="#br0" timeOffset="11126.77">28007 5285 655 0,'0'0'10'0,"0"0"-9"0,0 0-2 16,0 0-3-16,0 0-8 0,0 0-15 16,0 0-47-16,0 0-139 0,0 0-49 15</inkml:trace>
  <inkml:trace contextRef="#ctx0" brushRef="#br0" timeOffset="12847.83">28338 5420 460 0,'0'0'63'0,"0"0"-10"15,0 0-8-15,0 0-9 16,0 0-6-16,0 0-11 0,0 0-5 0,0 0-4 16,0 0-1-16,0 0-1 0,-58-50-1 31,42 50-1-31,-5 8 0 0,2 2 0 0,5 5 1 15,0 2 0-15,-3 1-1 0,3 1-2 16,1 1-3-16,1-2 0 0,6-4-2 0,-1-1 0 16,5-4 1-16,2-4-1 0,0 1-1 15,0-3 2-15,0 1 0 0,0 1 1 16,2 0 1-16,9-5-1 0,7 0 1 16,-1-5 0-16,1-4 1 0,1-4-1 0,-5 0 0 15,5-2-1-15,-2 0 1 0,-3 1 1 16,1 0 0-1,-5 5-1-15,-2-1 2 0,-2 3-1 0,-4 4 2 0,3 0 0 0,-5 3 0 16,0 0-3-16,0 0-1 0,2 0-2 16,-2 0-2-16,0 0 3 0,0 0-1 15,4 0 1-15,-2 9 1 0,2-1-2 0,8 3 0 16,-3-2 1-16,5-5-1 0,5 1-2 16,1-3-3-1,5-2-5-15,-4 0-5 0,4-5-4 16,-7-3-1-16,1-2 0 0,-5-2 5 15,-3 2 6-15,-5-2 7 0,-2-3 7 16,0 5 8-16,-4-10 0 0,0-2 5 16,0 1 1-16,0-8 1 0,-4 2-5 15,2 1-5-15,2 0 1 0,-2 6-5 0,2 2 2 16,0 6-1-16,0 6-1 0,0 2 1 0,0 4-2 16,0-2-3-16,0 2-1 15,0 0-1-15,0 0 1 0,0 12 3 0,0 8-3 16,0 6 3-16,0 1-3 0,2 0 1 15,0-1 0-15,-2 2-1 0,4-4 0 0,-2-6-2 16,2-3 0-16,-2-4-2 0,-2-7-1 16,5 3-2-1,-5-7-7-15,0 3-5 0,2 1-5 0,-2-1-6 0,4 2-3 0,-4-5-2 16,0 0 4-16,0 0 10 0,0-5 13 16,0-5 14-16,0-2 8 0,-4 2 6 31,-3 0 3-31,7 5 1 0,-2 2 2 0,2 3 0 15,0-1-2-15,0 1-6 0,0-6-5 0,0-4-5 16,9 0-3-16,7-4-2 16,1 4-1-16,7 0-2 0,7 2 1 0,0-2-1 15,5 1-1-15,-3 0 0 0,4-3-1 16,-6 1 1-16,-4-1 0 0,-7 0 2 16,-5 3 1-16,-5 3-5 0,-8-3 6 0,-2 2-8 15,0-1 4-15,0-3 0 0,-6 5 0 16,-8 1 2-16,-5 5 0 0,-8 0 4 0,0 12-3 15,0 3 5-15,3 4-5 0,3 2 2 16,2 0-1-16,3 0-3 0,8-4 2 16,5 0-3-16,3-2 1 0,3 0 1 15,5 2-1-15,8-6 1 0,3-2-1 0,2-5 2 16,10-2-3-16,2-2-2 0,0 0-2 0,-4 0-8 31,2-6-6-31,-4-5-23 0,2-1-44 16,-7-3-156-16,1 1-60 0</inkml:trace>
  <inkml:trace contextRef="#ctx0" brushRef="#br0" timeOffset="13266.06">29272 4752 618 0,'0'0'45'16,"0"0"-10"-16,0 0-11 0,0 0-5 0,0 0-3 16,0 0-2-16,0 0-1 0,-76-1 0 15,64 14 0-15,3 5-2 0,3 6-3 16,6 1 0-16,0 8-2 0,0 6 2 16,8 3-1-16,5 2 1 15,3 2-2-15,-1 1-1 0,3-3 3 0,1 1-2 16,-5 0 2-1,5-3-5-15,-6-1-1 0,-3-2 0 16,-4-1-1-16,4-3 1 0,-3 0-2 16,-1-2 2-16,-4-1-2 0,2-1 1 0,-2-4 1 15,-2-7-1-15,0-2-1 0,0-6 0 16,0 0-2-16,0 0 2 0,0-1 0 16,-8 4 0-16,4-6 0 0,-5 2 0 15,-1-5 0-15,4-2 0 0,-4 1 1 0,-3-5-1 16,-6 0-1-1,1 0 0-15,-7-9 0 0,2-3 0 0,1 0 1 0,1-3-3 0,2-2-3 16,1-1-4 0,3-1-8-16,3-2-14 0,-3-1-43 0,3-1-96 0,0-2-137 15</inkml:trace>
  <inkml:trace contextRef="#ctx0" brushRef="#br0" timeOffset="13581.75">29053 5235 727 0,'0'0'28'0,"0"0"-11"0,0 0-7 15,0 0-2-15,0 0-6 0,0 0-1 16,0 0-2-16,89-56-4 0,-66 51-4 0,8-1 4 16,0-1-3-16,0 0 4 0,-2 0 2 15,2-2-1-15,-6 0 2 0,-5 0 0 16,-5 1 1-16,-5-1 2 15,-1 3 1-15,-5 3 0 0,0 0 3 16,-4 3 0-16,0-2 1 0,0 2-1 0,0 0-1 0,0 0-2 16,0 0 0-16,0 2 2 0,0 10 1 0,0 8 2 15,0 4 0-15,0-7-5 0,0 3 4 16,0-2-9-16,0-4 0 0,0 2-3 16,0-5-8-16,4-7-13 0,-4 1-33 31,0-5-49-31,0 0-122 0,0 0-57 0</inkml:trace>
  <inkml:trace contextRef="#ctx0" brushRef="#br0" timeOffset="13700.78">29376 5017 641 0,'0'0'47'16,"0"0"-20"-16,0 0-19 0,0 0-9 0,0 0-6 15,0 0-8-15,0 0-18 0,0 0-39 16,0 0-112-16,0 0-91 0</inkml:trace>
  <inkml:trace contextRef="#ctx0" brushRef="#br0" timeOffset="14163.13">29531 5138 571 0,'0'0'29'0,"0"0"-9"0,0 0-13 0,0 0-6 15,0 0-1 1,0 0-1-16,0 0 2 15,0 0 3-15,0 0 0 0,0 0 6 16,58-85 5-16,-58 73 6 0,0-4 3 16,0 8 0-16,-4 3-3 0,4 0-3 0,-7 4-6 15,5-1-1-15,-10 2-3 0,-5 0-2 16,7 11 0-16,-6 6 1 0,3 1-3 0,3 2 1 16,6-5-4-16,2 3 0 0,2-1-2 15,0-2-2-15,2 4 4 0,6-3-3 16,4-4-1-16,5-3-5 0,-1-3-1 15,3-3-4-15,6-3-9 0,0 0-1 0,-3-6-2 16,1-6 0-16,-2-3 2 0,-3-2 4 16,-3-3 3-1,-3-1 6-15,-3-2 8 0,-5-1 4 0,-2-2 8 0,-2-3 2 0,0 0 8 16,-6-3-1-16,1 2 4 0,1 7-2 16,2 3 1-16,-2 7-2 0,2 7-2 15,2 1-4-15,0 5-8 0,-4 0-3 0,-2 7 0 31,-1 10-1-31,1 6 2 0,0 8 1 16,6-1-1-16,0 1 1 0,0-2-3 0,0-2 1 16,6-1-2-16,0-4-2 0,5 0-1 15,-3-6-4-15,4 0-2 16,-3-6-18-16,1-1-18 0,2-4-42 16,1-4-84-16,1-1-120 0</inkml:trace>
  <inkml:trace contextRef="#ctx0" brushRef="#br0" timeOffset="14581.83">29998 5052 547 0,'0'0'33'0,"0"0"-13"0,0 0-4 0,0 0-1 16,0 0-1-16,0 0-2 0,0 0-2 0,0 0-2 31,0 0-3-31,-62-37 1 0,50 40 1 16,-5 7 1-16,5 3 3 0,-1 2-2 15,7-3-1-15,4 3-3 0,-2-4-1 16,4-1-2-16,0 7-2 0,0-8 3 16,8 3-3-16,-2-5 0 0,7-6-1 15,3 1-2-15,-1-2 2 0,3-5 1 0,-3-4 1 16,-3-5-1-16,1-1-1 16,-5-3 0-16,2-2 2 0,-4-3 1 15,-3-1 0-15,-3-2 2 0,0-2-1 0,0-4 3 0,-7-2 1 16,1 1 5-16,0 3 1 0,4 10 3 15,-2 8 0-15,2 7-3 0,2 5-4 0,0-2-4 16,0 2-4-16,-4 0-2 0,1 0 3 0,-3 12-2 31,0 10 1-31,4 5-1 0,2 2-1 0,0 0 1 0,2-2 0 0,6-1 0 16,5-2 0-16,-1-2-3 0,7-3 0 16,-1-4-6-16,3-1-6 15,0-3-19 1,3-2-32-16,-9-5-63 0,8-1-165 0,-3-3 9 15</inkml:trace>
  <inkml:trace contextRef="#ctx0" brushRef="#br0" timeOffset="15181.22">30428 4767 619 0,'0'0'30'15,"0"0"1"-15,0 0-6 0,0 0 1 0,0 0-4 0,0 0-3 16,0 0 1-16,-79 84-6 0,73-75-3 16,6-5-3-16,-2 3-4 15,2-3-1-15,0 2-1 0,0-1 0 0,0 4 0 0,0-6-2 32,2 0 0-32,2 2-1 0,1-5-1 0,1 0 0 15,4-2-2-15,-2-1 0 0,-1-5-1 16,-1 1 0-16,-2-4 1 0,-4 0 2 15,0 1 1-15,0 1 2 0,0 5 3 16,-4-1-2-16,4 5 1 0,0-2-1 16,0 2-1-16,0-1-1 0,0 1 0 0,0-2 0 15,0-1-1-15,12-3 1 0,7-2-1 16,6-2-1-16,3-1 0 0,10-2 0 0,-5-4-2 16,4-3-1-16,-4-1-3 0,-4-2-1 15,0 1 4-15,-13-3 6 0,-3 3 3 16,-7-3 4-16,-6 2 0 0,0-1-5 15,-8 3 5-15,-5 0-3 0,-1 1 2 0,-3 5 0 16,5 4 0-16,-2 2-4 0,5 6-3 16,-3 1 1-1,-7 2-2-15,5 5-1 0,-3 8 2 0,5 7 5 0,4 6-5 0,1 4 6 16,7 5-6-16,0 2-1 0,0 2 3 16,7 2-3-16,1 2 1 0,4-1 1 31,1 1 1-31,-1 1-1 0,3-2 2 0,-3 1-2 15,0-4 2-15,1 1-3 0,-1-1 3 0,1 1 3 16,-1-1-5-16,-4-1 4 0,0 0-6 16,3-2 0-16,-5-1 0 0,-4-3-2 15,-2-3 0-15,0-3-3 0,-2-3-6 16,-8-5-7-16,-1-3-10 0,1-6-20 16,2-3-29-16,-5-6-98 0,1 0-115 0</inkml:trace>
  <inkml:trace contextRef="#ctx0" brushRef="#br0" timeOffset="15348.08">30517 5142 755 0,'0'0'37'16,"0"0"-15"-16,0 0-8 0,0 0-7 15,0 0-5-15,0 0-1 0,0 0-4 16,0 0-5-16,85-77-15 0,-61 66-52 15,-3-1-114-15,0-2-113 0</inkml:trace>
  <inkml:trace contextRef="#ctx0" brushRef="#br0" timeOffset="16115.16">31044 4610 561 0,'0'0'55'0,"0"0"-6"0,0 0-12 0,0 0-10 16,0 0-8-16,0 0-6 0,0 0-5 16,0 0-3-16,0 0-3 0,25-38-1 15,-11 30 0-15,3 2-2 0,-1 1-1 16,7 0-3-16,0 0-4 0,0 2-2 15,-1 3-5-15,3 0-19 0,0 0-10 0,-6 0-15 16,-1 0-19 0,-8 0 0-16,-3 0 13 0,-1 0 22 0,-6 0 35 0,0 0 30 0,0 0 19 15,4 0 3-15,-4 0-2 0,2 0-1 16,-2 0-7-16,4 0-3 0,-4 0 3 16,0 6 0-16,0 8-4 15,-4 6-4 1,-2 5-10-16,4 4 1 0,-2 1-6 0,4 4-2 15,0-1-3-15,0 2-6 0,0 0-6 16,4-3-10-16,-4-8-31 0,0 0-43 0,0-5-148 16,-6-4-38-16</inkml:trace>
  <inkml:trace contextRef="#ctx0" brushRef="#br0" timeOffset="16281.96">31162 4986 587 0,'0'0'30'16,"0"0"-9"-16,0 0-10 0,0 0-7 0,0 0-5 16,0 0-3-16,0 0-10 15,0 0-10-15,0 0-10 0,0 0-40 0,83-4-85 0,-52-5-83 16</inkml:trace>
  <inkml:trace contextRef="#ctx0" brushRef="#br0" timeOffset="16893.68">31505 4711 443 0,'0'0'39'0,"0"0"-5"15,0 0-5-15,0 0-1 0,0 0-2 0,0 0-4 16,0 0-3-16,0 0-8 16,0 0-4-16,0 0 1 0,-8-24 2 0,8 24 4 15,0 0 0-15,0 0 1 0,0 2-6 16,0 4-3-16,0 6-3 0,0 0-2 15,0-6-1-15,0 5 1 0,0-5-1 0,0 0 1 16,0 0-1-16,0-1 0 0,0 0 0 16,0 0 0-16,0 7 0 0,0-6 1 0,2 5-1 15,-2 1 0 1,0-8 0-16,4 3 0 0,-4-7 0 0,0 4 1 0,0 2 2 16,0-1 2-16,0 1 4 0,0-6 1 31,0 0 4-31,0 0 1 0,0 0-3 0,0 1-2 15,0-1-2-15,0-1-3 0,0-11 0 0,0 0-1 16,0-8 1-16,0 0-1 0,0 1-1 16,2-6-1-16,4 1 0 0,5 3-2 15,-3 1 0-15,2 0 0 0,0 5-2 16,1 0 0-16,7 4 1 0,-9 3 0 16,5 3-2-16,-4 2 0 0,-1 3 0 0,9 0-2 15,-3 0 2-15,8 7-2 0,-9 4-2 0,0 1-1 16,-3-2-5-16,-3 3-2 0,-4-4-2 15,-4 1 2-15,0 4 1 0,-10-2 2 16,-3 2 6-16,-1-5 3 0,2-3 2 16,-7-3 4-16,7-1 2 0,3-2 1 15,-5 0 3-15,1 0 1 0,3 0 1 0,4-2 1 16,0 2-2-16,6 0 1 0,0 0-4 16,0 0-3-1,-2 0-4-15,2 0-1 0,0 0-1 16,0 2 1-16,0 10 1 0,6 8 2 15,6 4-3-15,3-2 1 0,-1 1-1 16,5 0-2-16,-1 0 1 0,1-2 0 16,0-3-5-16,-7-4-6 0,-4-2-12 0,1 0-31 15,-3-4-59-15,0-1-144 0,-2-2-26 16</inkml:trace>
  <inkml:trace contextRef="#ctx0" brushRef="#br0" timeOffset="17215.46">31852 4903 624 0,'0'0'29'15,"0"0"-5"-15,0 0-8 0,0 0 0 16,0 0-6-16,0 0-3 0,0 0-2 16,0 0-2-16,0 0-2 0,0 0 0 31,-62 75-1-31,62-64 0 0,0-7 1 0,0 3 1 15,4 0 0-15,5-4 0 0,7 0 0 0,-1-3-1 16,-1 0-2-16,3-1-1 16,-3-7 0-16,-8 4 1 0,7-5 6 0,-1-2-5 15,-10 5 5-15,4-2-4 0,-4-1-6 16,-2 3 6-16,0-4-5 0,-2 0 5 16,-4 3 0-16,-2 1-1 0,-2 6 0 0,-9 0 0 15,5 3-2-15,-7 7-2 0,4 1-13 0,3 0-42 16,6 1-157-16,-3-4-79 0</inkml:trace>
  <inkml:trace contextRef="#ctx0" brushRef="#br0" timeOffset="17987.77">32030 4878 673 0,'0'0'24'0,"0"0"-9"16,0 0-4-16,0 0-2 0,0 0 2 16,0 0-1-16,0 0-1 0,0 0-2 15,0 0 2-15,0 0-2 0,-14 25 2 0,14-25 0 0,0 0-2 16,0 0 1-16,0 1 0 0,0 1 0 16,0-1-1-16,0 1 0 0,0-1-1 15,0-1 0-15,0 1-2 0,0-1-1 16,0 0-2-16,0 2-1 15,0-2 0-15,0 0 0 0,0 0-1 0,0 0 2 0,0 0-2 16,0-3 0 0,0-3 1-16,2-5-1 0,2-4 2 15,-2 5-1-15,4-5 1 0,-2 5-1 0,-4 6 1 16,2-5 0-16,-2 4-1 0,4 1 1 16,-2-1 0-16,-2 5-2 15,0-2 2-15,0 2-1 0,0-1-1 16,0-1 2-16,0 1-2 0,0 0 1 0,0-1-1 15,5 2-1-15,-5-1 0 0,0 1 2 16,0 0 0-16,0 0 0 0,-5 4 0 16,3 7 0-16,-2-1 0 15,4 1 0-15,0 6 0 0,0-2-1 0,0 4 2 16,6-1-2-16,1-1 1 0,3 0 0 16,-6-2-1-16,6 0 1 0,-1 1-1 15,-3-7 0-15,6 0 0 0,-5-3-1 16,-5-3 2-16,8 0-3 0,-4-3 3 15,2 0 0-15,9 0 1 0,-7-4 1 0,3-6-2 16,-1-2 1-16,-2 3 0 0,-3-3 2 16,-5-3-2-16,0 4 1 0,2-7-2 15,-2 6 1-15,-2 5 0 0,0 2 1 16,0-1-1-16,0-1-1 0,0 2 0 16,0 0-1-16,0 5 0 0,0-2 0 0,0 2 0 15,0 0 0-15,0 0 1 0,0 0-2 16,0 0 2-16,0 0 0 0,0 0 0 15,0 3 0-15,0 4-1 0,6 3-1 16,0-1 2-16,1-4-2 0,3 1 1 16,-2-3-2-16,0 0-1 0,-3-3-2 15,7 0-2-15,-10 0-2 0,8-2-4 16,-1-2-5-16,-3-4-2 0,0 2-3 16,-4 2 2-16,2-6 1 0,-4 6 3 15,0-1 0-15,2-6-4 0,-2 4-8 0,0-5-6 16,0 0-3-16,0 1-3 0,4 2-16 15,-2 5-32-15,-2-7-49 0,5 6-75 16</inkml:trace>
  <inkml:trace contextRef="#ctx0" brushRef="#br0" timeOffset="18164.75">32348 4714 621 0,'0'0'48'0,"0"0"-17"0,0 0-8 0,0 0-3 15,0 0-1-15,0 0-2 0,0 0-6 16,0 0-2-16,0 0-4 0,-16 88-1 0,16-59-1 16,0-3-1-16,2-2-4 0,4 1-1 15,0-4-5-15,1-3-9 0,-1-1-22 16,2-6-47-16,-4-4-102 0,-2-4-109 16</inkml:trace>
  <inkml:trace contextRef="#ctx0" brushRef="#br0" timeOffset="18464.4">32315 4925 728 0,'0'0'33'0,"0"0"-16"0,0 0-6 0,0 0-4 16,0 0-1 0,52-91-4-16,-25 73-1 0,4 0-2 15,2 1 0-15,6 2 5 0,-2 1 0 16,1 2 0-16,-5 2 0 0,-4 2-5 15,2 0 1-15,-4 3 0 0,-5-2 3 16,-7 3 1-16,-1 1 4 0,-3 0 0 16,-3-2 0-16,4 2 1 0,-10 1-2 0,4 1 0 15,-6 1-1-15,0-1-2 0,0 1-2 0,0 0-1 16,5-2-1-16,-5 2-1 0,2-1 0 16,-2 1-2-1,4-2-2-15,-4 2-6 0,2 0-9 0,-2-1-15 0,4 1-40 16,-4 0-48-16,2 0-173 0,-2 0-1 15</inkml:trace>
  <inkml:trace contextRef="#ctx0" brushRef="#br0" timeOffset="20295.5">25789 8700 607 0,'0'0'48'15,"0"0"-6"-15,0 0-18 0,0 0-11 16,0 0-7-16,0 0-3 0,0 0-1 16,0 0 0-16,0 0 0 0,15-8 1 0,6-2 0 15,3 3-1-15,1 0 2 0,2 2 2 16,4 0 0-16,-2 0 1 0,2 1-1 0,0 0-2 15,-4 0-2-15,-9 3-1 0,-1-1-2 16,-5 1-1 0,-5 1-3-16,5-2-3 0,-6 0-8 0,-4 1-21 0,4 1-29 15,-6 0-28-15,0-1-41 0,0 1-20 0,0 0 13 32,0-2 30-32</inkml:trace>
  <inkml:trace contextRef="#ctx0" brushRef="#br0" timeOffset="20483">26102 8623 42 0,'0'0'77'16,"0"0"16"-16,0 0 2 0,0 0-12 15,0 0-13-15,0 0-10 0,0 0-8 16,0 0-5-16,0 0-5 0,0 0-6 16,-69 17-6-16,65 1-6 0,-2 3-3 0,2 3-3 15,2 5-1-15,2 5-2 0,-4 1-2 0,4 1-3 16,0-1-4-16,-2-1-3 0,-3-4-2 16,5-9-1-16,-2-2 0 0,2-6-3 15,0-7 3-15,0 0-1 0,0-6-1 16,-4 0-1-16,4 0-5 0,0 2-11 15,0-1-17-15,0-1-39 0,0 0-58 0,0-1-141 16,6-10-20-16</inkml:trace>
  <inkml:trace contextRef="#ctx0" brushRef="#br0" timeOffset="20800.55">26331 8526 627 0,'0'0'41'0,"0"0"-8"0,0 0-10 15,0 0-9-15,0 0-3 0,0 0-3 16,0 0 1-16,0 0-1 0,-52 85 0 16,40-61 2-16,4 1-3 0,-1-3-1 15,-1 3-2-15,2-4 0 0,2-6-1 16,1 0 0-16,3-6-1 15,0-4 0-15,2 1 0 0,0-2-2 0,0 3 2 0,0-3 0 16,0 5 0-16,0-6 1 16,9 2-1-16,5 1-1 0,5-5-1 0,1 1 1 0,5-2 0 15,0 0-2-15,0 0-2 0,-3-3-2 0,1-2-8 16,-6 2-12-16,-1-1-19 0,-3 1-32 0,-7 1-58 31,4-1-139-31</inkml:trace>
  <inkml:trace contextRef="#ctx0" brushRef="#br0" timeOffset="21047.99">26387 8682 627 0,'0'0'40'0,"0"0"-10"16,0 0-6-16,0 0-5 0,0 0 0 15,0 0-4-15,0 0 0 0,-58 92-2 0,48-62-2 16,-1 2-2-16,-1-1-3 0,-1 0-2 16,1-3-5-16,4-3 0 0,2-7-6 0,-5-2-3 15,9-6-11 1,-2-5-19-16,4-1-33 0,-2-1-59 0,-2 2-154 0</inkml:trace>
  <inkml:trace contextRef="#ctx0" brushRef="#br0" timeOffset="21831.89">24934 9224 491 0,'0'0'53'0,"0"0"-3"0,0 0-8 0,0 0-6 16,0 0-14-16,0 0 0 0,0 0-8 15,0 0 2-15,0 0-2 0,0 0-1 16,20-45-3-16,-20 43 0 0,0 0-2 15,0 1-2-15,0-1-2 0,0 2-1 0,0-1-1 16,0 1-1-16,-12 0 0 0,-7 8-2 16,-1 5 6-16,1 2-5 0,-2 2 5 0,1 0-5 15,-3 1 1-15,2-1-1 0,3-2-2 16,-1 0 3-16,3 0-1 0,-1-3 1 16,5-2-1-16,3-2 0 0,1-1-1 31,4-4 0-31,-2 3 0 0,4-3 1 0,-5 3-2 15,1 0 1-15,2-3-1 0,-2 3 1 0,4-1 0 16,-2-2 0-16,4 1 0 0,-2 1 2 16,2 1-1-16,0-2 0 0,0 7 2 15,0-5-2-15,0-1 1 0,0 5-1 16,0-5-1-16,2 3 2 0,4-1-1 16,-2 1 0-16,2-2 1 0,0 2-1 0,3 2 0 15,1 1 0-15,0 4 0 0,1-3 0 16,-3 2 1-16,2-1 0 0,-1-1 1 0,-1 2-2 15,-2-5 1-15,4 1-1 0,-3-2 1 16,-5 0 1-16,4 0-1 0,-2-5 1 16,0 4-2-16,-4-2 1 0,4-2-2 15,-2 1 1-15,-2-4 0 0,0 0 1 0,0 0-1 16,0 2 0-16,0-1 0 0,0 1-1 16,0-1 1-16,0 1-2 0,0-1-3 0,4-1-6 15,-4 0-20 1,0 2-36-16,0-2-84 15,0 0-150-15</inkml:trace>
  <inkml:trace contextRef="#ctx0" brushRef="#br0" timeOffset="23181.89">24721 9443 285 0,'0'0'35'0,"0"0"-2"0,0 0 0 0,0 0-2 15,0 0 1-15,0 0-2 0,0 0-2 16,0 0-2-16,0 0-1 0,0 0 2 16,-17 9-3-16,17-9 0 0,0 1-4 15,-2-1-2-15,2 2-3 0,0-2-1 0,0 2 1 31,0-2-3-31,0 1-1 0,0-1 0 16,0 2-4-16,6 1 0 0,3-2-3 0,3 2-1 16,0-2 0-16,7 1 0 0,0 0-1 15,3-2-1-15,3 0 2 0,2 0 0 16,2 0 4-16,-2-4-2 0,2 1 0 16,2 1-1-16,-4 0-1 0,4 2 0 0,-4 0 1 15,-5 0-1-15,-5 0 0 0,1 0-2 16,-5 0 1-16,1 0-1 0,-1 3 1 0,-7 0 1 15,6 0-1 1,-8-1-1-16,5-1 1 0,-3 1-1 0,-4-2 0 16,10 0 0-16,1 0 0 0,-1 0-1 15,3 0 0-15,-3-2 1 0,-2-1-1 0,1 1-1 0,-5 1 1 16,6-2 0-16,-6 3-1 0,-1-1 2 0,1 1-1 31,-6 0 0-31,0 0-1 0,0 0 1 16,6 0 0-16,-2 0 1 0,2 0-1 15,1 0 1-15,-7 0-1 0,6 0 0 16,0 0 1-16,6 0 1 0,1 0-2 16,1 0 1-16,3 0-1 0,-7 0 1 0,9-2 0 15,-9 1 0-15,2-1-1 0,-1 2 1 0,-5-1-1 16,6 1 0-16,-7 0 0 0,1 0 0 16,2 0 1-16,-2 0-2 0,-4 0 2 15,9 3 0-15,-5-2 1 0,2 1 1 16,4 0-1-16,-3-2 1 0,9 0-1 15,1 0 0-15,0 0 0 16,-1 0 0-16,1-1-1 0,-9 0 1 0,9-1 0 0,-9 2-1 16,-4 0 0-1,-2 0 0-15,3 0-1 0,-1 0 0 0,0 0 1 16,4 0 0-16,-3 0 1 0,5 0 0 16,4 0 0-16,-3 2 0 0,5-1 0 0,1-1 1 0,2 1-1 15,6-1 1-15,2 0-1 0,-3 0 1 0,1 0-2 31,-2 0 1-31,-8-2-2 0,-1 0 0 16,-3 1 1-16,-5-1-1 0,4 1 1 0,-6-1-1 16,1 2 0-16,-7 0 0 0,2-2 0 15,4 2 0-15,6 0 1 0,-1-1 0 16,-1 1 0-16,2-2 0 0,1 2-1 16,5-1 0-16,-3-2 0 0,8 1 2 0,-3-2-2 15,-1 1 0-15,-5-1 0 0,1 2-2 0,1 0 2 16,-3-1 1-16,-3 2-2 0,0-1 1 15,-3 2 0 1,-1 0 0-16,0 0 1 0,0 0-2 0,0 0 2 16,5 0 0-16,1 0-2 0,1 0 1 15,-1 0-1-15,2 0 1 0,-1 0 0 0,3 0 1 0,1 0-1 16,-5 0 1-16,7 0-2 0,-7 0 2 16,3-2-1-1,-3 2 0-15,1-1 1 0,-5-1-2 16,2 1 1-16,-2-1-1 0,-1 2 1 15,-3-1 0-15,2 1 0 0,-2-1 1 16,2 1-1-16,5 0 0 0,1-2 0 16,1 2-2-16,-5 0 2 0,-2 0 1 0,6-1-1 15,-3 1 1-15,3 0-1 0,0 0-2 0,1 0 2 16,1 0 0-16,-3 0 0 0,-1 0 2 16,-4 0-2-16,0 0-1 0,-1 0 1 15,1 0 1-15,-4 0-1 0,10 0 0 16,-6 0 0-16,7 0-1 15,-1 0 0-15,-10 0 0 0,11 1 1 16,-7-1-2-16,0 0 2 0,6 2 0 16,-3-2 0-16,3 0 3 0,1 1-3 0,-7-1 0 0,0 0 1 0,-6 0-2 15,0 0 1 1,0 0 1-16,0 0-2 0,2 1 0 0,-2-1 1 16,6 0-2-16,0 0 2 0,1 0-1 15,-1 0 0 1,-6 0 0-16,6 0 0 0,0 0 0 0,0 0 0 15,1 0 0-15,-7 0-1 0,0 0 0 0,0 0 0 16,0 0 0-16,2 0-2 0,-2 0 0 16,4 2-4-16,-4-2-2 0,0 0-6 15,0 0-5-15,0 0-14 0,0 0-23 16,-4 1-38-16,-9 1-74 0,-7-2-121 16</inkml:trace>
  <inkml:trace contextRef="#ctx0" brushRef="#br0" timeOffset="26098.2">24624 12916 390 0,'0'0'51'0,"0"0"-6"0,0 0-6 16,0 0-1-16,0 0 1 0,0 0-3 15,0 0-4-15,0 0-5 16,0 0-2-16,-52-2-5 0,52 2-3 0,0 0-6 16,-4 0-3-16,4 0-3 0,0 0-1 0,0 0 2 31,0 0 0-31,0 0 2 0,0 0 0 0,0 0 2 15,0 0-6-15,6 0 1 0,10 0-1 16,1 0-1-16,6 0 2 0,6 0 0 0,0 0 0 16,0-3 0-16,4 0 1 0,4-1-1 15,2 1 0-15,0-1-1 0,1 3 0 16,-1-1-3-16,2 1 0 0,-1 1 0 16,-5 0-1-16,2 0 0 0,-4 0 0 0,-6 0 0 15,4 0 0-15,0 0 0 0,-8 3 0 0,8-2-1 16,-5 1 2-16,1 1-2 0,-2 0 1 15,6 0 1 1,-2 2-1-16,6-2 3 0,-2 0-3 0,7 0 0 0,1-3 0 16,2 0 0-16,5 0 0 0,-3 0 1 15,5 0-1-15,-2 0 0 16,1-5 0-16,-3 1 1 0,-1-2-1 0,-1 0 1 0,-3-2 0 16,-4 2-1-16,2 0 0 0,-6 0 1 0,0 1-1 31,-2 2 0-31,-2 0 0 0,0 1-1 15,4 1 1-15,1 1 0 0,5 0 2 16,0 0-1-16,4 1 0 0,-1 1-1 16,3-2 0-16,5 2-1 0,-5-2 1 15,1 0 1-15,-5 0-1 0,-2 0 0 0,-1 0 0 16,-5-2 0-16,0 0 0 0,-4-1 0 0,-13 1 1 16,3 0-1-16,-9 1 0 0,-4 1 1 15,-1 0-1-15,1 0 0 0,0 0 0 16,0 0-1-16,7 0 1 0,-7 0 0 15,0 0 0-15,0 0 0 0,-6 0-1 0,0 0 0 16,0 0 1-16,0 0 1 0,2 0 2 16,-2 0-3-1,4 0 0-15,-4 0 0 0,2 0-2 0,5 0 2 0,-3 0-2 0,2-2-3 16,0 2-4-16,-6 0-3 0,0-1-4 16,0 1-5-16,0-2-4 0,0-3-8 15,0 1-11-15,-12-1-20 0,-7-2-34 0,-1 2-83 31,-14-3-87-31</inkml:trace>
  <inkml:trace contextRef="#ctx0" brushRef="#br0" timeOffset="26677.15">26480 12641 679 0,'0'0'47'16,"0"0"-18"-16,0 0-7 0,0 0-3 0,0 0-4 15,0 0-1-15,0 0-3 0,0 0-1 0,0 0-3 16,0 0-2-16,51-5 0 0,-26 13-1 16,-6-1-1-16,2 3 0 0,-3 2-1 0,7 0 0 31,-2 0 1-31,6 2-2 0,-2-2 3 15,1 0-3-15,1 0 1 0,-2-2 1 16,0-2-3-16,-2-1 0 0,0-1 0 16,-5 0 1-16,-1-3-1 0,-4-2 0 0,-3 1 0 15,-6-2 1-15,-4 1 0 0,-2-1 1 16,0 0-1-16,0 0 0 0,4 0 0 0,-4 0-1 16,2 0 1-16,3 0 0 0,-5 0-1 15,0 0 0-15,0 0 0 0,0 0-2 16,0 0 2-16,-5 0 1 0,-1-1-1 15,-6 1 2-15,-5 0-2 16,1 0-1-16,-5 4 1 0,0 4-1 0,-1 1 1 0,1 3 0 16,-4 4 0-1,2 0 0-15,-1 2 0 0,-1 5 0 0,0 0 1 16,4 2-2-16,1 3 3 0,-1 1 0 0,-2 1 1 0,3-1 4 16,-1-2-3-16,4-1-1 0,3-2 1 31,1-1-4-31,1-1 1 0,6-9 5 0,0 2-6 15,4-6 5-15,0-4-4 0,2 0 1 16,0-5-1-16,-5 0 0 0,5 0-1 0,0 1-1 16,0 1 1-16,0-1 0 0,0 0 1 15,-2 1-2-15,2-2-1 0,0 1-3 16,0-1-4-16,0 0-8 0,-4 0-11 16,2-4-30-16,2 0-61 0,-6-7-177 0,6 5-24 15</inkml:trace>
  <inkml:trace contextRef="#ctx0" brushRef="#br0" timeOffset="27299.16">25376 13200 619 0,'0'0'59'0,"0"0"-18"0,0 0-10 15,0 0-5-15,0 0-4 0,0 0-7 16,0 0-2-16,0 0-3 0,0 0-3 16,0 0-2-16,-19-23 0 0,19 21 1 0,0 2 0 15,13-1 0-15,7-1-2 0,5 1-2 16,6-1 1-16,-2-1-2 0,4 2-1 0,2-4 1 15,1 2-2 1,1-1 0-16,-4-1 0 0,0 2-1 0,-2 0-1 0,-10 1-1 16,-3 2-1-16,-10 0-1 0,-1 0-2 15,5 0-5-15,-8 0-6 0,2 0-7 0,-4 0-8 16,-2 0-22-16,0 3-19 0,-6 1-38 16,-8 2-59-16,-9 0-77 0</inkml:trace>
  <inkml:trace contextRef="#ctx0" brushRef="#br0" timeOffset="27581.15">25595 13134 466 0,'0'0'78'0,"0"0"-12"15,0 0-9-15,0 0-11 0,0 0-14 16,0 0-5-16,0 0-3 0,0 0-3 0,0 0-3 16,-43 40-5-16,36-19 2 15,5 2-7-15,-4 1 1 0,2 0-2 0,-2 1-3 16,4 0-2-16,-2 0 1 0,2 2-1 15,-3 1 1-15,3-1 0 0,2 0 1 0,-4-1-2 16,4-8 0-16,0 0 0 0,0-5 0 16,0-3 0-1,0 1-1-15,0-7 0 0,0 3-3 0,0-7 1 0,0 0 1 0,0 0-1 16,0 1-1-16,0 0 0 0,0 1-6 16,4-1-2-16,-4-1-3 0,7 0-7 15,-5 0-6-15,4-5-13 0,4-6-27 0,-4-3-36 31,3-6-95-31,3 2-91 0</inkml:trace>
  <inkml:trace contextRef="#ctx0" brushRef="#br0" timeOffset="27931.28">25856 13118 697 0,'0'0'39'16,"0"0"-11"-16,0 0-5 0,0 0-3 16,0 0-4-16,0 0-3 0,0 0-4 0,0 0-3 15,0 0 3-15,-13 96-6 0,5-74 3 16,-5-1-3-16,1-1-1 0,2-3-1 0,1-5 1 16,3-2-2-16,4 0 0 0,-2-6 1 0,4 0 0 31,0-4 0-31,0 4 1 0,0 0-1 15,0 2 1-15,6 2-1 0,7-6-1 16,5 1 0-16,1-3-1 0,4 0 0 16,-1 0-1-16,1-3 1 0,2-1-1 0,-7 3-2 15,1-1-2-15,-6 2-5 0,-3 0-7 16,6 0-10-16,-3 0-20 0,-1 0-12 0,-1 0-27 16,-1 0-51-16,-4 0-104 0</inkml:trace>
  <inkml:trace contextRef="#ctx0" brushRef="#br0" timeOffset="28330.8">26058 13159 668 0,'0'0'54'31,"0"0"-17"-31,0 0-12 0,0 0-2 0,0 0-3 15,0 0-5-15,0 0-2 0,0 0 0 0,0 0-5 16,0 0 4-16,-35 95-5 0,29-67-2 16,2-1-1-16,-3 0-3 0,1 3 2 15,4 1-3-15,-2 2 2 0,-2 1-1 16,4-1 0-16,-4 0 0 0,4-2 0 16,-3-2 0-16,-1-4 0 0,4-6-2 0,-2-3 2 15,4-4-2-15,-2-1 1 0,2 2 2 16,-4-8-2-16,4 1-1 0,0-6 0 0,0 0 0 15,0 0 1 1,0 2 1-16,0 0 0 0,0-1-1 16,0 1-1-16,0-1 0 0,0 1 1 0,0-1 0 0,0 0 0 15,0 1 0-15,0 0-1 0,0-1 1 16,0-1 0-16,0 2-1 0,0-2-1 0,0 0-1 16,0 1-2-16,0-1-5 0,0 0-4 15,0 0-13 1,0 0-22-16,0 0-63 0,0-4-189 15,0-8-12-15</inkml:trace>
</inkml:ink>
</file>

<file path=ppt/ink/ink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5:26:34.535"/>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B050"/>
    </inkml:brush>
    <inkml:brush xml:id="br2">
      <inkml:brushProperty name="width" value="0.05292" units="cm"/>
      <inkml:brushProperty name="height" value="0.05292" units="cm"/>
      <inkml:brushProperty name="color" value="#7030A0"/>
    </inkml:brush>
  </inkml:definitions>
  <inkml:trace contextRef="#ctx0" brushRef="#br0">14749 4275 524 0,'0'0'47'0,"0"0"2"0,0 0-8 16,0 0-13-16,0 0-11 15,0 0-4-15,0 0-4 0,0 0 0 16,0 0-2-16,0 0-2 0,47-62 0 0,-34 62 0 15,5 0-4-15,-3 0 0 0,4 4 0 16,-5 6-1-16,-2 4 1 0,1 4 0 16,-3 7-1-16,-6 3 0 0,2 7 0 15,-1 6-3-15,-3 5 2 0,4 4 2 0,-2 1-3 16,-2 4 2-16,2 1-2 16,4 0 1-16,3-1 2 0,-3-1-3 15,0-4 2-15,9-2-1 0,-5-4 2 16,-3-4-1-16,3-1 2 0,0-4 0 15,-3 0 0-15,3-3 4 0,-6-4-5 0,3 1 3 16,-3-4-4-16,4-3 0 0,-8-7 0 16,4 0 1-16,-2-4-1 0,-1-2 0 15,-1 1-1-15,2-6-1 0,-2 0-1 16,-2-4 0-16,0 0-1 0,0 0 3 16,0 0 1-16,0 0 2 0,4-1 2 0,-4-4 3 15,6-5 1-15,-6-6 4 0,0 6-2 16,-6-4-2-16,2 5 0 0,-4 3-4 15,1 0 1-15,-1 6-1 0,-4 0-2 16,-1 3 1-16,-5 11-1 0,5 7-1 16,1 5 2-16,4 6-3 0,-1 4 2 15,3 6-3-15,2 5 1 0,2 8 0 16,2 4 1-16,0 5-2 0,0 3 3 16,0 1 2-16,-4 1-3 0,2-2 2 0,-2-1-2 15,1 1-2-15,-3 0 4 0,0-2-3 16,-2-1 7-16,2-2-3 0,-1-1 3 15,-3-2 3-15,4-3-7 0,-2-3 5 16,-3-2-4-16,3-5 0 0,0 0 0 16,-3-5-2-16,3-2 0 0,-2-2-2 15,2-5 0-15,-1-4-1 0,-3-3 1 0,2-4-2 16,-1-3 1-16,-5 0 1 0,1-1-1 16,-1-2 0-16,-1 0 2 0,-6-1-1 15,3-1 1-15,-7-2-1 16,6 1 1-16,-4-2 0 0,1-1 0 0,-3 0 0 15,2-3 0-15,0 0 0 0,2-1 2 16,5-3-2-16,-1 0 0 0,1-2 0 16,3 0-2-16,-10-3 2 0,7-3 0 15,1-3 0-15,-2 0 2 0,3-2-3 0,-1 0 1 16,7 4 0-16,-2-2-1 0,5 4 1 16,5 3-1-16,-2-2-1 0,2 1 1 15,0 0 0-15,-2 0 0 16,2 0-1-16,2 3-2 0,-4-1 0 15,4 1-2-15,0-2-5 0,0-4-6 0,0-6-21 16,0-5-52-16,6-7-137 0,8 1-96 16</inkml:trace>
  <inkml:trace contextRef="#ctx0" brushRef="#br0" timeOffset="603.08">15675 5044 571 0,'0'0'49'15,"0"0"0"-15,0 0-12 0,0 0-14 16,0 0-9-16,0 0 0 0,0 0-1 0,0 0 2 16,0 0-2-16,33 80-3 0,-21-45-1 0,-1 2-6 15,-1 2 2-15,-2-1-5 0,-3 2 0 0,1-4-2 0,-4-3-1 31,-2-4-2-31,4-3-7 0,-4-8-17 16,0-7-28-16,0-5-45 0,0-6-109 16,0 0-79-16</inkml:trace>
  <inkml:trace contextRef="#ctx0" brushRef="#br0" timeOffset="784.79">15698 5057 691 0,'0'0'42'16,"0"0"-5"-16,0 0-8 0,0 0-10 0,0 0-6 0,0 0-4 16,0 0-5-16,95-56-3 15,-70 53-3-15,-3 0-2 0,9 1-5 16,-6 1-9-16,2 1-20 0,-6 0-38 16,-3 1-65-16,-5 9-141 0</inkml:trace>
  <inkml:trace contextRef="#ctx0" brushRef="#br0" timeOffset="994.82">15834 5173 599 0,'0'0'49'0,"0"0"-4"0,0 0-14 15,0 0-16-15,0 0-4 0,0 0-1 0,0 0-1 16,0 0 0-1,0 0-3-15,25 16-4 0,-6-16 2 0,7-1-4 0,1-3 2 0,-2-1-7 16,-6 2-5 0,-1 1-10-16,-1 2-31 0,-5 0-65 15,7 0-146-15,-7 5-30 0</inkml:trace>
  <inkml:trace contextRef="#ctx0" brushRef="#br0" timeOffset="1284.74">16241 5047 700 0,'0'0'31'15,"0"0"0"-15,0 0-7 0,0 0-9 0,0 0-9 16,0 0-4-16,0 0 2 0,0 0 2 15,0 0 2-15,0 0-1 0,0 74 2 16,7-41-6-16,-1 4 1 0,2-2-2 16,-2-2-1-16,0-2 2 0,1-4-1 0,-3-8-2 15,-2-7-3-15,-2-7 1 0,0 0-4 16,4 1-9-16,-4 0-22 0,0 0-53 16,0-6-153-16,0 0-69 0</inkml:trace>
  <inkml:trace contextRef="#ctx0" brushRef="#br0" timeOffset="1523.34">16229 5068 696 0,'0'0'32'15,"0"0"-1"-15,0 0-5 0,0 0-10 0,0 0-9 0,0 0 0 16,0 0-1-16,0 0-2 0,0 0 0 15,62-50-3-15,-45 47-1 0,-7 3-3 16,8-3-3-16,3 3-7 0,-8 0-15 16,-1-2-33-16,2 2-57 0,-7 0-174 15,-1 0-7 1</inkml:trace>
  <inkml:trace contextRef="#ctx0" brushRef="#br0" timeOffset="1713.95">16246 5241 713 0,'0'0'22'0,"0"0"2"0,0 0-5 0,0 0-5 16,0 0-9-16,0 0-3 16,0 0-2-16,0 0 0 0,90-6-1 0,-61 3 0 0,-4 0-2 15,0 1-1-15,-6 1-3 0,-3 1-4 16,3 0-5-16,-7 0-14 15,1 0-31-15,-7 0-42 0,-6 0-164 16,0 0-8-16</inkml:trace>
  <inkml:trace contextRef="#ctx0" brushRef="#br0" timeOffset="1922.92">16341 5420 622 0,'0'0'38'0,"0"0"-3"16,0 0-12-16,0 0-13 16,0 0-6-16,0 0-3 0,0 0 0 0,86 3 2 15,-59-3 0-15,-2-3 1 16,-2-1-1-16,4 1 0 0,2-2-3 0,-2 0-3 16,-1-2-5-16,-1 1-15 0,-6 0-29 0,-3-2-64 15,1 2-143-15,-5 2-21 0</inkml:trace>
  <inkml:trace contextRef="#ctx0" brushRef="#br0" timeOffset="2439.6">16678 5050 686 0,'0'0'28'0,"0"0"3"15,0 0-5-15,0 0-10 0,0 0-4 16,0 0-6-16,0 0-1 0,0 0-1 16,0 0-2-16,97-38 0 0,-75 30-3 15,1 2 0-15,0 0 0 0,-9 2-3 0,-5 1 0 16,3 1-5-16,-6 2-6 0,0 0-2 0,1 0-5 16,-7 0-4-16,0 0-7 15,0 0-8-15,0 0-3 0,0 0 5 0,4 0 10 16,-4 0 16-16,0 0 11 0,0 0 10 15,0 0 5-15,-4-1 6 0,-3-3 6 0,1 1 4 16,4 2 0-16,2 1-2 0,0-1-5 16,0 1-2-16,-4 0-3 0,4-2-2 0,-2 2-2 15,2 0-1-15,-4 0 0 0,-2 4 3 16,2 9 2 0,-3 5-1-16,1 3 1 0,2 4-6 0,-2-2-2 0,4 5-2 31,-2 1-2-31,4 1 6 0,-3 4-5 0,3 1 5 15,0 0-4-15,0-2-2 0,0-1 0 0,0-3-3 16,3-5 0-16,1-8-2 0,-2 1 1 16,-2-6-2-16,4-2 2 0,-2 0-2 15,2-5-1-15,-4 1-1 0,0-5-1 16,0 0-1-16,0 0-1 0,2 0-3 16,-2 2-2-16,4-2-4 0,-4 0-7 0,2 0-9 15,3 0-15-15,-5-7-31 0,2-1-55 16,0-9-160-16</inkml:trace>
  <inkml:trace contextRef="#ctx0" brushRef="#br0" timeOffset="2795.67">17310 4989 631 0,'0'0'39'0,"0"0"-3"0,0 0-15 15,0 0-12-15,0 0-4 0,0 0 0 0,0 0-2 16,0 0 3-16,0 0-1 0,0 0 2 16,-83 24 2-16,69-2 1 0,2 3 4 15,-1 1 0-15,5 2-1 0,-2 0-2 16,1 1 3-16,3-1-6 0,0-1 4 15,6-7-4-15,0 0-3 16,0-5 1-16,0-5-5 0,6 4-2 0,6-5 1 0,1-2-5 16,-1 1 1-1,-1-3-3-15,7-4-2 0,-1-1-2 0,5 0-8 16,-3 0-3-16,-4 0-15 16,3-1-20-16,-8-2-22 0,7 0-46 0,-7 0-72 15,-1-1-65-15</inkml:trace>
  <inkml:trace contextRef="#ctx0" brushRef="#br0" timeOffset="3058.71">17432 4959 660 0,'0'0'43'16,"0"0"1"-1,0 0-10-15,0 0-11 0,0 0-9 0,0 0-5 16,0 93-4-16,0-74-1 0,2 5 0 16,4-1 3-16,-4 0-3 0,5 0 3 15,-1-1-9-15,0 0 2 0,0 1-1 0,-2-8-1 16,-2 2 0-16,-2-6-2 0,0-4-3 16,5 5-8-16,-5-5-10 0,0-1-26 15,0 2-28-15,0-8-45 0,0 0-55 16,0 0-72-16</inkml:trace>
  <inkml:trace contextRef="#ctx0" brushRef="#br0" timeOffset="3461.73">17446 5270 498 0,'0'0'63'16,"0"0"-10"-16,0 0-12 16,0 0-12-16,0 0-10 0,0 0-8 0,0 0-7 15,0 0-2-15,0 0-2 0,94-59 0 0,-66 50 2 16,-7-1-5-16,6 0-1 15,-6-1-10-15,1 1 4 0,-5-1-2 16,-5 3 3-16,1 1 0 0,-7 2-4 16,-2 2-7-16,2-3-1 0,-4 3-3 15,0-1 8-15,-2-6 8 0,0 6 10 0,0-8 8 16,0-3 9-16,-4 1 8 16,-6-4 2-16,2 1 0 0,1 3-5 0,1 1-3 15,2 2-4-15,-2 0 0 16,6 1 0-16,-2 5 2 0,2 1 0 0,0 4-3 15,0-1-4-15,0 1-2 0,0-2-3 0,0 2-1 16,0 0 0-16,-4 0 0 0,2 13 3 16,2 7 1-16,0 7-1 0,0 1-2 15,0 1-1-15,0 1-2 0,0-1-3 16,0 1 5-16,0-3-6 0,0-1 3 16,2-7-1-16,-2-3-2 15,4-5 0-15,-4-2-1 0,2 2 0 0,-2-7-1 0,0 0-2 16,0-4-5-16,0 0-11 15,0 0-26-15,0 0-63 0,0 0-203 0,0 0-18 16</inkml:trace>
  <inkml:trace contextRef="#ctx0" brushRef="#br0" timeOffset="3657.07">17893 5110 799 0,'0'0'6'0,"0"0"0"15,0 0-5-15,0 0-13 0,0 0-24 16,0 0-49-16,0 0-128 0,0 0-95 16</inkml:trace>
  <inkml:trace contextRef="#ctx0" brushRef="#br0" timeOffset="8272.1">6542 5592 378 0,'0'0'44'0,"0"0"0"0,0 0-9 16,0 0-8-16,0 0-3 16,0 0 0-16,0 0 2 0,0 0-3 0,0 0-1 15,13-32-5-15,-13 26-6 0,0-3 0 16,-2 4 0-16,-4-3 1 16,1 1 2-16,-3-2-1 0,-2-2 0 0,-3-1-1 0,-3-3-2 15,-1 1-1-15,3-1-2 0,-1 1-1 16,-3 1-2-16,-1 1-1 0,1 0-1 15,-1 1 0-15,5 2-1 0,1 3-1 0,-1 0 1 16,-5 1-1-16,0 0 1 0,1 1-1 16,1 0 0-16,-1 2 1 0,-1 2 0 0,-2 0 0 15,-8 0 0-15,3 0 1 16,3 3-1-16,0 1 1 16,2 1 1-16,1 0-2 0,-5 0 1 0,6 2-1 0,-1-1 1 31,1 1-1-31,1 1 0 0,-1-1-2 0,2 3 1 15,-1-1-1-15,5-3-1 0,-1 1 2 16,4-2 0-16,1 1 0 0,-3 2 0 0,-1-1 0 16,-5 4 2-16,5-1-2 0,-1 1 0 15,2 0 0-15,-1 1 0 0,1 1 0 16,4 3 0-16,-1 0 0 0,-1 1 0 16,4 1 0-16,0 2 0 0,-1 1 0 0,5 2 0 15,-4 0 0-15,6 3 0 0,-2 0 0 16,2 1 0-16,0 2 4 0,0 0 1 0,0-1-3 15,0-1 3-15,0 0-6 16,0-3 2-16,0 0 0 0,2-2-1 0,6 0 2 16,-1 1-2-16,3-2 1 0,-2 0-1 15,2-1 1-15,-1 1-1 0,-1 2 0 0,4-2 0 16,-1 3 0-16,1 1 0 0,-4 0 2 16,1 0-2-16,3-2-2 0,-6 0 2 0,5-1 2 31,-3-1-1-31,-2 1 5 0,2-1-6 15,-4-7 3-15,3 1-1 0,-1 0-2 16,0 0 1-16,2 4 0 0,1-3-1 16,1-1 1-16,-2-1 0 0,5 1 1 0,-1-1 2 15,-4 1-3-15,9 2 3 0,-3-1-5 16,1 1 2-16,1-2-1 0,-1 2 0 0,3-2 1 16,-3-1-1-16,3 1-1 0,-3-1 2 15,1-1 0-15,1-1-1 0,0 1 1 16,-3-1-1-16,-2-2-1 0,3 1 1 15,-5-3 0-15,3-1 0 0,1 1 2 0,1-2-2 16,7 0 0-16,-1 0 0 0,-7-1 1 16,3-4-1-16,0 1 0 0,-5-1 0 0,11 0 0 15,-3-1 0-15,-1 0 1 0,-3 0-1 16,3 0 0 0,-2 0 0-16,-7-1 0 0,6-3-1 0,-3 2 2 0,-1-3-2 31,3-1 1-31,-1-1 1 0,7-2-1 0,-2-4 2 15,-1 0-2-15,1-2 1 0,-1 0-2 0,3-4 1 16,-2 1-1-16,-1-2 2 0,-1 2-2 16,1 1 1-16,-1 1 0 0,-3 0 0 15,-1 3-1-15,-5 2 1 0,2 1 2 16,-3 4-6-16,-3-2 5 0,0 0-4 16,-2 4 4-16,4-4-1 0,-2 4 4 0,-2-5-4 15,4-5 0-15,1 2 0 0,-1-7-2 16,2 1 3-16,-4 0-2 0,5-3 2 0,-3 0-1 15,-2-4 0-15,2 1 0 0,0 0 0 16,1-4 0-16,-7 3 1 0,4-1-2 16,0 0 2-16,-4 8 0 0,0-1-1 15,0 0 0-15,0 1 0 0,-6-5-2 0,-1 3 3 16,1 2 0 0,-2-1 0-16,2 1 0 0,-5-2 0 15,3-2-2-15,0-4 2 0,-5-1-2 16,1-2-2-16,0-3 4 0,3-1-5 15,-3-1 4-15,-5-1 0 0,5 3 0 16,2-1 1-16,-3 1-1 0,1 4 1 16,-3-1 0-16,3 4-1 0,-5 3 1 0,9 0 1 15,-4 3-2-15,-1 2 1 0,1 0-1 16,0 4 1-16,1-1-2 0,-5 0 2 0,3 1-1 16,-1-3 0-16,1 2 1 0,-1-1 0 15,4 5 1-15,1-2-1 0,1 6-1 16,2-2 1-16,0 1-1 0,-1 3-1 15,7 1 0-15,0 3-1 0,-4-1-2 0,4 1-1 16,-2 0-3-16,2-2-3 0,-4 1-10 16,-2-2-23-1,0 2-55-15,4-1-195 0,2 2-17 0</inkml:trace>
  <inkml:trace contextRef="#ctx0" brushRef="#br0" timeOffset="9955.44">6741 5442 337 0,'0'0'54'0,"0"0"-11"0,0 0-5 0,0 0-4 16,0 0 0-16,0 0 2 0,0 0-2 16,0 0-5-16,0 0-3 0,-17 10-6 15,15-8-2-15,2-2 1 0,-4 0-4 16,4 0-1-16,-2 0-2 0,-4-4-2 16,2-4-1-16,-2-7-1 0,6-4-2 0,-3-5-1 15,3 0-2-15,7-4 0 0,1-1-3 0,8-3-2 16,1-1 2-1,2-3-5-15,10 1 6 0,-7 0-1 16,5 0-1-16,2 3 1 0,-2 3 0 0,-2 2 1 0,4 1 0 16,0 2 0-16,-2 0 0 15,1-1 0-15,1 3 0 16,4-3 1-16,3-1 0 0,1 0 0 0,6 1-1 0,-3-1 1 0,1 2-2 16,2-1 2-16,-3 3-2 0,-1 0 2 0,-6 1-2 31,0 2 0-31,0 0 0 0,-2 4 0 15,-4 0 0-15,0 3-5 0,-2 1 5 16,-3 1-5-16,1 0 4 0,0 1 3 16,4 0-2-16,0 2 0 0,4-4 2 0,-2 2-2 15,2-3 0-15,0 0 2 0,-3-1-1 16,3-2 1-16,-4 0 0 0,0 0-1 0,-4-2-1 16,-2-1 1-16,-3 0-2 0,3-2 3 15,-7-3-3-15,3-1 2 0,-3-2 0 16,-1 0 1-16,-5 0-1 0,2-1 1 15,-3 0-2-15,1-4 2 0,-2 1-2 0,2-2 2 16,5-1 0-16,-1-1-1 0,5 0 0 16,-1 0-4-1,7 1 3-15,0 2-4 0,-1 4 4 0,1 3 1 16,0 1-2-16,-2 3 2 0,-3 0-1 0,3 4 0 16,-3-1 0-16,1 2 0 0,-4 1-1 15,-1 1 1 1,9-1 0-16,-7 1 0 0,7 0 0 0,0-1 1 15,6 2-2-15,-2 0 1 0,4 2 0 0,-5 0-1 16,3 3 2-16,0 3-2 0,-6 2 0 16,2 2-1-16,0 0 0 15,-7 3 1-15,1 4-1 0,-5 3 2 0,1 0-1 16,1 2 1-16,-5 0 0 0,5 2 0 16,-8 0 0-16,7-2 1 0,1 0 0 0,-3 0-1 15,1 0 4-15,1-1-4 0,-5-3 0 16,5-1 0-16,-3-1-2 15,-4-2 2-15,9 1 2 0,-11-2-2 16,0-1 2-16,-4-1-2 0,-2-1 0 16,0 0 1-16,0 0-1 0,4 2 1 0,-4-2 0 15,3 2-1-15,-3-2-1 0,2 0-2 16,-2 1-4-16,0-1-2 0,0 0-7 0,0 0-3 0,0 0-8 16,-5 0-7-1,-7-8-11-15,0 0-10 0,-5-4 2 16,3-3-4-16,-5 2-2 0,5-4 10 15,-5 2 5-15,0 0 22 0,-1 0 19 16,-1-1 18-16,0 3 11 0,-1-1 14 16,3 2 4-16,2 0 6 0,7 4-1 15,-2 1-3-15,6 2-1 0,-1 2-6 0,5 2-7 0,0-2-5 16,-2-1-4 0,2 1-5-16,-2 0-3 0,4 3-6 0,-2-1-2 15,2 1-4-15,0 0-2 0,0-2-3 16,0 2 1-16,0 0 0 0,0 0 1 0,8 0 0 15,11 6 0-15,1 4-1 16,1-3 1-16,8 1-1 0,-6-1 0 16,1 1 2-16,1-2-2 0,0 2 1 15,-4-4 2-15,-7 0-3 0,3 1 1 0,-7-3 0 0,0 1-1 0,3-2 1 16,-11 1 1-16,4-1-2 0,-6-1 2 16,0 0-2-16,0 0 1 15,4 0 0 1,-4 2 1-16,2-2 1 0,-2 0-1 0,4 1 0 15,-4-1-1-15,3 0 0 0,-3 2 0 16,0-2 0-16,0 1 0 0,2 1-1 0,-2 5 2 16,0 7-1-16,-9 6 1 0,1 6-1 15,-4 2 1-15,-1 3-1 0,-5 0 2 16,-1 4-1-16,3-1-2 0,-3-2 4 16,0-5-3-16,7-9 4 0,6-5-3 15,4-9-2-15,2-4-2 0,-5 0-2 0,5 0-7 16,0 0-24-16,0 1-46 0,0-1-143 0,11-8-77 15</inkml:trace>
  <inkml:trace contextRef="#ctx0" brushRef="#br0" timeOffset="10762.09">9500 3134 539 0,'0'0'58'0,"0"0"-5"0,0 0-10 16,0 0-18-16,0 0-12 15,0 0-9-15,0 0-3 0,0 0 1 0,0 0 3 0,0 0 1 16,7 30 2-16,3 2 6 16,-4 5-5-16,0 3 6 0,1 0-5 0,-7 4-3 15,6 2 0-15,-6 1-1 16,2-3-2-16,-2-3-3 0,4-5 3 16,-4-11-3-16,2-4 3 0,-2-9 1 15,0-6-1-15,0 0 1 0,0-6 0 16,0 0 0-16,0 0 1 0,0 2 0 15,2-2 0-15,-2 1-1 0,0-1 0 16,0-12 0-16,0-8-4 0,4-7 0 16,-4-3-1-16,2 1-2 0,2-2 1 15,-1 3 2-15,7 2-2 0,-4 2 1 16,7 2-2-16,-3 4 0 0,6 4 0 0,-7 6 0 0,3 1 0 16,-4 4 2-16,9 3-2 0,1 0 2 15,-1 2-1-15,8 7-1 0,-5 3 2 16,-1 2-1-16,-2 2 0 0,-3 4 1 15,-6 0 0-15,5-1 0 16,-3 3 0-16,-4-4 0 0,-4-3 0 0,5-1-2 0,-5-5 2 16,-2-5-2-16,0 1-3 0,4 0-13 0,-2 1-17 15,2 0-50-15,2 1-120 0,0-4-100 16</inkml:trace>
  <inkml:trace contextRef="#ctx0" brushRef="#br0" timeOffset="11156.5">10081 3398 620 0,'0'0'45'0,"0"0"-5"0,0 0-11 0,0 0-8 16,0 0-4-16,0 0-3 15,0 0 0-15,0 0-5 0,0 0-1 16,-66 89-2-16,66-70-4 0,0-2 0 0,0-1-1 15,6-2-2-15,3-1 1 0,-1-2-1 16,2 0 1-16,-1-3 0 16,1-4 0-16,-2-1-3 0,0 0 2 15,5-3 0-15,5 0-1 0,-3-3 2 16,1-1-1-16,-3-6 0 0,-5 0 1 16,0-2 1-16,5-5-1 0,-7-1 3 0,0 3-2 0,-2-2 2 0,-2-1-1 15,-2 0 2-15,0-2-2 0,0 1 1 31,-2 4-1-31,-4 5-2 0,2-4 1 16,-2 8-1-16,0 3-2 0,-3 0 0 16,1 3-1-16,-11 1 0 0,1 9 0 0,-1 2-2 15,11-2-4-15,2 4-10 0,2 3-25 16,4-3-49-16,0 2-187 0,0-4-17 0</inkml:trace>
  <inkml:trace contextRef="#ctx0" brushRef="#br0" timeOffset="11402.3">10317 3196 589 0,'0'0'45'0,"0"0"-6"0,0 0-12 0,0 0-10 15,0 0-5-15,0 0 6 0,0 0-4 0,0 0 4 31,0 0-2-31,0 58-3 0,4-32 0 16,-4 0-3-16,2-1-2 0,2 3-4 0,-4 1-1 16,2 0-3-16,3-1 2 0,-3 0-3 15,2-2 2-15,-2-4-2 0,2-5-2 16,-2-2-7-16,4 2-19 0,-4-6-53 16,4 2-146-16,1-5-81 0</inkml:trace>
  <inkml:trace contextRef="#ctx0" brushRef="#br0" timeOffset="12206.27">10586 3398 443 0,'0'0'48'31,"0"0"-8"-31,0 0-9 0,0 0 2 16,0 0-3-16,0 0-2 0,0 0-3 16,-83 27-6-16,77-14-2 0,-2 1-4 0,1 1-2 15,1 6-1-15,0-2-4 0,0 1 0 16,2 3-1-16,4 0-2 16,0 0-2-16,0-2-1 0,0-6-2 0,6-3 1 0,4-1-2 15,-4-5 1-15,7 0 1 0,1-5 0 16,-1-1 2-16,5-2-2 0,-1-9 1 15,1-6-2-15,-1-3 2 0,-3-2 2 0,-1-3-1 16,-1 0 0-16,-6-1 3 0,-1 0-1 16,-1 0-1-1,-4 0 0-15,0 1 1 0,-7-1 0 0,5 0 0 16,-8 0-1-16,4 2 1 0,4 7 0 0,-2 8 0 0,2 0 1 16,2 4-1-16,-5 1 0 15,5-1-2 1,0 5-2-16,0-1 0 0,0 1 0 0,0 0 2 15,0 9 2-15,7 6 0 0,-1 5 1 0,0 1 0 16,4 0 1-16,-1 2-2 0,-1-2-1 16,2 2-2-16,-1-3 1 0,-3-1-2 15,0-5 2-15,0 0-2 0,0-7 1 16,1 1-2-16,-5-1 1 0,2-3 1 16,-2-1 3-16,-2-3-3 0,0 0 2 0,0 0 1 15,6 0 0-15,0-3 0 0,5-5-1 0,-7-4-1 16,2 0 1-16,-2 3 0 0,2-6 0 15,-4 5 0-15,2-2-1 0,-2-3 0 16,3 6-2-16,1-6 2 16,-4 7-1-16,4-1 0 0,2-1 1 0,-1 3-1 15,5-2 0-15,-6 5 0 0,7-1 0 0,-7 2 0 16,0 2-1-16,2 1-1 0,5 0 1 16,-3 0-1-1,0 7 0-15,1 3 1 0,-3 2-1 16,2 3 0-16,-1-3 2 0,-5 1-2 15,-2-2 3-15,-2 3-2 0,0 4 2 16,0-6-2-16,-2 5 2 0,-2-2-1 16,-5-2 0-16,3 0 0 0,0-1 1 0,-7 0-1 15,5-1 1-15,-4 0 0 0,-1-4-1 16,1 1 0-16,2-4 0 0,-5 2 0 0,7-1 0 16,-2-2-2-16,1 1-1 0,5-2-4 15,2 1-5-15,2-3-7 0,0 0-11 16,-2 0-23-16,2 1-23 0,0-1-46 15,0 2-128-15,0-2-4 0</inkml:trace>
  <inkml:trace contextRef="#ctx0" brushRef="#br0" timeOffset="14255.94">11909 3125 577 0,'0'0'51'0,"0"0"-11"16,0 0-13-16,0 0-9 0,0 0-5 0,0 0-7 15,0 0-1-15,0 0-3 0,0 0 0 16,-23-9 1-16,21 25 0 0,-2 9 5 16,4 5-2-16,0 4 4 0,6 4-4 0,-2 3 0 15,4 3 3-15,-1 0-5 0,-3 0 2 16,-4-2-2-16,0-4 0 0,0-4-4 15,0-7 1-15,0-7-3 0,0-4 1 0,0-5-1 16,0-5-5-16,0 0-20 0,0-6-40 16,-4 0-106-1,4 0-125-15</inkml:trace>
  <inkml:trace contextRef="#ctx0" brushRef="#br0" timeOffset="14722.11">11828 3236 594 0,'0'0'46'0,"0"0"-9"16,0 0-20-16,0 0-3 0,0 0-5 16,0 0 0-16,0 0 6 0,0 0-5 0,0 0-6 15,0 0 7-15,-2-14 0 0,2 13 1 16,0-1 5-16,0-4-8 0,2-3-8 0,8-3 4 15,-1-5-6-15,3 2 6 0,0 0-2 16,1 0 0 0,1-1 1-16,3 1-2 0,-3 0 1 0,1 1-2 15,-3 6 0-15,1 0-1 0,-7 3 0 16,2 4-1-16,9 1 1 0,-3 1 0 0,5 7-2 0,-5 4 1 16,3 3 1-16,-7 2 0 0,2 3 0 0,-1-1-1 31,-5 3-1-31,0-1 1 0,-6 2 7 15,0-1-6-15,-4 1 5 0,-2-1-4 16,-7-1-5-16,1-3 5 0,-4 0-1 16,-1-1 0-16,-2-4 2 0,-1-2-2 0,-1-2-1 15,2-1 2-15,5-4-1 0,-3-1 1 16,7-1 3-16,4-2-4 0,0 1 2 0,6-1-1 16,-4 0-2-16,4 0 2 0,0 0-2 15,-3 0 1-15,-1 0-1 0,4 0 0 16,0 0-1-16,0 0-2 0,0 0-4 15,4-7-10-15,9-1-31 0,1-2-59 0,1-1-185 16,3 2-12-16</inkml:trace>
  <inkml:trace contextRef="#ctx0" brushRef="#br0" timeOffset="15338.92">12399 3239 364 0,'0'0'49'0,"0"0"-11"0,0 0-6 15,0 0-1-15,0 0 0 0,0 0 3 16,0 0 1-16,0 0-3 0,0 0-5 16,18 7-7-16,-14-7-3 0,5-2-1 15,-3-3-2-15,0-4-4 0,-4 0 4 0,2 2-6 16,-4-4 4-16,0 0-2 0,0-1-3 16,-8-4-1-16,2 4-3 15,-5 5 0-15,-1-2-1 16,4 4 0-16,-5 4-2 0,-5 1 1 15,-1 0-1-15,-4 9 0 0,5 4 0 16,-3 4 1-16,5 3 0 0,-3 1 4 16,4 5-3-16,9 1 4 0,-2 1-4 15,4 2 0-15,4 0 1 0,0 1-2 0,0-1 3 16,12 0-2-16,-1-2 1 0,3-3-1 0,5-2 0 16,1-3-1-16,1-5 2 0,2-2-5 15,0-5 4-15,1-3-2 0,1-3 0 16,-4-2 2-16,4-2-2 0,-1-6 0 15,-1-1 0-15,-4-1-2 0,6-1 2 0,-7 0 1 16,-5 4 0-16,-3-1 0 0,-4 4-1 16,-2 0 1-16,-2 2 0 0,-2 2 0 0,0-2-1 15,0 2 0 1,4 0 1-16,-4-1-2 0,0 1 1 0,3-2 0 16,-3 2 0-16,0 0 0 0,0-1-1 0,0 1-2 31,0 0-3-31,0-2-7 0,0 2-11 0,0-6-26 15,0 0-49-15,0 1-178 0,0 0-26 0</inkml:trace>
  <inkml:trace contextRef="#ctx0" brushRef="#br0" timeOffset="20005.74">12791 3294 282 0,'0'0'51'0,"0"0"-6"0,0 0-4 0,0 0-7 32,0 0-1-32,0 0-1 0,0 0 0 0,0 0 0 0,0 0 1 15,-6-3-4-15,2 3-1 0,4-2-6 0,-2 2-4 16,2 0-2-16,0 0-2 0,0 0-3 16,0 0-1-16,0 0-2 0,0 0-3 15,0 0 1-15,0 0 2 16,0 0-2-16,0 0 0 15,14 0-3-15,5 0-1 0,8 0-1 0,-2-4 1 16,2-3-1-16,4-2-2 0,-5 2 2 16,1-2-1-16,2 2-1 0,-6 2 2 15,-4 0-2-15,-3 2 1 0,-6 3-1 16,7 0 1-16,-5 0 0 0,-10 0 0 16,7 0 2-16,-3 1-2 0,-2 1 1 0,-2 1 0 15,-2-3 0-15,0 0 0 0,0 0 0 0,4 2 0 16,-4-1-1-16,2 1-2 0,-2-1-1 15,4-1-1-15,-4 1-1 0,3-1-4 16,-3 0-11 0,4 2-12-16,-4-2-27 0,0 0-25 0,0 0-66 0,0 0-81 15</inkml:trace>
  <inkml:trace contextRef="#ctx0" brushRef="#br0" timeOffset="20455.58">12961 3040 421 0,'0'0'58'0,"0"0"-6"16,0 0-7-16,0 0-6 0,0 0-4 15,0 0-5-15,0 0-6 0,0 0-2 0,0 0-9 16,0 0-2-16,0-27-2 0,0 27-5 16,0 0 4-16,-2 1 0 0,2 13-1 0,0 4 2 15,0 5-3-15,6 0-4 0,2 1 3 16,1 2 4 0,1 3-6-16,-2-1 6 0,5 3-7 0,-5-1-1 0,2-2 1 15,-4-3-3-15,1 0 3 0,-1-1-3 0,-4-1 2 31,-2-6 0-31,0 1 1 0,0-1 1 16,0-5 0-16,0 4-1 0,0-7 0 0,-2-4 0 16,-2 4 0-16,4-5 0 0,-2 1-1 15,2 0-2-15,0-5 1 0,-5 0-1 16,5 0 2-16,0 1-2 0,0 1 0 16,0-1 0-16,0 0-2 0,0 1-2 0,-2 0-2 15,2-1-7-15,0-1-10 0,0 0-15 0,0 0-23 16,-4 0-31-16,4-7-61 0,-6-6-108 15</inkml:trace>
  <inkml:trace contextRef="#ctx0" brushRef="#br0" timeOffset="20954.98">13318 2963 316 0,'0'0'54'0,"0"0"-5"0,0 0-6 15,0 0-4-15,0 0-7 0,0 0 0 16,0 0-1-16,0 0-2 0,0 0 0 15,0 0-3-15,31-2-4 0,-24 23-2 0,-7 4-6 16,0 2-6-16,0 1 1 0,0-1-5 16,-4-2 2-16,1 0 3 0,1-8-4 0,-2-1 3 15,4-4-4 1,-2 0-1-16,-2 2-1 0,4-3 0 0,0 1 1 0,0-6-2 16,0 6 2-16,0-6 1 0,0 0-2 31,0 5 2-31,0-5-2 0,0-1-3 0,0 1 2 15,0-6-1-15,0 0 1 0,0 3 3 16,4-1-4-16,-2 3-1 0,7-3 0 0,1-2-4 16,2 0 4-16,7-7-2 0,-3 0 1 15,1 1 1-15,-1 0-1 0,3 0 1 16,0 3 0-16,-7 0-2 0,-4 1-1 16,3 2 2-16,-3 0 1 0,-2 0 1 0,0 0-2 15,7 0-2-15,-11 0-4 0,2 0-10 16,2 2-12-16,-6-2-31 0,0 0-45 0,0 0-99 15,2 1-68-15</inkml:trace>
  <inkml:trace contextRef="#ctx0" brushRef="#br0" timeOffset="21339.31">13564 3107 533 0,'0'0'59'0,"0"0"-4"0,0 0-14 0,0 0-15 15,0 0-9-15,0 0-4 0,0 0-2 0,0 0 4 16,0 0-2-16,-6 29-1 0,4-2 2 16,-2 2-7-16,2 0 2 0,2-1-5 15,0 6-1-15,0-1 1 0,0 4 1 16,2-2 0-16,4 0-3 0,0-3 1 15,-1-3-4-15,1-2 2 0,0-1 0 0,-4-2-1 16,0-6 1-16,-2-1 0 0,0-7 0 16,0-4 2-16,0 0-3 0,0-1 2 15,0 1 1-15,0 0 0 0,0 0 1 0,0-6-3 16,0 0 1-16,0 0-1 16,0 2-3-16,4-1 3 0,-4 1-1 0,0 0 0 15,0-1 0-15,0-1-3 0,0 0-2 0,0 0-2 31,0 0-16-31,6-11-29 0,1-9-91 16,-1-4-164-16,0-3-7 0</inkml:trace>
  <inkml:trace contextRef="#ctx0" brushRef="#br0" timeOffset="26889.12">19507 3035 388 0,'0'0'63'16,"0"0"-8"-16,0 0-8 0,0 0-9 15,0 0-7-15,0 0-5 0,0 0-3 0,0 0-4 16,0 0-4-16,0 0-3 0,-18-4-2 16,18 4-3-16,0 0 1 0,0 0 0 0,0 0 1 15,0 0-3-15,0 0 0 0,0 0 0 16,2 0-2-16,8 1 4 0,-2 2-3 16,5-1-1-16,-5 1-1 0,5-3-3 31,-3 2 2-31,2-2 1 0,-1 0-1 0,5 1 0 15,3-1 1-15,-5 2-2 0,11-1 4 0,-4 2-1 16,-1 0 1-16,5 2 2 0,0-2-3 16,2 1 0-16,0 1-1 0,4 0 0 15,2-1 0-15,0 2-1 0,4-1-1 16,2-2 0-16,1-1 1 0,-1-2-2 16,4 0 0-16,-3 0-3 0,1-5 3 0,-2 0 0 15,1 2 0-15,-3 0 3 0,-4 2-3 0,0 1 1 16,0 0-1-16,2 0 0 0,-6 0 1 15,2 1-1-15,6 2 1 0,-4 0 1 16,7 0-1 0,-1-3 3-16,2 0-1 0,5 0-1 0,-3-3-1 15,1-3-1-15,1-2 1 0,-4 0 0 16,3 0-1-16,-5 0 0 0,0 1 0 0,3-1-1 0,-5 2 1 16,0 0 0-16,-8 1-1 0,2 1 3 0,2 1-1 15,0 1 0-15,0 2 0 0,6 0-1 31,5 0 2-31,6 0-1 0,-1 0 0 16,3 0 1-16,4 0-2 0,1 0 1 16,1-5-1-16,-4-2-4 0,4-2 4 0,-4-2 1 15,4 1-1-15,-1-3 6 0,-1 3-4 16,2 0-2-16,-2-1 0 0,2 2-3 0,0 2 4 16,0 2 1-16,0-2-2 0,-5 4 0 15,3 0 1-15,-2 0 1 0,-3 2 0 16,1 1 0-16,-2 0-1 0,-3 0 0 15,-1 0 0-15,-1 0 0 0,-1 0 0 0,-3 0-1 16,-4-2 0 0,0 1 0-16,-3-2-1 0,-6-2 2 0,-3 1-1 0,-6 1 0 0,-1-4 0 15,-5 4 0-15,-11 2 0 0,4-1 0 16,-6 2 0 0,0 0 0-16,0 0-1 15,2 0 1-15,-2-1 0 0,4 1 1 16,-4 0-1-16,2 0 0 0,-2 0-1 0,5 0 1 15,-5 0 0-15,2 0 1 0,-2 0 0 16,4 0-1-16,-4-1-1 0,2 1-1 0,-2 0 1 16,4-2 0-16,-4 2-5 0,2 0-6 15,-2-2-16-15,0-5-47 0,-2-7-91 16,-10-4-149-16</inkml:trace>
  <inkml:trace contextRef="#ctx0" brushRef="#br0" timeOffset="27838.7">19478 1317 506 0,'0'0'56'0,"0"0"-9"0,0 0-9 0,0 0-9 16,0 0-8-16,0 0-5 16,0 0-3-16,0 0-1 0,0 0 1 0,5-9 1 15,13 7-1-15,3-1-2 0,0-1-2 16,3 0-2-16,3 0-1 0,-2 3-2 15,2 1-2-15,-2 0-1 0,0 3-2 0,-5 2 3 16,1-1-2 0,-5-1 1-16,-1 0 0 0,-1-1-2 15,-1-1 3-15,1 2-2 0,-3 0-1 0,-3 0 1 0,2 2-3 0,-4-4 0 16,-4 1 0-16,5-2-5 0,-5 0-3 16,4 0-12-16,-2 0-10 15,-4 0-21 1,2-5-16-16,2 2-40 0,-2-1-57 0,4 1-83 15</inkml:trace>
  <inkml:trace contextRef="#ctx0" brushRef="#br0" timeOffset="28155.16">19665 1121 481 0,'0'0'58'16,"0"0"-10"-16,0 0-10 0,0 0-5 0,0 0-8 0,0 0-6 15,0 0 1-15,0 0-8 0,0 0 0 16,0 0-1 0,-13-4-3-16,13 6 3 0,0 10 6 15,0 6-5-15,0 9-1 0,4 2-1 0,2 3-3 0,-3 4-3 0,3-3-1 16,-4-1-1 0,2-1-4-16,2-5 1 0,-4-7-1 15,2 0 2-15,-4-3-2 0,0-3 2 16,7 2-3-16,-7-5 2 0,2-5 1 15,2 2-1-15,-4-2 3 0,2 0-2 16,-2-1 0-16,0-4 2 0,0 0-1 16,0 0-1-16,0 1 1 0,4 1-2 0,-4-2-4 15,0 0-4-15,0 1-15 0,0-1-10 0,2 0-27 16,0-11-22-16,4-5-58 0,0 1-65 16,5 3-48-16</inkml:trace>
  <inkml:trace contextRef="#ctx0" brushRef="#br0" timeOffset="28588.14">20136 982 556 0,'0'0'54'15,"0"0"-12"-15,0 0-13 0,0 0-7 16,0 0-3-16,0 0-3 0,0 0-3 0,0 0-1 16,0 0-7-16,0 0 2 0,-11-15-2 15,11 15-1-15,0 0 6 0,0 12-3 16,0 9 0-16,0 5 1 0,0 3-3 16,0-4 1-16,0-6-5 0,0-1 6 0,0 0 0 15,-2-6-2-15,-2 7 3 0,4-7-5 16,0-6-2-16,0-1 2 0,0 0-2 15,0 0-1-15,0 4 1 0,0 2-2 0,4-2 2 16,3 4 1-16,-1-5-4 0,4 3 2 16,-4-7 0-16,5-1 0 0,1 0 0 15,1-3-1-15,-3 0 3 0,0 0-4 0,9 0 2 16,-9-3 0-16,7-3-2 0,-5 0 2 16,-4 2 1-16,1-1-2 0,-3 0-1 0,0 4-2 31,4-4-1-31,-8 4-8 0,5-2-11 15,-1-3-16-15,-2 2-39 0,-2 0-41 16,4 1-153-16,-6 3-14 0</inkml:trace>
  <inkml:trace contextRef="#ctx0" brushRef="#br0" timeOffset="28971.31">20363 1000 555 0,'0'0'62'0,"0"0"-6"0,0 0-12 0,0 0-16 16,0 0-8-16,0 0-7 15,0 0 2-15,0 0-3 0,0 0 1 0,-6 29 1 16,2 1-5-16,4 1 1 0,0 0 2 16,0 0-3-16,0 1 1 0,0 1-3 31,4 2-5-31,-2 1-4 0,2-1 0 0,-4-1 1 15,2-4 2-15,-2-1 0 0,4-2 2 0,-4-3-3 16,2-1 2-16,-2 0-2 0,5-6 0 16,-5-1 4-16,0-3-2 0,0-8 1 15,0 8-1-15,0-7-2 0,0 0 0 16,0 0 0-16,0-6-1 0,0 0 1 16,0 0 0-16,0 1-1 0,0 1 2 0,0-1-1 15,0 1-3-15,0-2 1 0,0 0-5 16,0 2-5-16,0-2-6 0,0-2-13 0,0-10-15 15,0 1-36-15,0-7-37 0,0 7-109 16,0 6-61-16</inkml:trace>
  <inkml:trace contextRef="#ctx0" brushRef="#br0" timeOffset="29305.12">20642 1260 536 0,'0'0'49'0,"0"0"-1"16,0 0-5-16,0 0-8 0,0 0-11 16,0 0-4-16,0 0-8 0,0 0 2 0,0 0-2 15,0 0-3-15,85-39-2 0,-66 34-4 16,3-2 0-16,3 1-1 0,6-3-1 15,-2 2 1-15,6-2-6 0,-2 0-1 0,0 2 1 16,-2 1-2 0,2 3 5-16,-4 2-3 0,0-4 0 15,-12 2 1-15,2 0-4 0,-9 0-1 0,-4 2-3 0,0-1 0 0,-6 2-6 16,0-1-4-16,0 1-20 0,0-2-19 16,0-3-33-16,0 2-54 0,-10 0-93 31</inkml:trace>
  <inkml:trace contextRef="#ctx0" brushRef="#br0" timeOffset="29671.66">20936 982 567 0,'0'0'61'15,"0"0"-5"-15,0 0-12 0,0 0-8 16,0 0-11-16,0 0-7 0,0 0-7 0,0 0-4 15,0 0 2-15,0 0 2 0,-2 9-3 16,2 10-3-16,0 8-2 0,2 0 0 16,2 3-1-16,-2 0 8 15,4 2 1-15,-4-3-4 0,4 0-2 0,-1-2-6 0,-3-2-1 16,2 0 1-16,-2-2 1 0,-2 1 0 16,0-1-2-1,4 0 0-15,-2 0 2 0,-2-2 0 16,4-4 1-16,-4 0 2 0,0-5-1 15,0-6-1-15,0 6 0 0,0-6-2 16,0 0 2-16,0 0 1 0,0-6-1 16,0 0-2-16,0 0 1 0,0 2-1 0,0-1 0 15,0 0 1-15,0 1 0 0,0-2-1 16,0 0-2-16,0 1-5 0,0-1-7 0,0 0-9 16,0 0-24-16,0-3-44 0,0-2-158 15,-4-8-64-15</inkml:trace>
  <inkml:trace contextRef="#ctx0" brushRef="#br0" timeOffset="46988.28">28448 9733 23 0,'0'0'11'0,"0"0"-1"0,0 0 0 0,0 0-1 15,0 0 0-15,0 0-1 0,0 0 11 16,0 0 7-16,0 0 6 0,-4 9 10 16,4-9-4-16,0 1 0 0,0-1-4 0,0 2-3 15,0-2-1-15,0 1 3 0,0 1 4 0,0 6 1 16,0-3-2-16,0 8-5 0,0-1-2 15,0 0-7-15,0 0 1 0,0-6-6 16,0 5-4-16,0-5-1 0,0 0 0 16,0 0-1-16,0-6 1 0,0 0 1 15,0 0 0-15,0 2 1 0,0-1 0 0,0 1-2 16,0-2-1-16,4 0-2 0,-4 0-6 0,2-13 6 16,0-3-6-16,2-7 4 0,-2 0-2 31,-2-1-2-31,4-1-1 0,-4-2-2 15,0 0 1-15,0-2 0 0,0-2 0 16,-4 0-1-16,4 0 1 0,-2 4 0 16,-2 6 0-16,4 1 0 0,0 6 1 0,0 3 0 15,0-3 1-15,0 8 0 0,0 1 0 16,0 1 0-16,0-1-1 0,0 0-1 0,0 1 0 16,0 4 0-16,0-1 0 0,0 1 0 15,0 0 0-15,4 0 1 0,-4 0-1 16,0 0 0-16,0 0-1 0,0 0 1 15,0 1 0-15,0 11 1 0,0 6-1 0,-4 5 1 16,0 2 0-16,-2 0 1 0,-5 2-1 0,3 3 0 16,2-3-1-16,-5-2 2 0,7-2-2 15,-2-8-1-15,2-4 0 0,4-7 0 16,0-4 0-16,-2 0 1 0,2 0-1 31,0 2 1-31,0-2 0 0,0 0-1 16,0-2-1-16,0-13 0 0,2-7 1 0,8-10-2 15,-6 1 2-15,3 1-2 0,-1 1 1 0,0 2 0 16,-2 2 0-16,-2 7 0 0,4 3 1 16,-6 6 0-16,5 4 1 0,-5 1 0 15,0 4-1-15,0-2 0 0,0 2 0 16,2 0 0-16,2 0 1 0,0 8 0 16,6 4 0-16,-2 0 0 0,-1 1 1 0,-1-6 0 15,0-1-2-15,0 2 1 0,3-4-1 16,-5 3-1-16,2-6 0 0,-4 2-1 0,-2-3-3 15,0 0-1-15,6 1-9 0,0-1-13 16,1 2-31-16,-1-1-51 0,-6-1-187 16,0 0-9-16</inkml:trace>
  <inkml:trace contextRef="#ctx0" brushRef="#br0" timeOffset="47921.73">24944 8195 375 0,'0'0'64'16,"0"0"-6"-16,0 0-5 0,0 0-7 15,0 0-4-15,0 0-5 0,0 0-6 16,0 0-2-16,0 0-5 0,0 0-3 16,31-57-2-16,-31 55-5 0,0 0-2 0,4 2-5 15,-4-1-1-15,0 1-2 0,0 0-2 0,0 0 0 16,0 0-1-16,-6 9 0 0,-7 5-1 16,-5 4 1-16,-1-2-1 0,5-2 0 15,1-3 1-15,7-4 1 0,-2-2-1 16,4-2 0-16,2-2 1 0,-2 3 0 15,4-4 1-15,0 0-1 0,0 0 1 0,0 0 0 16,-2 1 0-16,2-1 0 0,0 0-1 0,0 0-2 16,-5 2 1-16,5-2-1 0,0 1-1 15,0 3 0-15,11 4 1 0,1 3 0 16,3 4 0-16,-1-2 1 0,5 1-2 16,-1-1 1-1,3-1 0-15,-2-1 1 16,1-1-1-16,1-1 0 0,-2 0 1 0,-7-3-3 15,0 0 2-15,-3-1 1 0,-9-2-2 16,10 1 1-16,-8-1 0 0,4 3-2 0,0 0 0 16,-6-2 0-16,5-1-1 15,-5 1-2-15,0 2-5 0,0 5-7 0,-5-2-13 16,-1-2-15-16,0 1-20 0,4-5-23 16,-2 0-33-16,4-3-49 0,-6 0-77 0</inkml:trace>
  <inkml:trace contextRef="#ctx0" brushRef="#br0" timeOffset="48604.75">24981 8344 495 0,'0'0'64'0,"0"0"-12"0,0 0-12 16,0 0-7-16,0 0-9 0,0 0-4 15,0 0-2-15,0 0-2 0,0 0 0 16,0 0-1-16,-12-44-3 0,12 44-3 15,0-2-2-15,0 1 0 0,0-1-2 16,0-1-1-16,6-1 0 0,6 1-1 16,7-2 2-16,2 3 0 0,6 1-1 0,4-1-1 15,0 1-1-15,-3-2-1 0,3 0 0 16,3-2 1-16,-1 0-1 0,0 1 1 0,-2-2-1 16,-4 1-1-16,2 1 0 0,-7 0-1 15,3 2 1-15,0 2 1 0,0 0-1 16,2 0 0-16,-1 0 1 0,5 2-2 15,-2 1 2-15,4-1 2 0,5 1 1 0,-1 1 2 16,2-1-2-16,2 0 2 0,3-3-3 16,1 0 0-1,1 0 0-15,-1-2-2 0,1-2 0 0,-1-1-1 0,-1 1 1 0,1-1-1 16,-6 2 1 0,1 0-1-16,-7 0 1 0,0 1-1 15,0 1 0-15,-6 0 2 16,4 1-1-16,-4 0 1 0,0 0 1 0,4 0 0 15,0 0-1-15,-5 0 0 0,5 0-2 0,-4 0 0 16,4 0 1-16,-2 0 1 0,4 0-2 16,-2 0 0-16,2 0 1 0,0 0-3 15,-2 0 1-15,0 0 1 0,-4 0 1 16,-8 0-1-16,0 0-1 0,-5 0-2 16,-2 0 3-16,3 0 0 0,-3 0 0 0,1 0 2 15,-1 0-1-15,1 0 0 0,-1 0-1 16,-2 1 0-16,1-1 1 0,1 0-3 0,-6 0 2 15,2 0 0-15,-1 0 0 0,-1 0 0 16,0 0 0-16,-4 0-3 0,8 0 3 16,-3 0 0-1,-5 0 0-15,-2 0 3 0,6 0-3 0,0 0-1 16,-4 0-1-16,4 1 1 0,-6-1 0 0,0 0 2 0,0 0 0 16,5 0-2-1,-5 2 0-15,2-2 1 0,-2 0-1 16,0 0 1-16,4 0-1 0,-4 0-3 15,0 0-3-15,0 0-6 0,0 0-15 16,2 0-28-16,-2 0-80 0,0 0-178 16,0 0-5-16</inkml:trace>
  <inkml:trace contextRef="#ctx0" brushRef="#br0" timeOffset="49721.31">25479 7790 623 0,'0'0'56'16,"0"0"-9"-16,0 0-14 0,0 0-5 0,0 0-7 15,0 0-7-15,0 0-3 0,0 0-6 16,0 0 1-16,0 0 0 0,2-19-1 0,15 12 0 16,6-2 0-16,6 0-2 0,4 1 0 15,0 1 1-15,6 0-2 0,2 1 0 16,3 1-1-16,-1-2 0 0,-4 1 0 16,-3 2-1-16,-3-1-1 0,-11 2 1 0,-3 1-1 15,-9 1 1-15,-3-1-1 0,-1 2 0 0,-6 0-1 16,0-1 0-16,0 1-1 0,4 0-2 15,-4 0-1-15,2 0-4 0,-2 0-5 16,0 0-4-16,0 0-8 0,0 0-7 16,-15 0-8-1,3 0-8-15,-9 0-5 0,3 0-3 0,3 0 3 16,-3-1 22-16,1-4 11 0,7 0 20 16,-7-2 12-16,5 1 9 0,4 0 9 0,1 1 10 0,5 4 8 0,2 1-1 15,-4-2-1-15,4 2-12 0,0 0-4 31,-2-2-7-31,2 2-4 0,-4 0-1 16,4 0 0-16,-2 2-3 0,-2 10 1 16,2 5-1-16,2 6-3 0,0-1 0 0,0 1-4 15,0 1-2-15,0 1 0 0,0-1 0 0,2-6-3 16,-2 0 3-16,0-4-4 16,0-1 0-16,0-2 0 0,0-4 1 0,0 3-2 15,0-4 0-15,0-2-1 0,0 3-3 16,0-7-5-16,0 0-13 0,0 0-24 15,0 1-49-15,0 1-79 0,0 0-131 0</inkml:trace>
  <inkml:trace contextRef="#ctx0" brushRef="#br0" timeOffset="50089.38">25986 7661 661 0,'0'0'43'0,"0"0"-7"16,0 0-12-16,0 0-7 0,0 0-4 16,0 0-3-16,0 0 0 0,0 0-2 15,0 0-2-15,2-7 0 0,-2 20-2 16,-2-2 0-16,-2 5 1 0,4 1-1 16,-2-7 0-16,0 7 0 0,-3-5-4 0,3-1 4 15,-2 1 0-15,4-7 0 0,0 0-1 16,0-5-2-16,-2 0 1 0,2 0-1 0,0 7 0 15,0-2-1-15,2 0 5 0,2 3-4 16,5-6 0-16,-1 1 0 0,4-2-4 16,7-1 3-1,-1 1-1-15,1 1 1 0,0-1-1 0,-3 1 1 16,-3 0 1-16,3-1-3 0,-6-1 1 16,1 2-1-16,1-2-1 0,-10 0 0 15,11 1 1-15,-7-1-5 0,0 0-3 0,0 2-4 16,-4-2-12-16,5 0-5 15,-3 0-18-15,2 0-24 0,-6 0-35 16,0 0-48-16,0-5-37 0</inkml:trace>
  <inkml:trace contextRef="#ctx0" brushRef="#br0" timeOffset="50404.86">26141 7683 595 0,'0'0'55'0,"0"0"-10"0,0 0-13 0,0 0-6 15,0 0-6-15,0 0-3 0,0 0-2 0,0 0-2 16,0 0-1-16,2 20-1 0,-2 3-3 16,6 3 1-16,-2 1-1 0,-2 4-3 15,2 0 4-15,-2 0-6 0,-2 1 0 16,5-4 0-16,-3-2-4 16,-2-7 4-16,4-3-3 15,-4-4 0-15,0 0 0 0,0 0 0 16,0-7-2-16,0 1 2 0,0-6-1 0,0 0 1 15,0 0 0-15,0 2 0 0,2-1 3 16,-2 1-5-16,0-1 1 0,0 1-1 0,0-1-2 16,0 1-3-16,0-1-7 0,0-1-9 15,0 0-16-15,0 2-25 0,0-2-33 16,0-2-75-16,-6-8-118 0</inkml:trace>
  <inkml:trace contextRef="#ctx0" brushRef="#br0" timeOffset="52871.88">24714 5894 572 0,'0'0'49'16,"0"0"-9"-16,0 0-13 0,0 0-3 16,0 0-12-16,0 0 0 0,0 0-2 15,0 0-3-15,0 0 0 0,-10-34-2 0,8 34 1 0,-4 0-3 0,-2 3 2 31,-5 8-2-31,-3 6 1 0,1 1 2 16,3 2 1-16,-1 4-1 0,1 2 0 16,2 1 0-16,-1 3-3 0,3 2 2 0,2-3-3 15,2-8-2-15,4 1 0 0,0-4 0 0,0-3-1 16,6-1 4-16,4-4-3 0,-4-5 0 16,3-4 0-16,3 3-3 0,1-4 3 15,1 0 0-15,-2-8 0 0,1 0 2 16,-5-2-1-16,2-3 0 0,-1 1 1 15,1-6-2-15,-6 1 1 0,2 4-1 0,-2-6 1 16,-4 0 2-16,0-4-2 0,-4-6-1 16,-4 3 0-16,0 1-4 15,-3 3 5-15,5 7-1 0,-2 0 2 0,4 6 0 0,2 5-1 16,-4-4 0 0,1 5-1-16,3 0 0 0,0 0-1 0,2 3 2 0,-4-2-2 31,4 2-1-31,-2 0 2 0,-2 0-3 0,2 3 0 15,-4 5-4-15,2-3-5 0,4-1-8 0,0 7-20 16,6-3-33-16,4 2-75 0,5-1-143 16</inkml:trace>
  <inkml:trace contextRef="#ctx0" brushRef="#br0" timeOffset="53320.94">25070 5472 576 0,'0'0'51'0,"0"0"-11"0,0 0-11 0,0 0-7 16,0 0-4-16,0 0-3 0,0 0-3 16,0 0-3-16,-91-9-2 0,75 18-2 0,1 3 3 0,3 2-2 0,3 2 0 31,-1 2 1-31,8 5 0 0,-2 1-2 15,4 6 1-15,0 0-2 0,4 3 1 16,2 2-3-16,2 3 1 0,-1 0 4 16,1 3-4-16,2 3 5 0,-1 0-5 0,-3 0 0 15,0 0 0-15,-2-1-1 0,-2 0 1 0,4 0 1 16,-4 1 0-16,-2-1 0 0,5-4 0 16,-5-2-2-16,2-5 2 15,-2-4-2-15,0-8-1 0,0-2 0 0,0-6-1 16,0-1 2-16,0 1 0 0,0-6-2 15,0 5 1-15,0-5-2 0,0 5 1 0,-2-1 2 16,-5-2-4 0,-1 3 4-16,-2-7-1 0,-5 3-1 15,5-3 3-15,0-4-3 0,-9 0 0 0,0 0 0 16,1-7-2-16,-1-1 1 0,5-5-1 16,-1-1-1-16,3-1-2 0,2 5-2 15,3-5-7-15,1 5-5 0,4-3-10 0,0-6-15 0,2 7-24 0,0-6-49 31,2 3-109-31,0 0-61 0</inkml:trace>
  <inkml:trace contextRef="#ctx0" brushRef="#br0" timeOffset="53503.17">24820 6117 651 0,'0'0'40'0,"0"0"-8"16,0 0-12-16,0 0-9 0,0 0-6 15,0 0-5-15,0 0-2 0,0 0-3 16,0 0-5-16,58-51-8 0,-31 39-22 0,2 4-21 16,-7-2-44-1,3 1-64-15,-4 0-89 0</inkml:trace>
  <inkml:trace contextRef="#ctx0" brushRef="#br0" timeOffset="53970.64">25285 5643 484 0,'0'0'56'0,"0"0"-8"15,0 0-7-15,0 0-10 0,0 0-7 0,0 0-8 16,0 0 1-16,0 0-1 16,0 0 0-16,0 0 1 0,-89-52-3 15,81 52-2-15,2 2-5 0,-3 4-3 0,-1 4-1 16,4 3 3-16,4 7-1 0,-2 1 0 15,4 5 1-15,0 4-4 0,4 2 7 16,2 3 1-16,2 3-5 0,-2-2 5 0,3 3-7 16,-3-3 0-1,0-3 2-15,4-1-5 0,-3-1 2 0,-1-3-4 0,-2-2 2 0,2 0 0 16,0-3 0-16,1-1 1 0,3 0-1 16,-4-7-1-16,-4 0 1 0,2 0 0 15,-4-3 1-15,0 6 1 0,0-7-1 0,0 2 0 31,0 2 0-31,-4-7 0 0,-4 5 0 0,2-6 0 16,-5-2 0-16,-1 2 2 0,4-2 0 16,-11 0-1-16,5-4 0 0,1 1 0 15,-5-2-1-15,-1 0 0 0,9-5 0 16,-7-1 1-16,5 3-2 0,4-1-1 16,-1-1 1-16,3 2-3 0,2 1 1 0,4 2-2 15,0-4-3-15,-2 1-4 0,-2-2-14 0,2-4-23 16,2-2-37-1,6-5-87-15,2-4-133 0</inkml:trace>
  <inkml:trace contextRef="#ctx0" brushRef="#br0" timeOffset="54987.23">25122 6059 635 0,'0'0'23'0,"0"0"-6"0,0 0-7 16,0 0-2-16,0 0-5 0,0 0 1 16,0 0-3-16,0 0-5 0,87-60 0 0,-63 52-4 15,1 2-2-15,-4 2 2 0,-7 0-5 16,5 1-2-16,-5 0-1 0,3-1 2 0,2-1 2 16,-9-1 10-16,0 3 3 0,-2-3 9 15,3 1 4-15,-3-1 2 0,-2 2 2 16,-4 1-2-16,2-5-2 0,-1 4 0 15,1-1 1-15,-4-7-2 0,0 6 2 0,0-5-6 16,0 0 2-16,-7 7-3 0,3-1-2 0,-2 4 0 16,-2 1-2-1,0 0 5-15,-3 0-7 0,-1 9 5 0,6-1-3 16,2 5 2-16,-3-3 0 0,7 3 0 0,0 6 0 16,0-1-2-1,2 2 0-15,3-4-3 0,3-4 1 0,-2-1-1 0,6-2 0 0,-3 2 0 31,1-4 0-31,0 1 0 0,-3-4 0 16,5 5-1-16,-2-4 0 0,-4 1 0 16,1 0 1-16,-5-3 1 0,0 3-1 0,2-2 1 15,-4 1 0-15,0 4 0 0,0 2-1 16,-4-2 0-16,0 3 1 0,-3-4 1 16,-3-2 0-16,-2 1 0 0,3-2 0 0,-1 0-2 15,2-4 0 1,2 0-1-16,-1-1 0 0,1 2 0 0,6-2-1 0,0 0 0 0,0 0-1 15,-2 0-3-15,2 0 2 0,-4 0-1 16,4 0 0-16,0 0 3 0,0-2-1 16,0 0 1-1,6-6 1-15,7-1 0 0,5-2-1 16,3-4 5-16,2 1-4 0,4-1 0 0,-1 2 1 0,5-4-2 0,-4 2 2 16,0 0-1-16,-2 1 0 0,-4 0 0 15,-3 2 2 1,-3 3-1-16,-9 3-1 0,-2 4 2 15,-4 2-2-15,0-1 0 0,0-4 0 16,0-1 0-16,0-2 0 0,-4 1 1 16,-8 6-1-16,-1-1 0 0,-1 2 1 0,-1 0 0 15,-1 5 1-15,7 2-1 0,1 1 1 0,-2 4-2 16,4 1 4-16,3-3-1 16,-3 6 1-16,6-5 0 0,-4 1-2 0,4 6-1 15,0-3 0-15,0 7 0 0,4-10-1 16,5 1-1-16,1 0 2 0,-4-6 1 15,4 2-2-15,7-3 0 0,-9-1 0 0,9-2-2 16,-3-3 1 0,5 0-1-16,4-1 1 0,-1-6-2 0,-1-2-2 15,0 0 2-15,-3-1-1 0,1-2 1 16,-7-1 1-16,-3 3 1 0,1-1 0 0,-6-3 1 0,0 5-1 16,-2-7 3-16,2-3-2 0,-4 1 1 15,0-7-1-15,0 1-1 16,-4 3 2-16,-2 0 0 15,4 6 2-15,0-2-4 0,-2 8 5 16,4 3-3-16,0 1 2 0,0 5 0 0,-2-1 0 16,2 1-3-16,0-2 1 15,0 2 0-15,0 0 3 0,0 0 4 0,0 12-3 16,2 7 5-16,4 5-7 0,0-3 1 16,0 0-1-16,1-2 0 15,-5-6-3-15,4 1-3 0,-2-3 0 16,-2-1-3-16,2 1-1 0,2-2-6 0,-6 1-8 15,2-5-13-15,3 0-17 0,-5-5-25 16,0 0-33-16,0 0-92 0,0 0-82 16</inkml:trace>
  <inkml:trace contextRef="#ctx0" brushRef="#br0" timeOffset="55153.63">25862 6046 683 0,'0'0'48'0,"0"0"-10"0,0 0-6 16,0 0-7-16,0 0-8 0,0 0-7 15,0 0-3-15,0 0-5 0,0 0 0 16,72-46-2-16,-51 38 1 0,-3 0-2 16,1-2 0-16,0 3 1 0,-7 1-4 0,2-2 1 15,-5 5-1-15,-5 0-3 0,2 1-3 0,-6 2-10 16,0-1-23-16,0 1-57 0,0 0-174 16,0 0-35-16</inkml:trace>
  <inkml:trace contextRef="#ctx0" brushRef="#br0" timeOffset="56086.73">26633 5822 413 0,'0'0'57'16,"0"0"-9"-16,0 0-11 16,0 0-3-16,0 0-5 0,0 0-4 0,0 0-5 0,91-50-7 15,-79 37-1-15,-4-4-3 0,1-1-1 0,-3-2 3 16,0-3 0-16,0-1 4 0,-2-2 2 16,-4 1-1-16,0-3-2 0,0 2-2 15,-6-1-2-15,-4 0-1 0,-3 2-1 0,5 1-1 31,0 7-5-31,-2 3 2 0,3 7-2 16,5 4 0-16,-2 0 0 0,4 3-3 16,0-2 1-16,-6 2-1 0,-2 4 1 0,-5 7 0 15,1 9 0-15,6 6 1 0,0 6 2 16,3 4-1-16,3 7 2 0,0 1 0 16,0 1 0-16,0 1 1 0,3 1 1 0,1-3 1 15,-2 2-2 1,4-4 1-16,0-1-6 0,-2-1 1 0,2-4-1 15,-3 1-1-15,3-2 2 0,0-2-2 16,-4-1 1-16,4-4 0 0,-2-2 0 0,-2-7-1 0,3-9 1 16,-5 1 0-1,0-5 1-15,0 0-1 0,2 0 2 16,-2-1-1-16,0 1 0 0,0-2 1 0,-2 4-2 16,-3-5 1-16,-3 0 0 0,2 2 0 15,-6-4-1-15,-1 1 0 0,1-2-2 16,-5 0-2-16,-1-8-5 0,-5-3-7 15,6-4-13-15,-5-3-35 0,5-4-65 16,-6-1-174-16,5-4-11 0</inkml:trace>
  <inkml:trace contextRef="#ctx0" brushRef="#br0" timeOffset="56297.23">26558 5939 618 0,'0'0'22'16,"0"0"-1"-16,0 0-2 0,0 0-1 16,0 0-3-16,0 0-4 0,0 0-5 15,91-25-4-15,-68 20-1 16,-4-2-1-16,1 0-1 16,1 1-2-16,-9 0-11 0,3 2-22 0,-5 2-47 0,-4 0-89 0,3-1-108 15</inkml:trace>
  <inkml:trace contextRef="#ctx0" brushRef="#br0" timeOffset="56486.48">26912 5830 665 0,'0'0'41'0,"0"0"-5"0,0 0-4 0,0 0 0 15,0 0-10-15,0 0-4 0,0 0-11 16,0 0-2-16,0 0-3 0,2 65-3 0,-2-58-2 15,0 1-2-15,4 3-4 0,2-5-13 16,-4 2-21 0,2-5-52-16,-1 0-109 0,-3-3-100 0</inkml:trace>
  <inkml:trace contextRef="#ctx0" brushRef="#br0" timeOffset="56635.17">26879 5718 657 0,'0'0'12'0,"0"0"-6"0,0 0-5 0,0 0-8 15,0 0-15-15,0 0-33 0,0 0-96 0,0 0-116 16</inkml:trace>
  <inkml:trace contextRef="#ctx0" brushRef="#br0" timeOffset="56982.27">27191 5859 436 0,'0'0'48'16,"0"0"-4"-1,0 0-9-15,0 0-8 16,0 0-7-16,14-93-2 0,-14 83 0 0,-2-1 1 15,-2 1 3-15,4 5-1 0,-2 2-3 16,-4 3-6-16,-4 0-1 0,-1 1 1 0,-7 10 3 16,1 4 2-16,5 3-1 0,1 2-2 15,1 3 0-15,2 1-1 0,2 4-5 16,-1-3 0-16,3-5-7 0,4-2 0 16,0-1 2-16,4-2-3 0,-2-1 1 0,9-4-1 15,3-2-4-15,-3-5 2 0,3 2-1 16,7-5-2-16,-1 0-5 0,5-3-7 15,-4-5-9-15,2-1-10 0,-3-2-13 0,-1-3-23 16,-1 1-23-16,-3-5-39 16,-3-1-30-16,3-3-3 15</inkml:trace>
  <inkml:trace contextRef="#ctx0" brushRef="#br0" timeOffset="57197.88">27393 5575 491 0,'0'0'101'0,"0"0"-20"16,0 0-21-16,0 0-21 0,0 0-13 15,0 0-9-15,0 0-7 0,0 0-2 16,0 0 2-16,0 0 0 0,-6-27-2 16,4 43 1-16,-4 9-5 0,2 0-1 0,2 3-1 15,2-1-1-15,0 2-1 0,0 0 0 0,0 0-1 16,0 0 1 0,0-1 2-16,0 0-5 0,0-1 4 0,0-7-8 15,0-2-2-15,0-6-3 0,0 0-12 16,2-1-13-16,-2-7-41 0,10 3-67 15,-8-6-153-15</inkml:trace>
  <inkml:trace contextRef="#ctx0" brushRef="#br0" timeOffset="57670.78">27615 5721 699 0,'0'0'31'0,"0"0"-4"15,0 0-4-15,0 0-1 0,0 0-5 0,0 0-6 16,-79 42-1-16,67-27-3 0,3-4-1 16,3 3-1-16,0 0-3 0,4-4 2 15,-4 5-4-15,6-4 3 0,-4-7-3 16,4 7 0-16,0-7 0 0,0 4 0 16,4 1 1-16,4-6-1 0,-2 2 0 0,7-5-1 15,1 0 0-15,-1-5 0 0,5-4-1 16,1-3-2-16,-9-2 3 0,2-1-3 0,-1 0 3 15,-5 3-1-15,-4-3-1 0,4-2 3 16,-6-1-1-16,0-6 3 0,0-2-1 16,-2 2 2-1,-4-4 0-15,-4 1 2 0,1 1-2 0,-1 2 1 0,6 7 1 0,0 7 0 16,-2 0 1-16,6 6-1 0,-2-1-1 16,2 2-2-16,0 3-1 0,0 0-2 0,0 0 0 15,0 3 1-15,0 12 1 16,0 8-1-1,0 6 2-15,0-2-2 0,6 0 1 16,-4 0 0-16,2-5 0 0,0 1-2 16,2-3 2-16,0-3-2 0,1-2 1 0,-1-3-1 15,0-2 0-15,6 0 1 0,-5-6-1 16,7 3-2-16,-4-2-9 0,5-2-13 0,4-1-41 16,1-2-69-16,5 0-174 0,0-3-4 15</inkml:trace>
  <inkml:trace contextRef="#ctx0" brushRef="#br0" timeOffset="58420.4">27952 5695 726 0,'0'0'30'0,"0"0"-2"0,0 0-4 0,0 0-6 16,0 0-5-1,0 0-4-15,0 0-3 0,0 0-1 16,0 0-1-16,0 0-2 0,-29 29-2 0,29-29 1 16,-4 0-3-16,4 0 2 0,0 1 2 15,0 1-2-15,0 4-1 0,0-1 1 16,0-1-4-16,4 0 3 0,-4-4 0 16,0 0 0-16,0 0 2 0,0 0-2 0,6 0-1 15,-2 0 4 1,2 0-2-16,-2 0 0 0,-4 0 2 0,0 0-3 0,0 0 2 0,0 0 0 15,0-1-1-15,0-1 1 0,0 1-3 16,0 0 3-16,0-1-1 0,0 1 0 16,0-2 2-16,-4-2-2 0,2 2-1 15,-2 1 0-15,4 2 0 16,-2-1 0-16,2 1 1 16,-2-5-1-16,2-1 2 0,-4 2-1 0,4 1-1 15,0 3 2-15,0-2-1 0,0 2 0 16,0-1 0-16,0-1 0 0,0-3 0 15,0 1-1-15,0 0 1 0,6-3 0 16,0 6 0-16,7-2 1 0,5-2-2 16,-1 1 1-16,12-4 0 0,-7-4 0 0,9-3-5 15,-4-5 0-15,4-4-1 0,-4-4-1 16,0-1 3-16,-2-1 1 0,-7 1 2 16,-5 2 1-16,-5 1 1 0,-4 4 2 0,-4-1-1 15,0 3 0-15,-6 1 2 0,-11 4-2 16,7 3 4-16,-8 3-3 0,1 3 0 15,3 3 2-15,-5 3-4 0,0 0 4 0,-1 5 0 16,5 7-1-16,-1 3-1 16,5 5 0-16,1 5-2 0,4 5 2 0,4 1 0 0,2 7 0 15,0 4-1 1,0 1-1-16,8 3-2 0,2 1 4 0,-4-1-1 0,3 1 3 16,-1-4 4-1,-2 3-4-15,5-2 4 16,-5 0-2-16,2 0 2 0,0-1 1 0,3-1-3 15,-3-1-2-15,2 0-2 0,-1-1 1 0,-1-3 0 16,4-2-2-16,-1-4-1 0,-3-5-1 16,-2-10-4-16,-2-5 1 0,-2-6-4 15,-2-5-3-15,0 0-1 0,0 0-4 16,0 1-4-16,0-1-6 0,0 0-9 16,-2 0-15-16,-10-4-36 0,-7-9-47 0,-6-5-110 15,5 0-49-15</inkml:trace>
  <inkml:trace contextRef="#ctx0" brushRef="#br0" timeOffset="58603.24">27976 5996 693 0,'0'0'43'16,"0"0"-8"-16,0 0-7 0,0 0-5 15,0 0-10-15,0 0-5 0,0 0-4 0,0 0-4 0,0 0-2 0,52-37 0 31,-31 27-9-31,-3-1-16 0,9 0-39 16,-2 1-109-16,2-1-127 0</inkml:trace>
  <inkml:trace contextRef="#ctx0" brushRef="#br0" timeOffset="59520.15">28807 5591 670 0,'0'0'42'0,"0"0"-15"16,0 0-12-16,0 0-4 0,0 0 0 16,0 0-1-16,0 0 1 0,0 0-3 15,0 0-3-15,0 0-3 16,102-19-1-16,-69 16-2 0,-2 0-1 0,2 0-2 15,-6-1-5-15,0 2-9 0,-7-1-10 0,-7 3-25 16,-7 0-20-16,-6 0-22 0,0-2-24 16,0 2-14-16,0 0 7 0,0 0 33 15,0 0 40-15,0 0 64 0,0 0 44 16,-6 0 27-16,-1 0 12 0,-5 0 0 16,8 0-16-16,-2 0-9 15,0 0-10-15,6 0-11 0,-7 0-9 0,3 0-7 0,-8 3-5 0,6 8-1 16,-3 4-1-16,1 6-4 0,4 4-4 15,2 2-2-15,-2 0-5 0,4 2-3 16,0-1-2-16,0-1-5 16,0-1-1-16,0-4-3 0,0-3-10 0,0-3-9 15,0-4-22 1,0-2-33-16,-2-1-45 0,-9-5-110 0,5 1-35 0</inkml:trace>
  <inkml:trace contextRef="#ctx0" brushRef="#br0" timeOffset="59682.57">28871 5888 614 0,'0'0'51'0,"0"0"-5"0,0 0-15 15,0 0-7-15,0 0-8 0,0 0-3 0,0 0-3 16,0 0-4-16,0 0-1 16,13 0-1-16,8-6-7 0,5-5-3 0,3 3-11 15,-2-1-24-15,-2 0-43 0,-4 2-90 16,-1-3-119-16</inkml:trace>
  <inkml:trace contextRef="#ctx0" brushRef="#br0" timeOffset="60203.98">29235 5738 712 0,'0'0'32'16,"0"0"-2"-1,0 0 0-15,0 0-9 16,0 0-7-16,0 0-1 0,23 87-7 0,-21-70-1 15,-2 0-3-15,0-5-1 0,0-6-1 0,2 6 1 16,-2-7-1-16,0 0 1 0,4 0 0 16,-4-5 1-16,0 0 1 0,0 0-1 15,-4-9 2-15,0-6-4 0,-2-6 4 16,-5-3-5-16,9-2 4 0,-4-3 0 16,2-1-1-16,2-4 0 0,-2 1-2 0,2 1 0 15,2 2-2 1,0 4 2-16,2 5 0 0,8 2 0 15,3 6-2-15,-1 2 2 0,-2 5-4 0,9 3 3 16,0 3-1-16,1 0 0 0,11 7 2 16,-6 4-3-16,-4 0 0 0,-7 1-3 15,-1-3-2-15,-3 1-4 0,-8-1-6 0,-2 2-2 16,0 5-3-16,-2 0 1 0,-15 3 3 16,-1-4 6-16,1-2 6 0,-5-2 3 15,-1 0 6-15,0-4 1 0,9-2 1 16,-1-1 3-16,3-2 2 0,5 0 3 15,3-1 0-15,4-1-1 0,-2 0 1 16,2 0-4-16,0 1-2 0,-4-1-1 16,4 6 2-16,0 4-1 0,6 2 0 0,5 5-3 15,1-2-1-15,3 0 1 0,-1 2-2 0,9-1 4 16,-7-1-6-16,1-1 4 16,-3-2-4-16,1-3 0 0,-3-3 0 15,-6-1-2-15,-1-4-2 0,3 4-4 0,-4-2-6 16,2-2-17-16,2 4-31 0,-6-2-78 15,5-1-152-15</inkml:trace>
  <inkml:trace contextRef="#ctx0" brushRef="#br0" timeOffset="60553.13">29578 5854 787 0,'0'0'18'0,"0"0"2"16,0 0-8-16,0 0-1 0,0 0-1 0,0 0-7 15,-41 91 1-15,41-74-2 0,0-5-1 16,0 6-1-16,0-7 1 0,0-2-1 16,2 0 0-16,4-1 0 0,1-1 0 0,-1 0 0 15,0-3 0-15,6-2 0 16,5-1 0-16,-1-1-1 0,5 0 1 15,-2-6 1-15,-5-2 1 0,3-1-2 0,-7-2-1 0,2-2-1 16,-1 2-3-16,-5 0 0 0,-4 1 1 16,-2-2 0-16,0-5-1 0,0 1 3 15,-8-4-2-15,-5 5 4 16,1 1 3-16,4 5-5 0,-3 0 5 0,3 3-7 0,2 3 2 16,6 1-5-16,-6 2-12 0,0 0-33 0,-7 0-61 15,5 4-183-15,2 0-11 0</inkml:trace>
  <inkml:trace contextRef="#ctx0" brushRef="#br0" timeOffset="61020.02">29833 5795 752 0,'0'0'20'0,"0"0"0"0,0 0-4 0,0 0-3 16,0 0-1-16,0 0-2 0,0 0-7 16,0 0 3-16,0 0-5 0,0 0 2 0,16 73-1 15,-10-64 0-15,-6 2-1 0,2-2-1 16,3 0 0-16,-5-5 1 16,2 4-4-16,2-4 3 0,-4 1 0 0,2 3-1 31,2-4 5-31,-4 1-4 0,2 0-1 0,-2-5 0 15,0 0-3-15,0 0 1 0,6 3 2 16,-4-2-2-16,11-1-3 0,3 0-3 0,-1-4-7 16,5-7-5-16,-3-1-4 0,-3-4 4 15,-1 0 7-15,-1-3 3 0,1 1 11 16,-5 0 0-16,-2 4 7 0,0 1 6 16,-4 5 4-16,-2 4 3 0,5-1 2 0,-5 5-2 15,0-2-4-15,0 2-2 16,0-1-3-16,0 1-1 0,0 0 2 0,0 0 0 15,0 11-1-15,2 6-1 0,2-1-7 0,-4 1 1 16,2 0-5-16,-2-7 1 0,4 7-2 16,-2-8-1-16,4 0-4 0,0 3-9 15,1-4-9 1,1-2-28-16,4-6-55 0,1 0-191 0,1-9-20 0</inkml:trace>
  <inkml:trace contextRef="#ctx0" brushRef="#br0" timeOffset="61240.6">30312 5607 784 0,'0'0'17'16,"0"0"-6"-16,0 0-5 0,0 0-4 15,0 0 1-15,0 0-1 0,0 0 0 16,0 0-1-16,0 0-1 0,0 0-2 15,37 86 2-15,-30-68-3 0,-1-4-2 0,-4 2-2 16,2-4-12-16,-4 0-35 16,0 0-62-16,0-4-176 0,-6 0-13 0</inkml:trace>
  <inkml:trace contextRef="#ctx0" brushRef="#br0" timeOffset="61420.36">30304 5777 845 0,'0'0'13'0,"0"0"-5"0,0 0-8 0,0 0-2 16,0 0-4-16,0 0-5 0,0 0-11 16,0 0-19-16,91-81-30 0,-60 68-27 0,-4-1-76 15,4 4-109-15</inkml:trace>
  <inkml:trace contextRef="#ctx0" brushRef="#br0" timeOffset="63653.05">18042 11964 376 0,'0'0'51'15,"0"0"-6"-15,0 0-2 16,0 0-1-16,0 0-2 0,0 0 1 0,0 0-2 0,0 0-3 16,0 0-6-16,-25-11-2 0,21 11-4 15,4-1-5-15,-2 1-3 16,2 0-4-16,-4 0-1 15,4 0-1-15,0-2-2 0,0 2-2 0,-2 0-1 16,2 0-2-16,0 0 0 0,0 0 0 16,-2 0-2-16,2 0 1 0,0 0 0 15,0 0-1-15,2 0 3 0,12 0-1 16,9 0 2-16,6-1 0 0,2-2-2 16,2-3-1-16,6 0-1 0,-2 0 1 0,-2 0-2 15,7-1 2-15,-7 3-2 0,2 1 0 0,-4 0 0 16,0 1 0-16,-6 1 0 15,-4 1 0-15,-7 0 0 16,7 0 1-16,-6 0 0 0,8 0 1 0,-5 0-1 0,5 0-1 16,2-4 0-1,-2 3 1-15,2-2 1 0,-3 0 2 0,1-1-1 16,-4 0-1-16,-3 1 0 0,1 2 0 0,-4-2-1 0,-3 2-3 16,7-1 4-16,-11 0-6 0,-2 1 5 0,0 1 0 15,-6 0-1-15,0-2 0 0,0 2 0 31,0 0 0-31,2 0 0 0,-2 0-1 16,4 0 0-16,-4 0 2 0,0 0-4 16,2 0 1-16,3 0-8 0,-5 0-3 0,0 0-6 15,0 0-11-15,0 0-17 0,0 0-40 0,-7-1-58 16,-5-4-154-16,0 1 11 0</inkml:trace>
  <inkml:trace contextRef="#ctx0" brushRef="#br0" timeOffset="64003.07">18563 11754 602 0,'0'0'58'0,"0"0"-8"0,0 0-16 15,0 0-8 1,0 0-4-16,0 0-8 0,0 0-4 0,0 0-5 0,0 0-1 16,-9-15-1-16,9 15 2 0,7 2 1 15,5 5 1-15,5 4 0 0,5 0-1 0,1-1 0 31,2-1-2-31,6-1-1 0,-4-2-2 16,4-3-1-16,-8 2 1 0,1-2-1 16,-5 0 1-16,-5 0 0 0,-1 3-2 0,-3-3 0 15,-2 6 3-15,-1-1-4 0,-5 4 6 16,-2 6-5-16,0 2 3 0,-13 7-1 16,-1-3 1-16,-5 2 0 0,-1-2 1 0,-1 1 1 15,0-1-3-15,3-3 3 0,-1-1-1 0,7-6 0 16,3-2-2-1,-1-4 0-15,8-6-1 0,-2 1-2 0,4-3 0 16,-2 0-4-16,2 0-6 0,0 2-11 0,0-2-41 16,0 1-116-16,0-1-136 0</inkml:trace>
  <inkml:trace contextRef="#ctx0" brushRef="#br0" timeOffset="65137.17">21225 10575 536 0,'0'0'62'0,"0"0"-6"0,0 0-12 15,0 0-10-15,0 0-11 0,0 0-7 0,0 0-8 16,0 0-5-16,0 0 1 16,0 0 3-16,-12-7 3 0,12 25 0 0,0 7 0 0,0 4-3 31,0 2 0-31,0 1-2 0,0 0 0 15,0 0-4-15,0-2 0 0,0-9-2 16,0-2 0-16,0-5-1 0,0 0-1 16,0-2-1-16,0-6-8 0,0 0-17 0,0-3-35 15,0 2-79-15,2-2-148 0,2-3-5 16</inkml:trace>
  <inkml:trace contextRef="#ctx0" brushRef="#br0" timeOffset="65414.71">21225 10529 645 0,'0'0'48'16,"0"0"-5"-16,0 0-14 0,0 0-5 0,0 0-9 0,0 0-3 0,0 0-6 15,0 0-2-15,0 0-1 0,48-58-3 16,-34 58 1-16,5 0-2 0,-1 4-1 16,-3 5 0-16,1 3 3 0,-7 5-5 15,-3-1 5-15,-2 4-4 0,-4 2 1 0,0-3 1 31,-10 1-1-31,-5 0 3 0,-1-2 0 0,-1-1-1 16,-1-2 2-16,-1-3 0 0,0-1-2 16,7-4 4-16,4-4-4 0,4 1 2 15,4-4-2-15,0 0-1 0,0 0-4 16,0 0-4-16,0 1-10 0,0-1-22 16,0 0-51-16,0 1-112 0,0-1-92 15</inkml:trace>
  <inkml:trace contextRef="#ctx0" brushRef="#br0" timeOffset="67103.98">21618 10551 138 0,'0'0'49'0,"0"0"1"16,0 0 8-16,0 0 6 0,0 0 6 16,0 0-2-1,0 0-3-15,0 0-10 16,0 0-8-16,0 0-12 0,23 2-8 0,-17-10-4 15,-4-1-7-15,2-2 0 0,-2 0-4 0,2 1 1 16,-4-2-1-16,0 6-1 0,0-5-2 16,0 5-1-16,0-5-1 0,0 0-4 15,-6 6 1-15,0-1-1 0,-7 4-1 16,1 2-1-16,-2 0-1 0,-9 6 3 16,8 8-3-16,1 3 0 0,-3 4 6 0,5 3-8 15,2 3 8-15,-1 2-5 0,5 0 1 16,0-2 0-16,6-1-2 15,0-2 2-15,0-4-2 0,4-1 0 0,4-4 2 16,3-2-1-16,-3-4 1 0,0 1-2 16,5-5 0-16,-3 0 0 0,6 1 0 0,1-3 0 15,-5-1 0 1,5-1 0-16,-7-1-2 0,-4 0 1 0,7 0 0 16,-7 0 0-16,-4 0-1 0,4 0 1 15,-6 0-1-15,0 0-1 0,0 0-2 0,2 0-1 16,-2 0-6-16,0 0-9 15,11 0-23-15,-9 0-45 0,8-4-114 16,-4-1-100-16</inkml:trace>
  <inkml:trace contextRef="#ctx0" brushRef="#br0" timeOffset="67353.97">21806 10631 708 0,'0'0'28'15,"0"0"-4"-15,0 0-4 0,0 0-3 16,0 0-5-16,0 0-2 0,0 0-4 0,0 0-2 16,97-31-2-1,-72 23 0-15,2 0-1 0,-2 2 0 0,-1 0 0 0,-3 2-2 16,-6-1 1-16,-5 3-1 15,-4 1-3-15,-6 1-3 0,0-2-7 0,0 2-13 16,0 0-27-16,6 0-32 0,-4 0-69 16,3 3-114-16</inkml:trace>
  <inkml:trace contextRef="#ctx0" brushRef="#br0" timeOffset="67637.19">21955 10467 581 0,'0'0'60'0,"0"0"-10"16,0 0-14-16,0 0-8 0,0 0-7 16,0 0-3-16,0 0-5 0,0 0-4 15,0 0 0-15,0 0-1 0,-15-15 1 16,13 24 0-16,-4 8 0 0,0 4-2 16,2 4 2-16,4-3-5 0,-2 3 1 0,2-9-4 0,0 4 0 15,0 0-1-15,0-7 1 16,-4 7 0-16,4-6-1 0,0-2 2 15,0 0-4-15,0-7 2 0,0 4-2 16,0-4 0-16,0-1 0 0,0 0-1 16,0-4-3-16,0 0-2 0,0 0-5 15,0 2-9-15,0-1-11 0,0-1-29 16,4 0-51-16,-4 2-104 0,0-2-76 0</inkml:trace>
  <inkml:trace contextRef="#ctx0" brushRef="#br0" timeOffset="68003.58">22230 10384 650 0,'0'0'48'0,"0"0"-11"15,0 0-13-15,0 0-9 0,0 0-5 0,0 0-2 16,0 0-1-16,0 0-1 16,0 0 0-16,0 0-1 0,0 52-1 15,-6-31 1-15,-5 0-2 0,5-1 1 16,0-5 3-16,4-2-4 0,-4-3 4 0,6-6-4 16,0 2 1-16,0-6 0 15,0 3 2-15,0 2 1 0,2 1 0 16,8 0-1-16,2-6-1 0,5 0-5 15,6 0 1-15,-1-5-2 0,7-1-5 0,-2-1 4 16,-6 1-7-16,4 0 3 0,-11 3-1 0,3-1-4 0,-3 1-6 16,-6 3-12-16,5-1-16 0,-3 1-41 15,-2 0-67-15,-1 0-140 0</inkml:trace>
  <inkml:trace contextRef="#ctx0" brushRef="#br0" timeOffset="68339.07">22366 10397 642 0,'0'0'42'0,"0"0"-12"0,0 0-7 15,0 0-3-15,0 0 1 0,0 0-2 16,0 0-2-16,0 0-2 0,0 0-3 15,23 84-2-15,-19-60 0 0,-2 0 1 0,2 2-5 16,-2-1 3-16,-2-7-5 16,0 0-3-16,5-4 2 15,-5-2-3-15,0 0 1 0,0-6-1 0,0 5 0 16,0-5 0-16,0-1 2 0,0 0-2 16,0-5 0-16,0 0-1 15,0 0-1-15,0 2 2 0,0-1-1 16,0 1-1-16,0-1-1 0,0 1-4 0,0 0-4 15,0-1-13-15,0-1-25 0,0 2-63 0,-5-1-170 16,5-1-31-16</inkml:trace>
  <inkml:trace contextRef="#ctx0" brushRef="#br0" timeOffset="70069.89">16500 12146 402 0,'0'0'58'15,"0"0"-4"-15,0 0-7 0,0 0-8 0,0 0-2 31,0 0-6-31,0 0-5 0,0 0-2 16,0 0-5-16,-11-7-1 0,9 5-3 16,2 2-1-16,0-1-2 0,0-1-2 0,0 1-3 15,0-1 1-15,0 0-1 0,0 1 0 16,0-1-1-16,-4 1-2 0,4-1-1 16,0 1 0-16,0 0-1 0,0-1 0 0,0 0-2 15,0 1 1-15,0 1 1 0,0-2-2 16,0 2 1-16,0-1 0 0,0 1-1 15,0-2 2-15,0 2 0 0,0-1 1 0,0 1-1 16,0-2 0-16,-2 2 0 0,2-1-2 0,-2-1 1 31,-2-2 0-31,-2 1-1 0,-3-4 0 0,3 3 0 0,-6-1-1 0,4 1 0 16,-5 1 1-16,1 1-1 0,-1 1 0 16,-5 1 1-16,-1 0-2 0,1 3 3 15,1 4-2-15,5-2 0 0,-1 2 0 0,5 3-1 31,2-4 1-31,-5 5 1 0,9-3-1 0,-2 3 2 16,4 6-1-16,0-1-1 0,11 4 0 16,1-2 1-16,-2-1-1 0,7 0 1 15,1-2 0-15,-1 2-1 0,0-2 0 16,-3 0 0-16,0-1 1 0,-3-2-3 16,-5 0 1-16,0-4 2 0,-6 2 0 0,2 1 2 15,-2-2-1-15,-8 5 1 16,-2-4-2-16,-7 4 0 0,-1-6 4 0,-5-2 0 15,2-4 1-15,-4-2 2 0,5 0-1 0,-5 0 1 16,4-5-1 0,3-3-1-16,3 3 1 0,1-2-2 15,3 2-2-15,3-1 0 0,-2 0-3 16,8 3 1-16,-3 1 0 0,5 2-2 16,0 0-1-16,0 0-1 0,0 0-4 0,-2 0-2 15,2-1-6-15,0-3-11 0,9-4-25 16,9-4-51-16,3-2-146 0,4 0-63 15</inkml:trace>
  <inkml:trace contextRef="#ctx0" brushRef="#br0" timeOffset="70420.87">16554 12181 641 0,'0'0'48'15,"0"0"-8"-15,0 0-10 0,0 90-11 16,0-64-5-16,0-2-8 0,0-6-3 0,0-2-4 16,0-3 1-16,0-7-2 0,0 0-1 15,0-3 0-15,4 1-2 16,-4 1-1-16,2 0-5 0,-2-5-10 16,0 0-11-16,6-10-10 0,-2 2 0 0,2-8 5 0,-6 0 10 31,0-3 14-31,0-5 8 0,-4 3 5 0,-2 1 4 15,0 0 4-15,4 7 4 0,-2 4 8 0,1 6 2 16,3-4 4-16,0 1 2 0,0-4-3 16,3-4-1-16,9 4-4 0,2-1-6 15,3 2-3-15,-3 4-5 0,1 0-2 16,1 1-4-16,3 1-4 0,-2-2-6 16,-1 4-11-16,-4-1-29 0,-5 2-46 0,1 0-115 15,-2 0-73-15</inkml:trace>
  <inkml:trace contextRef="#ctx0" brushRef="#br0" timeOffset="70604.33">16611 12307 603 0,'0'0'45'0,"0"0"-6"15,0 0-15-15,0 0-11 0,0 0-6 16,0 0-3-16,0 0-4 0,0 0-5 15,0 0-12-15,44-6-32 0,-32 5-59 16,-8 1-118-16,3 0-51 0</inkml:trace>
  <inkml:trace contextRef="#ctx0" brushRef="#br0" timeOffset="70753.73">16616 12436 625 0,'0'0'41'15,"0"0"-9"-15,0 0-13 0,0 0-8 0,0 0-7 16,0 0-4-16,0 0-6 0,0 0-10 16,0 0-26-16,0 0-43 0,80-35-82 0,-74 29-106 15</inkml:trace>
  <inkml:trace contextRef="#ctx0" brushRef="#br0" timeOffset="71069.39">16845 12157 563 0,'0'0'47'0,"0"0"3"0,0 0-2 15,0 0-13-15,0 0-9 0,0 0-3 16,0 0-7-16,0 83-4 0,-2-66-3 16,-2-1-5-16,2 1 0 0,-2-4-2 0,4 5 0 15,-3-6-1-15,3-2 0 0,-4 2 0 0,4-5 1 16,0 5-1-16,0-6 1 0,0 4 0 15,0 3 1-15,0-4 2 0,0 1-3 16,4-2 0-16,-1-1-1 0,3 0-1 16,0 0 1-16,4-2-1 0,-3 0 1 15,3-2-1-15,8-2-1 16,-1-1-1-16,6 0-1 0,-1-1-2 16,-5-6-5-16,2 1-10 0,-3 2-20 15,-8-1-36-15,-1 0-70 0,-5 3-146 16</inkml:trace>
  <inkml:trace contextRef="#ctx0" brushRef="#br0" timeOffset="71474.69">17079 12183 686 0,'0'0'37'0,"0"0"-5"0,0 0-7 15,0 0-6-15,0 0-4 0,0 0-4 0,0 0-1 16,0 0-3 0,0 0-2-16,10 47 0 0,-8-31-3 15,2 1-1-15,-4-5-1 0,0 6-1 0,2-6 1 16,-2-5 1-16,0 3-3 0,0-4-1 16,0 1-3-16,0-2-6 0,0-5-5 15,0 0-13-15,0 0-12 16,0 2-26-16,0-2-21 0,0 0-17 0,0 1-1 15,0-1 29-15,0 0 29 0,-6-8 34 16,4-3 28-16,-8-3 24 0,7 5 19 16,-3-3 15-16,2 1 5 0,-2 1-2 15,4-1-8-15,2 5-9 0,-4 1-11 16,4-2-12-16,0 1-5 0,0-1-7 0,0-4-6 16,0 6-3-16,0 0-6 0,6-4-4 15,-2 6-1-15,4-3-1 16,9-2-2-16,-9 4 2 0,7 0-3 0,1-1-4 15,-3 3-5-15,1-1-12 0,-2 3-16 16,-5 0-33-16,5 0-32 0,-6 0-70 16,3 2-105-16</inkml:trace>
  <inkml:trace contextRef="#ctx0" brushRef="#br0" timeOffset="71653.53">17130 12295 536 0,'0'0'56'0,"0"0"-6"0,0 0-9 16,0 0-10-16,0 0-10 0,0 0-6 16,0 0-6-16,0 0-5 0,0 0-6 0,0 0-5 15,33 0-4-15,-26 0-13 0,3-3-32 0,-4 0-54 16,-4 0-155-16,4 0-16 0</inkml:trace>
  <inkml:trace contextRef="#ctx0" brushRef="#br0" timeOffset="71852.75">17124 12432 658 0,'0'0'51'0,"0"0"-17"16,0 0-16-16,0 0-6 0,0 0-5 16,0 0 0-16,0 0-1 0,0 0-3 15,0 0-3-15,0 0-2 16,31 37-2-16,-16-37-6 0,7-4-8 0,-1-2-22 15,-7-3-36-15,1 1-64 0,1-2-141 0</inkml:trace>
  <inkml:trace contextRef="#ctx0" brushRef="#br0" timeOffset="72102.83">17488 12169 649 0,'0'0'52'15,"0"0"-16"-15,0 0-11 0,0 0-6 16,0 0-3-16,0 0-3 0,0 0-2 0,-87 56-1 0,75-39-2 16,3-1 0-1,-1 1-2-15,4-5 1 0,4 4-2 0,-4-1 1 0,6-3-3 0,-5 5 0 32,5-2-2-32,0-5 0 0,5 4-2 0,-3-5 0 15,8-1-1-15,-4-1-2 0,2-2-5 16,1-1-8-16,7-2-13 0,3-1-37 15,1-1-62-15,5 0-148 0,-4-4-23 16</inkml:trace>
  <inkml:trace contextRef="#ctx0" brushRef="#br0" timeOffset="72487.33">17544 12226 670 0,'0'0'34'0,"0"0"-12"16,0 0-11-16,0 0-5 0,0 0-3 0,0 0-2 16,0 0 1-16,0 0-2 0,0 0-1 15,0 0-2-15,76-30-1 0,-66 27-5 16,3 0-5-16,-7 2-11 0,4-1-20 16,-3 2-16-16,-3 0-25 0,2 0-12 15,-6 0 4-15,0 0 11 0,0 0 30 0,0 0 25 31,0 0 27-31,0 0 25 0,0 0 21 0,0 0 11 16,0 0 11-16,0-1 0 0,0 1-3 16,0 0-3-16,0 0-8 0,0 0-5 15,0 0-6-15,0 9-7 0,-8 6-5 16,-1 5-4-16,-1 1-5 0,4 1-1 16,0 0-7-16,-1-1-3 0,1 0-4 0,4-5-3 15,0-1-2-15,-2-4-1 0,4-7-2 16,0 7 1-16,0-5-4 0,0-2-1 0,0 6-9 15,0-8-19-15,0 1-42 0,4 2-89 16,-4-5-132-16</inkml:trace>
  <inkml:trace contextRef="#ctx0" brushRef="#br0" timeOffset="74986.12">17835 12242 431 0,'0'0'72'0,"0"0"-8"0,0 0-11 15,0 0-8-15,0 0-9 0,0 0-8 0,0 0-4 31,0 0-6-31,0 0-5 0,-4-26-3 0,4 25-6 16,0-1-1-16,0 2 3 0,0 0 1 16,6 6 1-16,7 6 3 0,1 7-4 15,-2-3-2-15,1 1 0 0,-1 0-4 16,1-4 1-16,-7-2-1 0,2 0-1 16,-4-6 1-16,-2-2-1 0,5 2-2 0,-3-2 2 15,-2 0 0-15,2 0-1 0,-4-3 1 16,0 0-2-16,0 0-1 0,2 2-3 0,-2-2-8 15,2 1-12-15,-2-1-20 0,4 0-29 16,-4 2-33-16,0-2-58 0,2 0-90 16</inkml:trace>
  <inkml:trace contextRef="#ctx0" brushRef="#br0" timeOffset="75403.16">18071 12171 519 0,'0'0'42'0,"0"0"-5"0,0 0-4 16,0 0-4-16,0 0-9 16,0 0-7-16,0 0-8 0,0 0-3 0,0 0-1 15,0 0-2-15,-52 74-1 0,44-65 0 0,0 0-1 16,-3 0 3-16,3-3 0 0,-4 2 0 16,5-4 0-16,1-2 0 0,2 1 4 15,4-3 0-15,0 0 3 0,0 0-2 16,-2 0-1-16,2 2-1 0,-2-2 3 15,2 0-2-15,-4 0 1 0,4 0 3 0,-2 0-5 16,2 0 2-16,-4 1 3 0,4 5-1 16,0 0 5-16,0 6 0 0,0 5-1 0,0-6-2 15,4 7-3-15,-2-1-1 0,2-7-1 16,-2 7-1-16,0-7 0 0,-2 3-1 16,4-1 1-16,-4 0 1 0,0 0-1 31,0-6 0-31,0 5-1 0,0-5 2 0,0 0-4 15,2 0 4-15,-2-6-4 0,0 0 0 16,0 6 2-16,0-2-2 0,0 3 0 0,0-1 0 16,0-6 0-16,0 0-3 0,0 0 0 15,0 1-2-15,0-1-6 0,0 2-10 16,0-2-18-16,0 0-35 0,4 0-59 16,-4 0-158-16</inkml:trace>
  <inkml:trace contextRef="#ctx0" brushRef="#br0" timeOffset="76519.75">15412 11639 518 0,'0'0'58'0,"0"0"-5"0,0 0-9 0,0 0-15 16,0 0-4-16,0 0-6 0,0 0-3 16,0 0-2-16,0 0-4 0,38-49-2 15,-14 38-6-15,3 0 0 0,4 5-2 16,-2 1-1-16,4 3 2 0,-2 2-3 16,-4 0-2-16,0 2-3 0,-10 1-2 15,-3 4-2-15,-4-3-3 16,-1 2-8-16,-1 0-10 15,-4-3-13-15,-2 0-8 0,-2-3 4 0,0 3 10 16,0 2 16-16,0-1 16 0,-8 1 7 16,4-4 3-16,-2 1 5 0,-3-1 3 15,3-1 3-15,-2 0 5 0,-2 2 1 16,1-2 2-16,5 0 1 0,-10 2 3 16,7 1-2-16,-5 2 0 0,-2 6-2 0,5 4-1 15,-1 4-3-15,10 3 2 0,0 6-4 16,0-1-1-16,0 3-3 0,6 1-3 15,2-1 0-15,-1-1-6 0,3-3 2 0,-4-4-7 16,0-5 0-16,1-3-1 0,-7-5-2 16,2-4-7-1,2 2-23-15,4-2-40 0,-2-1-85 16,7-1-132-16</inkml:trace>
  <inkml:trace contextRef="#ctx0" brushRef="#br0" timeOffset="76819.82">15871 11632 649 0,'0'0'47'16,"0"0"-15"-16,0 0-11 16,0 0-6-16,0 0 1 0,0 0-1 0,0 0-2 15,0 0-2-15,0 0-5 0,0 0-1 16,7 100 0-16,-7-78-3 0,-5 0 1 15,3-5-3-15,-2-4 0 0,2-2 1 0,0-7 0 16,2 1 1-16,0-5-2 16,0 0 1-16,0 0 0 15,0 2 0-15,0 2 1 0,0-1-2 0,8 2 0 0,7 1 3 0,3-2-4 16,3 1-1 0,4-2 1-16,-4 0-4 0,-5-2-3 15,-1 1-1-15,-3-1-12 16,0-1-9-16,1 2-10 0,-1-2-26 0,-1 0-29 15,-7 0-93-15,2 0-86 0</inkml:trace>
  <inkml:trace contextRef="#ctx0" brushRef="#br0" timeOffset="77086.77">16053 11694 615 0,'0'0'56'15,"0"0"-9"-15,0 0-18 0,0 0-11 0,0 0-2 0,0 0-1 16,0 0-3-16,0 0 2 0,0 0-4 16,-18 53 0-1,16-29-2-15,2 1 0 0,-5 0 0 0,5 1-4 0,0 0 2 0,0-1-5 16,0 0-1-16,0-8-1 0,5-2 0 16,-3-5 0-16,2 1 0 0,-2 0 0 0,-2-7-3 31,4 1-1-31,-4-5-2 0,0 0-7 15,0 4-11-15,2 0-20 0,2 0-39 16,-2 0-63-16,-2-4-146 0</inkml:trace>
  <inkml:trace contextRef="#ctx0" brushRef="#br0" timeOffset="79903.69">18538 13326 564 0,'0'0'54'0,"0"0"-7"0,0 0-14 0,0 0-7 16,0 0-7-16,0 0-3 0,0 0-3 15,0 0-3-15,0 0-3 16,0 0-2-16,-15 0-1 0,15 0 2 0,3 0 1 15,13 0-2-15,5 0 0 0,6-2-1 0,4 2 0 16,2 0 0-16,4-1 0 0,4-1-1 16,3 0 0-16,3-1-1 0,5 1 0 0,4-3 0 15,-3-1-1-15,3 1-1 0,-2 1 0 16,-6-1 1 0,-1 0-1-16,-6 3 1 0,-3-3-1 0,-9 2 0 0,-7 1-1 31,-5 1 1-31,-5 1 1 0,-6 0-2 0,1 0 0 15,-7 0 1-15,0 0-1 0,0 0 1 16,4 0-1-16,-4 0 0 0,2 0-3 16,-2 0-3-16,4 0-3 0,-4 0-8 0,0 0-18 15,0 0-37-15,0 0-68 0,0 0-152 16</inkml:trace>
  <inkml:trace contextRef="#ctx0" brushRef="#br0" timeOffset="80219.58">19115 13101 625 0,'0'0'56'0,"0"0"-14"0,0 0-13 0,0 0-9 16,0 0-3-16,0 0-6 0,0 0-1 16,0 0-2-16,0 0-1 0,10-5-1 15,7 13 0-15,7 4-3 0,1 0-1 16,-4 2-1-16,6-1 0 0,2 1 3 15,-2 0-5-15,-1 0 5 0,-1-2-5 16,-4 0 0-16,0-1 1 0,-9-4 1 16,-6-4-1-16,4 2 1 0,-3-4-2 15,-5 1 1-15,4 1 0 0,-6-3-2 0,0 0 2 0,0 6 0 16,-6 4-1-16,0 5 2 16,-13 5 0-16,4 0 0 0,-5-2 2 0,1 1-1 15,1-1 1-15,-3 0-2 0,2 1-1 16,5 1-1-16,-3-1-1 0,5-7-4 15,4-2-5-15,1-4-15 0,5-3-28 0,-2 1-62 16,4-4-184-16,0 0-5 0</inkml:trace>
  <inkml:trace contextRef="#ctx0" brushRef="#br0" timeOffset="80773.31">17916 13830 660 0,'0'0'44'0,"0"0"-3"16,0 0-13-16,0 0-9 15,0 0-9-15,0 0-4 16,0 0-2-16,0 0 5 0,0 0 3 0,0 0-4 0,-23 88 2 0,23-55-6 16,0 0-3-16,0-1 1 0,0-4-4 0,0-10 2 31,0-6 0-31,0-6 0 0,0-6 2 15,0 0-2-15,0 0-2 0,0 0 2 16,0 0 2-16,0-9-2 0,2-10 1 16,2-6 0-16,-4-2 2 0,0-2-1 0,0-2-3 15,0 1 5-15,-4-2-5 0,2 0 4 16,-4 2-1-16,2 7-1 0,4 2 1 16,0 3-1-16,0 5 1 0,0-3-2 0,4 8 1 15,-4 4 0-15,8 0-1 0,7 4 1 16,7 4-1-16,5 5 1 0,0 6-1 15,-2 3 0-15,-5 2 0 0,1 3 1 0,-2 1-1 16,-3 2-1-16,-1-1 3 0,-7 3-7 16,2-4 4-16,-8-4-6 0,3-2-5 0,-3-4-11 15,-2-1-24 1,0 6-36-16,0-9-55 0,-2 4-129 16,-3-5-20-16</inkml:trace>
  <inkml:trace contextRef="#ctx0" brushRef="#br0" timeOffset="80933.02">17955 14007 660 0,'0'0'49'0,"0"0"-11"0,0 0-10 16,0 0-9-16,0 0-8 0,0 0-6 16,0 0-4-16,0 0-5 0,93-44-7 0,-64 32-30 15,2 1-54 1,-4-1-116-16,6 5-90 0</inkml:trace>
  <inkml:trace contextRef="#ctx0" brushRef="#br0" timeOffset="81419.28">18509 13787 654 0,'0'0'43'0,"0"0"-10"0,0 0-7 0,0 0-9 15,-95 31-3-15,76-18-2 0,3 4-3 16,-1 0 5-16,5 1-6 0,-1-1 4 16,9 1-5-16,-2-6-2 0,0 1 0 15,2-4 0-15,2-4-3 0,2 1 0 16,0-1-2-16,0 1 0 0,0 2 1 16,6 0-1-16,-6-4 0 0,8-1-2 0,-2-2 0 0,7-1 1 15,1 0 1-15,3-4-1 16,3-7-1-16,-5-3 1 0,1-4 0 15,-5-2 2-15,1-3 0 0,1-2-3 0,-3-1 3 0,-6-1-3 16,2 1 6-16,-6 0 0 0,0 2-2 16,0-1 2-16,0 9-4 0,-6 2 2 0,4 5 0 15,2 5-1-15,-2 0 1 0,2 4 0 16,0-1-1-16,-6 1 0 0,-5 1 0 16,3 8-1-16,-4 7 2 0,6 3-1 31,-1 4 3-31,7 1-3 0,-2 4 1 0,2-3 4 15,0 3-4-15,2-4 3 0,7 0-5 16,1-1-1-16,2-3 1 0,1-3-3 0,-3-4 0 16,7 1-2-16,-3-3-1 0,5-2-7 15,-7-3-9-15,7 0-15 0,-3-2-28 16,7-4-52-16,4 0-118 0,0-1-65 16</inkml:trace>
  <inkml:trace contextRef="#ctx0" brushRef="#br0" timeOffset="81836.32">18827 13739 676 0,'0'0'46'0,"0"0"-12"0,0 0-11 0,0 0-2 16,-78 71-9-16,61-56-3 0,9 1 2 0,2-3-6 0,0 2 2 0,4-6-5 15,-3-3-1-15,5 6-1 0,0-6 0 31,0 7 0-31,0-1-1 0,0-5-1 16,5 2 1-16,-5-5-2 0,8 0 0 16,-6-3 0-16,10-1-2 0,1 0 1 0,3-5 0 15,-5-8 2-15,5-2 0 0,-1-4 1 16,-3-3-3-16,-4-2 4 0,5-2-3 0,-3 0 4 16,-2 0 2-16,-2 1 0 0,-6-1 2 15,2 2 0-15,-2-1 2 0,0 3-1 16,-2-1 1-16,-2 7 1 0,0 1 0 15,0 6-1-15,2 5 1 0,-2-1-2 0,4 5-1 16,0 0 0-16,-6 0-2 0,-1 6 1 16,-1 10-1-16,-2 5 2 0,8 6 0 0,-4 3 2 15,6 4-2-15,0-1-2 0,0 1-2 16,0-4-1-16,4-2 2 0,4-1-2 16,0-5 3-16,5-2-4 0,-3-3-4 31,-2-5-5-31,0-1-7 0,3-6-9 0,-5 2-20 15,6-1-35-15,-10-5-67 0,5 2-154 0,-7-3 4 16</inkml:trace>
  <inkml:trace contextRef="#ctx0" brushRef="#br0" timeOffset="82180">18098 14380 607 0,'0'0'53'15,"0"0"-1"-15,0 0-15 0,0 0-9 16,0 0-6-16,0 0-7 0,0 0-1 15,0 0-1-15,0 0-1 0,0 0 0 16,-9 8-2-16,28-14-2 0,6 0-2 16,2-2-1-16,0 1-1 0,4-1-4 0,-3 2 1 15,3 0 0-15,-4 2-2 0,2-1-1 16,-8 2 0-16,-2 1-6 0,-3 1-2 0,-3 1-7 16,5 0-13-16,-8 0-20 0,-5 0-33 15,-1 0-41-15,-4 0-86 16,0 1-74-16</inkml:trace>
  <inkml:trace contextRef="#ctx0" brushRef="#br0" timeOffset="82419.45">18269 14362 634 0,'0'0'57'0,"0"0"-7"16,0 0-14-16,0 0-8 0,0 0-5 16,0 0-8-16,0 0 0 0,0 0-1 0,0 0-2 0,-43 37 1 15,41-13-3 1,2 3-1-16,0 0-1 0,0 4 1 15,0-2-3-15,2 1 0 0,2-3-5 16,-4-1-1-16,2-3-1 0,-2-6 0 0,4-2 1 16,-2-6-1-16,-2-4-1 0,2 1-1 15,-2-6-2-15,0 0-2 0,0 0-6 16,0 1-7-16,0 1-8 0,4-2-23 16,3 0-36-16,1 0-64 0,8-6-141 0,-3-8 8 15</inkml:trace>
  <inkml:trace contextRef="#ctx0" brushRef="#br0" timeOffset="82735.64">18581 14248 694 0,'0'0'37'15,"0"0"-3"-15,0 0-5 16,0 0-11-16,-18 89-3 0,9-62-5 15,-3 0-2-15,2-1 0 0,1-2-2 16,3-7 0-16,0 0-1 0,4-7 4 16,2-5-5-16,-4 1 4 0,4-6-4 0,0 0 0 15,0 5 1-15,0 1-1 0,0-2-1 16,0 5-1-16,4-6 2 0,2 3-2 16,0-1-1-16,5-2 1 0,5 1-3 0,-3-2 0 15,3-1 0-15,3-1-1 0,4 0 1 16,-1-5-3-16,3-3-2 0,-6-1-8 15,-1-2-2-15,-1 1-9 0,-5 2-8 0,1 0-17 16,-7 4-28-16,0 0-57 0,-2 2-128 16,-4 2-18-16</inkml:trace>
  <inkml:trace contextRef="#ctx0" brushRef="#br0" timeOffset="83036.75">18705 14355 660 0,'0'0'53'0,"0"0"-11"0,0 0-10 0,0 0-5 15,0 0-4-15,0 0-5 0,0 0-1 16,0 0-3-16,0 0-2 0,0 0-3 16,-8 97-2-16,8-74-3 0,0 1 2 0,0 0 1 15,0 1-4 1,0-7 4-16,0 2-5 0,0-1-1 0,0-5 0 0,0 6-1 0,0-8 0 15,0-6 0-15,0 6 0 0,0-6-1 16,0 0 0-16,0 0 0 0,0-6-1 16,0 0 1-16,0 0 0 0,0 2-2 15,0-1-2-15,0 1-1 0,0-2-8 0,0 0-3 16,0 1-10-16,0-1-18 0,0 0-41 16,0 0-98-16,0 0-125 0</inkml:trace>
  <inkml:trace contextRef="#ctx0" brushRef="#br0" timeOffset="92419.6">21945 12189 463 0,'0'0'50'0,"0"0"-9"0,0 0-4 16,0 0-5-16,0 0-3 0,0 0-3 16,0 0-4-16,0 0-2 0,0 0-2 0,-11-29-4 15,11 27-5-15,0 2 1 0,0 0 0 16,0 0 3-16,0 0-1 0,6 11 0 0,3 6-4 16,1 5-1-16,-2 4-2 0,3 3 0 15,-3 0-1-15,0 1 1 0,2-1-2 16,-3 0 0-16,1-2-2 0,2-2 0 15,-8-9 0-15,5-2 1 0,-5-5-1 0,-2-4 0 16,4-1 0-16,-4-4 1 0,0 0 1 16,0 0-1-1,0 2 0-15,0-1 0 0,0 1 2 0,2-1 0 0,-2-1 2 0,0 0-4 16,0 2 0 0,4-2 1-16,-2-8-2 0,2-6 1 0,2-5-1 0,1-3-1 31,-5 0 0-31,4-1 0 0,-2-2 0 0,2 2 0 15,-4-1 1-15,0 6-1 0,5 3 0 0,-3 5-1 16,-4 3 1-16,2 3-1 0,-2 4 2 16,0-4-2-16,0-1 0 0,4 0-1 15,-2 2 1-15,-2 3-2 0,0-1 3 16,0 1-2-16,0 0-1 0,0 0-3 16,4 0-7-16,-4 0-11 15,0 0-30-15,0 0-50 0,2 0-108 0,-2 0-95 0</inkml:trace>
  <inkml:trace contextRef="#ctx0" brushRef="#br0" timeOffset="93436.6">22000 12353 326 0,'0'0'50'0,"0"0"4"0,0 0-6 0,0 0 0 15,0 0-5-15,0 0-3 0,0 0-8 0,0 0-7 16,0 0-6-16,-33-6-5 0,31-5-1 16,-4-6-2-16,0 1 0 0,0-7-2 15,4-2-1-15,-3 0 0 0,3-1-4 16,2-2 1-16,-4 3-1 0,2 0 0 15,-2 9-1-15,4-3-1 0,0 6 1 0,0-1 0 16,0 1 2-16,0 6 0 0,0-5 0 0,0 6 0 31,0 0-1-31,0 0-1 0,0 6 0 0,0-6-1 16,0 0 2-16,0 0-1 0,0 0 0 0,0 0 0 0,0 1 1 16,0-1-2-1,0 2 0-15,0 4 1 16,0-2-1-16,0 2 1 0,0-2 1 0,0 1-2 15,0-1 2-15,0 1 0 0,0 0-1 0,0-1-1 16,0 1 0-16,0-1-1 0,0 0 1 16,0 1-1-16,0-1-1 0,6-1 0 15,-2-1-1-15,-2 1 3 0,7 0-1 16,-3 1 1-16,10-1-1 0,3 0 1 16,-2 2-1-16,7-1 0 0,1 1-1 0,2-2 0 15,-2 1 0-15,2 0 2 0,4 1-1 16,-4-2-1-16,4 1 0 0,-2 1-2 0,2 1 2 15,0-1 1-15,-5-1-1 0,1 1 2 16,6-1-2-16,-2 0 0 0,0-1 1 16,-2 0-1-16,4-1 1 0,3-1-1 15,-8 0 0-15,6 2 1 16,-3 2-1-16,0 0-1 0,-5 1 2 0,-1 0-2 0,-2 0 0 16,0 0 1-16,-5 0 0 0,-1 0 2 0,6 0 0 15,-7 1-2-15,3 0 0 0,-1-1-2 31,3 0 4-31,2 0-2 0,6 0 1 16,-2 0 0-16,2-1-1 0,-7-3-1 16,7-3 0-16,-2 1 2 0,-2 0-2 0,-2 0 2 15,-7 3 0-15,1 0 0 0,-5 2 0 16,0-1-1-16,1 1 3 0,-5 1-3 16,5 0 2-16,-3 0-3 0,-2 1 1 0,3 4-2 15,-3-3 3-15,0 2-1 0,9 0 1 16,-9 0 0-16,10-3 0 0,1 0 0 15,0-1 0-15,3 0 0 0,3 0-4 0,-4-2 4 16,2-3-3-16,-3 0 2 0,-5 2 1 0,1-1 1 16,-1-1-2-16,-3 2 3 0,3-2-4 15,-5 3 1 1,-6 0 1-16,0 2-2 0,-2-1 1 0,9 1 1 0,-9 0-1 16,4 0 0-16,-6 0 0 0,6 0-1 15,0 0 2-15,7-2-1 0,-1 2 1 0,-6 0 0 31,3-2 0-31,1 2 0 0,-2-3 0 16,5 2 0-16,-11-1 0 0,8 1 0 0,-8-1 0 16,4 1-1-16,-2-1 0 0,-4 2-2 15,0-1 3-15,0 1-2 0,2-2 1 16,-2 1 0-16,5-1-3 0,-5 2 1 16,0-2-8-16,0-2-4 0,-5 0-12 0,-3-1-19 15,-10-3-35-15,5 6-46 0,-7-5-78 16,1 4-88-16</inkml:trace>
  <inkml:trace contextRef="#ctx0" brushRef="#br0" timeOffset="94412.89">22635 12076 628 0,'0'0'54'16,"0"0"-10"-16,0 0-18 0,0 0-8 16,0 0-1-16,0 0-3 0,0 0-1 15,0 0 0-15,0 0 0 0,0 0-2 16,25-3-1-16,-5 3-3 0,5 0-4 0,0 0 1 16,4-4-2-16,0-1 0 0,0-2-1 0,2 1-1 0,-4-1-2 15,-2 2 2 1,-5 1 0-16,-1 1-1 0,-7 2 1 15,-6-1-2-15,3 2 0 0,-9 0-1 16,0 0-3-16,4 0 0 0,-2 0-9 16,4 0-5-16,-2 0-5 0,-4 3-5 15,0 0 3-15,-10 3 1 0,4 0-1 0,-7-1 5 16,5 0 2-16,-4-2 7 16,-1-2 9-16,5-1 4 0,-4 0 3 0,3 0 3 15,-3-1 2-15,2-2 3 0,1-2 4 16,3 4-1-16,2-1 0 0,4 2 3 15,-2 0-1-15,0-2 2 0,-4 2 0 0,1-1 0 0,-3 1-1 16,4 0-3-16,-2 6 0 0,0 8-2 16,4 1-1-16,-3 6 0 0,3 2-2 0,0 1-1 15,-2 0 0-15,2 4-4 0,2-3 0 16,-4 3 0 0,4-2 1-16,-2-2-2 0,-2-1 1 0,4-5-2 0,0-1 0 31,0-5-1-31,0-6 1 0,0 4-3 0,0-3 2 15,0-3-1-15,0 2 0 0,0-6 0 16,0 0 0-16,0 0-1 0,0 2 1 0,0-1-1 16,0 1 0-16,0 0 0 0,0-1-1 15,0 0 0-15,0 1-2 0,0-2-5 16,0 0-6-16,0 1-8 0,4-1-14 16,-2-1-27-16,2-10-50 0,2-6-126 0,3-2-63 15</inkml:trace>
  <inkml:trace contextRef="#ctx0" brushRef="#br0" timeOffset="94803.39">23048 12066 652 0,'0'0'38'0,"0"0"-6"0,0 0-8 15,0 0-4-15,0 0-2 0,0 0-1 16,0 0-4-16,0 0-2 0,0 0-2 16,0 0-2-16,0 32-1 0,0-20-1 0,0 0 2 15,0 0-2-15,0 0 2 0,0 0-2 16,0 1 0-16,0-3 1 0,0 2-1 0,0-6-1 16,0 0 0-16,0-1-4 0,0 0 2 15,0 2-1-15,2 1-1 0,5-4 2 16,5 2-2-16,0-1 0 0,3-2 2 15,4-3-2-15,1 0-1 0,5 0 2 0,-4-2-2 16,-3-1 0-16,-1 0 1 0,-7 2-2 16,3-1-1-16,-1-1 0 0,-8 2-2 0,2 1 0 15,-6 0-2-15,0 0-2 0,0 0-7 16,2 0-9-16,-2 0-12 0,5 0-22 16,-5 0-25-16,2 0-52 0,-2 0-68 31,0 0-57-31</inkml:trace>
  <inkml:trace contextRef="#ctx0" brushRef="#br0" timeOffset="95085.88">23218 12093 601 0,'0'0'53'15,"0"0"-4"-15,0 0-5 0,0 0-9 16,0 0-8-16,0 0-7 0,0 0-5 0,0 0-5 15,-21 97-2-15,17-68-1 0,4 2 1 0,0-3-3 16,0 1-2-16,4-3 0 0,-2 0-4 16,-2-3 1-1,6-2 1-15,-1-6 2 0,-3 0-3 16,-2-6 0-16,4-4-2 0,-4 1 1 0,0-6 1 16,0 0-1-16,0 0 2 0,0 1-3 0,2 1-2 0,-2-1 0 0,0 1-7 15,0 0-12-15,0-2-21 0,0 1-37 31,0-1-69-31,0 0-152 0</inkml:trace>
  <inkml:trace contextRef="#ctx0" brushRef="#br1" timeOffset="102184.93">22759 10231 551 0,'0'0'52'0,"0"0"-8"16,0 0-12-16,0 0-11 0,0 0-5 16,0 0-6-16,0 0-3 0,0 0 0 15,0 0 0-15,-85 21 0 0,73 3-1 0,4 7 4 16,-1 4-1-16,-1 2 4 0,4 6-3 16,4 1-1-1,-2 3 2-15,4 0-5 0,0 0 2 0,0 0-5 16,4-3-2-16,2-3 1 15,0-3-4-15,2-3 3 0,3-5-1 16,-1-3 0-16,0-2 0 0,3-4 0 16,-5-4-1-16,-2-5 1 0,3-3 0 0,-3-3 0 15,-6-3 1-15,4 0-2 0,2-3 0 16,0 2-1-16,-4-1-2 0,5 1-4 0,-7-2-13 16,4 0-18-16,-2 0-41 0,0-2-77 15,4-5-136-15</inkml:trace>
  <inkml:trace contextRef="#ctx0" brushRef="#br1" timeOffset="102636.49">22924 10533 466 0,'0'0'58'0,"0"0"-15"16,0 0-3-16,0 0-7 0,0 0-5 16,0 0-6-16,0 0-2 0,0 0-3 0,-29-79-2 15,21 72-3-15,0 3 0 0,-2 0-1 0,3 2-2 16,-1-1-1-16,2 3-2 0,-7 0-1 15,5 0-2-15,-2 2 0 0,2 4-1 16,3 4 0-16,1-1 1 0,4 4-1 16,-4 5 1-1,4 0 3-15,4 3-5 0,5-3 3 0,-1 1-4 0,4-4 1 0,1 0-1 16,-1-2 3-16,0-2-4 0,-3-2-1 16,-3-1 1-16,0-1-2 0,0 1 3 0,1 1 0 15,-5-1 1-15,2-4-1 0,-4 6 1 31,0-3-1-31,-6 2 1 0,-3 2 0 16,-1-2 0-16,2-5 0 0,-9 3 0 16,9-3 0-16,2-3-1 0,4 1-2 0,-9-2-10 15,9 0-29-15,-2 0-49 0,-2-4-117 16,6-6-98-16</inkml:trace>
  <inkml:trace contextRef="#ctx0" brushRef="#br1" timeOffset="102995.23">22991 10624 501 0,'0'0'29'0,"0"0"2"16,0 0-4-16,0 0-3 0,0 0-4 16,0 0-6-1,0 0-2-15,0 0-2 16,0 0 1-16,47-6 0 0,-37-1 1 0,-1-1 3 15,1 1 1-15,-8-2 1 0,2 0 1 0,-2-1 0 16,-2-1-7-16,0 0 0 0,0 1-7 16,-2 0 2-16,-4 2-1 0,2 3-1 15,2 2-2-15,-4 3-1 0,-7 0-1 16,-1 0 0-16,-3 8 5 0,3 3-5 16,1 5 7-16,5 2-6 0,2-5-1 0,2 4 2 15,2 0-3-15,2-5 2 0,0 6 1 0,2-3-2 16,8-2 0-16,2 2 1 0,-1-5-3 15,-1-2 0-15,5-4-1 0,-5 1-7 16,0-3-10-16,3 1-17 0,-1-3-38 16,7 0-50-16,-5-2-126 0,5-6-33 15</inkml:trace>
  <inkml:trace contextRef="#ctx0" brushRef="#br1" timeOffset="103219.12">23210 10428 581 0,'0'0'53'0,"0"0"-12"0,0 0-13 0,0 0-3 15,0 0-2-15,0 0-1 0,0 0-3 16,0 0-3-16,0 0-5 0,0 0-1 0,-11 91 2 16,15-70-8-16,3 2 3 0,-5-3-6 15,4 1-3-15,-2-7 0 0,-2 3-4 16,-2-7-4-16,2 2-14 0,2 6-26 15,-2-7-60-15,3 0-122 0,-5-5-68 0</inkml:trace>
  <inkml:trace contextRef="#ctx0" brushRef="#br1" timeOffset="103402.4">23199 10682 686 0,'0'0'50'15,"0"0"-21"-15,0 0-9 0,0 0-7 0,0 0-5 16,0 0-3-16,0 0-3 0,0 0 0 16,0 0-2-16,64-82 0 0,-45 74-2 15,-7 2-3-15,3 1-5 0,-5 2-10 16,-8 1-15-16,11 0-33 0,-11 0-51 16,4 1-165-16,4 1 12 0</inkml:trace>
  <inkml:trace contextRef="#ctx0" brushRef="#br1" timeOffset="103668.43">23553 10548 654 0,'0'0'39'31,"0"0"-11"-31,0 0-11 0,0 0-7 16,0 0 3-16,0 0-5 0,0 0 1 16,0 0-2-16,0 0 0 0,10 27-3 0,-10-13-1 15,0 0 0-15,0-2-2 0,0 0 0 0,0-6-1 16,0 0-2-16,0-6-3 0,0 4-9 16,4 1-18-16,-4 0-53 0,2 0-108 15,2-5-105-15</inkml:trace>
  <inkml:trace contextRef="#ctx0" brushRef="#br1" timeOffset="103834.85">23553 10548 636 0,'-25'-47'24'16,"25"45"-11"-1,0 2-12-15,0-5-12 16,0 1-17-16,2 0-36 0,2 0-96 0,-2 4-106 15</inkml:trace>
  <inkml:trace contextRef="#ctx0" brushRef="#br1" timeOffset="104235.86">23671 10507 600 0,'0'0'53'15,"0"0"-16"-15,0 0-9 16,0 0-7-16,12 93-6 0,-10-75-3 0,-2-5-2 0,4 7-3 16,-4-9-1-16,0-5-3 0,2 3 0 15,-2-4-2-15,4-1 2 0,-4 0 3 0,0-4 3 32,0 0 3-32,0 0 2 0,0 0-3 0,2 0-1 15,-2 0-3-15,0 0-3 0,0-1-1 16,0-5-2-16,0-5 0 0,0 1 0 15,-2 3-3-15,2-3 1 0,0 4 0 16,0-5-1-16,0 2-1 0,2 0 0 16,5-5 1-16,5 5-2 0,0-3 2 0,1 5 0 15,-3 0 0-15,3 1 1 0,-1 4 1 16,-2-2 0-16,-8 3-2 0,5 1 1 0,1 0 0 16,2 0 0-16,3 7 1 0,-7-1 0 15,-4 4 0-15,4-1 0 0,-2 4 0 16,-4 5-1-16,0-4 1 0,2 6 0 15,-2-8 0-15,0-6 1 0,0 0-5 16,0-6-9-16,0 5-15 0,0 1-28 0,0-1-48 16,0 0-108-16,0-5-83 0</inkml:trace>
  <inkml:trace contextRef="#ctx0" brushRef="#br1" timeOffset="104851.65">23549 10229 588 0,'0'0'46'15,"0"0"-5"-15,0 0-7 0,0 0-10 0,0 0-5 16,0 0-6-16,0 0-4 0,0 0-3 0,0 0-4 16,0 0 0-16,-2 9 0 0,2-3-2 31,0 0 1-31,0-6 2 0,0 0-1 15,0 0 2-15,0 0 0 0,0 2 0 16,2-2 1-16,4-3 0 0,0-3 1 16,2-5 1-16,-1 2 2 0,-7-2 1 0,4-1 0 15,-4 6-2-15,0-5-1 0,0 7-2 16,0-1-1-16,0 1-2 0,0 4 0 0,-4 0-2 16,-5 3 0-16,-5 9 1 0,-3 4 0 15,9 6 0-15,-2-1 0 0,3-5-1 16,5 0-1-16,2-5 1 0,0-2-1 15,0 0 1-15,2-6-1 16,9 0 0-16,1-3-1 0,3-3-1 0,5-6-1 0,-3-3 1 16,-3-3 0-16,-5 4 2 0,1-3 0 0,-8 5 0 15,-2-1 2 1,0-6-1-16,0 7 0 0,-8-3 2 0,2 6-2 0,3 3 1 16,-9 0 0-16,0 3-2 0,-5 3 1 31,1 6-1-31,3 1 0 0,3 0 0 0,4 2 0 15,4 2-4-15,-3-4-8 0,5-1-28 0,0 2-57 16,0-6-199-16,7 5-23 0</inkml:trace>
  <inkml:trace contextRef="#ctx0" brushRef="#br1" timeOffset="105501.99">23081 11029 525 0,'0'0'65'16,"0"0"-9"-16,0 0-6 0,0 0-8 0,0 0-10 15,0 0-7-15,0 0-7 0,0 0-6 16,0 0-6-16,3 3-2 0,15-9-2 15,7-3-1-15,-4 1-2 16,3 0 0-16,1 3-1 0,-10 2-3 0,-1 0-2 0,-1 1-4 16,-7 0-6-16,6 2-6 0,-8 0-6 15,3 0-9-15,-5 0-6 0,-2 0-1 0,0 0 5 16,0 0 13-16,0 0 14 0,0 0 11 16,0 0 8-16,0 2 8 0,0-2 5 31,0 0 6-31,0 0 7 0,0-2 0 0,-2-2 1 15,-3 0-1-15,3 0-8 0,2 4-2 0,0-1-2 16,0 1-9-16,0 0-1 0,-4 0-1 16,-2 10 0-16,0 7 1 0,0 8 1 15,-1 0-3-15,1 1 0 0,4 1-1 16,0 0 0-16,2 0 2 0,-4-2-5 16,4-5 2-16,0-2-6 0,0-6 0 0,0-5-1 15,0-2 0-15,0-5 0 0,0 0-1 16,0 0 1-16,0 2-2 0,0-1-1 15,0 1-3-15,0 0-3 0,0-1-5 0,-2 1-8 16,2-1-14-16,0 1-31 0,0-1-70 16,0 3-157-1,0 1 0-15</inkml:trace>
  <inkml:trace contextRef="#ctx0" brushRef="#br1" timeOffset="106118.53">23375 11147 603 0,'0'0'53'0,"0"0"-10"0,0 0-12 16,0 0-6-16,0 0-2 0,0 0-2 15,0 0 0-15,0 0-4 0,0 0-1 16,43-82-4-16,-41 72-2 0,5-5-2 15,-3 5-2-15,2 1-2 0,-4 0 0 0,4 2-1 16,0-1-1-16,5 2-1 0,-7 0-2 16,0 3 0-16,4 1-1 15,3 2 1-15,1 0 0 0,-2 2-2 0,1 2 0 0,-5 3-1 16,0 0-1 0,-4 2 2-16,4 0 2 0,-6 3-3 15,0 7 2-15,0-4 0 16,-6 6 0-16,0-3 1 0,-2-1 1 0,-5 1 1 15,1 2 2-15,-3 3-3 0,3 0 4 16,-7-2-5-16,5 0 2 0,2-3-1 16,3-6-1-16,3-4 1 0,2-5-1 0,4-3 0 15,0 0 2-15,0 0-1 0,0 0 1 16,0 0 1-16,-2 2-2 0,2-2 0 16,0 0 0-16,0 0-1 0,0-3 2 0,0-5 0 15,0-3-1-15,2 1 0 0,2 0 0 16,2 3-2-16,-2-1 3 0,3 2 0 0,-3 3 1 15,2 0 0-15,0 2-2 0,-4-1 1 16,4 2-2-16,1 0 0 0,-1 0 0 16,2 0-1-16,2 0 1 0,3 0 0 15,-5 0 0-15,0 5 0 16,3-2 0-16,-3 1 0 0,2-1 1 16,-3-1-1-16,-1 3 0 0,0-4 2 0,-4 1-3 15,4-1 0-15,-6-1-2 16,0 0 0-16,2 1-2 0,5 1-3 15,-3-1-3-15,2 1-6 0,-6-2-9 16,0 0-9-16,0 0-21 0,0 2-22 16,2-2-44-16,4 1-59 0,0 1-68 0</inkml:trace>
  <inkml:trace contextRef="#ctx0" brushRef="#br1" timeOffset="106652.53">23741 10962 603 0,'0'0'64'15,"0"0"-11"-15,0 0-12 0,0 0-8 16,0 0-9-16,0 0-6 0,0 0-5 16,0 0-6-16,0 0 0 0,0 0-2 0,0-13-2 15,0 13 3-15,0 0-4 0,2 0-1 16,6 0 2-16,5 2-2 0,3 9 1 0,-3 1-1 15,-3 5 0 1,0 3 2-16,-2 4-2 0,3 6 1 0,-5 4 0 0,0 4 3 16,-6 3-5-16,0 1 4 0,-10 0-4 15,2 1 1-15,-5-2 0 0,-3-3-2 0,1-1 1 16,1-7-2-16,-3-3 2 0,7-4 1 0,-3-5-1 31,1-5 1-31,6-6-1 0,0-2-2 0,4-2 3 0,-3 0 0 0,3 0-1 31,2-3 1-31,0 0-1 0,0 0 0 16,-4 1 0-16,4-1-1 0,-2 1 0 16,2-1-1-16,-4 2 0 0,4-2 0 0,-2 0-3 15,2 2-2-15,0-2-5 0,0 0-8 16,0 0-12-16,0 0-34 0,0-2-69 0,0-10-164 16,0 0-6-16</inkml:trace>
  <inkml:trace contextRef="#ctx0" brushRef="#br0" timeOffset="113368.59">20950 13670 490 0,'0'0'43'0,"0"0"-11"16,0 0-7-16,0 0-8 0,0 0-5 15,0 0-3-15,0 0-3 0,0 0-1 0,0 0 0 16,0 0-1-16,-8-33 2 0,8 31 1 0,0 1 2 16,0-1 1-16,0 1 3 0,0-1 2 15,0 2 1 1,0-2 1-16,0 2 1 0,0 0-1 0,0 12 0 16,0 7 0-16,6 7-4 0,-4 3-1 0,-2 4-3 31,4 4-2-31,-2 1 3 0,-2-1-4 0,0 1 2 15,0-1-6-15,0-2-3 0,5-5 1 0,-5-10-1 16,2-2 0-16,2-7 0 0,-4-7 0 16,2 2 0-16,-2-6 0 0,0 0 1 15,0 0 0-15,0 2 0 0,0-1-1 16,0-1-2-16,0 0-2 0,0 0-1 16,-8-3-1-16,-7-7 0 0,-3-4-3 0,1-1 0 15,3 1 1-15,-1-1 2 0,-1 1 2 16,3 4 4-16,5-1 0 0,0 5 1 0,1-2 1 15,1 2 0-15,0-1 2 0,0-1 0 16,2 5 0-16,2 0 0 0,0-2 1 16,-3 2 1-16,3 0-1 0,-2 1-1 15,2-3 1-15,-2 0-5 0,2 1 7 0,2 1-4 32,0 3 4-32,-4-5-2 0,2 0 0 0,2 1 1 0,-4 1-1 0,4 3 1 0,0-1 0 15,0 1-2-15,0 0 0 0,-3-2-1 31,3 2-1-31,0-2 0 0,0 2 2 16,-4-1-2-16,4 1-1 0,0-2 1 16,0 2-2-16,-2 0 3 0,2 0-2 0,0 0 4 15,0 0-3-15,0 0-2 0,0 0 3 0,0 0-2 16,0 0 0-16,0 0 1 0,0 0-1 16,0 10 2-16,2 6 2 0,9 8 4 15,1 4-3-15,1 5 0 0,1 2 0 16,0 0-2-16,3 0 1 0,0-3-2 15,-1-4 1-15,-4-3-2 0,3-5 0 0,-3-6 0 16,-3-7-1-16,1-3 0 0,-2-4-1 0,7 0 2 16,-3-1-1-16,7-7-1 0,-5-2 3 15,-1-4-3 1,-3-1 0-16,0 0 1 0,1 3-1 0,-5-2 2 0,0 0 0 16,-4 5-1-16,4-6-1 0,-2 6-1 31,-2 5-1-31,3-6 1 0,-5 6-3 0,2-1 1 15,-2 0-2-15,4 1-4 0,-2 1-5 0,4-3-10 16,-4 0-15-16,4 3-38 0,1-3-72 16,-3 3-155-16,-4-1 12 0</inkml:trace>
  <inkml:trace contextRef="#ctx0" brushRef="#br0" timeOffset="114968.9">21556 13802 533 0,'0'0'67'15,"0"0"-11"-15,0 0-7 0,0 0-13 0,0 0-9 0,0 0-3 31,0 0-7-31,0 0-6 0,0 0 0 16,-6-15-4-16,6 14-1 0,0-1 1 16,0 1-2-16,0-3 2 0,12-2 0 0,9-3-3 15,8-1-1-15,6-3-3 0,-2 0 0 16,6-2 2-16,-4 1-1 0,3 1 2 0,-1-1-4 16,-4 3 1-16,-2 2-1 0,-15 3 0 15,1 3 0-15,-15 1-1 0,4 2 1 16,0 0 1-16,1 0-1 0,-1 0 2 15,-6 3 0-15,-4 11-1 16,-5 3 2-16,-3 5-1 0,-7-2 0 0,5-1-1 0,-5 0 2 0,1-1-2 16,1 2 0-16,-1-2 4 0,1 2-5 15,1 0 6-15,-3 0-7 0,0-1 1 16,1 1 1 0,3-2-1-16,1 2 2 0,-3-3 0 0,3 1 1 0,3-6-2 15,7 0 2-15,0-4 1 0,2-4 1 0,-2 1-1 31,4-5 0-31,0 0-2 0,0 0-1 16,0 5 3-16,0-1-1 0,6 2 1 16,0-1 0-16,7-5-1 0,5 0-2 15,3 0 0-15,0-4 0 0,4 0 0 0,-11 0 0 16,5-1-1-16,-5 0 0 0,-4 2-1 16,3 0 0-16,-5 3 1 0,-4 0-1 0,4 0-1 15,1 0 1-15,-3 0-1 0,-2 0-4 0,4 2-7 16,-4 1-14-16,3-2-31 0,-5 2-58 15,2-3-148-15,0 0-47 0</inkml:trace>
  <inkml:trace contextRef="#ctx0" brushRef="#br0" timeOffset="115218.63">22023 13919 727 0,'0'0'32'16,"0"0"-6"-16,0 0 0 0,0 0-8 16,0 0-2-16,0 0-1 0,0 0-3 0,0 0 0 15,17 78-1-15,-13-48-4 0,-4-5 3 16,0-6-6-16,0-1 0 0,2-6 0 0,-2-1-3 16,0-1 0-16,0-5-1 0,4 1-1 15,-4-6 0-15,0 0-5 0,0 0-2 16,0 0-9-16,0 0-13 0,2 0-26 15,4-7-48-15,-2-4-102 0,3-4-102 0</inkml:trace>
  <inkml:trace contextRef="#ctx0" brushRef="#br0" timeOffset="115367.84">22044 13848 655 0,'0'0'41'16,"0"0"-5"-16,0 0-9 0,0 0-10 15,0 0-8-15,0 0-5 0,0 0-3 16,0 0-1-16,0 0-9 0,0 0-1 0,25-8-15 16,-13 9-25-16,2 9-29 0,-5-3-71 15,3 8-124-15</inkml:trace>
  <inkml:trace contextRef="#ctx0" brushRef="#br0" timeOffset="115868.19">22226 13927 654 0,'0'0'51'16,"0"0"-11"-1,0 0-11-15,0 0-6 0,0 0-6 16,14 78-5-16,-14-59-4 0,0-7-2 16,0-6-1-16,4 0-1 0,-4-6 0 0,0 0 1 0,0 0-3 0,0 2 4 0,0-1-1 31,0 0 0-31,0 1 1 0,2-2-1 15,-2 0 0-15,0 0 0 0,0 0-2 16,0 0 0-16,0 0 0 0,0-4-2 16,0-4 0-16,0 2 0 0,4-5-1 0,-4 7 1 15,7-5-1-15,-5-1 2 0,4 3-1 16,6-4-1-16,1 1 0 0,-5 1-4 0,4-1 3 16,1 3 0-16,-5 1-1 0,5-2 2 15,-3 4-3-15,-8 1-1 0,4 1 4 16,-6 2-2-16,4 0 2 0,2 0 3 15,3 2-3-15,3 10-1 0,-6 4 2 0,1 7 0 16,-5 3 1-16,2 2 0 16,-4 0 1-16,0-8-2 0,0 1 0 0,0-7 1 15,0-8-1-15,0 2 1 0,0-8-1 0,0 0 0 16,0 3-2-16,0 1 1 0,2-1 0 16,6-1 0-16,-2-2 0 0,7-8-1 15,-1-4-1-15,0-2 0 0,-3 1-1 0,1 2 0 31,-4 0-3-31,0 5-1 0,-3-3-5 0,3 0-6 16,-2-2-13-16,-4-4-31 0,0 6-61 16,0-9-178-16,-4 6-6 0</inkml:trace>
  <inkml:trace contextRef="#ctx0" brushRef="#br0" timeOffset="116502">22205 13584 561 0,'0'0'45'0,"0"0"-3"0,0 0-5 0,0 0-8 15,0 0-8-15,0 0-4 0,0 0-4 16,0 0-3-16,0 0-2 16,0 0-1-16,-12 16-2 0,12-9-1 0,0-3 0 15,0 2-1-15,0 0 1 0,0-6-2 16,0 0 1-16,0 0 0 0,0 2-2 15,0-1 1-15,0-1-1 0,6 0 2 0,0 0-3 16,2-1 0-16,9-7 0 0,-13 0-2 16,6-2 1-16,-4 2 0 0,-3 4 2 0,1 1-1 15,-4 3 3-15,0-2-2 0,0 2 2 16,0-2 0-16,0 2 1 0,0 0 2 16,-11 2 1-16,3 9 2 0,-6 4-2 31,3-3 1-31,5 2-4 0,0-4 1 0,4-5-2 15,-2 5-1-15,4-3 0 0,0-1-2 16,0-1 2-16,0-5-2 0,0 0 0 0,0 0 0 16,6 0 0-16,4-8-2 0,-2 0 0 15,3-4 0-15,-7 0 0 0,0 2 1 16,-2 0 1-16,2 7 1 0,-4-3 1 16,0 2-1-16,0-1 1 0,-4 0-1 0,-2 5 1 15,-2 0-1-15,-1 0 1 0,-7 3 1 16,8 7-1-16,1-3 3 0,-1 4-2 0,2-4-2 15,6-2-1-15,-4-1-1 0,4-4-1 16,0 0 0-16,0 5-5 0,0-1-10 16,0 3-23-16,0-3-58 0,0-4-204 15,0 0-27-15</inkml:trace>
  <inkml:trace contextRef="#ctx0" brushRef="#br2" timeOffset="120884.64">21889 15275 631 0,'0'0'48'0,"0"0"-9"0,0 0-14 16,0 0-6-1,0 0-2-15,0 0 0 0,0 0-2 0,0 0-3 0,0 0-2 0,-25-2-2 32,25 2-1-32,0 0 0 0,0 0 0 0,0 0-2 0,16 0-1 0,1 0-1 0,8 0-1 31,0-1 1-31,-1-1-1 0,3 2-1 15,4 0 1-15,2 0-1 0,3 0-1 16,3 0 1-16,6 0-1 0,5 0 0 16,-3 0 1-16,9 0-1 0,-4-1 1 0,0-4-2 15,-5-1 1-15,3 2 0 0,-5-3 0 16,1 1 1-16,-5-1-2 0,-2 0 2 0,5 2 2 16,-7-2-3-16,-2 0 0 0,2 1 0 15,-2-2 0-15,3 2 0 0,-5 0-5 16,-2 1 5-16,0 3-6 0,-4-1 7 15,-9 1-1-15,3 0 1 0,-3 1-1 0,-5-1 0 16,3 1 0-16,-3 1 0 0,-1-2-1 16,1 1 1-16,-1 1 1 0,2-2-2 0,-1 2 1 15,-1-1 1-15,-3 1-1 0,3-2 0 16,0 1 0 0,1 1-4-16,-1-3 5 0,3-1-1 15,-5 3 1-15,4-2 1 16,-5 0-3-16,-3 2 3 0,4-1-2 0,-4 1 0 15,-3-1 1-15,3 2-4 0,-6 0 2 0,0-2-1 16,0 2-2-16,2 0 0 0,-2-1-8 16,0 1-13-16,4-2-16 0,-4-1-25 15,-8-3-27-15,-5 2-40 0,-5-5-47 16,-1 3-79-16</inkml:trace>
  <inkml:trace contextRef="#ctx0" brushRef="#br2" timeOffset="121351.18">23075 14991 427 0,'0'0'65'0,"0"0"-4"0,0 0-8 16,0 0-6-16,0 0-7 0,0 0-7 16,0 0-5-16,0 0-6 15,0 0 0-15,0 0-6 16,-25-7-2-16,23 7-3 0,2 0 0 0,0 0-2 0,7 4-3 0,7 6 0 16,5 3-1-1,-1-1-1-15,7 0-1 0,-4 0-1 0,4 0-1 16,-3 0 0-16,5 0 0 15,-2-2-2-15,0-1 1 0,-5-3 0 16,-3-1-1-16,-3-1 2 0,-1-1 0 16,-5-2-1-16,2 1 1 0,-3-2-1 0,-3 2 0 15,-4-2-1-15,0 0-1 0,0 0 1 16,4 0 1-16,-4 1 0 0,2-1 1 16,-2 0-1-16,0 1 1 0,0 4 0 0,-2 3 0 15,-6 2 5-15,-5 4-4 0,-3-1 4 16,1 1-4-16,-3 3-2 0,-3 2 0 15,-4 3 2-15,-2 1 0 0,0 1 1 0,1 2-1 16,-3-1 0-16,2 1 0 0,0 0-1 16,2-3 1-16,4-4 1 0,7-5-2 0,2-3 1 15,1-4 0-15,5-4-2 0,6 1 1 16,0-4-1 0,-2 0 2-16,2 0-2 0,0 0-1 15,0 1-1-15,-4-1-1 16,4 0-2-16,0 0-3 0,0 0-7 0,0 0-15 15,-2-5-37-15,-2 1-83 0,2-5-161 0,-1 1-7 16</inkml:trace>
  <inkml:trace contextRef="#ctx0" brushRef="#br2" timeOffset="121951.43">22168 15818 640 0,'0'0'46'0,"0"0"-2"0,0 0-14 0,0 0-9 15,0 0-4-15,0 0-4 0,0 0-4 16,0 0-1-16,0 0-1 0,-2 0 0 0,16 0-1 16,11 0-3-16,8 0-1 0,4-5-1 15,-2 1 0-15,9-4-1 0,-3 1 1 16,3-1-2-16,-5 1 1 0,0 1-1 16,-6-1-4-16,-2 2 1 0,-6 1-6 0,-8 1-7 15,-7 0-12-15,-4 2-22 0,0 1-27 0,-6 0-49 16,0 0-104-16,0 0-43 0</inkml:trace>
  <inkml:trace contextRef="#ctx0" brushRef="#br2" timeOffset="122218.16">22465 15712 518 0,'0'0'57'16,"0"0"-5"-16,0 0-9 0,0 0-1 15,0 0-12-15,0 0-6 0,0 0-5 16,0 0-2-16,-12 86 0 0,12-65-8 16,-2 7 3-16,-4-2-7 0,2-2 0 0,-3 2 0 15,5-2-2-15,-4 1-1 0,2-3 0 0,2 1-1 16,0-6 1-16,-2-1 0 0,4-5-1 16,-2-5 1-16,2 0-2 0,0-2 0 15,0 3-1-15,0-3-1 0,0 2-3 16,0-6-3-16,0 0-13 0,0 0-18 15,0 0-43-15,0-3-69 16,0-6-152-16</inkml:trace>
  <inkml:trace contextRef="#ctx0" brushRef="#br2" timeOffset="122701.47">22778 15754 665 0,'0'0'54'0,"0"0"-16"0,0 0-11 16,0 0-3-16,0 0-11 0,0 0 0 0,-33 81-7 15,24-63 1-15,-3-3-2 0,8-3 2 16,-5 1 1-16,5-5-1 0,2 3 2 0,-4-2-1 15,6-4 2-15,-2 1-4 0,2-6 0 16,0 0-2-16,0 6-3 0,0-1 1 16,0 4 0-1,6-2-2-15,2-4 2 0,5 0-2 0,8-3-3 0,-7 0 2 0,5 0 0 16,-1 0 0-16,1 0 2 0,-5 0-2 16,5 5 0-16,-5 0 0 0,-3-1-1 15,-3 4 1 1,-2-2 0-16,-2-4 0 0,-2 9 1 15,-2 0-1-15,0 6 1 0,-2 3 0 16,-8-2 0-16,-2-2 0 0,-1 1 0 16,-1 1 0-16,-5-1 1 0,5-1-2 0,-1 0 2 15,3-7-2-15,-1 0 0 0,3-5 2 16,8 0-1-16,-4-1 0 0,6-3-1 0,0 0-1 16,-6 0-1-16,-1 0-5 0,1 0-7 15,-2-7-11-15,4-1-23 0,2-9-53 16,2 0-107-16,0-8-104 0</inkml:trace>
  <inkml:trace contextRef="#ctx0" brushRef="#br2" timeOffset="123067.9">22782 15853 661 0,'0'0'52'0,"0"0"-15"0,0 0-13 16,0 0 2-16,0 0-6 0,0 0-3 16,0 0-2-16,0 0-2 0,0 0-4 15,0 0 2-15,-6-5 0 0,8 4-3 16,10-1-1-16,7 0-4 0,5-2-1 16,-1 0-4-16,2-2 3 0,2 0-3 0,-2-2 3 15,2 1 0-15,1-3 1 16,-5 3-2-16,2-1 0 0,0 2 0 0,-7 2-1 0,-3 2 1 15,-3-3 0-15,-6 4-1 0,7-1 0 16,-11 2 1-16,4-1-2 0,0 1 2 16,-6 0 0-16,0-1 1 0,0 1 0 15,0 0-2-15,2 0 1 0,-2 0-1 0,0 0 1 16,0 0 0-16,5 0-2 0,-5 0-1 16,0 0-1-16,0 0-5 0,0 0-3 0,0 0-12 15,0 0-18-15,0 0-48 0,0 0-104 31,0 0-114-31</inkml:trace>
  <inkml:trace contextRef="#ctx0" brushRef="#br2" timeOffset="125693.84">22253 7642 503 0,'0'0'54'0,"0"0"-7"0,0 0-8 0,0 0-6 15,0 0-6-15,0 0-2 0,0 0-3 16,0 0-2-16,0 0-1 0,0-42-5 15,0 41-2-15,0-1-4 0,0 1-2 0,0 1-4 16,0 0-1-16,-13 0-1 0,-3 6 0 16,-7 7 2-16,0 5-2 0,-6 2 0 15,2 1-1-15,0 2 2 0,1 0-2 16,-5 0 5-16,6-3-5 0,2-2 2 0,0-4-1 0,9-4-1 16,8-5 1-16,4-2 1 0,-5-2 0 15,3 2-1-15,2-2 0 0,-2 3 0 31,4-4-1-31,0 0 2 0,0 6 3 16,0 6-4-16,0 5 4 0,12 4-4 16,-3-3 0-16,7-3 0 0,-3 1 0 0,1-1-1 15,5-2 0-15,-5 2 2 0,5-1-2 16,-1-1 2-16,-3 0-2 0,-1-1 0 0,-1-5 0 16,-1 1 0-16,-6-2 0 0,1-4-1 15,-1 2-3-15,0-1-8 0,-4 1-15 16,4-2-32-16,-6-2-58 0,0 0-123 15,0 0-54-15</inkml:trace>
  <inkml:trace contextRef="#ctx0" brushRef="#br2" timeOffset="126318.07">22081 7910 558 0,'0'0'54'16,"0"0"-9"-16,0 0-8 0,0 0-9 16,0 0-8-16,0 0-5 0,0 0-1 0,0 0-2 15,0 0 2-15,0 0-3 0,29-35-1 16,-6 30-2-16,-1 2-3 0,5 0 0 16,4-1-4-16,2 1 3 0,5-1-5 15,1 1 2-15,0 0 1 0,0 2-1 0,-1 1 0 16,1 0 1-16,-6 0-2 0,4 0 1 0,-2 0 0 15,2 3 0 1,1 0 4-16,1 2-6 0,-4-2 5 0,2-2-4 16,-2-1-4-16,7 0 5 0,-3 0-4 0,7-1 2 15,-1-1 2-15,3 1-1 16,1 1 0-16,-3 0 0 0,-1 0 0 0,-6 0 0 0,-3 0-1 16,1 0 1-1,-6 0 0-15,-8 1 0 0,-5 1 5 16,3-1-5-16,-5 1 0 0,5-1 2 15,4 2-2-15,0-2 0 0,1 3 4 16,3-3-6-16,0-1 2 0,0 0 1 16,2 0-1-16,0 0 1 0,-2 0-1 0,2 0-1 15,-4 0 2-15,-4 0-2 16,-7 2 1-16,1-2-1 0,-5 2 1 0,3-2 1 16,-3 1-1-16,1-1-1 0,-11 0 1 0,10 1-1 15,-6 1 1-15,3-1 1 16,3 1-1-16,0-2 1 0,1 1-1 15,-1-1 0-15,3 2 1 0,-3-2-1 16,9 0 1-16,-9 0 2 0,7 0-2 0,-11-2 1 0,2 1-2 0,-1-2 0 16,-3 3 0-16,0-2 0 0,0 2-5 15,-6 0 6-15,0-1-7 0,0 1 5 16,0 0 2-16,0-1-8 0,4 1-4 16,-4-2-18-16,-12-3-29 0,-5-1-36 31,-5-1-117-31,-3-1-88 0</inkml:trace>
  <inkml:trace contextRef="#ctx0" brushRef="#br2" timeOffset="126818.04">22530 7363 518 0,'0'0'69'0,"0"0"-14"15,0 0-11-15,0 0-10 0,0 0-6 16,0 0-6-16,0 0-3 15,0 0-6-15,0 0-5 0,-13 0-2 16,13 0-2-16,0 0-1 0,0-2 0 0,8-2 0 0,11 0-2 0,6-3 0 16,2 3-1-16,4 0-1 0,0 0 1 15,-2 1-1-15,-2 0 0 0,-9 2-2 16,3-1-2 0,-9 2-6-16,1 0-16 0,-1 0-17 15,-6 0-33-15,0 0-38 16,-6 0-94-16,0 2-59 0</inkml:trace>
  <inkml:trace contextRef="#ctx0" brushRef="#br2" timeOffset="127067.61">22647 7356 617 0,'0'0'55'0,"0"0"-14"16,0 0-17-16,0 0-7 0,0 0-9 15,0 0-4-15,0 0 1 0,0 0 2 0,0 0 1 16,0 0 4-16,5 57-1 0,1-30-2 0,-2 1-2 15,6-1-1-15,-4 2-3 16,1-1 0-16,1-3-2 0,-2 0 0 0,0-4-2 16,0-6 1-16,-3-1 1 0,1-5 0 15,-4-5 0-15,2 1-1 16,-2-5-1-16,0 0 2 0,0 0 0 0,0 1-1 0,0 1 3 16,4-1-4-16,-4 1-1 0,0 0-2 15,0-1-12-15,2-1-21 0,2 2-63 0,-4-2-162 31,6 0-47-31</inkml:trace>
  <inkml:trace contextRef="#ctx0" brushRef="#br2" timeOffset="128075.96">23003 7463 552 0,'0'0'52'16,"0"0"-10"-16,0 0-7 0,0 0-11 0,0 0-3 15,0 0-5-15,0 0-5 0,0 0-4 16,0 0-3-16,0 0-2 0,0-23 0 16,0 23 0-16,0 13 3 0,0 4 1 31,0 5 2-31,-4 1 1 0,-2-2-1 0,1-5-1 15,1-1 0-15,-2-6-1 0,6-5-1 0,-2 1 1 16,2-5 0-16,0 0 1 0,0 0 1 16,0 1-3-16,0-1 1 0,0 0-2 15,0 0-1-15,6-1-2 0,5-7-2 16,1 1 1-16,5 1 0 0,-5-1 0 16,-2 4 0-16,7 1-2 0,-3 2-1 0,5 0 0 15,-1 5 0-15,1 6 1 0,-4 3 2 16,-1 1-2-16,-2 0 0 0,-5-3 1 0,-1 2-1 15,-4-3 2-15,-2-1-1 0,0 1 2 16,0 0 1-16,0 2-2 0,-6-1 1 16,-5 3 0-16,-1-3-1 0,0-2 1 15,-7-1 0-15,0-1 0 0,1-1-1 0,-3-1 1 16,9-1 0-16,-3-1-1 0,3-3-2 16,4 3 2-1,-5-3-1-15,9 1-1 0,-2-1-8 16,4-1-19-16,-4-3-38 0,-1-3-83 15,1-6-151-15,4 0-2 0</inkml:trace>
  <inkml:trace contextRef="#ctx0" brushRef="#br2" timeOffset="128434.7">22991 7465 670 0,'0'0'54'0,"0"0"-13"16,0 0-9-16,0 0-8 0,0 0-6 15,0 0-5-15,0 0-4 0,0 0-2 16,0 0-4-16,0 0 0 0,14-25-1 16,11 17-1-16,6-2 0 0,2 1-2 15,8 0 2-15,3-2-1 0,3 1 0 0,1-1 1 31,-3 0-1-31,-3 3-1 0,1 0 2 0,-8 1-2 16,-4 0 2-16,-10 3-1 0,-5 1 1 16,-12 3-1-16,-4 0 1 0,0 0-1 15,0 0 0-15,0 0-1 0,5 0 0 16,-5 0 1-16,2 0-1 0,-2 0 0 16,4 0-1-16,-4 0-2 0,2 0-2 0,-2 0-6 15,0 0-16-15,0 0-41 0,0 4-134 16,0 7-110-16</inkml:trace>
  <inkml:trace contextRef="#ctx0" brushRef="#br0" timeOffset="142283.94">22687 12588 516 0,'0'0'58'16,"0"0"-8"-16,0 0-13 0,0 0-10 0,0 0-6 15,0 0-9-15,0 0-3 0,0 0-3 16,0 0 2-16,-60-17 2 0,41 34 0 15,5 3 1-15,1 4-1 16,1 5 1-16,-1 1-4 0,1 4 0 0,6-1-5 0,0 0 0 0,4-4-2 16,-3-2-2-16,5-2 0 15,7-6-2-15,3-2-4 0,-4-6-10 0,7-4-19 16,3 0-35-16,3-7-88 0,1 0-132 16</inkml:trace>
  <inkml:trace contextRef="#ctx0" brushRef="#br0" timeOffset="142667.34">22823 12665 475 0,'0'0'51'15,"0"0"-7"-15,0 0-5 0,0 0-5 16,0 0-7-16,0 0-9 0,-74 84-4 0,67-69-4 0,7-4-1 16,0-1-2-16,0 2-4 0,0-1-2 15,0 0-2-15,7-5-2 0,-3 1 1 0,8-4-1 16,-1 2 1-16,1-5 0 0,0 0 1 16,-3 0 1-16,9 0 0 0,-3-5 1 0,-1-1-1 15,-1-1 0-15,-7 0 1 0,0 0 0 31,0 1 1-31,-2 1 2 0,-2-5-1 16,-2-4 1-16,-6-2 1 0,-2-6-1 16,-5 5 0-16,1 5 1 0,0 3-3 0,-1 2 0 15,7 4-1-15,-6 1-1 0,5 2 0 0,-1 0-2 16,-4 5-1-16,4 2-2 0,-3 5-3 16,9 1-10-16,2 2-35 0,0 0-68 15,2 2-157-15</inkml:trace>
  <inkml:trace contextRef="#ctx0" brushRef="#br0" timeOffset="143085.04">23172 12539 489 0,'0'0'61'0,"0"0"-9"0,0 0-12 15,0 0-4-15,0 0-10 0,0 0-4 16,0 0-7-16,0 0-2 0,0 0 1 16,0 0-5-16,-39-7 4 0,27 25-4 15,3 1 0-15,3 5 0 0,2 1-1 16,2 1-2-16,2 1-3 0,0 2 1 0,6 1-3 0,0 1 2 15,1-1 1-15,1 1-2 0,0-1-2 16,3-1 2-16,-3-3-4 0,2-2 3 16,-8-7-1-16,4-2 0 0,-1-3 0 15,-5 0 1-15,0 5 2 0,0-7-3 0,-7 7 1 16,1-5-1-16,-4-4-2 0,-3 1 2 16,5-3 0-16,-4-4-5 0,-1 1-3 0,-1-3-12 31,4 0-22-31,-1-5-29 0,-7-6-47 15,7 2-81-15,-3-6-82 0</inkml:trace>
  <inkml:trace contextRef="#ctx0" brushRef="#br0" timeOffset="143250.51">22982 12823 642 0,'0'0'39'0,"0"0"-8"0,0 0-12 15,0 0-9 1,0 0-5-16,87-38-5 0,-66 32-4 0,-5 2-6 0,-1 1-13 16,-1-2-35-16,-3 2-47 0,-3 1-121 0,2-1-49 15</inkml:trace>
  <inkml:trace contextRef="#ctx0" brushRef="#br0" timeOffset="143583.87">23375 12509 572 0,'0'0'60'0,"0"0"-15"0,0 0-8 16,0 0-12-16,-74 39-4 0,61-26-6 0,9-6 2 15,2 4-6-15,-2 6-3 16,4-1-1-16,4 7-4 0,8 1 1 0,3 0-2 15,6 1 0-15,-3 2 0 0,3-1 1 0,2 0 0 16,-5-2-1-16,-1-1 0 0,-5-2-1 16,-6-6-3-1,0 2 3-15,-1-7-2 0,-5 2 2 0,0 7 1 0,0-4-2 0,-11 6 0 16,3-4 0-16,-2-3-1 0,-1-1 1 16,1-3-1-16,-2-2 0 0,5-3 1 0,-5 0 1 31,6-1 1-31,2-3-6 0,-7 1-6 15,5-2-21-15,0 0-58 0,-2 0-160 16,-3 0-61-16</inkml:trace>
  <inkml:trace contextRef="#ctx0" brushRef="#br0" timeOffset="143758.16">23330 12820 590 0,'0'0'22'16,"0"0"-7"0,0 0-6-16,0 0-7 0,0 0-9 0,0 0-12 0,0 0-20 0,80-32-37 15,-74 29-85-15,-4 2-88 0</inkml:trace>
  <inkml:trace contextRef="#ctx0" brushRef="#br0" timeOffset="144133.57">23609 12693 539 0,'0'0'47'16,"0"0"-10"-16,0 0-7 0,0 0-4 0,0 0-5 0,0 0-4 15,0 0-7-15,0 0 2 0,0 0-2 16,-17-22 3-16,13 22 1 0,-4 2-1 16,-3 4-2-16,9 2 0 0,-4 1-4 15,4 1 0-15,-2 1-5 16,4 1-1-16,0 3 0 16,0-6-2-16,6 3 0 0,2-1 1 0,3-7-2 15,1 6 2-15,0-3-2 0,-7 0 1 16,5 1 0-16,-4-1-1 0,0 0 0 15,-4 2 1-15,-2 0 0 0,0 2 1 16,0-2 0-16,0 2 0 0,-6-4-1 16,0 1 1-16,4-5-1 0,2 1-4 0,0-4-9 15,-6 0-14-15,-3 0-29 0,-1-1-54 0,-2-5-132 16,6 0-48-16</inkml:trace>
  <inkml:trace contextRef="#ctx0" brushRef="#br0" timeOffset="144517.43">23640 12822 579 0,'0'0'32'16,"0"0"-5"-16,0 0-8 0,0 0-7 0,0 0-2 16,0 0-3-16,82-28-3 0,-67 22-1 0,-3-2 0 31,7-2-1-31,-5-1 1 0,-1-1 0 0,-5 5 3 15,2-4 0-15,-2-1 4 0,-3 3 4 0,1-5 0 16,-4 5 0-16,-2 4-2 0,0-5-3 16,0 5-2-16,0-4-2 0,0 0 0 15,-2 6-2-15,-2 0 1 0,-3 3-2 16,-1 0 1-16,-8 5 0 0,1 5 1 16,3 4 1-16,-1 1 1 0,5 0 0 15,2 2-2-15,0-5-1 0,4 3 0 0,2 0-1 16,0-4-1-1,0 4 0-15,0-6-1 0,6-1 0 0,0-1-1 16,-2-1 0-16,7-1-3 0,-3-2-4 0,2 0-4 0,-4-3-6 16,5 2-9-1,-5-1-15-15,0 1-34 0,6-2-63 0,-5 0-147 16</inkml:trace>
  <inkml:trace contextRef="#ctx0" brushRef="#br0" timeOffset="144734.9">23946 12601 661 0,'0'0'54'16,"0"0"-9"-16,0 0-13 0,0 0-5 0,0 0-5 16,0 0-7-16,0 0-3 0,0 0-5 15,0 0-2-15,4 90-3 0,-2-75-1 16,-2-3-3-16,6 5 0 0,-2-2-3 15,-4-6-4-15,6 7-6 0,-6-7-9 0,2-5-15 16,-2 2-22-16,0-6-29 0,0 0-51 16,0 0-76-16,0 2-42 0</inkml:trace>
  <inkml:trace contextRef="#ctx0" brushRef="#br0" timeOffset="144900.67">23943 12804 611 0,'0'0'62'15,"0"0"-16"-15,0 0-21 0,0 0-10 0,0 0-8 16,0 0-3-16,0 0-4 0,0 0-6 16,0 0-10-16,0 0-22 0,58-52-48 15,-49 46-78-15,-3-2-121 0</inkml:trace>
  <inkml:trace contextRef="#ctx0" brushRef="#br0" timeOffset="145250.47">24014 12439 751 0,'0'0'33'0,"0"0"-12"0,0 0-9 0,0 0-4 0,0 0-6 15,0 0 1-15,0 0 0 0,0 0-1 31,0 0 3-31,93 55-1 0,-71-33-5 16,1 5 4-16,0-2-6 0,-6 1 2 16,-1 0 2-16,-4 0-2 0,-3-1 1 0,-3 0 0 15,-4 1 0-15,-2-1 0 0,0 0 1 16,0-1 0-16,-6 0 1 0,-5 0-1 0,1 2 1 16,-4-2 1-16,1-1 1 0,-1-1 0 15,3-3 0-15,3-5 1 0,2 0 0 16,2-5 0-16,2-5-1 0,-2 1-2 15,4-5 0-15,0 0-1 0,0 0-2 16,0 1-2-16,0 1-3 0,0-1-4 0,0-1-8 16,0 0-23-16,0 0-45 0,4 0-126 0,2-1-101 15</inkml:trace>
</inkml:ink>
</file>

<file path=ppt/ink/ink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5:29:09.836"/>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B050"/>
    </inkml:brush>
    <inkml:brush xml:id="br2">
      <inkml:brushProperty name="width" value="0.05292" units="cm"/>
      <inkml:brushProperty name="height" value="0.05292" units="cm"/>
      <inkml:brushProperty name="color" value="#7030A0"/>
    </inkml:brush>
  </inkml:definitions>
  <inkml:trace contextRef="#ctx0" brushRef="#br0">20593 1618 420 0,'0'0'59'0,"0"0"-7"0,0 0-9 0,0 0-5 16,0 0-5-16,0 0-7 0,0 0-4 16,0 0-2-1,0 0-4-15,-15-26-3 0,11 25-4 0,4-4-3 0,4-1 0 16,9-5-1-16,7-1 0 0,7 0-1 15,4-3-1-15,2 1-2 0,4-1 1 0,3 3-1 16,-5 0-1-16,2 4 0 0,-4 1-1 16,-2 2 1-16,-6 2-1 0,-4 1-2 0,-3 2 1 15,-5 0-3-15,1 0 1 0,-2 2-1 16,-9-1-4 0,3 1-9-16,-2 0-17 0,-2-1-31 0,4 1-39 0,-4 6-136 31,-2 2-31-31</inkml:trace>
  <inkml:trace contextRef="#ctx0" brushRef="#br0" timeOffset="316.76">20754 1194 518 0,'0'0'50'15,"0"0"-5"-15,0 0-10 0,0 0-9 16,0 0-10-16,0 0-6 0,0 0-6 0,0 0 0 15,0 0-2 1,0 0 4-16,-6 37 2 0,18-5 1 0,-4 1-1 0,5 5-3 16,-1 0-2-16,1 3 0 0,-1 1 1 15,-4 2-1-15,3 1 4 0,-3-5-3 0,0 0-1 32,-4-6 0-32,2-6-2 0,-3-8 0 0,1-5 0 15,-4-4-1-15,2-7 0 0,-2 1 0 16,0-5-1-16,0 0 1 0,0 0 0 15,4 1-1-15,-4 1-2 0,0-1-4 16,0-1-5-16,0 0-10 0,2 2-21 16,-2-2-25-16,4-3-52 0,2-6-81 0,0-3-62 15</inkml:trace>
  <inkml:trace contextRef="#ctx0" brushRef="#br0" timeOffset="682.7">21267 1058 572 0,'0'0'28'0,"0"0"3"16,0 0-4-16,0 0-2 0,0 0-4 0,-25 86-4 0,19-56-3 15,1 4-1-15,-1-1-4 0,2 2-1 0,-2 0-2 31,-2-1-1-31,3-4 0 0,-1-1-1 0,4-11 0 16,-4 0 2-16,6-6-3 0,0-5 1 16,-4 4 0-16,4-4-1 0,0-1 0 15,0 3 0-15,0-5 0 0,4 4-1 16,4 0-1-16,5-4 3 0,3 1-4 16,1-4 0-16,1-1 1 0,3 0-2 0,8-3-1 15,-2-2 2-15,-7 1-3 0,1-2 0 16,-4 3 1-16,-3-2-5 0,-3 3-3 15,-7 0-7-15,8 0-10 16,-6 2-10-16,-2-1-26 0,3 1-14 0,-1 0-49 0,-4 0-64 16,4 0-55-16</inkml:trace>
  <inkml:trace contextRef="#ctx0" brushRef="#br0" timeOffset="999.66">21440 1211 640 0,'0'0'38'0,"0"0"-6"15,0 0-7-15,0 0-6 0,0 0-4 16,0 0-3-16,0 0-1 0,0 0-2 0,-16 99 0 16,16-61-2-16,0 2 1 0,0 3-4 15,0 3-2-15,0 2 1 0,4 3-2 16,-2-1-1-16,-2-3 1 0,0-4-1 15,4-4-1-15,-4-6 1 0,0-9 2 16,0-3-1-16,0-9 9 0,0-5 0 0,0 5-2 16,0-6 1-16,0-2-9 15,0 2 0-15,0-6-1 0,0 0 1 0,0 0-2 0,0 2 0 16,0 0-10-16,0-1 4 0,0-1-6 16,0 0-26-16,0 0-6 0,0 0-63 31,2 0-76-31,2-11-103 0</inkml:trace>
  <inkml:trace contextRef="#ctx0" brushRef="#br0" timeOffset="1349.96">21579 1588 316 0,'0'0'59'0,"0"0"3"16,0 0-4-16,0 0-6 0,0 0-3 15,0 0-6 1,0 0-7-16,0 0-2 0,0 0-6 16,0 0-4-16,16-44-7 0,-10 31-3 0,9-1-4 0,-1 3-3 0,9 0-2 0,4-1-2 31,6 1-3-31,6-1 1 0,1-2-2 15,5 1 0-15,-2-3 0 0,3 3-3 16,-5 1-1-16,-4 0-2 0,-3-1-8 16,-3 3-3-16,-13 2-7 0,-10 4-5 0,-1 2-18 15,-7 2-11-15,0-1-8 0,0 1-17 16,0 0-41-16,0 0-20 0,-11 7-38 16</inkml:trace>
  <inkml:trace contextRef="#ctx0" brushRef="#br0" timeOffset="1666.1">21901 1228 370 0,'0'0'54'16,"0"0"-1"-16,0 0 0 0,0 0-2 15,0 0-4-15,0 0-5 0,0 0-12 16,0 0-6 0,0 0-6-16,0 0-4 0,-31-35-1 0,29 38 0 0,-2 9 1 31,4 8-1-31,-2 3-3 0,2 7-1 0,0 0-3 15,0 2 0-15,6 3-1 0,0 0 1 0,-4 3-1 16,5 1-2-16,-3 1 0 0,-2-1-3 16,2-1 0-16,-4-3 0 0,2-3 1 15,-2-5 0-15,2-8-1 0,2-1-1 16,-4-8 1-16,2-5 0 0,-2 1 0 16,0-6 1-16,0 0-2 0,0 0 1 0,4 1 0 15,-4 1-2-15,0-1 0 0,0 1 1 0,2 0-3 16,-2-1-4-16,0 1-8 0,0-1-10 15,0-1-40-15,0 0-56 0,5 2-179 16,-5-2-9-16</inkml:trace>
  <inkml:trace contextRef="#ctx0" brushRef="#br0" timeOffset="13849.96">28429 13271 469 0,'0'0'53'16,"0"0"-6"-16,0 0-14 0,0 0-8 0,0 0-8 15,0 0-7-15,0 0 1 0,0 0-3 16,0 0 0 0,0 0 0-16,21-41-1 0,-15 21 0 0,-4-3 6 0,4-1-6 31,-2 0 2-31,-2-3-2 0,5 1-1 0,-3 1 1 15,2 1 0-15,-4 0 2 0,-2 7-2 0,6-1 1 16,-6 6 1-16,0 0-4 0,4-1 2 16,-4 8-1-16,0 0-1 0,0 5-1 15,0-2-2-15,0 2-1 0,0-1 0 16,2-1-2-16,-2 2 1 0,0-1 1 16,0 1 1-16,0 0-2 0,0 3 0 0,-2 8 1 15,-8 2 0-15,4 3 0 0,-2 3 0 16,1-5 0-16,-3-2 0 0,8-3 0 0,-4-1 0 15,0 1-1 1,-1-3 0-16,1 2 0 0,4-6 1 0,-2 1-1 16,4-3 1-16,0 0 0 0,0 0 0 0,-2 2 1 15,-2-2-1-15,4 0 0 0,0 0 0 0,0 0-1 16,0-2 1-16,0-11-1 0,0-4 0 16,4 0 1-16,2 2-1 0,-4 6 1 0,4-2-2 15,-1 3 1-15,-3 3 1 16,2 2-2-1,-2 0 3-15,0 1-1 0,2-1 0 16,-2 2 0-16,2 1 0 0,2 0 0 16,1 4-1-16,-1 1 1 0,-4-2-1 0,4 2-2 15,-2-2-2-15,-2-1-8 0,2 1-15 16,-4-3-46-16,5 0-107 0,-1-3-125 0</inkml:trace>
  <inkml:trace contextRef="#ctx0" brushRef="#br0" timeOffset="14799.11">24996 11719 436 0,'0'0'45'16,"0"0"-6"-16,0 0-6 0,0 0 0 0,0 0-2 16,0 0-2-1,0 0-2-15,0 0-6 0,0 0 1 0,0 0-4 16,-21-45-1-16,21 43 0 0,0 2-2 0,-2 0-2 16,2-1-4-16,0 1-2 0,0-2-1 31,0 2-1-31,2-2-1 0,12-1 1 0,11 0-2 15,8-1-2-15,5 1 1 0,-1 2-1 0,4 1 1 16,9-2-1-16,-3 1-1 0,5 1 0 16,6-2 0-16,0 1 0 0,0 1 1 15,1-2-1-15,6 2 0 0,-5-1 1 16,2-1-1-16,-3 2 0 0,-5-1 0 16,2-1-2-16,-2 2 2 0,-5 0 0 0,-7 0-1 15,1 0 2-15,-8 0-1 0,0 0 0 0,-6 0 1 16,0 0-1-16,-8 0 1 0,-2 0 0 15,1 2 0 1,-7-2 0-16,5 0-1 0,-7 1 2 0,-1-1-1 0,2 0 0 16,-5 0 0-16,1 2 1 15,-2-2-1-15,0 0 2 0,0 0-1 0,1 0 0 0,-1 0 1 32,0 0-2-32,0 1 0 0,-6-1-1 0,0 0 0 15,0 0-1-15,0 0 0 0,2 0-5 16,-2 0-7-16,0-1-14 0,0-8-25 15,-6 0-42-15,-6-3-81 0,-7 2-117 16</inkml:trace>
  <inkml:trace contextRef="#ctx0" brushRef="#br0" timeOffset="15433.39">25366 11477 483 0,'0'0'55'0,"0"0"-6"0,0 0-4 0,0 0-6 0,0 0-7 16,0 0-4-16,0 0-6 0,0 0-3 16,0 0-2-16,-21-24-3 0,21 22-2 31,-2 1-4-31,2-1-3 0,-4 0-2 0,4 2-2 15,-2-1 0-15,-5 1 0 0,-5 0-1 0,-2 8 1 16,-11 2-1-16,0 5-1 0,-2 2 1 16,0 0 0-16,0 1 0 0,-2 0 1 15,7 1 0-15,-3-3-1 0,6-1 0 16,5-4 0-16,1-2 1 0,7-3-2 16,2-4 1-16,2 1 0 0,2-3 0 0,-4 0 3 15,4 0-3-15,0 1 0 0,0-1 0 16,0 2-2-16,0 1 2 0,12 1 0 0,1 4 0 15,3 1-1-15,1 2 1 0,-1-1-1 16,-1 4 2-16,-1 1-1 0,3 0 0 16,3 0 1-16,-5 0-1 0,4-1 1 15,-1-1 1-15,1-3 0 0,-1-1 0 0,-1-5-1 16,-5 1-1-16,-1-2 1 0,1-1 0 16,-4 1 1-16,-6-3-1 0,5 1-2 0,-7-1 2 31,0 0 0-31,0 0 0 0,0 0 2 15,4 0 0-15,-2 0 0 0,-2 0 0 16,4 0 1-16,-4 0 1 0,0 0 1 16,0-4 0-16,0-7 0 0,-6-6-4 0,-5-2 1 15,3-2-1-15,0-3 0 0,-3-1-1 0,-1-2 0 16,0-3-2-16,1 2 3 16,1 1-3-16,-2 2 2 0,5 7-1 0,1 4-2 15,4 6 2-15,-2 3 0 0,4 1 0 16,0 4 1-16,-2-1-2 0,2 1-1 15,0 0-2-15,0-2-6 0,0 2-9 0,0-1-21 16,0 1-47-16,0-1-120 0,8-2-104 0</inkml:trace>
  <inkml:trace contextRef="#ctx0" brushRef="#br0" timeOffset="17223.43">25260 8717 413 0,'0'0'49'16,"0"0"-10"-16,0 0-7 15,0 0-6-15,0 0-4 0,0 0-6 0,0 0-2 0,0 0-3 0,0 0 3 16,-82 20 1 0,71 6 2-16,-1 5 1 15,-1 7-4-15,1 5-2 0,4 3-7 16,2 2 0-16,-1 1-3 0,7-2 1 0,0-3 3 15,0-5-4-15,2-5 4 0,9-5-4 0,-3-5-1 16,0-5 1-16,5-4 0 0,-3-5-2 16,2-3 1-16,-3-2 0 0,3-3 0 15,7-2 1-15,-3-2 1 0,9-7-2 16,-6-4 2-16,-1-2-2 0,-3-1 2 16,-5-5 0-16,-2-4-4 0,-6 0 5 0,-2-4-6 15,0-2 2-15,-2-1 2 0,-4-1-2 0,-6-3 1 16,-1-1-1-16,1-1 0 0,-3 5 1 15,3 2 0-15,0 7 0 16,5 9-1-16,-1 1 1 0,2 7-1 0,4 4-1 16,2 0 0-16,0 3-3 0,-4-2-2 15,4 2 0-15,0 0-1 0,-2 0-3 0,2 9-14 32,0 8-37-32,6 1-90 0,8 0-137 0</inkml:trace>
  <inkml:trace contextRef="#ctx0" brushRef="#br0" timeOffset="17584.09">25533 8623 479 0,'0'0'49'0,"0"0"-7"0,0 0-8 15,0 0-6-15,0 0-8 16,0 0-6-16,0 0-6 0,0 0 2 0,0 0 0 15,0 0 6-15,-41 10 0 0,35 12-2 0,1 7 1 16,3 4-3-16,2 8-2 0,2 9 0 0,5 6-1 16,5 5 0-16,0 4-3 0,1 2 1 15,-1 0 1-15,-4-2-3 16,1-3 2-16,-5-1-4 0,-2-5 1 0,-2-1-1 16,0-5-1-1,0-4 0-15,0-5-4 16,0-7 4-16,0-9-3 0,0-5 3 0,0-8-1 15,0-6-1-15,0 0 1 0,0-6-2 0,-2 0 1 16,2 0-2-16,0 1-9 0,0-1-14 16,-4 0-28-16,-5-3-39 0,1-11-51 15,-8-5-84-15,1-7-43 16</inkml:trace>
  <inkml:trace contextRef="#ctx0" brushRef="#br0" timeOffset="18033.46">25349 9347 594 0,'0'0'42'0,"0"0"-13"16,0 0-9-16,0 0-7 0,0 0-5 16,0 0-3-16,0 0-5 0,0 0-2 0,81-68-4 15,-48 57-3-15,4-1-9 0,0-2-16 0,-2 2-19 16,-2-1-19-16,3-1-24 0,-7 0-10 16,-3-3 0-16,-1-1 11 0,-6-1 28 0,-5-3 27 31,-1-1 33-31,-7-4 11 0,-2-3 42 15,-4-3 14-15,-4-6 11 0,-4 0 10 16,-5 0-13-16,1 2 0 0,-3 5-1 16,3 5-8-16,-5 6-5 0,9 5-8 0,0 6-7 15,2 4-12-15,2 3-5 0,1 1-7 16,3 2-4-16,-4-1-3 0,2 1-1 0,-8 4 1 16,6 9 2-16,-9 6 2 15,9 6-1-15,4 2-2 0,0 6-3 0,4 4-1 16,9 3-1-16,-3 3 0 0,7 3-1 15,-5 1 2-15,3-2 2 0,-1 2-5 0,-2-2 4 16,-1-2-5-16,-3-2-1 0,-2-1 1 16,0-4-2-16,-4-1 3 0,3-1-2 0,-3-5 1 15,2-8-1-15,-4-2 1 16,0-5-1-16,0-2 0 16,0 2 1-16,0-8-2 0,0 1 0 15,0-7-1-15,0 0-6 16,0 0-11-16,0 0-23 0,0 2-41 0,-6-2-76 15,-5-9-135-15</inkml:trace>
  <inkml:trace contextRef="#ctx0" brushRef="#br0" timeOffset="18164.95">25643 9328 572 0,'0'0'27'15,"0"0"-11"-15,0 0-12 0,0 0-3 16,0 0-6-16,0 0-6 0,0 0-11 0,84-71-14 15,-59 63-33-15,0-2-58 0,-4 1-84 16</inkml:trace>
  <inkml:trace contextRef="#ctx0" brushRef="#br0" timeOffset="19016.37">25909 9186 525 0,'0'0'51'15,"0"0"-6"-15,0 0-8 0,0 0-8 0,0 0-8 0,0 0-6 0,0 0-4 31,0 0-2-31,0 0-2 0,0 0-3 16,-6-48 1-16,-2 48-2 0,0 0 2 16,-9 6 2-16,11 4 4 0,0 0-3 0,-1 5 2 15,7-6-6-15,0 2 0 0,0 4-2 16,11-3 0-16,-3 1 0 0,9-2 0 0,-3-4-1 16,5 1 0-16,-3-2-1 15,-3-1 0-15,3 0 0 0,-8-1-1 0,1 0 1 16,-3 3-1-16,0 0 1 0,0 2-1 15,-6-4 1-15,0 4 2 0,0-3 0 0,0 3 1 16,-2 1-1-16,-8-3 1 0,4-1-2 16,-5-2 0-16,1 1 0 0,4-3-1 0,4-1 1 15,-5-1-1-15,1 0-1 0,0 0 0 16,-2 0-1 0,4 0-1-16,2-3-3 0,-3 1-3 15,5 2-1-15,-2 0-2 16,2-6 1-16,2-1 4 0,5-5 1 0,3-1 5 15,-2 6 0-15,5-1 2 0,-5 2 0 0,4-2 0 16,-3 4-1-16,1 0 1 0,-2-3 0 16,3 3 0-16,-3-2 0 0,-4 3-1 15,2 1 2-15,-6 2 0 0,2-3 1 16,0 1 0-16,2 0 0 0,-1 0-1 16,-3 2 2-16,0-1-2 0,0 1-2 0,4-2 1 15,-4 1-1-15,2-4 1 0,2-1-1 16,-4 2 0-16,2-6 1 0,-2 4-6 0,4-6 5 15,-4 0-5-15,2 6 5 0,2 1 0 16,-4 1-1-16,0-1 1 0,2 1 0 16,-2-1 0-16,0 5 1 0,0-2-2 15,0 2 1-15,4-1-1 0,-4-1-2 0,0 1 3 32,0-1 2-32,0 1 0 0,3 0 1 0,-3-1 0 15,0 1-3-15,0-1 2 0,0 0 0 16,4 2 1-16,-4-1 2 0,0 1-3 15,0-2 0-15,0 2 1 0,0-1-1 16,0 1 1-16,0 0 0 0,0 0 1 16,0 0 1-16,0 0-1 0,0 0 1 0,0 0-1 15,0 0 0-15,0 0 0 0,0 0-1 0,0 0 0 16,-4 0 0-16,4 0-1 0,-3 1-2 16,3 1 1-16,-4-2-2 0,4 1 1 15,-2 1 0-15,-4 3 0 0,6-3 0 16,-6 6 3-16,2 0-3 0,2 1 3 15,-2 0-4-15,4-5 1 0,0 8-1 0,0-5 1 16,0 3-1-16,0 3 2 0,0-5 0 16,0 2-1-1,0-6 0-15,6 4-1 0,-2-4 1 0,2 2-1 0,0 1 1 0,7-3-3 16,-5 0-1 0,4-2-5-16,7 0-7 0,-9-2-4 0,9 0-11 0,-9 0-12 31,3 0-24-31,-3-4-40 0,-4 3-63 0,0 1-101 15</inkml:trace>
  <inkml:trace contextRef="#ctx0" brushRef="#br0" timeOffset="19233.64">26174 8908 651 0,'0'0'45'0,"0"0"-15"0,0 0-15 16,0 0 0-16,0 0-1 0,0 0 1 15,0 0 0-15,0 0-2 0,0 0-6 16,27 85 0-16,-17-59-3 0,-2 2 0 16,1-3-3-16,3 0 2 0,-2-3-4 15,3 1 1 1,-3 0 0-16,-4-6-12 0,-2 2-10 16,-1 1-29-16,-3-5-39 0,0 3-53 0,0-5-112 15,0-9-10-15</inkml:trace>
  <inkml:trace contextRef="#ctx0" brushRef="#br0" timeOffset="19399.8">26226 9249 617 0,'0'0'56'15,"0"0"-12"-15,0 0-20 0,0 0-3 16,0 0-11-16,0 0-1 0,41-80-5 0,-22 73-2 16,-1-1-2-16,7 2-2 0,0 0-1 15,-5 2-3-15,5 1-6 16,-8 0-15-16,-7 3-37 0,2 0-62 0,-9 0-157 15</inkml:trace>
  <inkml:trace contextRef="#ctx0" brushRef="#br0" timeOffset="19783.9">26835 8679 691 0,'0'0'45'0,"0"0"-12"0,0 0-8 16,0 0-8-16,0 0-3 0,0 0-7 16,0 0-2-16,0 0 1 0,0 0 1 0,-20-11 1 15,13 33 1-15,3 7-4 0,4 2 1 0,0 8-4 16,4 3-1-16,5 3 0 0,3 7 0 15,1 1-1-15,-1 2 1 16,0-2 3-16,-3-2-4 16,-3-2 3-16,0-2-3 0,-4-4 0 0,4-2 1 15,-2-3 1-15,-1-5 1 0,3-3 0 0,-2-2 1 0,-4-10-3 32,2 0 0-32,-2-6 0 0,0-1-1 0,0 1-1 15,0-1 1-15,0-2-3 0,-6-2-5 16,4 0-9-16,-9-3-13 0,3 0-21 15,-4-2-45-15,-7-2-107 0,5 0-105 16</inkml:trace>
  <inkml:trace contextRef="#ctx0" brushRef="#br0" timeOffset="20049.62">26666 9277 682 0,'0'0'33'0,"0"0"-11"0,0 0-9 15,0 0-3-15,0 0-5 0,0 0-2 0,72-78-6 16,-51 67 3 0,4 2-4-16,-1-1 4 0,1 1-1 15,-4 2 0-15,4-1 1 0,-5 2 0 0,1 0 0 16,-6 2 0-16,1 2 0 0,-3 0 0 0,-5 2 0 0,6 5 0 16,-3 7 2-1,1 5 3-15,-6 1 6 16,-4 5-4-16,-2-1 5 0,0 2-9 0,0-8-1 15,-2 1-3-15,-2-7-4 0,2-5-13 0,-2 4-45 16,2-4-99-16,2-1-141 0</inkml:trace>
  <inkml:trace contextRef="#ctx0" brushRef="#br0" timeOffset="20200.21">26914 8986 651 0,'0'0'34'15,"0"0"-22"-15,0 0-9 16,0 0-4-16,0 0-4 0,0 0-11 0,0 0-25 16,0 0-41-16,89 18-125 0,-75-10-63 15</inkml:trace>
  <inkml:trace contextRef="#ctx0" brushRef="#br0" timeOffset="20499.72">27108 9215 568 0,'0'0'15'0,"0"0"-4"0,0 0-5 0,0 0 0 15,0 0-2-15,0 0 0 0,0 0 9 0,0 0 7 16,77-90 9-16,-71 78 1 16,-4-3-1-16,-2 3-5 0,0-2-6 15,0 0-2-15,0 7-3 0,0-4-3 0,0 7-3 16,-2-1-1-16,-8 2-3 0,1 3-1 15,-3 5 1-15,-7 7-1 0,7 5 2 0,2 3-1 16,-1 2-1-16,5 1-1 0,0 3-1 16,6 0 3-16,0-1-4 0,0-2 4 0,6-1-5 15,4-6-1 1,1-4-1-16,5-3-4 0,-3-2-9 16,5-4-18-16,3-2-23 0,-2-1-41 0,3 0-81 0,-3-8-106 31</inkml:trace>
  <inkml:trace contextRef="#ctx0" brushRef="#br0" timeOffset="20698.91">27352 8884 729 0,'0'0'43'0,"0"0"-13"0,0 0-13 16,0 0-6-16,0 0-5 0,0 0 1 15,0 0 0-15,0 0 1 0,0 0-2 0,0 0-3 0,-6 105-3 16,6-75 1-16,0 1-2 0,6-1 1 15,-4 2 2-15,4-2-7 16,-4-1 1-16,3-3-13 0,-3-4-10 16,2-5-16-16,2-3-25 0,0-2-20 0,-4-5-50 15,4 1-80-15,1-4-36 0</inkml:trace>
  <inkml:trace contextRef="#ctx0" brushRef="#br0" timeOffset="21099.54">27637 9071 654 0,'0'0'44'0,"0"0"-15"0,0 0-7 0,0 0-3 15,0 0-4-15,-86 7-2 0,69 5-6 16,5 1-2-16,-5 1-2 0,9 1-1 16,0 0 0-16,-3-3 1 0,9 3-4 15,-2-4 4-15,4-1-5 0,0 2 3 0,0-1-2 16,0-2-1-16,4-3 1 0,2 2-1 15,3-7 0-15,5-1-3 0,3 0-4 0,3-9-2 16,-1-6-1-16,0-3-6 0,-7-7 8 0,2 0-2 16,-1-4 6-16,-5-2 6 0,-4-1 0 15,-2-1 4-15,-2 0-1 16,0-2 4-16,-6 2 2 16,0-1 5-16,-7 7 2 0,7 8 4 15,4 7-4-15,-2 9-3 16,4 3-4-16,-4 0-2 0,-6 2 1 0,1 11-1 15,-7 7 3-15,10 8-2 0,1 4-2 0,1 1-3 16,4 0 0-16,0 1-3 0,4-2 0 16,1-3 0-16,5-4-2 0,2-3-4 15,-3-7-5-15,1-3-12 0,4-3-15 16,-5-3-45-16,3 2-97 0,0-5-126 16</inkml:trace>
  <inkml:trace contextRef="#ctx0" brushRef="#br0" timeOffset="22016.44">28313 8934 420 0,'0'0'31'0,"0"0"1"16,0 0 1-16,0 0 4 0,0 0 2 0,-84 12 0 16,69 2-4-16,-3 0-6 0,1 1-4 15,3-1-4 1,1 1-3-16,1-5-5 0,3 2-4 15,3-4-1-15,2 2-3 0,0 0-2 16,4-6 0-16,-4 9-1 0,4-3-2 0,0 1 0 16,6 2-3-16,-4-5 1 15,8-2 0-15,5 0 0 0,-5-5-1 0,7 1 0 16,-1-2 2-16,3-2-1 0,-3-5 1 16,3-4 0-16,-7-2 3 0,-3-3 1 0,-5 5 2 15,-2-8 0-15,-2-1-1 0,0-1 0 16,-6-6 0-16,-3 3-1 0,7 7 1 0,-2 8-2 15,-2 0 1-15,6 4-1 16,-2 0 0-16,-2 3-2 0,4 2 0 0,0-2-2 16,0 2 1-16,0 0 1 15,0 0 0-15,4-1 0 0,8-1 1 16,5-1-1-16,8-3-1 0,2-3 1 0,2-2-1 0,-7-4 1 16,3-2 1-16,-4-2-1 0,-5-3 3 0,-1 1-3 31,-7-1 3-31,-4-3 0 0,-4 1 0 15,0-1 0-15,-6 0 2 0,-6 0-1 16,-1 0 2-16,-1 3 2 0,-1 2-2 16,3 7-2-16,-5 4-1 0,3 6-1 0,-1 3 0 15,-7 1 0-15,7 10-2 0,3 5 2 16,3 8-2-16,3 3 2 0,6 3-1 16,0 5 0-16,6 3-1 0,7 3 1 0,1 3-2 15,5 5 2-15,0 1-2 0,1 1 1 16,1 1 1-16,0 1 1 0,1-1 5 15,-5-1-2-15,-1-1 1 0,-3 0-1 0,-7 0-3 16,-4-1 3-16,-2 1-1 0,0-1-1 0,0-2-2 16,-6-3-1-16,0-4-1 0,-1-3 1 15,1-7-1 1,-2-3 1-16,2-11 0 0,0-2-2 0,-1-7-1 0,-1-2-6 16,-2 0-6-16,-5-5-6 0,-3 0-19 31,-1-7-39-31,-4-6-105 0,1-6-132 0</inkml:trace>
  <inkml:trace contextRef="#ctx0" brushRef="#br0" timeOffset="22184.05">28179 9335 711 0,'0'0'24'0,"0"0"-8"15,0 0-6-15,0 0-4 0,0 0-4 0,0 0 0 16,0 0-3-16,0 0 0 0,110-32-2 15,-77 26-2-15,4-2-5 0,0 1-9 16,-4 1-20-16,-6-2-38 0,0 1-90 16,-9-3-115-16</inkml:trace>
  <inkml:trace contextRef="#ctx0" brushRef="#br0" timeOffset="22415.69">28768 8832 589 0,'0'0'47'16,"0"0"-9"-16,0 0-6 0,0 0-4 16,0 0-6-16,0 0-4 0,0 0-3 15,0 0-5-15,101-75-2 0,-68 64-3 0,3-1-2 16,3 0-3-16,-2 0-2 0,0 1-7 15,-4 0-14-15,-6-1-35 0,-8 4-52 0,-7 4-161 16,-6 1-24-16</inkml:trace>
  <inkml:trace contextRef="#ctx0" brushRef="#br0" timeOffset="22616.86">28921 8799 729 0,'0'0'43'0,"0"0"-13"0,0 0-9 0,0 0-7 15,0 0-8-15,0 0-3 0,0 0-1 16,0 0-1-16,0 0 3 0,17 18-1 0,-1 9 1 16,-1 4-2-16,-7 2 1 0,2-1-4 15,-8-1 2-15,5-2-3 0,-7-10 0 16,0 2-4-16,0-4-10 0,0-5-36 16,0 5-78-16,-3-8-171 0,3-4-19 0</inkml:trace>
  <inkml:trace contextRef="#ctx0" brushRef="#br0" timeOffset="22816.27">28865 9153 775 0,'0'0'26'16,"0"0"-8"-16,0 0-6 0,0 0-3 0,0 0-3 15,0 0-1-15,0 0-4 0,0 0-2 16,0 0-1-16,0 0-1 0,102-29-1 15,-80 18-7-15,7 2-9 0,-2-2-17 16,0 1-33-16,0 1-36 0,-6-2-84 16,1 2-95-16</inkml:trace>
  <inkml:trace contextRef="#ctx0" brushRef="#br0" timeOffset="23350.04">29254 8856 733 0,'0'0'35'15,"0"0"-13"-15,0 0-6 0,0 0-2 0,0 0 0 0,0 0-1 16,0 0-2-16,0 0-6 0,-13 83 0 16,13-65-3-16,0 0 0 0,0-4-2 0,0-2-1 15,0 0-2 1,0-6 1-16,0 0 0 0,0-6 2 16,0 0 0-16,0 0 1 15,0 0 1-15,0-1-3 0,0-13 4 16,0-8 0-16,0-9 0 0,0-1 2 0,0-1-2 15,7-1 0-15,-3 2 0 0,4 2-1 16,0 4-1-16,3 3-2 0,-5 8 1 16,-4 6 0-16,2 6-3 0,2 2 2 15,3 1 0-15,5 0-1 0,3 6 0 16,1 6 2-16,-3 1-2 0,3 4 2 0,-3 0-4 16,-3-2-1-16,1 2-2 0,-5-5-3 0,-4 2-2 15,-2 1 0-15,-2-5 0 0,0 6 3 16,-8-5 3-16,-5-1 3 0,1-1 2 0,-3-3 1 15,-1-1 1 1,4-4 0-16,-9 2 0 0,8-1 2 0,-1-2 0 0,0 1-1 16,1-1 1-16,1 0-2 15,5 0 3-15,3 0 1 0,4 0 0 0,-2 0 0 16,2 0-2-16,0 0-1 0,-4 2-1 0,4-2 0 0,0 3 1 16,4 4 0-16,5 4 0 0,7 3 0 31,-1 1-2-31,3 0 2 0,-3 0-3 15,3 0 0-15,-5 2 1 0,-1 0-1 16,-4-1 1-16,5 1 1 0,-7-2-3 16,0-3-2-16,0 2-9 0,-4-5-13 0,3-3-29 15,-3 0-51-15,-2-6-130 0,0 5-62 16</inkml:trace>
  <inkml:trace contextRef="#ctx0" brushRef="#br0" timeOffset="23674.09">29545 9118 647 0,'0'0'37'0,"0"0"-6"0,0 0-7 0,0 0-11 16,-51 97-1-16,38-73-8 0,7 1-3 15,0-8 0-15,4 1-3 0,-2-6 1 16,4 0-3-16,0 0-2 0,0-3 1 16,0 0 1-16,10-6-1 0,2-1 2 15,3-2 0-15,3-2-1 0,1-5 1 16,-4-3 2-16,-7 3 1 0,2-4 0 0,-2 1 2 16,-3 0 1-16,-3-3 1 0,-2-2 1 15,0-1 0-15,-7-5 2 0,-5 3-1 16,0 1 0-16,1 4-7 15,-1 2 2-15,-1 3-6 0,-3 3 2 0,8 1-8 16,-11 3-19-16,5 1-45 0,1 6-103 16,-1 3-111-16</inkml:trace>
  <inkml:trace contextRef="#ctx0" brushRef="#br0" timeOffset="24513.71">29634 9085 599 0,'0'0'58'0,"0"0"-11"16,0 0-13-16,0 0-5 0,0 0-2 15,0 0-6-15,0 0-6 0,0 0-3 0,0 0-4 16,0 0-3-16,2-58-1 0,-2 58-2 0,0 0 0 16,0 0 2-16,0 11 0 0,0 8 1 31,0 7-1-31,0 0-1 0,7 1 3 15,-5-1-4-15,4-2 3 0,0-1-5 16,4-2 0-16,-3-1-1 0,5-3 1 16,-8-5 0-16,2-2-1 0,0-2 0 0,1-2 0 15,-1 0-2-15,4-1 2 0,-4-1 1 0,-1-2-1 16,5-2 1-16,-4 0-1 0,2 0-1 16,11-3 0-16,-7-6 1 0,7-5 1 15,-11 1 0-15,3-4 0 16,-3-1 2-16,-6 5 0 0,4-3 1 15,-6 5-5-15,4-1 4 0,-4 1-5 0,2 5 5 0,2 1-1 16,-4 5 0-16,0-1-1 0,0 1-1 0,0 0 1 16,2 0 1-1,-2 8 3-15,7 7-3 0,-3 5 5 0,4 1-5 16,0 0 0-16,3-1 0 0,-3-3-1 0,4-2 0 16,1-6-1-16,-5-2-2 0,9 0-7 15,-9-5-12-15,6-2-26 0,3-1-56 0,-3-11-197 31,1-2-16-31</inkml:trace>
  <inkml:trace contextRef="#ctx0" brushRef="#br0" timeOffset="24727.65">30017 8974 704 0,'0'0'46'0,"0"0"-18"0,0 0-9 0,0 0-7 16,0 0-2-1,0 0-1-15,0 0 2 0,0 0 0 0,0 0-3 0,45 69-2 16,-35-44-1-16,3-1-4 0,-3 2 0 16,3 0 2-16,-3-1-5 15,2-2 1-15,-5-4-8 0,3-3-9 0,-4-4-13 0,-6-2-40 16,0 0-69 0,0-5-162-16,-4 0 2 0</inkml:trace>
  <inkml:trace contextRef="#ctx0" brushRef="#br0" timeOffset="24999.27">30064 9217 774 0,'0'0'33'15,"0"0"-8"-15,0 0-12 0,0 0-5 16,0 0-3-16,0 0-3 0,0 0-2 0,0 0-2 16,99-63-2-16,-57 53 1 0,-1 1-2 15,3-2 0-15,1 0 1 0,-4 2-1 16,3 0 1-16,-11 2 2 0,-2 1 1 15,-11 1 1-15,-11 2 0 0,-3 3 0 0,-6 0 0 16,0-2 2-16,0 2-1 0,4 0 1 16,-4 0-2-1,2 0 1-15,-2-1-1 0,4 1-1 0,-4 0 1 0,2 0-5 0,-2 0-9 16,5 0-14 0,-5 0-25-16,0 0-37 0,2 0-84 0,-2 0-117 0</inkml:trace>
  <inkml:trace contextRef="#ctx0" brushRef="#br0" timeOffset="28415.96">25663 10964 320 0,'0'0'44'16,"0"0"-8"-16,0 0-4 0,0 0-5 15,0 0-4-15,0 0-1 0,0 0-1 0,0 0-1 16,0 0 4-16,-58-28 3 0,54 27 4 16,-2-1 2-1,2 2-3-15,4 0-4 0,-2-1-5 0,2 1-3 0,0 0-2 16,-4 0 0-16,4 0-1 16,-2 0-3-16,2-2-3 0,-4 2-2 0,4 0-1 15,-3 0-2 1,3 0 0-16,0 0-1 0,0 0 2 0,0 0-1 15,0 0 0-15,19 0-1 0,4 0-1 0,10-1 0 16,2-2 0-16,0-4-2 0,2 2 0 16,-4-1-1-16,-2-1 0 0,-4 2 0 15,0 0-1-15,-12 2 0 0,3 0 1 16,-7 0-1-16,-5 1 1 0,0 2-2 16,-6 0-2-16,0 0-1 0,0 0-2 0,0 0-3 15,0 0-6-15,0 0-2 0,-4 0-9 16,-2 0-6-16,-7 0-4 0,1 0 0 15,2-1 3-15,-3-1 6 0,7 1 7 16,-6-1 7-16,7 0 7 16,-1 1 7-16,4 1 5 0,2 0 6 0,-4-2 4 0,4 2 6 15,0 0 1 1,-2-1 3-16,2 1-1 0,-2-1 0 16,2 1-2-16,-4 0-3 0,4 0-3 0,-2 0-3 15,2 0 1-15,-7 0 1 0,3 7 3 16,-4 8 0-16,4 7-2 0,2 2-2 15,2 5-2-15,0 1-2 0,0 5 0 16,0 0-3-16,0 1 0 0,-4 2 1 16,2-1-5-16,-2-2 4 0,1-5-6 0,1-9 0 15,-2-1 1-15,2-9-2 0,2-5 1 0,0 0 0 16,0-6-2-16,-4 0 1 0,4 0 0 16,0 1-1-16,0 1 0 15,0-1 0-15,0-1-2 0,0 2-2 0,0-2-7 16,0 0-11-16,0 0-14 0,0-5-34 15,4-7-45-15,-4-5-174 0,2-1 4 0</inkml:trace>
  <inkml:trace contextRef="#ctx0" brushRef="#br0" timeOffset="28896.36">25940 10949 649 0,'0'0'26'0,"0"0"-4"0,0 0-3 0,0 0-7 16,0 0-3-16,0 0-2 15,0 0 1-15,0 0 0 0,0 0 2 16,0 0 0-16,0-14 2 0,0 14-4 16,0 0 2-16,0 0-1 0,0 0 0 0,0 0-1 15,2 1-2-15,-2 6 1 0,0 8-1 0,4 5-1 16,-4-2 1-1,0 6-3-15,0-3 0 0,-4-1 0 0,2-6 0 0,-2 1-1 16,2-6 0 0,2-5-1-16,0 3-1 0,0-7 0 0,0 0 1 15,0 0-2-15,0 1 1 0,0 0-1 0,0 1 1 0,0-1 1 32,0 1 1-32,6-1-2 0,7-1 1 0,1 0-1 15,5 0-1-15,-5-1 2 0,5-2-2 16,-5 0 1-16,-1 0 1 0,5 2-2 15,-5-1 0-15,-1 2 0 0,3 0 0 16,-9 0 0-16,4 0 0 0,-6 0-1 16,2 0 1-16,1 0-1 0,-7 0-2 0,0 0 0 15,0 0-4-15,0 0 2 0,4 0-1 16,-4 0-2-16,2 0-2 16,-2 0-7-16,0 0-6 0,4 0-6 0,-2 0-13 15,-2 0-19-15,0 0-13 0,0 0-20 0,4 0-17 16,-4 0-7-16,0-5 3 0,-4 1 27 15</inkml:trace>
  <inkml:trace contextRef="#ctx0" brushRef="#br0" timeOffset="29268.31">26124 11067 16 0,'0'0'68'32,"0"0"16"-32,0 0 6 0,0 0-7 0,0 0-17 0,0 0-2 0,-49-82-11 15,42 71-4-15,3 1-5 0,2 0-7 16,-2 6-2-16,2 1-9 0,2 3-4 0,0-1-3 16,0 1-4-16,0-2-1 0,0 1-1 15,0-1-3 1,0 0-1-16,0 1-1 0,-4-1-2 15,4 2-1-15,0-1 1 0,0 1 0 0,0 0 0 16,0 11 2-16,0 7-3 0,0 6 0 16,0 2 1-16,4 4 1 0,-4 4 0 15,2 2 1-15,2 2 1 0,-2 0-5 16,-2-2 3-16,0-1-3 0,0-2-2 16,0-4 0-16,0-3-1 0,0-6 1 0,0-3-2 15,0-5 2-15,0-6-2 0,0 1 1 16,0-7 0-16,0 0 0 15,0 0 0-15,0 2 0 0,0 0-1 0,0-1 1 0,0 1-1 16,0-1-1-16,0 1 2 0,0-1-1 16,0 0 0-16,0 1 1 0,0-1-2 15,0 1 0-15,0 0 1 0,0-1-1 0,0 1 1 16,0-2-1-16,0 0 0 0,0 2-1 16,0-2-1-1,0 0 1-15,0 0-6 0,0 0-6 16,0 0-11-16,0 0-19 0,0 0-55 15,0-5-147-15,-2-7-70 0</inkml:trace>
  <inkml:trace contextRef="#ctx0" brushRef="#br0" timeOffset="32391.33">18062 15307 541 0,'0'0'60'0,"0"0"-8"0,0 0-9 0,0 0-13 15,0 0-9-15,0 0-4 0,0 0-3 16,0 0-3-16,0 0 0 0,-14 0 2 0,14 0-1 15,0 0 3-15,0 0-5 0,0 0-2 16,0 0-3-16,0 0-1 0,4-5 1 16,6 0-5-16,3-1 3 0,1 2-2 15,-1 2-1 1,7 1 4-16,3-1-4 0,-2 2 1 0,8 0-1 0,2 0 0 0,0 0 0 16,0 0 1-16,-4 0-1 0,2 2 0 0,0-1 1 31,-3-1-1-31,-1 0 1 0,-2 0-2 15,2 0 1-15,-11 0 0 0,5-3 0 16,-1 2 0-16,-5-3-1 0,1 3 1 16,-1 0-2-16,-7 1 3 0,2 0-1 0,-2 0 0 15,1 0 0-15,-1 0 0 0,-6 0 0 16,0 0-4-16,6 0 4 0,0 0-1 0,-2 0 0 16,3 0 3-16,-7 0-5 0,0 0-6 15,0 0-12-15,2 0-21 0,-2-2-43 16,0 1-59-16,0-7-151 0,0 1 17 15</inkml:trace>
  <inkml:trace contextRef="#ctx0" brushRef="#br0" timeOffset="32748.37">18379 15041 585 0,'0'0'42'0,"0"0"-1"0,0 0-5 15,0 0-8-15,0 0-4 0,0 0-6 16,0 0 0-16,0 0-6 0,0 0-1 16,0 0-6-16,68 53 0 0,-43-38-1 0,0 1-1 15,1-1 6-15,1 0-6 0,-2 0 3 16,0-2-4-16,-4-1-1 0,-7-2 0 16,3-1-1-16,-11-3 0 0,2 1-1 0,-2 1 1 15,1 0 1-15,-1 1-2 0,-6 0 1 16,0 6 1-16,0 0 0 0,-4 5 2 0,-9-2-2 15,3 0-1-15,-3 1 2 0,1-1 1 16,-2-1-2-16,1-4 2 0,1-2-1 16,1 0-2-16,3-6-1 0,8-1-1 15,-2-1-2-15,2-3-4 0,-4 0-13 0,4 0-29 16,0 0-70-16,-2 0-179 0,-4 0-15 16</inkml:trace>
  <inkml:trace contextRef="#ctx0" brushRef="#br0" timeOffset="33532.96">15770 14745 513 0,'0'0'52'16,"0"0"-3"-16,0 0-6 0,0 0-7 0,0 0-11 16,0 0-4-16,0 0-4 0,0 0-1 0,0 0-1 0,23-73-3 0,-27 59-2 31,-3 2-1-31,-1-3-1 0,0 6 1 15,-4 0-2-15,-1 0 1 0,3 4 0 16,-7 0-2-16,1 2 1 0,-3 3-4 16,-2 0-3-16,3 7 2 0,3 2-1 0,1 3 1 15,4 2 2-15,1-2-3 0,5 4-2 0,4 3 2 16,0 1-2-16,6 3 2 0,7 1 0 16,3-3-1-16,-1-3 0 0,3-2-1 15,3 1-1-15,-2-2 1 0,1 1 0 16,1 0 0-16,-2 0 1 0,-5 0-1 15,5 1 0-15,-7 0 0 0,-6-5 0 0,0 1-2 16,-6 3 2-16,0 0 0 0,0 6 1 16,-8-1 2-16,-8-2-1 0,1 0 2 15,-3-3 1-15,-3-2-1 16,0-2 0-16,-1-1 0 0,1-4 7 0,6 0-7 0,5-4 0 31,2-3-2-31,2 0-7 0,-1 0 4 16,1 0 3-16,0 0-12 0,6-3-14 0,0-7-29 15,0-4-60-15,10 1-165 0,5-7-34 0</inkml:trace>
  <inkml:trace contextRef="#ctx0" brushRef="#br0" timeOffset="33781.94">15944 14666 731 0,'0'0'32'0,"0"0"-1"16,0 0-5-16,0 0-7 0,0 0-4 16,0 0-5-16,-2 84-4 0,2-60-1 0,0-1-2 15,0-1 0 1,6 1-1-16,-4-8-2 0,2 0-3 16,-2-5 1-16,-2-6-3 0,4 5-3 0,-2-4-4 15,-2-1-13-15,2 3-14 0,-2-7-36 16,0 0-40-16,0 0-88 0,0 0-82 15</inkml:trace>
  <inkml:trace contextRef="#ctx0" brushRef="#br0" timeOffset="33915.68">15902 14797 625 0,'0'0'71'0,"0"0"-17"16,0 0-15-16,0 0-8 16,0 0-10-16,0 0-4 0,0 0-7 0,0 0-2 0,29-82-1 15,-12 74-3-15,-1-4-3 0,3 3-3 16,0-2-4-16,1 1-3 0,-1-1-12 15,-1 0-19-15,-5 5-39 0,-5 2-65 0,5 2-146 16,-7 2-4-16</inkml:trace>
  <inkml:trace contextRef="#ctx0" brushRef="#br0" timeOffset="34082.25">15983 14819 671 0,'0'0'44'15,"0"0"-14"-15,0 0-10 0,0 0-8 16,0 0-7-16,0 0-2 0,0 0-2 0,0 0-3 16,0 0-4-16,0 0-7 0,45 17-19 15,-26-20-40-15,-4-5-64 0,-3 1-149 16</inkml:trace>
  <inkml:trace contextRef="#ctx0" brushRef="#br0" timeOffset="34265.08">15995 14944 555 0,'-6'12'66'0,"0"0"-7"0,0-4-12 15,6-5-18 1,-2 1-8-16,2-4-8 0,0 0-3 16,0 0-4-16,0 3-2 0,0 0-2 0,8-1-4 0,11-2 0 15,-1 0-4-15,3-2-7 16,0-4-17-16,1-1-50 0,-1-1-93 15,-2-4-122-15</inkml:trace>
  <inkml:trace contextRef="#ctx0" brushRef="#br0" timeOffset="34616.25">16272 14631 714 0,'0'0'38'16,"0"0"-3"-16,0 0-9 16,0 0-10-16,0 0-5 0,0 0-3 0,0 0-3 0,0 0 2 0,0 0-3 31,0 0 0-31,-37 88-2 0,37-70-1 0,0 0-1 0,0-1 0 0,0 0 1 31,0-5 1-31,4 5-1 0,-2-8-2 16,3 0 1-16,-3 0 1 0,0-6-1 0,4 3 1 15,0-3-1-15,4 0 1 0,-1 1-1 0,5-4 1 16,5 0-1-16,-1-2 0 0,7-4-2 16,-4-2 0-16,4 2-2 0,-5 1-1 15,-1 0 0-15,-1 2-2 0,-3 1-2 16,-3 0-4-16,1-1-8 0,-1 1-6 16,1 0-6-16,-5 0-15 0,-2 1-21 0,0-1-59 15,-6-2-148-15</inkml:trace>
  <inkml:trace contextRef="#ctx0" brushRef="#br0" timeOffset="34865.71">16533 14589 734 0,'0'0'32'15,"0"0"1"-15,0 0-7 0,0 0-10 16,0 0-5-16,0 0-4 0,0 0-2 16,0 0-2-16,-15 87-1 0,15-65-1 0,0-2-2 15,2-4 1-15,3 0-1 0,-3-6-3 0,-2-4-2 16,0 5-8-16,0-5-13 16,0 0-23-16,2 0-35 0,-2-6-73 15,0 0-99-15,0 0-10 0</inkml:trace>
  <inkml:trace contextRef="#ctx0" brushRef="#br0" timeOffset="35015.75">16475 14681 633 0,'0'0'63'16,"0"0"-9"-16,0 0-15 0,0 0-12 0,0 0-6 15,0 0-9-15,0 0-3 0,12-83-2 32,3 71-4-32,-3 2-2 0,7 3-2 0,-5-1-4 15,9 1 0-15,-6-3-8 16,1 3-14-16,-1 2-22 0,-9 1-43 0,-2 4-78 15,-6 0-125-15</inkml:trace>
  <inkml:trace contextRef="#ctx0" brushRef="#br0" timeOffset="35215.03">16525 14683 657 0,'0'0'23'0,"0"0"1"0,0 0-5 0,0 0-9 15,0 0-5-15,0 0-5 0,0 0-2 16,0 0-3-16,0 0-5 0,86-31-12 16,-71 25-25-16,-3-1-37 0,-6 1-70 15,-1 3-117 1</inkml:trace>
  <inkml:trace contextRef="#ctx0" brushRef="#br0" timeOffset="35381.61">16525 14815 683 0,'0'0'37'15,"0"0"-5"-15,0 0-8 0,0 0-8 0,0 0-11 16,0 0 0-16,0 0-2 0,0 0-3 16,0 0-1-16,0 0-7 0,93-14-11 15,-69-1-38-15,-3-1-54 0,-2-2-178 16,1 0-11-16</inkml:trace>
  <inkml:trace contextRef="#ctx0" brushRef="#br0" timeOffset="35633.37">16845 14472 666 0,'0'0'49'0,"0"0"-13"0,0 0-10 0,0 0-8 15,0 0-4-15,0 0-1 0,0 0 0 16,0 0 4-16,0 0-5 16,-64 67 5-16,62-49-7 0,-2 0-1 0,4-6-3 15,0 8-2-15,0-2-2 0,0-6-1 16,0 5 2-16,4-5-4 0,2-5-3 16,2 4-5-16,3-6-7 0,-1-4-11 0,9 1-27 15,-3-2-65-15,5 0-169 0,-3-8-29 16</inkml:trace>
  <inkml:trace contextRef="#ctx0" brushRef="#br0" timeOffset="35848.83">16909 14522 694 0,'0'0'33'0,"0"0"-4"0,0 0-10 0,0 0-9 15,0 0-6 1,0 0-1-16,0 0-6 0,0 0-2 16,0 0-3-16,89-73-5 0,-73 63-14 0,7-2-33 15,-6 0-44-15,5 4-100 0,-9 0-75 0</inkml:trace>
  <inkml:trace contextRef="#ctx0" brushRef="#br0" timeOffset="36015.51">17025 14422 602 0,'0'0'53'16,"0"0"-6"-16,0 0-11 0,0 0-9 0,0 0-5 0,0 0-4 0,0 0-7 15,0 0-1-15,-25 82 0 16,25-66-6-16,0-4 2 16,0 7-5-16,0-3-3 0,4-5 0 0,-2 2-2 0,0-3-4 15,2-6-4 1,-4 1-10-16,0-5-23 0,0 0-41 15,0 0-123-15,7 0-86 0</inkml:trace>
  <inkml:trace contextRef="#ctx0" brushRef="#br0" timeOffset="37183.49">17186 14432 542 0,'0'0'59'16,"0"0"1"-16,0 0-12 0,0 0-16 16,0 0-8-16,0 0-5 0,0 0-2 0,0 0-2 15,0 0-3-15,0 0-2 0,-4-9-3 16,8 9-2-16,4 2-2 0,7 3-2 15,-3 2 1-15,9 0 0 0,-9-1-2 0,1-1 1 16,-1-2-2-16,-2 0 1 0,-1 0-2 16,-3-1 1-16,2 1-1 0,-2-2 1 15,-2 1-1-15,3-1 0 0,-5-1 1 0,4 2 0 16,-4-1 0 0,2 0 1-16,-4-1-1 0,6 0 1 15,3-2 1-15,-3-3-1 0,4-6 2 16,-2-2-1-16,-1-3 0 0,-1-5 1 15,0 2 0-15,0-3 0 0,0 1 1 16,-6 6-2-16,7 0 1 0,-5 4 0 16,2 2 0-16,2-2 0 0,-6 7 0 0,0 1 0 15,0 3-1-15,0-2 1 0,0 2 1 0,0 0-2 16,2 0-1-16,-2 0 0 0,0 6-2 16,0 6 2-16,0 5-1 0,-6-3 1 15,4 1-1-15,-4-3-1 0,-1 0-1 16,1-4 1-16,-4 3-1 0,8-4 1 15,-2-4 0-15,-5 2 1 0,7-2 0 0,-2-2-1 16,2 3 2-16,2-4 0 0,0 0 2 0,0 0-2 16,-4 0 0-1,4 1 0-15,-2-1 0 0,2 0 0 0,-4 0 1 0,4 0-1 32,0 0 1-32,0 0 0 0,0 0-1 0,0 0 1 0,0 0 0 0,0 0 1 15,0 0-1-15,0 0 0 0,0 3 0 0,0 3 0 31,0 4 0-31,0 2 0 0,0-1 0 16,0 6 0-16,0-7 4 0,-2 6-5 0,-2-5 2 16,2-3-2-16,-3 3 0 0,5-6 0 15,-2-1 2-15,2-4-1 0,0 0 0 16,0 0 0-16,0 2-1 0,0 0 1 16,0 3 1-16,0 2-1 0,0 4-1 0,0 0 0 15,0-2-1-15,0 2 1 0,2-2-1 0,3 0 1 16,1-1-3-16,-4 1 0 0,2-1-4 15,4 2-19-15,-2-4-66 16,1 2-207-16,-5-5-32 16</inkml:trace>
  <inkml:trace contextRef="#ctx0" brushRef="#br0" timeOffset="39365.1">21000 14505 388 0,'0'0'55'0,"0"0"-3"0,0 0-9 15,0 0 0-15,0 0-7 0,0 0 1 0,0 0-1 16,0 0-9-16,0 0-6 0,0-14-3 0,-4 10-6 31,2-1 1-31,0 0-1 0,-3 3-3 16,3-1-1-16,-2 1-1 0,-2-1-2 15,-2 2-2-15,-5 1 0 0,-1 0-1 16,-5 1-1-16,1 5 2 0,3 2 0 16,-3 1 0-16,1 3 3 0,1 3-5 0,-1 2 2 15,3 1-2-15,-1 2 2 0,-1-1 1 0,1 4-1 16,1 2 0-16,-3-1-2 0,5 3 3 16,1-1-2-16,1-2 0 0,2 1 0 15,2-3 0-15,-1 0-3 0,3-6 2 16,2 4-1-16,2-6 0 0,0-1-2 15,0 7 3-15,0-8-2 0,0 6 1 0,2-2 3 16,2-6-2-16,-2 5 0 0,3-4 0 16,-5 1-1-16,2-1 1 0,-2 0 1 0,4 1-2 15,-4-8 2-15,0 2-1 0,0-6 0 16,0 5-1-16,0 1 0 0,0 0 1 16,0 0-3-16,0-6 3 0,0 0-1 31,0 0-1-31,0 2 1 0,0-1 0 0,0 1-2 15,0-1 1-15,0 1 1 0,0-2-1 0,-4 0 2 16,-3 0-2-16,-5 0 2 0,-2-3-2 16,-5-7-1-16,4 1 1 0,1-1 1 15,-3-3-1-15,3 3 1 0,6 1 0 16,-3-2-2-16,3 1 3 0,2 2-3 16,0 1 2-16,0-1 0 0,6 3 0 0,-5 1 4 15,3 1-4-15,2 3 2 16,0-2-2-16,0 2 0 0,0-1 1 0,0 1 1 0,0-2-1 15,0 2 0-15,0-2-1 0,0 2-2 16,0 0 2-16,0 0 1 0,0 0 0 16,0 0 0-16,7 4 0 0,1 5 1 15,2 3-1-15,-2 0 0 0,5 0 0 0,-1 2-3 16,-4 0 3-16,5-1-1 0,-3-2 0 0,-2-1 1 31,-1-2 0-31,-1 0 0 0,0 1-1 16,-4-6 1-16,4 3 0 0,-2-3 3 15,-1 0-2-15,1 0 1 0,-4-3-1 16,2 0-2-16,2 0 1 0,6-5 0 16,3-5-1-16,-3-1 0 0,4-3 0 0,-1-1 1 15,-5 2-1-15,2 2-2 0,-3-1 0 16,5 1-4-16,-8 4 0 0,6-4-6 0,-1 5-11 16,-3-2-19-16,0 2-43 0,-2 2-99 15,-2 1-127-15</inkml:trace>
  <inkml:trace contextRef="#ctx0" brushRef="#br0" timeOffset="43315.33">18627 16401 145 0,'0'0'41'0,"0"0"-6"0,0 0-12 0,0 0-7 16,0 0-8-16,0 0-5 0,0 0-6 16,0 0-6-16,0 0-5 0,-27-8-4 0,23 8 0 15,2 0 7-15,-4 0 3 0,-5 0 5 16,9 0 6-16,-4-3 7 0,4 3 6 16,-4 0 10-16,-1 0 14 0,7 0 13 31,0-1 8-31,0 1 3 0,-6-2-2 0,0 2-6 15,0-1-7-15,2 1-8 0,4 0-9 0,-2 0-5 16,2 0-6-16,0 0-2 0,0 0-4 16,-4 0-4-16,4 0-2 0,0 0 0 15,0 0 1-15,0 0 2 0,12 0 1 16,7 0-3-16,1 0-3 0,11 0-1 16,0 0-3-16,-2 0 1 0,8-5-2 0,-4 2-1 15,5 0 1-15,-3 0-1 0,2 1 1 16,-6 1-2-16,2 1 1 0,-2 0 1 0,-4 0 0 15,0 0 0-15,-2 0-1 0,2 0 2 16,-3 0 0-16,-3 0-3 0,4 0 0 16,-7 0 2-16,-1-3-2 15,2 0 2-15,-1-2-1 0,1 1 0 0,-5 0-1 0,-3-1 0 16,-1 2 0 0,2-1 0-16,-8 3 1 0,3 1 0 15,-7 0-2-15,0-1 0 0,0 1 1 16,2 0-1-16,-2 0 0 0,4-2 0 15,-4 2 0-15,2 0-1 0,-2-1-3 16,4-1-6-16,-4 2-11 0,2-3-16 16,-2-5-28-16,0 3-35 0,0-8-67 0,-2 1-73 15</inkml:trace>
  <inkml:trace contextRef="#ctx0" brushRef="#br0" timeOffset="43654.7">19009 16149 634 0,'0'0'53'0,"0"0"-8"0,0 0-12 16,0 0-9-16,0 0-8 0,0 0-1 0,0 0-2 16,0 0-1-16,0 0 1 0,0 0 0 15,19 5-1-15,2 4-1 0,3 0-3 16,3 1-3-16,-2-1-1 0,-2 2-4 16,2-4 2-16,-5 0-1 0,-3-4 1 15,1 0 0-15,-3-2-1 0,-3 2-1 0,7 0 1 31,-11-1-1-31,0 1 0 0,3 0 0 0,-3 0-1 16,-2 2 0-16,-2-4 1 0,3 7 0 16,-7-4 0-16,0 8 1 0,0 5 0 15,0 0-3-15,-13 4 4 0,1 0-3 16,-1-1 2-16,-1-3-1 0,-3 0 1 16,3-2 0-16,1-6-2 0,5 1-1 0,-2-2 1 15,4-2 0-15,-1 1-6 0,5-3-2 16,-2 0-9-16,0-2-15 0,-2 4-24 0,0 0-68 15,-1 0-161-15,-3-5-28 0</inkml:trace>
  <inkml:trace contextRef="#ctx0" brushRef="#br0" timeOffset="44415.68">14842 16529 665 0,'0'0'47'15,"0"0"-8"-15,0 0-6 0,0 0-8 0,0 0-6 16,0 0-6-16,0 0-4 0,0 0-5 16,0 0 0-16,-12-14 1 0,9 26 2 0,3 8 2 15,0 7-2-15,0 7 1 0,3 1-1 0,1 1 0 16,2 5-1-16,-4 0-1 0,2 1-2 15,-2-4-3-15,-2-3 0 16,0-9 0-16,0-12 0 0,0-7 2 0,0-7-2 16,0 0-2-16,0 0 4 0,0 3-4 15,0-3 4-15,0 0-2 0,-2-14-3 0,-4-7 3 16,0-9 0-16,2-5-1 0,1 0 1 16,-1 0-1-16,0 0 2 15,0 2 0-15,-2-1 2 16,0 1-5-16,4 1 2 0,-3 2 2 15,5 8-6-15,0 3 5 0,0 7-6 16,0 1 5-16,0 2-1 0,0 6 2 16,7-3 0-16,-1 4 0 0,6 2 0 0,7 0 0 15,2 12 3-15,3 7-4 0,-3 4 6 16,0 1-6-16,1 3 1 0,-1 2-2 0,-2 1-1 16,-1 1 3-16,-3-1-2 0,-7 2 1 15,4-3-2-15,-5 0 0 0,-1-2-5 16,-4-9-5-16,2 3-11 0,-4-10-17 15,0-5-36-15,0 2-42 0,0-8-108 0,-6 3-73 16</inkml:trace>
  <inkml:trace contextRef="#ctx0" brushRef="#br0" timeOffset="44599.21">14813 16887 672 0,'0'0'45'0,"0"0"-5"15,0 0-5-15,0 0-10 0,0 0-8 16,0 0-7-16,0 0-4 0,0 0-5 16,0 0 0-16,87-69-1 0,-60 54-3 0,2 0-3 15,-7 3-8-15,7 3-28 0,-6 1-63 16,2 2-181-16,-7-3-34 0</inkml:trace>
  <inkml:trace contextRef="#ctx0" brushRef="#br0" timeOffset="45064.94">15158 16561 695 0,'0'0'45'16,"0"0"-7"-16,0 0-4 0,0 0-11 16,0 0-5-16,0 0-2 0,0 0-4 0,0 0-1 15,-14 86-4-15,22-63-2 0,0-3 1 16,3-2-3-16,-3-5-3 0,-2-1 1 15,-2-2-1-15,-2-8-1 0,2 3 1 16,-4-5 0-16,0 0 2 0,0 0 0 16,0 0-1-16,0 0-1 0,0 0 1 15,2-7-1-15,-2-7 3 0,0-4-3 0,0 4 2 16,0-6-4-16,0-1 2 0,0 8-1 0,-2-9 2 16,2 2 1-16,0 7-4 0,0-1 1 15,0 3 0-15,0 7 0 0,0-1 4 16,9-1-1-16,-7 5-2 0,10 1-3 15,5 0 3-15,-1 1-1 0,3 7 1 0,-1 2 1 32,-3 4-2-32,1-2-1 0,-7 4 1 0,1-6 0 0,-6 3 0 0,0-1 2 0,-2-2-2 15,-2 10 1-15,0-2 0 0,0 4 1 16,-8 0-1 0,0-1 0-16,-5 0 0 0,3 1 1 0,-2 1-1 0,1-4 3 31,-1 1-4-31,2-7 1 0,3 0 0 0,5-4 0 15,-2-6-1-15,2 2-2 0,2-5-2 0,0 0-3 16,0 0-13-16,2 0-27 0,9-11-80 16,7-8-180-16,-1-6-19 0</inkml:trace>
  <inkml:trace contextRef="#ctx0" brushRef="#br0" timeOffset="45583.18">15437 16474 770 0,'0'0'43'0,"0"0"-14"0,0 0-5 16,0 80-9-16,0-57-7 0,0 1 3 15,6-2-5-15,1-1-1 0,-1-3-1 0,2 0-2 16,-4-4-3-16,2 0 3 0,-3-5-1 0,1-5 0 31,-4 2 0-31,0-1-2 0,2-1 0 16,0 1 2-16,-2-1-1 0,0-4 1 15,0 0 2-15,0 0-3 0,0 0 2 16,0-10-1-16,0-8-1 0,-4-2 0 16,0-4 4-16,1 1-3 0,-1-1 1 0,2-1-1 15,2 1-2-15,0-2 4 0,0 1-7 16,2 0 5-16,5 4-2 0,1 3 1 0,2 5 0 16,3 3-1-16,1 2-1 15,-4 4 1-15,7-1 2 0,1 3 1 16,1 2-1-16,6 0-3 0,-4 4 0 0,-7 3-1 15,3 4 2-15,-9 2 1 0,4 6 5 0,-10 4-7 16,2 1 4-16,-4 3-3 0,0 1 0 16,-6-3 3-16,-6 1-2 0,-1 0-3 0,-1 0 3 15,-3-4 0-15,1 3-1 0,-3-4 3 16,1-1-3 0,9-7-1-16,-3-2 2 0,2-3 0 15,8-5 1-15,-3 0 3 16,5-3-5-16,0 0-2 0,0 0 1 0,-2 1-4 15,2 1 1-15,0-2-2 0,-2 1-6 0,2-1-7 16,0 2-20-16,0-1-34 0,4 2-79 16,3-1-152-16,-1 3 4 0</inkml:trace>
  <inkml:trace contextRef="#ctx0" brushRef="#br0" timeOffset="45882.25">15348 17099 676 0,'0'0'43'0,"0"0"-1"0,0 0-11 16,0 0-9-16,0 0-8 0,0 0-8 15,0 0 1-15,0 0 3 0,0 0 1 16,-35 43 3-16,31-16 2 0,2 6-8 16,2 2 9-16,0-1-9 0,0-1 0 0,2-3-2 15,4-1-5-15,5-6-1 0,-3-3 1 16,0-8 0-16,5-1 0 0,-7-4 0 0,4-4-4 16,3 2-6-16,-5-5-6 0,6 0-5 15,5-6-24-15,2-8-41 0,-5-1-110 16,-1-5-119-16</inkml:trace>
  <inkml:trace contextRef="#ctx0" brushRef="#br0" timeOffset="46115.55">15437 17140 738 0,'0'0'19'15,"0"0"6"-15,0 0-5 0,0 0-7 16,0 0-7-16,0 0-6 0,83-25 2 0,-54 9-4 16,2 0-3-16,0-1-2 0,-2 2-3 15,0 0-8-15,-9 1-13 0,-5 5-18 16,-5 4-9-16,-4 5-10 0,-6 0-5 16,0 0-21-16,0 0-41 0,0 0-89 0</inkml:trace>
  <inkml:trace contextRef="#ctx0" brushRef="#br0" timeOffset="46298.73">15632 17063 554 0,'0'0'65'15,"0"0"-5"-15,0 0-9 0,0 0-15 16,0 0-4-16,0 0-8 0,0 0-2 0,-19 97 1 16,19-70-13-16,0 1 6 0,0-4-10 0,4 2-2 0,-2-11 2 0,2 2-8 31,-4-5 0-31,2-2-1 0,0 2 0 15,-2-7 1-15,5 1-7 0,-5-6-7 16,0 0-13-16,0 0-24 0,0 0-33 16,2 0-68-16,8-6-134 0</inkml:trace>
  <inkml:trace contextRef="#ctx0" brushRef="#br0" timeOffset="46598.61">15822 16998 695 0,'0'0'37'16,"0"0"-1"-16,0 0-5 0,0 0-9 15,0 0-6-15,-15 82-7 0,13-64-5 0,-2-1-2 0,2-6-3 0,2 8 4 16,-4-9 6-16,4-3-6 0,0-1 6 16,0-6-6-1,0 0 3-15,0 4-1 16,0 2-1-16,0 3 0 0,4-1-3 0,-2-5-2 15,4-2-4-15,9-1 6 0,1 0-7 0,3-1 6 16,-5-2-2-16,5 3-6 0,2-5 0 16,-1 2-3-16,3-1-12 0,-6-2-10 15,-5-1-24-15,5 2-23 0,-9 0-30 16,-2-1-58-16,2 0-95 0</inkml:trace>
  <inkml:trace contextRef="#ctx0" brushRef="#br0" timeOffset="46848.77">15944 17040 711 0,'0'0'33'32,"0"0"1"-32,0 0-4 0,0 0-8 0,0 0-5 15,0 90-2-15,0-60-7 0,0-1 5 16,0-1-8-16,0 2-1 0,0 0 0 15,4-6-3-15,-4 2-3 0,0-9 2 16,2 1-1-16,-2-6 2 0,0-5 0 16,0 3-6-16,0-4-7 0,0-2-13 0,4 4-21 15,-4-8-53-15,0 0-106 0,2-12-109 16</inkml:trace>
  <inkml:trace contextRef="#ctx0" brushRef="#br0" timeOffset="47098.49">16002 16859 826 0,'0'0'21'0,"0"0"0"0,0 0-3 16,0 0-8-16,0 0-4 0,0 0-3 16,78 25-2-1,-59-15 0-15,1 4-1 16,-1 0-1-16,2 2 0 0,-3 5-3 0,-1 6 4 15,-3 3-2-15,-5 5 0 0,-3 0-1 0,-2 1-2 16,-4 4 7-16,-4 0-4 0,-5 0 7 16,-7-2-5-16,1 1-5 0,-3-4-2 15,1-5-6-15,-1-1-6 0,-1-3-18 16,1 0-26-16,-1-5-49 0,7-7-126 16,-3-6-57-16</inkml:trace>
  <inkml:trace contextRef="#ctx0" brushRef="#br0" timeOffset="47798.67">16107 15376 403 0,'0'0'59'0,"0"0"-9"0,0 0-6 0,0 0-4 16,0 0 1-16,0 0-4 0,0 0-5 15,0 0-2-15,0 0-4 0,-27-60-3 16,25 55-2-16,-2 2-2 0,4 3-6 16,-2-1-3-16,2 1 0 0,-4 0-5 15,-5 9 1-15,1 9-1 0,-8 9-1 0,7 5 0 16,3 8-1 0,0 2 3-16,2 3-5 0,4 3 2 0,0-3-3 0,10-1 0 0,-2-3-3 15,9-5 4-15,0-5-3 0,5-7-3 31,-1-4 3-31,0-6-11 0,3-7-5 16,1-2-26-16,-2-5-51 0,0 0-97 16,-9-6-116-16</inkml:trace>
  <inkml:trace contextRef="#ctx0" brushRef="#br0" timeOffset="48232.44">16235 15448 658 0,'0'0'52'15,"0"0"-11"-15,0 0-9 0,0 0-9 16,0 0-8-16,0 0-4 0,0 0-2 16,0 0-4-16,79-57-2 0,-48 49-1 15,0-2-4-15,2 1 0 0,0 0-2 0,-6 0-5 31,0 1-8-31,-5 4-14 0,-7-1-16 0,-7 2-16 16,-2 2-6-16,-2 1 3 0,-4 0 4 16,0 0 13-16,-4 0 15 0,-8 7 17 15,2-1 25-15,-7 0 19 0,9-3 14 16,-5-1 9-16,1 0 4 0,6-2-1 16,-7 0-1-16,7 0-6 0,0 0-12 0,4 0-7 15,-4 1-6-15,4 2-5 0,-3 6 1 0,-1 5-2 16,4 4 1-16,-2 9-2 0,2 1-4 15,2 4-3-15,0 0-1 0,0 1-1 16,0-1-1 0,0 0-1-16,0-2-2 0,0-9-1 0,0-1-2 0,2-8 2 15,2-1-6 1,-2-1-1-16,-2-5-6 0,0 0-6 16,0-5-14-16,6 0-23 0,3-8-46 0,1-6-86 15,5-6-108-15</inkml:trace>
  <inkml:trace contextRef="#ctx0" brushRef="#br0" timeOffset="48548.07">16636 15281 608 0,'0'0'52'0,"0"0"-2"15,0 0-8-15,0 0-2 0,0 0-12 16,0 0-7-16,0 0-7 0,0 0-6 15,-4 83-2-15,-2-57-2 0,4 2 0 0,0-5 0 16,-2-4-3 0,2-7 4-16,2-6-5 0,0-1-1 0,0 0 2 0,0 2-3 0,0 2 2 15,0-5 3-15,6 3-3 16,2 0 1-16,0-6-2 0,9 1-1 0,-1-2 1 16,7-2-2-1,-4-2-1-15,-3-2-1 16,1 1-2-16,-3-1-5 0,1 2-3 0,-3 1-10 15,7-2-12-15,-7 2-13 0,-4-1-29 0,3-3-49 16,-5 3-118-16,-4 1-19 0</inkml:trace>
  <inkml:trace contextRef="#ctx0" brushRef="#br0" timeOffset="48784.01">16785 15398 631 0,'0'0'49'16,"0"0"5"-16,0 0-10 0,0 0-10 16,0 0-8-16,0 0-6 0,0 0-5 15,14 92-4-15,-9-69-2 0,-3 1-2 0,2 2-3 32,-4 1 0-32,2-1-2 0,-2-6-2 0,0-2 1 15,0-4-4-15,0-2 1 0,2 0-3 16,-2-6-4-16,4 5-2 0,-4-7-12 15,2 1-28-15,-2 1-58 0,4-6-191 16,2-3-20-16</inkml:trace>
  <inkml:trace contextRef="#ctx0" brushRef="#br0" timeOffset="49065.99">16845 15276 773 0,'0'0'38'16,"0"0"-5"-16,0 0-10 0,0 0-6 0,0 0-7 16,0 0-2-16,0 0-2 0,0 0 0 0,0 0-1 15,0 0-3-15,95 14 1 0,-62 3 0 16,-2 4-1 0,2 3 0-16,-4 3-3 0,0 4 2 15,-8 4-2-15,-3 3 0 16,-5 2-2-16,-5 5 1 0,-6 0-5 0,-2 1 4 15,-2-3-4-15,-10 0 2 0,-1-2 0 0,-1-1-5 16,-5-4 2-16,1-3-10 0,-1-5-10 16,4-3-20-16,-3-3-55 0,5-4-139 15,3-6-68-15</inkml:trace>
  <inkml:trace contextRef="#ctx0" brushRef="#br1" timeOffset="57781.25">21403 13915 373 0,'0'0'66'16,"0"0"-3"-16,0 0-4 16,0 0-17-16,6-79-7 0,-6 65-4 0,4 0-7 15,-4 4-3-15,2-2-2 0,-2 7-1 16,0 0-2-16,0 5-2 0,0-1-3 16,0 1-5-16,5 0 0 0,-5 0 0 0,4 8-1 15,0 8 3-15,2 8-1 0,0 3-7 16,-4 1 6-16,2 1-5 0,-2 1 1 15,5-2 2-15,-3-1-4 0,-2-1 1 16,2-8-3-16,-2-2 3 0,-2-4-1 0,2-8 0 16,-2 7 0-16,0-7 0 0,0 0 0 0,4 3-1 15,-4-7 2-15,0 0-1 0,0 0 1 32,0 1-1-32,2 1 0 0,-2-2-1 15,0 0 2-15,0 0-1 0,0-8 0 16,-6-7 0-16,2-5 0 0,-2-1 0 0,0-3 1 15,-1-2 1-15,1-3 0 0,0-2 0 0,-4-2-4 16,6 0 5-16,-1 1-3 0,3 2 4 16,2 8 1-16,0 3 0 0,0 6-1 15,0 1 0-15,2 0 0 0,3 4-2 16,-1 0 1-16,-4 4-3 0,4 1 2 16,-4 3-1-16,6 0-1 0,6 0-1 0,1 0 1 15,3 8-2-15,3 1 1 0,-7 3 0 0,1 2-1 16,-1 1 0-16,-4 2-1 0,-1 1 1 15,-1 2 3-15,-2 1-2 0,-4 2 5 16,0-1-4-16,-4 0 0 0,-4-2 2 16,-3-2-2-16,-1-1 1 0,-3-2-1 15,1-3 0-15,1-5 1 0,1-1-2 16,6-1 1-16,0-3 0 0,4-1-1 0,-5-1-4 16,1 0-1-1,0 0-6-15,2 0-9 0,4 0-6 16,-2 0-16-16,2-3-21 0,0-5-25 15,2-1-44-15,2 0-114 0</inkml:trace>
  <inkml:trace contextRef="#ctx0" brushRef="#br1" timeOffset="58174.18">21767 13795 540 0,'0'0'43'0,"0"0"3"0,0 0-7 16,0 0-9-16,0 0-6 0,0 0-5 16,0 0-1-16,0 0-4 0,0 0-2 31,0 0 0-31,29-84-3 0,-33 74-1 0,2 5 1 15,2 2-3-15,0 3-2 0,-7 0-1 16,1 3-2-16,-6 8 2 0,-1 5 1 0,7 4 0 16,0 3-1-16,0 2 1 0,6 3 1 15,0-1-4-15,0 0 3 0,0 0-3 16,0-4-1-16,0-1 1 0,0-7 0 16,6-1-2-16,0-1 0 0,-2-5 1 0,5 4-4 15,-7-4 4-15,4-4-2 0,0 2 0 16,0-2 2-16,5 0-5 0,-9-3-1 0,2 2-8 15,2-3-13-15,2 0-20 0,0 0-30 16,5-1-44-16,-9-2-85 0,2-1-70 16</inkml:trace>
  <inkml:trace contextRef="#ctx0" brushRef="#br1" timeOffset="58398.41">21934 13890 694 0,'0'0'35'0,"0"0"-8"0,0 0-8 15,0 0-7-15,0 0-5 0,0 0-5 0,0 0-1 16,85-1-2-16,-64-4-3 0,1-1-5 16,-7 1-4-16,-1 3-8 0,-1-1-15 15,-9 1-17-15,2 2-22 0,0 0-33 16,-4 0-46-16,5 0-53 0</inkml:trace>
  <inkml:trace contextRef="#ctx0" brushRef="#br1" timeOffset="58615.66">22071 13766 537 0,'0'0'63'15,"0"0"-8"-15,0 0-10 0,0 0-13 16,0 0-8-16,0 0-5 0,0 0 2 0,0 0 0 15,0 0-4-15,-9 24 1 0,5 2-8 16,4-2-1-16,0-1-3 0,0 0-5 0,0-2 2 16,0-5-3-16,0 1 1 0,4-2 1 15,-2-2-4-15,3 3-1 0,-5-5-1 16,2-2-3-16,2 2-5 0,-4-7-12 16,2 1-24-16,-2-5-40 0,0 0-77 0,0 0-135 15</inkml:trace>
  <inkml:trace contextRef="#ctx0" brushRef="#br1" timeOffset="58932.88">22232 13726 710 0,'0'0'35'16,"0"0"-3"-16,0 0-5 0,0 0-6 15,0 0-10-15,0 0-3 0,0 0-2 16,0 0 2-16,2 82-6 0,-2-64 6 16,0 1-7-16,0-3 0 0,0-4 1 0,0 1-5 15,0-3 5-15,0-4-1 0,0-1 0 16,0 1 1-16,0-6-1 0,0 3-1 0,0 0 1 16,4 0-1-1,4-2 1-15,5-1-2 0,-3 0 0 0,7 0 0 0,1-1-3 16,-5 0 1-16,5-4-4 0,-3 2-5 15,-3 2-9-15,-2-3-11 0,1 3-18 0,-7-1-22 16,2 1-19-16,-4 1-34 0,-2 0-25 0,0 0 0 16,0 0 8-16</inkml:trace>
  <inkml:trace contextRef="#ctx0" brushRef="#br1" timeOffset="59181.99">22412 13804 324 0,'0'0'63'16,"0"0"-10"-16,0 0-3 0,0 0 4 0,0 0-2 15,0 0-2-15,0 0-8 0,0 0-10 16,0 0-11-16,0 0-3 0,-6-65-2 0,6 66 2 16,0 10-2-16,0 7 0 0,0 3-1 15,0 2-7-15,2-2 3 0,2 2-5 16,-2-2 0-16,2 1 0 0,-2-3-6 16,0-4 2-16,-2 2-1 0,4-6-1 0,-4 1 3 15,0 1-3-15,0-2 0 0,0 1-1 16,0-7 0-16,0 1-1 0,0-6 1 0,0 0-4 15,0 0-4-15,0 1-11 0,0 1-20 16,0-2-36-16,0 0-87 0,2 0-138 16</inkml:trace>
  <inkml:trace contextRef="#ctx0" brushRef="#br1" timeOffset="59515.16">22674 13597 599 0,'0'0'55'16,"0"0"-5"-16,0 0-9 0,0 0-13 15,0 0-5-15,0 0-6 0,0 0-4 16,0 0-1-16,0 0 0 0,-20 23-1 15,13 1 0-15,1 5-3 0,-2 3-1 0,4 2-3 16,-2 0-2-16,3 4 2 0,3 2-4 0,0-2 4 16,0 0-2-16,0-3-3 0,3-3 2 15,3-4-3-15,0 0 2 0,6-6-1 16,-5-5-1-16,-1-3-2 0,0-6-1 16,0-1-5-16,2-1-5 0,-3-3-15 31,3-1-27-31,-2-2-57 0,6 0-113 0,-3-3-79 15</inkml:trace>
  <inkml:trace contextRef="#ctx0" brushRef="#br1" timeOffset="59897.8">22873 13726 553 0,'0'0'41'16,"0"0"-1"-1,0 0-5-15,0 0-11 0,0 0-5 0,0 0-5 0,0 0-4 0,0 0-1 16,0 0 0-16,-52-5 0 0,46 13 1 0,0 2 1 31,6 2 1-31,-5 6-1 0,5 0-1 16,0 5 1-16,0-2-7 0,7 0 2 15,3-1-5-15,-2-2-1 0,3-1 2 16,-3-1-1-16,0-5 0 0,-2 0-2 16,1-5 0-16,-3-3 0 0,2 3 0 0,-6-1 2 15,2-1-1-15,2 1 1 0,-4-1-1 16,0 2 0-16,-4 4 0 0,2-2 0 0,-4 0 0 16,-5-2 1-16,3-1 0 0,0-2-1 15,-3-3-1-15,3 0-5 0,-2-3-12 16,2-3-23-16,3-5-45 0,3-6-110 15,2 2-105-15</inkml:trace>
  <inkml:trace contextRef="#ctx0" brushRef="#br1" timeOffset="60248.21">22972 13869 634 0,'0'0'11'0,"0"0"0"0,0 0-4 0,0 0-4 16,0 0-4-16,0 0-4 0,0 0-4 16,0 0-2-16,0 0-1 0,0 0 5 15,85-23 3-15,-79 11 1 0,0 1 8 16,-2-4-1-16,-2 5 7 0,-2-2-1 16,0-1 0-16,-2 1 0 0,-4 2 0 15,0 2 2-15,0 1 1 0,1 3 1 0,-1 4 0 0,-2 0-2 16,0 8-1-16,-5 6 1 0,3 3-2 15,4 1 8-15,4 4-6 0,-2 1 3 16,2 0-5-16,2-2-3 0,0 1-1 16,2-4-4-16,4 0 1 0,-2-6-2 15,2 0 1 1,2 0-1-16,-1-4-1 0,3 1-2 0,-2-4-3 0,-2-2-7 0,3 0-12 16,3-3-19-16,-2 0-31 0,-5 0-61 0,5 0-125 31,-2 0-24-31</inkml:trace>
  <inkml:trace contextRef="#ctx0" brushRef="#br1" timeOffset="60483.02">23224 13679 736 0,'0'0'30'0,"0"0"4"0,0 0-6 15,0 0-4-15,-21 79-7 0,21-56-5 0,0 0 1 16,0-1-8-16,2 0 3 0,3-7-7 16,-3 0-2-16,2-6-1 0,-2 0-2 0,2 0-2 15,-4-4-3-15,2 0-8 0,-2-2-11 16,2 1-20-16,2 1-50 0,-2-1-105 31,-2-4-105-31</inkml:trace>
  <inkml:trace contextRef="#ctx0" brushRef="#br1" timeOffset="60656.06">23185 13876 756 0,'0'0'20'16,"0"0"0"-16,0 0-6 0,0 0-8 0,0 0-4 15,0 0-4-15,0 0-3 0,0 0-3 0,0 0-8 16,78-33-5-16,-57 24-9 0,-4 3-15 15,-3-1-26-15,-6 2-58 0,3-1-144 16</inkml:trace>
  <inkml:trace contextRef="#ctx0" brushRef="#br1" timeOffset="60931.63">23540 13732 752 0,'0'0'20'0,"0"0"3"16,0 0-1-16,0 0-4 0,0 0-3 0,0 0-7 16,-10 84 1-16,14-69-4 0,-4-5-1 15,2 1-2-15,2 0-2 0,-4-5-2 16,2 5 1-16,-2-5 0 0,0 0-2 15,0 0-3-15,0-6-10 0,0 0-21 0,0 0-45 16,0 0-67-16,-2 0-157 16</inkml:trace>
  <inkml:trace contextRef="#ctx0" brushRef="#br1" timeOffset="61082.04">23501 13643 751 0,'0'0'26'0,"0"0"-3"16,0 0-12-16,0 0-9 0,0 0-6 0,0 0-5 16,0 0-11-16,0 0-28 0,0 0-57 15,0 0-128-15,8-12-66 0</inkml:trace>
  <inkml:trace contextRef="#ctx0" brushRef="#br1" timeOffset="61515.62">23631 13751 660 0,'0'0'43'0,"0"0"-9"0,0 0-7 31,0 0-10-31,7 92 2 0,-5-80-9 16,-2 1 0-16,0-8 0 0,0-5-4 15,0 0-1-15,0 0-1 0,0 2-3 16,0-1 4-16,0 1 2 0,0 0-2 16,0-1 1-16,4 1-1 0,-4-2-1 0,2 1 1 15,-2-1 0-15,0 0-2 0,4 0 1 16,-4-6-2-16,0 1 0 0,2-5-3 0,0 4 0 16,2-5-4-16,2-2 4 0,-4 3-4 15,9-3 4-15,-5 5 1 0,0 1 0 16,0 1 0-16,-4 3 0 0,5-2-1 15,-1 3 0-15,-4 1 2 0,4-1 0 16,-2 2 0-16,-2 0 0 0,5 5-3 0,3 1 1 16,-8 3 4-16,2 0-4 0,-4 2 6 0,0 1-7 15,0-6-1-15,2 5 1 0,-2-5-4 16,0 0-1-16,0 0-8 16,0-6-12-16,0 0-22 15,0 0-38-15,0 2-96 16,2-2-116-16</inkml:trace>
  <inkml:trace contextRef="#ctx0" brushRef="#br1" timeOffset="62998.18">22984 14379 550 0,'0'0'42'0,"0"0"1"16,0 0-8-16,0 0-8 0,0 0-1 15,0 0-6-15,0 0-2 0,0 0-1 16,0 0-3-16,0 0-2 0,-2-3 0 0,2 3-1 16,0 0-1-16,0 0 1 0,6-1-1 15,5-1-1-15,5-3-2 0,5-1 0 16,-2 1-1-16,-1-4-2 0,-1 1 2 15,1 0-5-15,1-1-1 0,2 1 0 0,-3 2-1 16,-3 2 0-16,3 1 0 0,-7-1-3 16,1 3-1-1,-2-1-2-15,-3 2-4 0,-1 0-3 0,-6 0-7 0,0 0-8 0,0 0-18 16,6 0-32-16,-2 0-66 0,-2 3-143 31</inkml:trace>
  <inkml:trace contextRef="#ctx0" brushRef="#br1" timeOffset="63215.78">23119 14262 616 0,'0'0'53'0,"0"0"-2"16,0 0-12-16,0 0-9 0,-7 85-6 16,14-62-7-16,-5 1-5 0,2-1-2 0,-2 0-4 15,2-1-1-15,-2-5 3 0,-2 0-6 16,0-5 3-16,0-6-5 0,2 5 0 0,-2-5 0 15,0 0 0-15,0 0 0 0,0-6 0 16,0 0-2-16,0 0 1 0,0 6 0 16,0-1-2-16,4-1-2 0,-2 4-7 15,3-5-15 1,-3 0-34-16,2 0-55 0,-4-3-147 0,0 0-40 0</inkml:trace>
  <inkml:trace contextRef="#ctx0" brushRef="#br1" timeOffset="63831.57">23336 14384 652 0,'0'0'27'0,"0"0"2"0,0 0-1 16,0 0-5-16,0 0-3 0,0 0-3 15,0 0-2-15,0 0-1 0,0 0-4 0,18-26 1 16,-11 11-1-16,-1 5-1 0,0-3-1 16,-4 5-1-16,4 4-2 0,-2 1 2 0,-2-2-5 31,3 2 0-31,-3 0-2 0,-2 0-1 0,6 3 1 0,0 0 1 0,4 0-3 16,5 2 0-16,-9 2 1 0,2 5-5 31,3 0 3-31,-9-1 2 0,4 6-1 0,-4-7 1 15,-2 4 2-15,0 4-2 0,0 0 1 0,-4 3 0 16,-2 1 1-16,-7-1 4 0,1 1-4 16,-1 1 5-16,1 0-8 0,-2 0 2 15,1 0 0-15,1-1-2 0,3-2 3 16,-1-5-1-16,8-6 1 0,-4 2 1 16,2-5-1-16,2 0 1 0,2 1-1 0,0-4 0 15,0 0-1-15,0 0-1 0,0 0-1 0,-4 0 1 16,4 0 0-16,0 0 1 0,0-1-2 15,0-7 1-15,0-3 1 0,4 1-3 16,-2 1 5 0,4 1 0-16,0 1 0 0,4 1-1 0,-10 3 2 0,11-1-2 15,-7 3 2-15,-2-1 1 0,4 2 0 0,0 0-1 16,5 0-2-16,3 3 0 0,1 4 0 16,-3-1 0-16,0 0-1 0,-1-2 1 15,3 1-4-15,-8-2 0 0,7-2 0 0,-1 1 0 31,-1-2 1-31,-1 0 0 0,2 0 1 16,-3-2 0-16,1-2 0 0,-6 1 3 16,0 0-5-16,-2 1 0 0,2-3-4 0,-1 3-9 15,1-7-16-15,2 0-58 0,-6-4-122 16,2-6-109-16</inkml:trace>
  <inkml:trace contextRef="#ctx0" brushRef="#br1" timeOffset="64183.59">23613 14082 826 0,'0'0'13'16,"0"0"3"-16,0 0-2 0,0 0-2 15,0 0-2-15,0 0-3 0,0 0 0 0,0 0-2 0,0 0 0 31,84 79 2-31,-63-58-1 0,-2 3 0 16,-5 2-3-16,-1 1-1 0,-3 0-3 0,-4 1 2 16,-6 1 0-16,0 1 0 0,-4 2-2 15,-4 2 1-15,-9 0 3 0,1 1-3 16,-3 1 4-16,0-1-3 0,-1 0-1 16,1 0-1-16,1-4 0 0,5-3 1 0,1 0-1 15,1-7 0-15,1-6-1 0,4-1 0 0,4-7-2 16,-2-2 0-16,4-1-3 0,0-4-8 15,-2 0-15-15,2 0-30 0,0 0-88 16,0 2-164-16,0-2-14 0</inkml:trace>
  <inkml:trace contextRef="#ctx0" brushRef="#br0" timeOffset="73335.48">21343 16922 170 0,'0'0'43'0,"0"0"-4"0,0 0-5 0,0 0 0 16,0 0-2-16,0 0 0 0,0 0 0 16,0 0-1-16,0 0-1 0,-4-8 2 0,4 2-2 15,0-2 5-15,0-1-1 0,0-3-1 0,0 2-3 16,0-1-6-16,0-2-2 0,4 2-4 15,-4-1-3 1,2 1-1-16,-2 5-3 0,0 3-1 16,0 3 0-16,0-3-2 0,0 3-2 0,4-2-2 15,-4 2 2-15,0-2-2 0,2 2 2 0,4 10 1 0,5 9-2 16,-3 11 1 0,-2 0-1-16,0 2 1 0,-3-2-4 15,3 0-3-15,-2 2 3 0,-4 0-2 16,2 0 2-16,2 1-2 0,-4-1 0 15,0 0 5-15,0 1-3 0,0 2 6 16,2-3-3-16,-2 1-2 0,0 1 2 16,0-2-4-16,0-11-1 0,0 1 3 0,0-9-3 15,0-8-2-15,0 2 4 0,0-7-2 0,0 0 0 16,0 0 2-16,0 0-2 0,0 2 0 16,0-1 2-16,0-1 0 0,0 2-2 15,0-2-1-15,0 0 0 0,-2-5-1 16,-2-4 0-16,2-6 0 0,-4-2 2 15,2-4 0-15,-3 4-2 16,5 1-1-16,-4-1-3 0,4 5 9 0,-4-3-4 0,2 4 1 0,2 2 2 16,-5-6-5-16,1 4 3 0,0-3-8 15,2 2 9-15,2 2-9 0,-2-3 8 16,4 8 2-16,0 0-1 0,0 5 1 31,-2-2-1-31,2 2 1 0,0-1-2 16,0-1-1-16,0 2 1 0,-5-3 0 0,5 2 0 15,0-1 0-15,0 1 1 0,0 1 0 0,0-2-2 16,0 2 2-16,0 0-1 0,0 0 5 16,0 2-4-16,0 5 7 0,0 5-8 15,0 6 4-15,0 2 1 0,7 3-5 16,-1 1 1-16,4-2 0 0,-2 1 2 16,-1 2 1-16,3-5 1 0,-2 1-2 15,-2-7-1-15,1-2 3 0,-5-4 0 0,-2-6-5 16,4 6-1-16,2-3-1 0,-6-2 5 0,2 1-2 15,-2-4 1-15,0 0-2 0,6 0-1 16,-1 0 3-16,-1 0-3 0,6-7 0 16,-4-1 1-16,2-7-2 0,-1 0 3 15,5-7-2 1,-4 1 0-16,3 2 2 0,-3 2-2 16,2-3 3-16,-4 8-5 0,3 1 2 0,-1 4-1 15,-2-1 0-15,0 4 1 0,-1-2-1 16,1 4 3-16,-6 2-2 0,0-3 0 15,0 3-1-15,0 0 2 0,2-2 2 16,-2 2-3-16,4-1 4 0,-4 1-4 16,0 0 1-16,0 0-1 0,2 0-9 0,-2-2 4 15,0 2-8-15,0 0-9 0,0 0-22 0,0 0-61 16,0 0-140-16,0 0-65 0</inkml:trace>
  <inkml:trace contextRef="#ctx0" brushRef="#br0" timeOffset="74330.7">21893 17058 519 0,'0'0'64'16,"0"0"-3"-16,0 0-16 0,0 0-10 0,0 0-10 15,0 0-6-15,0 0-2 0,0 0-4 0,0 0-4 0,0 0-2 31,-10 2 1-31,22-2-2 0,2 0-1 16,15 0-2-16,-2 0-2 0,0 0 0 0,0 0-2 16,0 0 0-16,2 0 0 0,-6 0-1 15,-5-2-2-15,1 0 0 0,-11 1-6 16,-2 0-1-16,0 1-4 0,-6 0-5 16,0 0-5-16,0 0-9 0,5 0-11 0,-5 0-11 15,0 0-6-15,0 0 4 0,0 0 18 0,0 1 18 16,-7 0 16-16,-3 3 9 0,8-1 5 15,-4-3 5-15,-7 0 1 0,11 0 3 16,-4 0 2-16,0 0 3 0,6 0 2 16,-4 0 7-16,4 0 0 0,-2 0 2 15,-5 1-1-15,1 7-5 0,-2 4 0 0,2 3-5 16,0 6-1-16,1 2-2 0,3 3 2 16,-2 2-11-16,2-1 4 0,2-2-7 0,-4-5-5 31,4-2 1-31,0-6-4 0,0-5-2 15,0 6-1-15,0-8-1 0,0 1-7 16,0 0 1-16,0-6-13 0,0 0-18 16,0 0-36-16,0 0-68 0,0 0-147 0</inkml:trace>
  <inkml:trace contextRef="#ctx0" brushRef="#br0" timeOffset="74647.19">22238 16990 669 0,'0'0'39'15,"0"0"-6"-15,0 0-10 0,0 0-4 0,0 0-3 16,0 0-6-16,0 0 0 0,2 83-2 16,-4-65-6-16,2 1 2 0,-4-1-1 15,2 5 5-15,0 1-1 0,-2-10 3 0,2 2-6 31,2-5 0-31,-5-5-1 0,5 5 0 16,0-5-2-16,0-1 1 0,0 3 3 0,5-3-2 16,3-3 0-16,0 4-1 0,9-6-5 15,1 0 3-15,3 0-1 0,4-8-1 16,-2 0-2-16,-1-1-1 0,-11 3 2 16,5 2-2-16,-3-2-3 0,-5 1-5 0,0 1-7 15,-4 4-6-15,2-3-9 0,-6 3-18 16,0 0-19-16,0 0-31 0,0 0-55 0,0-2-78 15</inkml:trace>
  <inkml:trace contextRef="#ctx0" brushRef="#br0" timeOffset="74930.31">22451 17026 613 0,'0'0'50'0,"0"0"-5"16,0 0-11-16,0 0-7 0,0 0-3 0,-19 79-6 15,15-51-4-15,2-1-4 0,-2 0 2 0,4 3-7 16,0 0 5-16,0 0-9 0,0-5 3 16,0-5-2-16,0 2-1 0,0-1 4 15,0-7-5-15,0 8 0 0,0-10-1 16,0-6-5-16,0 1 3 0,0-7 3 15,0 0-1-15,0 0 0 0,0 1-12 0,0 1-8 16,0-1-12 0,-2-1-16-16,2 0-34 0,0 0-56 0,-2-1-153 0</inkml:trace>
  <inkml:trace contextRef="#ctx0" brushRef="#br0" timeOffset="126025.69">13538 3063 457 0,'0'0'52'0,"0"0"-14"0,0 0-11 16,0 0-11-16,0 0-6 0,0 0-1 31,0 0 1-31,0 0 4 0,0 0-1 0,0 0 1 15,-7 73-3-15,14-53 5 0,-1-4-5 16,0-4 6-16,0-2-5 0,0-3-1 0,-4-4 0 16,9 0 1-16,-9-3 0 0,10 0-7 15,7 0 7-15,-5-8-8 0,11-2 4 16,-4-2-2-16,-3-1-2 0,1 0 0 16,0-1-3-16,-9 5 0 0,2 2-1 0,-5 2-1 15,3 5 0-15,2 0-1 0,3 3 1 0,3 9 0 16,-1 5 2-16,6 4 5 0,-5 1-5 15,3-1 4-15,4-2-5 0,-3-2 1 16,7-3 1-16,-2-7-2 0,2-2 2 16,2-5-3-16,6 0 1 0,3-11 2 15,-1-1-2-15,2-5-4 0,3-1 4 0,-5 0-6 16,-6 1 6-16,0 0 1 0,-4 5-1 16,-12 4 0-16,-7 3-1 0,-2 3-1 0,-2 2 0 31,5 0 0-31,3 8 2 0,-5 4-1 15,7 3 2-15,-1 0 5 0,-3 1-5 16,2-3 6-16,7-1-6 0,2-1 0 16,0-4-1-16,5-2 0 0,1-3 0 0,7-2 1 15,-3 0-1-15,0-8-1 0,2 1 2 16,0-4-8-16,-6 0 8 0,2 2-7 0,0 3 5 16,-15 1 0-16,3 4 0 0,0 1 0 15,-5 0 0-15,9 6 6 0,-9 3-5 16,5 2 5-16,-5-1-5 0,5 0 0 15,0-2 1-15,1-1 1 0,1-4-1 0,4-2-1 16,2-1 2-16,0-1-1 0,-3-7-1 16,7 1 1-16,-6-4-2 0,2-1-4 0,-6 1 4 15,-1-1-4-15,-7 5 6 0,-1-1-1 16,-6 2 3-16,-1 3-3 0,1 1 1 16,-6 2 0-16,0-5 0 0,2 2-1 31,0-1-1-31,2 1-1 0,-4 3-4 0,0-1-15 15,0 1-31-15,0 0-75 0,0 0-172 0,0 0 2 0</inkml:trace>
  <inkml:trace contextRef="#ctx0" brushRef="#br0" timeOffset="126745.61">14230 3681 402 0,'0'0'38'0,"0"0"1"0,0 0-1 16,0 0-7-1,0 0 0-15,0 0-6 0,0 0-4 0,0 0-5 0,0 0-6 0,79-38-1 16,-67 19-1-16,0-2 0 0,-3-1 0 16,-1-3 1-16,-4 3-1 0,-4-1 0 31,0 1-1-31,-4 0 0 0,-6 0-1 0,-3 0 0 15,-5 1 0-15,3-1 2 0,-3 5 2 0,1 5-2 16,3 5 0-16,5 2-4 0,-3 5-3 16,-5 5-2-16,7 10 1 0,-9 11-1 15,7 7 1-15,0 8-1 0,5 5 2 0,5 2-3 0,-2 2 3 0,4 0-3 32,0-3 3-32,6-1-1 0,1-4 0 0,5 1 3 15,-4 0-3-15,5-3 4 0,-1 2-1 16,-4-5 3-16,3 1-3 0,-3-3 2 0,-2-1 0 15,-2-4-1-15,-2 0 0 0,5-1-1 16,-7-1 0-16,0-3-1 0,0-2 2 16,0-8-3-16,-7 0 0 0,5-5-1 15,-2-1 0-15,-2-2 0 16,0-1 0-16,4 1 1 16,-9-3-3-16,3-1 1 0,-6-3-3 0,-9 0-6 15,2 0-11-15,-4-9-29 0,3-2-43 16,-3-4-104-16,4 0-95 0</inkml:trace>
  <inkml:trace contextRef="#ctx0" brushRef="#br0" timeOffset="126945.71">13875 4060 574 0,'0'0'38'0,"0"0"-6"0,0 0-10 0,0 0-12 0,0 0-6 0,97-50-3 0,-66 44 0 31,-2 0-3-31,4 0-3 0,2-2-5 16,0 1-10-16,4 1-31 0,-2-2-59 0,3-1-105 15,-3 0-43-15</inkml:trace>
  <inkml:trace contextRef="#ctx0" brushRef="#br0" timeOffset="127161.59">14375 3462 511 0,'0'0'68'16,"0"0"-18"-16,0 0-15 0,0 0-18 15,0 0-5-15,0 0-4 0,0 0 4 16,0 0 1-16,0 0-1 0,-25 85-4 16,25-53-1-16,0 1-3 0,6 3 0 0,4-2-2 15,-1 0 0-15,-3-2-4 0,4-2 1 16,-6 0 1-16,3-3-7 0,3-2 0 0,-4-7-20 15,0-1-25-15,1 0-27 0,1-9-70 16,4 4-115-16</inkml:trace>
  <inkml:trace contextRef="#ctx0" brushRef="#br0" timeOffset="127677.64">14763 3745 568 0,'0'0'51'0,"0"0"-5"0,0 0-11 0,0 0-9 15,0 0-13-15,0 0-5 0,0 0-3 16,0 0-2-16,0 0-1 0,-78-61-2 0,57 76 4 16,-4 4-3-16,1 4 2 0,-1 2-1 15,4-1-1-15,2-1 4 0,3 1-5 16,4-3 3-16,5-5-5 0,1-6-1 15,6-1 2-15,0-3 0 0,0 5 1 0,0-2 0 16,8-3 1-16,-1 0 0 0,5-5-1 16,9-1 0-16,1 0-2 0,5-7 0 0,0-5 1 15,-2-2 0-15,-6-3 1 0,1-1-2 16,-1-1 4-16,-9-1-3 0,3-3 4 16,-3 1 0-16,-4-1 0 0,-4 6 0 31,-2-2 0-31,4 8 0 0,-4 3 1 0,0-4 2 15,0 6-4-15,0 0 1 0,0 1-2 0,0 5-2 16,0-2 0-16,0 2-2 0,0 0 2 16,-4 4 1-16,2 6 0 0,-2 7 0 15,4-6 0-15,-2 7 0 0,2-6 0 16,0 0-2-16,0 5 1 0,0-1-1 16,6 4 1-16,2-3 5 0,1 0-5 0,1 1 4 15,-2-1-5-15,5-2 1 0,-3 0-1 0,0-2 1 16,1-3 0-16,1-1-1 15,0-3 0-15,3-2-3 0,-1 1-5 0,5-3-21 16,2-2-34-16,1 0-79 0,7-4-141 16</inkml:trace>
  <inkml:trace contextRef="#ctx0" brushRef="#br0" timeOffset="128379.49">15249 3755 591 0,'0'0'52'0,"0"0"-10"16,0 0-12-16,0 0-11 0,0 0-9 0,-18-82-2 0,9 76-3 0,-1 0-3 16,2 6-1-16,-13 0 0 0,-2 5-1 15,-4 7 0-15,1 3 2 0,1 5-2 16,-2-1 2-16,2 1-2 0,4 1 1 16,1-2-1-16,3-3-1 0,7-4 4 31,4-1-6-31,-1-3 5 0,7-4-5 0,0 5 2 15,0-4-2-15,0 1 3 0,7 1 3 0,1-3-3 0,6-3 0 0,5-1-1 32,6 0 0-32,-5-1 1 0,1-7 2 0,2-1-4 15,-5-2 3-15,-1-1-4 0,0-2 6 16,-1-1-1-16,1 0-1 0,-5 0 2 16,-4 4-2-16,1-1 3 0,-3 5 0 0,-6 2 3 15,4 2 1-15,-4 3 0 0,0-2-1 16,0 2-2-16,2-1-2 0,-2 1-2 0,0-2-3 15,0 2 1-15,0 0 0 0,0 0 1 16,0 11 2-16,4 7-2 0,-2 6 0 16,2 5 4-16,-4 5-2 0,9 3 5 15,-3 8-2-15,0 0-2 16,2 4-1-16,-2 1-2 0,-1 0 1 0,-5-3-1 0,2-1 1 16,-2-6-1-1,0-5 0-15,0-6 0 0,-7-4 3 16,-1-4-2-16,-10-6 1 0,-1-1-1 15,2-5 0-15,-5-5 0 0,-1-2 1 16,-6-2 1-16,6-3 0 0,-6-8 0 16,7-2-2-16,-1-6 2 0,2-5-1 0,3-3-1 15,-1-7 1-15,15-4-1 0,0-2-1 0,8-2 0 16,10 2-3-16,5 1 1 0,8 3-4 16,0 4 3-16,6 2-1 0,4 6-1 15,-4 2-11-15,0 2-18 0,0 7-38 16,0-1-96-16,-4 4-131 0</inkml:trace>
  <inkml:trace contextRef="#ctx0" brushRef="#br0" timeOffset="129512.23">12388 3537 539 0,'0'0'60'16,"0"0"-5"-16,0 0-9 0,0 0-10 0,0 0-12 15,0 0-5-15,0 0-4 0,0 0-3 0,0 0-2 16,0 0-3-16,-4-57-4 0,4 56-1 15,0-3-1-15,6 0-1 0,3 1 2 16,9-1-2-16,1 2 1 0,12 0 0 16,-2 2-1-16,0-1 1 0,6-2-3 15,-2 2 3-15,2-2-1 0,-2 0 0 0,-4-1 3 16,0 1-3-16,-12 0 0 0,1 2 0 16,-5 0 0-1,-9 1 0-15,2 0 1 0,-6 0-2 16,0 0-1-16,0 0 1 0,0 0 0 15,0 10 1-15,-10 8-1 0,-5 8 1 16,-8 1-1-16,1 2 1 0,-3 3 0 16,-2 0 0-16,-4 0-1 0,4 0 1 0,0-2-2 15,2-1 2-15,5-5 0 0,-3-2 1 0,8-4 1 16,7-8-1-16,-2-2 1 0,10-5-1 16,0-3 0-16,-2 0 1 0,2 0 0 15,0 1-1-15,0 1 1 0,-4-2 0 16,4 1-3-16,0-1 1 0,0 2 0 15,0-2 0-15,0 0 0 0,4 2 0 0,8-2 2 16,9 1-1-16,4-1-1 0,-5 2 0 16,5-1 0-16,-4 0 0 0,0 1 0 0,1-1-1 15,1 1-1-15,-6 0 2 0,-3-1-3 32,-2 1 1-32,-3-1 0 0,7-1-4 0,-5 2-8 0,1-1-17 0,-8-1-26 31,2 2-47-31,-6-2-63 0,0 0-117 0</inkml:trace>
  <inkml:trace contextRef="#ctx0" brushRef="#br0" timeOffset="130461.75">12777 3848 563 0,'0'0'53'16,"0"0"-6"-16,0 0-17 0,0 0-11 15,0 0-8-15,0 0-5 0,0 0-2 0,0 0 0 0,54-84-2 16,-42 73 2-16,-6-1 4 0,0 5 3 16,1-7 3-16,-5 5 2 0,-2-3-5 15,4 1-1-15,-4 1-2 0,0-1-2 0,-6 3-2 16,-1 1-2-16,3 4-2 16,-4 2-1-16,-4 1 0 0,-3 5 1 0,-3 8-3 0,1 3 3 31,3 5-1-31,1 2 1 0,5 1 2 15,-2-1-2-15,7 2 0 0,-1-9 0 16,4 1 3-16,0 0-5 0,4-2 6 16,3 0-7-16,1-4 4 0,4-5-1 0,7-2 1 0,0-2 0 0,5-2-1 15,-1 0 1-15,0-3-2 16,-7-3 4-16,3-4-6 16,-7 5 5-16,-3-5-6 0,1 0 6 0,-2-1-2 15,3 0 3-15,-5-2 0 0,0-1-2 16,-4 4 1-16,0-7-1 0,2 6 2 15,-4 5-1-15,0-6 0 0,0 8 0 0,0-3-1 16,0 3 0-16,0 4-1 0,0-2 0 16,0 2-1-16,0-1 0 0,0-1 0 0,0 1 0 15,0 0 0-15,0-4 0 0,6-4 3 16,3-2-2-16,3-1 0 0,3 1-1 16,1 0 0-16,-8 4 1 0,5-1 0 31,-3 4 0-31,-8 1-1 0,6 0 0 0,-1 3-1 15,3 0 1-15,-2 0-1 0,-2 2 1 0,7 8 0 16,-7 3 0-16,0 1 1 16,-4 1 0-16,2 3 0 0,-4-5 0 0,0 6-1 15,0-6 1-15,3-1-1 0,1 0 2 16,-4-4-1-16,6 0 1 0,2-3-1 16,-6 1 1-16,11-4 1 0,3-2-1 0,-3 0 2 15,7 0-2-15,-1-6-1 16,2-2 0-16,-7-1 1 0,5-3-1 0,-5-2 2 15,5 0-2-15,-7-2 1 0,3-3 0 0,-3 1-1 16,-2 5 0-16,-4-1 1 0,-3 7 0 16,1 2 0-16,-2 0-1 0,-2 5 1 0,0 0-2 0,0 0-1 0,0 0 1 0,0 2-2 31,-2 10 4-31,-5 6-1 0,-3 5 1 16,4 1-1-1,-2-2 0-15,4-6-1 0,4-1 1 16,0 2-1-16,0-6 1 0,4 3 3 15,2-7-4-15,2-4 1 0,2 2 0 16,-1-5-3-16,9 0 4 0,-9 0-1 16,7 0 0-16,-6-6 1 0,7-2-1 0,-3-3 1 15,3-1 0-15,-9 0 0 0,1-3 0 0,-3 4 1 16,0-2-2-16,0-1 2 0,-2 3-1 16,-2 0 1-16,-2 1 0 0,0 5 0 15,0-1 0-15,0-3-1 0,0 5 0 16,0-4 0-16,-6 2-1 0,-6 0 1 15,6 2-2-15,-7 0 1 0,-3 1-2 0,3 0 0 16,-5 2 2-16,9-1-3 0,-7 2-1 16,8 0-4-16,-3 0-9 0,3 0-12 0,0 3-15 15,-5 7-24-15,9-3-18 0,2 7-43 0,-2 2-77 0,4-3-37 0</inkml:trace>
  <inkml:trace contextRef="#ctx0" brushRef="#br0" timeOffset="133728.28">20456 17078 367 0,'0'0'39'0,"0"0"-6"0,0 0-9 0,0 0-3 15,0 0 0-15,0 0-3 0,0 0 0 16,0 0 2-16,0 0-1 0,-6-20-1 16,4 16-1-1,2 1-3-15,-4-4-2 0,2 3-3 0,-2 1 1 0,2-1-5 0,2 0 2 31,-7 1-2-31,3 2-2 0,0-2 0 16,0 1-1-16,-4 2-1 0,-3 0 2 0,-1 0 1 16,-5 3-4-16,5 5 0 0,0-1 0 15,-1 6 1-15,1-1 2 0,4-3-2 16,1 3-1-16,3-5 0 0,-2 4-1 16,4 0 1-16,2 1 2 0,0 0-4 0,0 0 3 15,6 1 0-15,2-3-2 0,3-4 2 16,-3-1 1-16,0-1-1 0,5-1-1 0,-3 2 1 15,2-5-1-15,-3 0 2 0,5 0-1 16,-4 0 12-16,3 0-13 0,-5 0 1 16,0 0 1-16,3-6-13 0,-5-2 11 15,2 2 2-15,-4-1-1 0,3-1 1 0,-5-4-1 16,4-3 1-16,-4 2 0 0,-2-5-1 0,0 0 0 31,0 0-1-31,0 0 0 0,-2 3 1 16,0 5-1-16,-4 3 2 0,-1-1-1 15,-3 2-1-15,2 0 0 0,-5 4 0 16,-1 1-1-16,4 1 4 0,-9 0-2 16,4 1-1-16,3 7 0 0,0-1-1 0,-1 1 0 15,9-2 2-15,-6 2 0 0,4-2-1 0,4-3 1 16,-3 1-1-16,5 3-1 0,0-2 0 0,0 7 2 0,0 0-1 0,7-4 1 31,3 5 0-31,0-4-1 0,7 0 0 16,-5-3-2-16,3-1 1 0,-1-1 0 15,-1-2 1-15,5-1 1 0,-5-1-2 0,-1 0 0 16,2 0 2-16,-3-1 1 0,-3-2 1 16,0-5-1-16,5-2 1 0,-9 0-2 0,2-5 1 15,-6-2-2-15,0-1 2 0,0-6 0 16,-6 4 0-16,2 5-2 0,-2 3 1 16,-1 4-1-16,-1 1 2 0,4 0-1 15,0 4 0-15,-7 3 0 0,-1 0 0 0,-2 7 0 31,-7 5-1-31,8 3 1 0,1 1-1 0,6-3 1 16,0 2-2-16,-1-6 2 0,5 1 1 16,-2 4-2-16,4-11 1 0,0 8 0 15,0-7-1-15,0 1 0 0,0 4 0 16,4-6 1-16,-2 0 0 0,7 2 2 16,-3-5-1-16,-2 2-1 0,8-2-1 0,-5 0 0 15,1 0 2-15,0-2-2 0,-4-1 2 0,3 1-1 0,-7-4-1 0,0 2 0 31,2-1 0-31,-2-4 0 16,0 5 0-16,0-1 0 0,-2 2-1 16,-5 1 1-16,-1 2-1 0,-4 0 1 0,-5 0 1 0,9 3-2 15,-5 4-1-15,5-1-1 0,4-4-1 0,-2 5-3 16,4-4-2-16,2 4-42 0,0 1-74 16,0-1-164-16</inkml:trace>
  <inkml:trace contextRef="#ctx0" brushRef="#br0" timeOffset="134645.14">20281 17170 376 0,'0'0'51'0,"0"0"-11"15,0 0-6-15,0 0-3 0,0 0-4 16,0 0-1-16,0 0-5 0,0 0-5 16,0 0-4-16,-13-7-4 0,11 7-4 0,-4 0-1 15,-7 0 0-15,-1 0-1 0,-5 7-2 16,-3 3 2-16,5 0 11 0,-6 4-13 0,3-1 14 15,-5 1-13-15,2 2 1 16,-6-3 7-16,2 4-7 0,0-5 5 0,1 0-8 16,-1 0 0-16,-2 2 2 0,2-7 0 15,0 6 1-15,2-6-2 0,0 2 0 0,5 2 2 16,-1-2-6-16,0 2 6 0,-1-2 0 0,1 0-2 31,0-2 1-31,3 3-1 0,-3-3-1 16,-2 1 1-16,3-1 0 0,1-2-2 15,-2 0 7-15,3 0-4 0,-3 2 0 16,0-1 1-16,-3 1-7 0,-1 1 5 16,0-1 2-16,-2 1 0 0,2-1-1 0,3 3-2 15,-5-3 1-15,2 1 1 0,0 1-1 16,0 4 1-16,5 0 1 0,-1 1-2 0,2-1-1 16,1 1 0-16,-1 1 1 0,7-3 2 15,-3 2-3-15,1-5 1 0,1 1-1 16,-1 0 1-16,-3-1 2 0,3 1 0 15,-1 1-1-15,-3-1 1 0,-1 4-1 0,1 1 1 16,-3 3-2-16,0-1 0 0,3 1 3 16,-5-1-1-16,6 1 1 0,-1-2 1 0,1-3-4 15,3 5 3-15,-1-5 1 0,3 0-3 16,0 1 4-16,3-3-2 0,-1 1 3 16,2 3-1-1,4-6 1-15,-3 1-2 0,5-1-2 0,0-5 2 0,2 0 0 0,-4 7 3 31,2-8-5-31,2 2 2 0,-4 4-1 0,2-3-2 16,2-3 1-16,0 3 4 0,-4-2-2 16,4 3 1-16,-2-3-2 0,2 2-6 15,0-6 9-15,0 0 1 0,0 0-3 16,0 1 0-16,0-1-5 0,0 4-1 16,-5-4 4-16,5 0-5 0,0 0 0 0,0 0-4 15,0 0-12-15,-2-4-29 0,-2-6-36 16,4-7-66-16,-2 1-104 0,2-3-4 0</inkml:trace>
  <inkml:trace contextRef="#ctx0" brushRef="#br0" timeOffset="135778.76">16624 17848 671 0,'0'0'50'0,"0"0"-12"0,0 0-18 0,0 0-6 0,0 0-5 15,0 0-6-15,0 0 3 0,0 0 0 32,0 0-3-32,0 0 0 0,85-34-1 0,-52 33-1 0,-2 1 2 0,0 0-1 15,-2 0 0-15,0 0-1 0,-7 0 1 0,3 1-2 31,-10 2 5-31,3-1-3 0,-8-1-2 16,-7-1 1-16,5 2-6 0,-4 0 2 0,-2 3 4 16,2 3-1-16,-2 7 4 0,-2 2 0 15,-6 9-3-15,-6 2 3 0,-5 7 0 16,-2 5-2-16,-1-3 0 0,-3-3-2 16,2-6-3-16,3-4 7 0,-1-8-1 0,5 3 1 15,1-7-1-15,7-4-4 0,0-4 6 0,4-1-4 16,-2 0 2-16,4 2 1 0,0-5-2 15,0 0 2-15,0 0-2 0,0 0-5 16,0 7 6 0,0 2-1-16,6 2 0 0,4 1 2 0,3-4-4 0,3-5 1 15,7 1 2-15,4-4-1 0,0 3-1 0,0-3 1 16,-3 0-3-16,1 0 1 0,-6 0-2 0,-3 0 4 31,1 5-2-31,-5-5-3 0,1 3-1 16,-11-1-5-16,0 0-5 0,4-2-26 15,-2 2-39-15,2 1-69 0,-6-3-147 16,0 0 12-16</inkml:trace>
  <inkml:trace contextRef="#ctx0" brushRef="#br0" timeOffset="136378.46">17149 18179 537 0,'0'0'53'15,"0"0"-2"-15,0 0-4 0,0 0-9 0,0 0-15 16,0 0-12-16,0 0-3 0,0 0-1 16,99-66-1-16,-80 47 5 0,-1 0-7 0,-3-1-3 15,-3-1 2-15,-2-1 2 0,-7-2-3 16,3 6 3-16,-2-1 2 0,-4 6-6 31,0 1 4-31,0 1-1 0,-4 0-4 16,-2 2 5-16,3 5 0 0,-7 4-5 0,2 0 2 15,-11 11 2-15,1 9-1 0,-1 4-3 0,5 7-2 16,1-3 3-16,1 6 0 0,6-4 2 16,-1 2 4-16,5-3-6 0,2-3 0 15,0-3-2-15,7-4 0 0,5-5 1 16,0-3 3-16,5-4 5 0,1-3-4 16,5 0-5-16,0-4 0 0,-4 0 0 0,5-5 2 15,-5-7 1-15,-5 4-3 0,1 1 3 0,-3-1-3 16,1 1 0-16,1-7 1 0,-1 0-4 15,-3-5 4-15,-8 4 3 0,4-1 0 16,0 0-3-16,-1 5 1 0,-3-6 0 16,0 8-4-16,2 3 5 0,-2-5-1 15,-2 7 1 1,6-4-1-16,0-4-3 0,7 1-1 0,-7 2 3 0,8-2 2 0,-1 4-1 0,-3 3 1 31,2-4-4-31,-3 2-1 0,-3 4 6 0,0-1-4 0,7 3 0 0,-1 11 2 31,2 1-5-31,-5 8 2 0,-3 3 3 16,0 1 1-16,-6 7 1 0,0-1-4 16,0 2-2-16,0-5-1 0,0-8 6 0,0 0-3 15,0-7 3-15,0-3 1 0,0 2-1 16,0-4-2-16,6 1 0 0,0-3-6 0,9 2-3 16,-3-4-1-16,5 2-20 0,-3-2-35 15,-1-3-38-15,1-2-66 0,-1-4-108 16</inkml:trace>
  <inkml:trace contextRef="#ctx0" brushRef="#br0" timeOffset="136717.07">17967 18062 565 0,'0'0'60'0,"0"0"-12"16,0 0-10-16,0 0-10 0,0 0-3 0,0 0-7 15,-78 48-3-15,70-34-4 0,3 3-7 0,3-6-1 16,-2 9 1-16,4-1-3 0,0 0 0 16,0-2 1-16,6-5-4 0,-1-4 3 15,3-2 3-15,2-3 0 0,1-1-3 16,7-2-3-16,1 0 3 0,6-5-4 16,-5-3 5-16,-1-4-1 0,-1 0 0 0,1 1 0 15,-5-1-1-15,1-3-1 0,-5 3 0 0,-1 0 6 16,-7-2 2-16,-2-1-2 0,0 0-5 15,-2-5-5-15,-5 5 2 0,-5 4 2 16,-3 5-1-16,-3 6 0 0,-7 0-1 16,2 6-5-16,1 5 3 0,7-4-2 15,1 0-4-15,-3 0-7 0,9 1-37 0,-2-4-62 16,7-1-157 0,3-3-14-16</inkml:trace>
  <inkml:trace contextRef="#ctx0" brushRef="#br0" timeOffset="137706.16">18081 18584 411 0,'0'0'31'0,"0"0"-3"15,0 0-5-15,0 0 4 0,0 0 11 0,0 0-2 16,0 0-3-16,0 0-6 0,0 0-9 16,91-65-7-16,-68 42-1 0,0 1-7 15,-5 3 0-15,-3-1 1 0,-7 2 1 0,-2 6-2 16,-2-6 1-16,-4 1 3 0,-6 2 2 16,-6-5-2-16,-3 3 1 15,3 8-1 1,-5 5-3-16,1 4 3 0,-7 0-3 0,0 5 3 15,0 9 0-15,9 4 1 0,0 10 1 0,1 2 1 16,3 5 0-16,4 6 1 0,3 5-3 16,-1-2-6-16,4 1 0 0,0-2-4 15,4-1 0-15,3-5 0 0,1-3 6 16,2 0 0-16,-3-2-1 0,1-2-4 16,0-4 9-16,-2-5 2 0,0-7-1 0,-1 1 0 15,-3 3-12-15,-2-6 2 0,0 3-1 0,0-4 5 16,0-2-5-16,0 0 2 0,-7 1 0 15,5-2-1-15,-4-3 2 0,0 3-3 16,0-5 2-16,-2-3 1 0,-3 0-6 16,3-8-4-16,-5 0-4 0,1-4-19 15,4-3-26 1,2 5-52-16,-5-7-73 0,5 5-89 0</inkml:trace>
  <inkml:trace contextRef="#ctx0" brushRef="#br0" timeOffset="137897.03">17868 18834 639 0,'0'0'57'15,"0"0"-13"-15,0 0-22 0,0 0-4 16,0 0-8-16,0 0-1 0,0 0-1 0,83-35-8 16,-60 34 1-16,1-4-4 0,1-1-7 15,0 2-2-15,-2-1-8 16,2-1-32-16,-1 0-34 0,-9 3-62 0,10 0-83 15,-5 3-10-15</inkml:trace>
  <inkml:trace contextRef="#ctx0" brushRef="#br0" timeOffset="138112.24">18383 18440 616 0,'0'0'59'16,"0"0"-10"-16,0 0-21 0,0 0-11 0,0 0 1 15,0 0-2-15,0 0 6 0,0 0 2 16,0 0-7-16,-17 92-5 0,11-60-5 0,2 0-6 16,-2-2-2-16,4-2-1 0,2-6 2 15,-4 4-1-15,4-8 0 16,0 5-5-16,0-11-2 0,0 3-3 0,0-2-16 16,0-1-29-16,0 6-41 0,0-11-86 0,0 8-98 15</inkml:trace>
  <inkml:trace contextRef="#ctx0" brushRef="#br0" timeOffset="139062.4">18619 18669 533 0,'0'0'53'0,"0"0"-11"0,0 0-10 0,0 0-5 16,0 0-5-16,0 0-5 15,0 0-1-15,0 0-4 0,0 0 2 16,-56-34-1-16,41 37 3 0,-7 7-3 16,5 3-5-16,-2-1-1 0,5 3-2 0,-3-2 0 15,5 3 0-15,0 2-1 0,1-1-1 16,-1 3-5-16,6-5 0 0,-1-4 0 0,7-2-4 16,-4-3 8-16,4-2-4 0,0 6-3 15,0-4 4-15,0-2-3 0,4 4 1 16,9-8 0-16,1 0 3 0,5 0 4 15,2-10-8-15,-1 0 6 0,-1-2-3 0,-3-2 0 16,-1 0 7-16,-1 1-9 0,-1 4 3 0,-3-3 1 16,-6 4 1-16,2 2 2 0,1-3-1 31,-3 6 0-31,-4 1-3 0,2 2 0 0,2 0 3 0,-2 8-4 16,4 9-1-16,-2 2 3 0,3 7-1 0,-3-6-4 31,6 0 1-31,-2-8 0 0,5-2 2 0,-1-2 8 15,3-2-2-15,1-6-9 0,1 0-25 16,7 0-20-16,1-9-6 0,-4-2-17 0,-2-1 15 16,-1 2 5-16,-3-2 8 0,1-2 22 15,-8-2 10-15,5 1 12 0,-7-3 10 16,2 6 4-16,-2 0 4 0,1 0 3 16,-1 4-5-16,0-7 0 0,-4 0 0 0,2 6 6 15,-2-4 4-15,2 11 2 0,-4 2-2 0,0-3-6 16,0 3-5-16,0-5-2 0,0 0-3 0,-10 2 0 0,4-1-2 0,-4 1-4 31,-7 3 5-15,3 0-2-16,-5 4 3 0,0 7-1 0,11-6-3 0,-4 5-5 15,-1-2 6 1,5-1 3-16,-2 10-4 0,1-6-2 0,5 4-7 0,2-3 0 0,2 0-2 16,0 0 2-1,0-4 0-15,0 2 0 0,6-5 1 16,1 2 3-16,1-7-2 0,11 0 0 15,-5-10 6-15,11-2-1 0,-7 0-3 16,1-1 1-16,-5 3-1 0,-3 5-1 16,-3-2 0-16,-6 7 2 0,2 0-1 0,2 1 2 15,1 10 2-15,1 6-4 0,-2 4 4 0,-2 6 2 16,0 5 1-16,1 5-4 16,-3 3 1-16,2 0-2 0,-2-2 0 0,-2-9 2 15,4-10-7-15,-2-5-3 0,-2-9-1 16,0-4-3-16,-2 1 3 0,-8-1 2 15,-5 2 11-15,3-1 1 0,-3-2-4 0,3 0 5 16,-1 0-9-16,-5 0 3 0,3 0 11 0,3-9-9 16,4-7 4-16,8-8 2 0,0-6-5 15,2-2 2-15,10-3 0 0,7 5-1 16,1-2-10-16,7 1-6 0,2 4 0 16,4 0-4-16,3-3 11 0,1 2 3 31,0-1-2-31,-4 7 6 0,0 2-1 0,0 5-2 15,-6 2-3-15,0 0-5 0,-2-1 4 0,-11 4 1 16,-1-1 0-16,-7 5-4 0,-2 3-10 0,-2 0-22 0,-2 3-36 0,-6 5-93 31,-7 5-129-31,-1 5 10 0</inkml:trace>
  <inkml:trace contextRef="#ctx0" brushRef="#br0" timeOffset="139233.97">19388 18713 698 0,'0'0'15'16,"0"0"-14"-16,0 0-33 0,0 0-113 31,0 0-126-31,0 0 5 0</inkml:trace>
  <inkml:trace contextRef="#ctx0" brushRef="#br2" timeOffset="151479">22087 18276 415 0,'0'0'45'0,"0"0"-5"0,0 0-9 0,0 0-5 0,0 0 2 0,0 0 2 15,0 0 3-15,0 0-5 0,0 0-4 16,-31 4-7-16,31-4-2 0,-4 0-2 16,4 0-4-16,0 0 10 0,0 0-7 15,4 1 1-15,15 1-3 0,8-2-3 0,8 2 5 16,2-2-1-16,6 0-3 16,3-4-4-16,1-1 0 15,5 2-4-15,4-2 7 0,-2-1-1 0,-1 4-6 16,3-5 6-16,-2-1-7 15,2 1 1-15,-5-1 0 0,1 4 1 16,-6-3 1-16,-1 3-7 0,-4-1 6 16,-1 2-1-16,-3 0 1 0,-2 2 4 0,-4 1-5 15,2 0-1-15,-4-4-1 0,0 3 1 16,-2-3-1-16,4 1 5 0,0-4-1 0,-2 7 1 16,6 0-3-16,0 0-4 0,-2 2 4 15,4 3 4-15,1-4 0 0,-3 6-1 16,2 0-1-16,-4-1-8 0,0-5 5 15,-2-1 1-15,-2 0 4 0,0 0 2 0,-2-3-2 16,-2 3-5-16,-3-4-1 16,-5 1 2-16,-3-2-1 0,-1 2-2 0,-5 3 1 0,2 0 3 15,-3 0-1-15,-5 0 6 0,4 0-6 16,0 0-1-16,-2 0 2 16,0 0-1-16,3-1 1 0,-3-1 1 15,4 1-3-15,2-6 5 16,-3 6-1-16,-5-2-6 0,-2 3 2 15,6 0 0-15,-4 0-2 0,4 0 3 16,-2 0 0-16,-4 0 0 0,0 0-1 16,0 0-1-16,2 0 0 0,2 0-4 0,-4 0 2 15,0 0-6-15,0 0-10 0,-16 0-8 16,-5 0-12-16,-6 0-13 0,0-3-12 16,1-2-9-16,-5 1-4 0,4-5 15 0,-4 1 11 15,0 2 13-15,2-2 17 0,0 2 10 16,6 0 15-16,-2 2 4 0,11-1 4 15,-5-1 11-15,7-2 9 0,-1 3 11 0,1-6 7 16,6 4 2-16,-3-5-1 0,5 4 0 16,2-4-4-16,-2 0-7 0,4 1-4 15,0-5-1-15,0 12-9 0,0-2-3 0,0 6-7 16,-2-1-4-16,2 1 2 0,0 0-1 16,0-4-4-1,2 4 4-15,8 0-7 0,9 0 0 16,2 4 2-16,4 0-6 0,-3 7 7 15,9-3-2-15,0 5-4 0,2 1 0 16,-2-7 2-16,-2 1-7 0,2 0 5 16,-4 1 0-16,-2-5-4 0,-11 0 5 0,5-4-3 15,-11 0 0-15,-1 0 0 0,-1 0 1 16,-6 0-3-16,4-1-4 0,-2 1 5 0,2-5 2 16,-2 4 2-16,-2 1-1 0,-2 7-1 15,-14 8 0-15,-5 5-1 0,-6-1 1 16,-4 3-2-16,2-1 5 0,-8 5-3 15,4 5 1-15,-4 1-3 0,6-4-8 0,4 0 7 16,4-7 3-16,-2-1-5 0,9-3 1 0,5-6-2 16,5-3-8-16,2-2 1 0,4-6-3 15,0 0-2 1,-6 0-10-16,-7 0-17 0,1 2-38 0,-3 1-71 0,1 4-140 16,-5-4 12-16</inkml:trace>
  <inkml:trace contextRef="#ctx0" brushRef="#br2" timeOffset="151994.2">22660 18564 669 0,'0'0'54'16,"0"0"-17"-16,0 0-12 0,0 0-5 16,0 0-5-16,0 0-3 0,82-20-7 15,-53 13 1-15,4 4 0 0,5-2-5 0,-1 2 4 16,-4-1-4-16,0-3 1 0,-6 1-4 16,0-1-3-16,-11 1-8 0,-3 1-4 0,-7 5-4 31,-4 0-9-31,0 5-7 0,2 1-15 15,-4-4-8-15,-6 3 3 0,-2 0 10 16,-9 0 13-16,-1-5 26 0,1 0 10 16,1 0 8-16,-1-5 4 0,7-3 5 0,3 6 9 15,-1-3 11-15,2 3 3 0,0 1 2 16,0-1-6-16,6 2-13 0,-5 0 0 0,1 3-5 16,-6 9-2-16,-2 10 4 0,5 1-5 15,1 2-3-15,4 4-2 0,-2-2-2 16,2 4-3-16,2-4-3 0,-2-1 2 15,-2 0 0-15,4-1-3 0,0-5 1 0,0-5-4 16,0-3 0-16,0-9-1 0,0 4-3 16,0-7 4-16,0 0 0 0,0 0 3 0,0 1 0 15,0-1-6 1,0 2-5-16,0 1 1 0,0-3 3 0,0 0-8 0,0 1-9 16,0-1-14-16,0 0-37 0,4 0-29 15,-2 0-79-15,0-1-106 0</inkml:trace>
  <inkml:trace contextRef="#ctx0" brushRef="#br2" timeOffset="152431.63">23154 18537 663 0,'0'0'47'16,"0"0"-12"-16,0 0-10 0,0 0-5 0,0 0-1 15,0 0-7-15,0 0 1 0,-6 77-5 16,-3-57-4-16,3-8 2 0,0 0-6 16,4-1 1-16,-2-5-1 0,-2 3 5 15,3-5-3-15,3 1 1 16,0-5 4-16,0 0-4 0,0 0 1 0,0 0 6 0,15 3-5 16,-1-1 1-1,11 1-4-15,-4 0-6 0,4-2 5 16,0 2 4-16,-1-1-3 0,3-1 3 15,-2 4-1-15,-2-2-8 0,-1 1 4 16,1 4-4-16,-10-4-2 0,3 1 6 16,-8 0 1-16,-1 2-4 0,1 4 3 0,-8-8-1 15,4 9-1-15,-4-5 6 0,-6 7-5 16,-7 4 0-16,-1-2 4 0,-9-4-6 0,0 0 3 16,1-2 12-16,-1 3-1 0,-6-4 4 15,6 4-4-15,-1 2-10 0,-1-2-5 16,6-6 5-16,5-2 0 0,1-2-5 15,7-3 5-15,4 2-3 0,-4-2-4 0,0 0-5 16,-5-2-19-16,3-1-26 0,6-2-47 0,-2-1-90 16,4 0-99-16</inkml:trace>
  <inkml:trace contextRef="#ctx0" brushRef="#br2" timeOffset="152850.2">23154 18669 699 0,'0'0'70'0,"0"0"-18"16,0 0-18-16,0 0-10 16,0 0-8-16,0 0 0 0,0 0-5 0,0 0-1 15,0 0 0-15,-8-6-4 0,8 6 1 16,0-2 1-16,-5 2-9 0,5 0 4 0,0-3 1 15,0 1-5-15,0 1 3 16,0-3-2-16,7-4-1 0,5-1 3 0,5-5-1 16,-3 5 1-16,7-3 1 0,-1-2-1 15,9 1-1-15,-2-7 1 0,4 2-3 0,-2 6 5 16,4 1-5-16,2 6-3 0,-2-2 4 16,0 2-3-1,-4-2 3-15,2 2 2 0,-12 2 0 16,2 3-4-16,-9 0 2 0,-2-5-3 15,1 3-1-15,-5-1 0 0,-2 1 4 16,-4 2 1-16,0 0-4 0,0 0 2 16,2 0-2-16,-2 0 4 0,4 0-2 0,-4 0 3 15,2 0-4-15,-2 0-10 0,0 0-3 16,0 0-13-16,0 0-21 0,0 7-34 0,-2 3-89 16,-10 5-130-16,0 0 5 0</inkml:trace>
  <inkml:trace contextRef="#ctx0" brushRef="#br2" timeOffset="154277.81">22205 11818 488 0,'0'0'48'16,"0"0"-5"-16,0 0-4 0,0 0-8 15,0 0-2-15,0 0-11 0,0 0 1 0,0 0-4 32,0 0-2-32,-17-1-1 0,15-1 0 0,2 2-1 0,-4-1-2 0,4 1 1 31,0-2-3-31,0 2-1 0,0 0 0 0,0-1-2 15,17-1 1-15,8 1-2 0,4-1 1 0,8 1 0 16,4 1-1-16,5 0-1 0,3 0 0 16,5 0-2-16,4-2 1 0,4 2 1 15,0-2-1-15,2 1 0 0,4-1 0 16,-2 0-3-16,0 2 3 0,1 0 0 16,1 0-1-16,-4 0 3 0,4 1-1 0,0 2-1 15,5 2 2-15,3-2-2 0,-4 0 0 0,7 0 2 16,-2-3-3-16,-9 0 1 0,0 0 0 15,-8 0-2-15,-2 0 3 0,-7 0 0 16,-5 0 0-16,-3 0 2 0,-8 0 0 16,-10 0 0-16,-6 0 0 0,-5-2-1 15,-7 2 0-15,-1 0 1 0,-6 0-1 0,0-1 1 16,0 1-2-16,0 0 0 0,2 0-2 31,-2 0-3-31,0 0 1 0,4 0-1 0,-4 0-2 16,-4 0-5-16,-7 0-7 0,-11 0-14 15,-5 0-19-15,-4 0-39 0,-8 0-66 16,-1 0-136-16</inkml:trace>
  <inkml:trace contextRef="#ctx0" brushRef="#br2" timeOffset="154997.51">22523 11756 546 0,'0'0'56'0,"0"0"-6"0,0 0-9 0,0 0-10 15,0 0-6-15,0 0-6 0,0 0-5 16,0 0-4-16,0 0-7 0,13-39-3 0,-26 37 0 16,-5 2-1-16,-9 0 2 0,0 6-1 15,-2 3 0-15,0 2 0 16,2-2 0-16,-4 0 0 0,4 0 1 0,-2-1-1 16,13-2 1-16,-1-2-1 0,5 1 0 0,10-3 1 15,-4-1 1-15,6-1-1 0,0 0 0 16,0 0-1-16,-2 0-1 0,2 2 1 0,0-2-1 15,0 1 3-15,0 2-1 0,2 2-1 16,10 1 1 0,7 1 0-16,-1 3 0 0,-1 0 3 0,6 4-5 0,-3-1 5 15,1 2-5-15,0 1 3 16,3 0-1-16,-3 0 1 0,4-1 0 0,-4-1-2 0,1-1 2 16,-1-3-2-1,-2-1 1-15,-1-4 2 0,-3 0-2 16,-1-4 2-16,-2 1 0 0,-7-2 1 15,1 2-1-15,-6-2 0 0,0 0 1 16,0 0-2-16,2 0 3 0,-2 0 0 16,6 0 0-16,-4-2 1 0,2-1-2 0,-2-6 0 15,-2-3 1-15,0-5 0 0,-8-7-1 16,0-2-4-16,-3 0 4 0,3-3-6 0,-2-1 5 16,4-2-2-16,2-1-2 0,-3 1 1 15,-3 1 0-15,8 1 1 0,-2 10-1 16,2 1 2-16,2 7-2 0,-4 5 1 15,4 1-1-15,0 6 0 0,0-1-1 0,0 1 0 16,0-2 0-16,-2 1-1 0,2-1-1 16,0 2 2-16,0 0-1 0,0 0 0 0,0 0 1 15,0 0-2-15,0 0 1 0,0 0-1 16,0 0-1-16,0 0-3 0,0 2-6 31,0 5-12-31,0 0-20 0,0 5-43 16,0-2-99-16,0-5-110 0</inkml:trace>
  <inkml:trace contextRef="#ctx0" brushRef="#br2" timeOffset="155810.84">22699 11088 575 0,'0'0'53'16,"0"0"-11"-16,0 0-15 0,0 0-6 0,0 0-7 0,0 0-4 16,0 0-3-16,0 0-2 0,0 0 0 15,0 0-3 1,66-32 1-16,-22 28 0 0,-3-1-2 15,9-1 0-15,-3 1-1 0,-1-1 0 16,-3 2-1-16,-4 1-3 0,-6 0-5 16,-10 3-8-16,-13-2-19 0,-3 2-24 0,-7 0-32 15,0 0-68-15,-9 0-98 0</inkml:trace>
  <inkml:trace contextRef="#ctx0" brushRef="#br2" timeOffset="156011.6">22881 11023 383 0,'0'0'57'0,"0"0"-17"16,0 0-6-16,0 0-4 0,0 0 2 0,0 0 2 0,0 0 0 16,0 0-8-16,-41 87-6 0,36-62-2 0,3 1-12 15,2 2 2-15,0-3-6 0,0 1-2 16,0-4 0-16,2 0-3 0,3-8-2 16,-3 1-8-1,2-5-15-15,-4-5-39 16,2 1-94-16,-2-6-113 0</inkml:trace>
  <inkml:trace contextRef="#ctx0" brushRef="#br2" timeOffset="156477.59">23084 11078 585 0,'0'0'53'0,"0"0"-15"16,0 0-13-16,0 0-8 0,0 0-6 16,0 0-2-16,0 0-1 0,0 0 0 15,0 0-1-15,0 0-3 0,-15 32 0 0,9-20-2 16,0-5 0-16,4-4 0 0,2 2 0 16,0-5 1-1,-5 0 0-15,5 0 1 0,0 1 2 16,0 1 1-16,0 0-1 0,0-1 0 15,11 2-2-15,3 0-1 0,11 2-1 16,-4-1-1-16,4 2 0 0,1 5 2 16,-1 1-6-16,2 3 7 0,-2 2-5 0,-4 0 1 15,3 1 0-15,-5-1 0 0,-2 1 0 16,-5-2 0-16,0-4 0 0,-8 2-1 0,-4-1 1 16,0 3 0-16,-4 4 0 0,-8-2 1 15,-7-3 1-15,-1 0-1 0,-7-3-1 16,0-1 0-16,-6-4 1 0,2-2 0 15,4-2 2-15,0-3-1 0,8 0 0 0,1 0 0 16,5 0-3-16,5-4 2 0,-2-1-4 16,4 2-3-16,-1-5-7 0,5 4-21 0,-2-1-32 15,2 1-60-15,2 4-163 0,-4-7 0 32</inkml:trace>
  <inkml:trace contextRef="#ctx0" brushRef="#br2" timeOffset="157047.31">23127 11105 557 0,'0'0'64'15,"0"0"-12"-15,0 0-9 0,0 0-9 16,0 0-9-16,0 0-2 0,0 0-7 0,0 0-4 0,0 0-2 16,0 0-3-16,-21-70 0 0,21 67-3 15,0 3 0-15,-4-2-1 0,4 2-1 0,0 0 0 32,-2-1 0-32,2 1 1 0,-4-1-1 0,2 1 0 15,2-2 0-15,0 2 1 0,0-1 0 16,0 1 0-16,-4-2 1 0,4 2-1 15,0 0 1-15,0 0 0 0,-2-2-2 16,2 2 2-16,0 0-1 0,0 0 1 16,0 0 0-16,0-1-2 0,0 1 1 0,0 0 0 15,0 0-2-15,0 0 2 0,2-2 0 16,16 2 0-16,9-1 0 0,10-2 0 0,9-2-2 16,6-1 2-16,1 0-2 0,5-1 0 15,0-1 0-15,0 0 0 0,0 1-2 16,0 1 2-16,-7-1-1 0,-3 2 1 15,-3-1-1-15,-7 1 1 0,-5 0 0 0,-13 2-1 16,-1 0 1-16,-7 0 1 0,-7 2 0 16,1 1-2-16,-6 0 1 0,0-2-1 0,0 2 1 15,0 0 0-15,2 0 0 0,-2 0-1 16,0 0-1-16,0 0 2 0,2 0-2 16,-2 0 1-1,0 0 0-15,0 0-1 16,0 0 0-16,0 0 0 0,4 0-4 0,-4 0 1 15,0 0-7-15,0 0-5 0,0 0-8 16,0 0-15-16,0 0-20 0,0 2-54 0,-4 8-185 16,-6 6-9-16</inkml:trace>
</inkml:ink>
</file>

<file path=ppt/ink/ink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5:31:54.384"/>
    </inkml:context>
    <inkml:brush xml:id="br0">
      <inkml:brushProperty name="width" value="0.05292" units="cm"/>
      <inkml:brushProperty name="height" value="0.05292" units="cm"/>
      <inkml:brushProperty name="color" value="#7030A0"/>
    </inkml:brush>
    <inkml:brush xml:id="br1">
      <inkml:brushProperty name="width" value="0.05292" units="cm"/>
      <inkml:brushProperty name="height" value="0.05292" units="cm"/>
      <inkml:brushProperty name="color" value="#C00000"/>
    </inkml:brush>
  </inkml:definitions>
  <inkml:trace contextRef="#ctx0" brushRef="#br0">15171 5052 330 0,'0'0'42'0,"0"0"-4"16,0 0-7-16,0 0-4 0,0 0-6 16,0 0-1-1,0 0-1-15,0 0-4 0,0 0 0 0,47-57-2 0,-41 53-4 0,1 2 0 16,5 1-2-16,0 1 1 0,1 5 2 16,5 8-1-16,-7 5-3 0,-1 6 1 0,-8 3-6 31,4 7 2-31,-2 3-1 0,-4-1-3 15,0 3 4-15,0-1-5 0,0 1 2 16,0-3 0-16,0 0 0 0,0 1 0 16,0-1 0-16,0-1 2 0,0-2-2 0,0 1-1 15,0-2 1-15,0-2 0 0,2 2-1 16,3-2 3-16,-3-1-1 0,2-2 0 0,2-2 0 16,-2-4-1-16,2-3 4 0,5 2-3 15,-3-2 4-15,2-1-4 0,-1 1 1 16,-1-1-1-16,4-2 2 0,-6-3-1 15,1 0 0-15,3-4 0 0,-4-2 0 0,-4 1 0 16,4-4-1-16,-3 2 0 0,-3-5 0 16,0 0 0-16,0 0-1 0,0 2 2 15,4-1 2-15,-4 1 0 0,0-2 2 0,0 0-2 16,0 1-1-16,0-1 1 0,0 0 2 16,0 0 0-16,0 0 3 0,0 0-1 31,-4 0-1-31,4 0-3 0,-3 3-1 0,-3 6 0 15,0 5-3-15,0 6 2 0,4-1-3 16,-2 4 1-16,4 3-1 0,0 3 1 0,0 4-1 16,0 6 2-16,0 4 1 0,4 3 4 15,2-3-1-15,-4 3 2 0,4 0 6 16,0 1-3-16,1 0 5 0,-5 1-1 16,2 3-3-16,2 0 0 0,-6-1-3 0,0 0-2 15,0-2 1-15,0-5-2 0,0 0-4 16,0-7 1-16,-4-1-4 0,2-5 3 0,-2-2-1 15,-2-5 0-15,-3 0 0 0,1-4 0 16,-4-1-2-16,-5 0 3 0,3-3-2 16,-5 1 2-16,0-1 3 0,3-2-5 15,-3-2 5-15,1 1-6 0,-1-2 5 0,0 0-2 16,5-1 1-16,-1-3 0 0,3 2 0 16,0 0 0-16,3-4 2 0,-3 2-3 0,2-1 0 31,1-2 0-31,-1 2-2 0,8-4 2 15,-6 0 2-15,2 1-3 0,-7 1 1 16,3-2 1-16,2 1-4 0,-5 1 4 16,1-1-2-16,3-1 1 0,-3 1 1 0,-2 1-1 15,1-1 0-15,-3 3 1 0,1 0-1 16,1 1-1-16,-5 0 3 0,0 1-2 0,5 1 0 16,2-2 0-16,-3 0-2 0,5-1 2 15,2 0 0-15,-5-1-1 0,3-1 1 16,2 0-1-16,-1 0 3 0,-1 0-3 15,-2 1 0-15,1 4 1 0,1-3-4 0,-9 2 3 16,11 3 1-16,-6-2-1 0,3 0-1 16,-1 1 2-16,6-2-2 0,-3-2 3 15,3 2-1-15,4-4 1 0,-8 1-2 0,8-1 1 16,-3 0 1-16,3 0-1 0,2-3 0 16,-6 2-1-16,2 1-2 0,4-2 1 31,-2 2-1-31,2-3-1 0,-4 0-1 0,4 0-1 15,-6 0-5-15,2 0 0 0,-3 0-6 16,-5-7-10-16,6-1-16 0,2-4-40 0,4-5-90 16,0-3-129-16</inkml:trace>
  <inkml:trace contextRef="#ctx0" brushRef="#br0" timeOffset="1213.04">14730 7403 452 0,'0'0'64'0,"0"0"-8"15,0 0-6-15,0 0-9 0,0 0-10 16,0 0-8-16,0 0-7 0,0 0-2 15,0 0-4-15,-95-18-1 0,68 26-3 0,3 5-2 16,-3 2-1-16,-2 3 1 0,0 6-1 16,-4 3 3-16,-2 5-5 0,-3 3 2 15,-1 5-2-15,-4 1 1 0,1 3 0 0,-7 2 0 16,1-1 3-16,-1 2-3 0,1-2 5 16,-4 0-4-16,3-5 2 0,3 0-1 15,-1-5-1-15,1-2 1 0,1-1-3 0,-1-1 2 31,1-2-3-31,-5-1 1 0,-1 2-2 0,3 0 1 16,-2-1-2-16,5-2 3 0,4-3-1 16,-3-3 1-16,3-3-1 0,2-3 0 15,-1-2 1-15,3-4-1 0,0-2 1 16,2-1-1-16,4-1-1 0,-7-2 2 16,5-1 0-16,0-2 1 0,0 0-1 0,0-2 1 15,0-1-1-15,2-2 2 0,6 1 1 16,11 0 0-16,-1-1 2 0,3 2-2 0,8 1-2 15,-4-2 0-15,1 2 0 0,3-1-1 16,-2 2 1-16,6 1-2 0,-2-3-1 16,0-1 0-16,-4 2 0 0,2 0-1 15,4 2 2-15,0-1 0 0,0 1-1 0,-3-2 1 16,3 1-1-16,-4-1-1 0,4 0-1 16,0 2-2-16,0-1-4 0,-2 1-3 15,2-2-8 1,0 2-9-16,0-1-26 0,0-4-30 15,6-4-88-15,9-3-114 0</inkml:trace>
  <inkml:trace contextRef="#ctx0" brushRef="#br0" timeOffset="1963.66">15981 5701 440 0,'0'0'44'0,"0"0"1"0,0 0-1 16,0 0-2-16,0 0-5 0,0 0-4 15,0 0-3-15,0 0-6 0,0 0-1 0,0 0-2 16,-27-64-6-16,27 63-3 0,0 1-6 16,0 0-4-16,0 0 0 0,0 13-1 15,2 13-1-15,6 12 4 0,3 8-4 0,-3 4 0 16,2 1 2-16,-1 1-2 0,-1-3 2 16,-2-7-6-1,0-6-3-15,0-11-8 16,-1-11-25-16,-3-3-50 0,-2-6-195 0,4 0-19 15</inkml:trace>
  <inkml:trace contextRef="#ctx0" brushRef="#br0" timeOffset="2163.63">16072 5719 704 0,'0'0'38'0,"0"0"-9"0,0 0-8 0,0 0-12 16,0 0-4-16,0 0-4 0,0 0-4 16,27-78-2-16,-9 65-2 0,1 4-10 15,2 6-10-15,-1 3-30 0,-3 6-47 0,-3 11-149 16,-5 3-27-16</inkml:trace>
  <inkml:trace contextRef="#ctx0" brushRef="#br0" timeOffset="2346.15">16072 5872 625 0,'0'0'46'0,"0"0"-8"0,0 0-16 0,0 0-17 16,0 0-2-16,0 0-10 0,0 0 1 15,0 0-5-15,91-48-15 0,-64 42-24 16,-3 3-39-16,-5 1-96 0,-2 2-85 15</inkml:trace>
  <inkml:trace contextRef="#ctx0" brushRef="#br0" timeOffset="2712.7">16438 5772 546 0,'0'0'30'16,"0"0"3"-16,0 0-4 0,-23 81-13 15,23-57-3-15,0-6-12 0,0 1-3 16,0-9 0-16,0 1-6 0,0-1 1 16,0-5-6-16,0 1-6 0,0-6-13 0,0 0-22 15,0 0-26-15,2 1-28 0,2 1-13 0,-4-2 25 16,2 0 36-16,-2 0 42 15,0-2 34-15,0-10 15 0,0-6 23 0,0-6 11 16,0 0 5-16,0-2 2 0,0 0-13 16,0 0-4-1,0 2-2-15,0 6-3 0,0 0-5 0,0 5-6 0,0 1-8 0,4 2-8 16,3 0-6-16,-5 2-5 0,6 0-5 16,4 0-3-16,5 2-2 0,4 0-3 0,-3 3-5 31,-1 2-9-31,1 1-23 0,5 0-36 15,-8 1-85-15,3 8-121 0</inkml:trace>
  <inkml:trace contextRef="#ctx0" brushRef="#br0" timeOffset="2899.12">16502 5830 546 0,'0'0'48'15,"0"0"-7"-15,0 0-12 0,0 0-15 0,0 0-10 16,0 0-5-16,0 0-4 0,0 0-11 0,0 0-15 16,0 0-16-16,78-32-38 0,-67 32-63 15,7 0-102-15</inkml:trace>
  <inkml:trace contextRef="#ctx0" brushRef="#br0" timeOffset="3080.34">16473 5991 544 0,'0'0'46'0,"0"0"-8"15,0 0-13-15,0 0-11 0,0 0-6 16,0 0-2-16,0 0-1 0,0 0-3 16,0 0-1-16,68-23-5 0,-43 14-8 0,0 2-13 15,2-1-22-15,-3 3-34 0,-5 2-63 16,-2 2-103-16</inkml:trace>
  <inkml:trace contextRef="#ctx0" brushRef="#br0" timeOffset="3329.91">16793 5713 599 0,'0'0'50'0,"0"0"-8"0,0 0-11 16,0 0-13-16,0 0-8 0,0 0-5 0,0 0-1 15,0 0-4-15,0 0 1 0,0 0-2 16,95-57-1-16,-68 49-4 0,-2 3-3 0,2 3-6 16,-8 2-9-16,-1 0-14 0,-8 0-16 15,3 0-21-15,3 0-32 16,-7 2-40-16,-1 3-84 0</inkml:trace>
  <inkml:trace contextRef="#ctx0" brushRef="#br0" timeOffset="3513.22">17004 5664 446 0,'0'0'58'0,"0"0"-3"16,0 0-10-16,0 0-8 0,0 0-13 0,0 0-10 0,0 0-3 16,0 0-2-16,0 0 1 0,0 0-1 15,-76 69 1-15,72-48-1 0,1 0-3 0,-1 1-1 31,2-6 2-31,2 4-6 0,0-1 2 16,0-6-6-16,0 7-2 0,0-10-3 0,0 1-11 16,2 0-25-16,-2-7-42 0,4 2-93 15,-4-6-98-15</inkml:trace>
  <inkml:trace contextRef="#ctx0" brushRef="#br0" timeOffset="3863.65">17277 5704 588 0,'0'0'50'16,"0"0"-3"-16,0 0-8 0,0 0-13 0,0 0-8 31,0 0-6-31,0 0 0 0,0 0-8 15,0 0-1-15,0 0 0 0,-74-26-3 16,57 46 1-16,-6 6 0 0,7 3 0 16,-1 1 0-16,3-1 1 0,1 0 3 0,5-3-6 15,2-7 6-15,2-1-6 0,4-5-1 16,0-3-1-16,4 4 0 0,2-6-1 16,2 0-1-16,1-3 1 0,3-3-2 0,7-2-2 15,1 0-2-15,5 0-6 16,-4-5-8-16,4-2-16 0,-1-1-15 0,-3 0-18 15,0-1-37-15,-5 3-42 0,-3 0-86 0</inkml:trace>
  <inkml:trace contextRef="#ctx0" brushRef="#br0" timeOffset="4095.97">17428 5721 576 0,'0'0'56'0,"0"0"-16"16,0 0-19-16,0 0-9 0,0 0-1 0,0 0-1 16,0 0 1-16,0 0-2 0,0 0-2 15,-15 39-1-15,15-25-3 0,0 4-1 16,0-6 0-16,0 6 3 0,2-7-6 16,3-2 3-16,-3 2-5 0,2-7-2 0,-4 1-6 15,2-2-3-15,-2 2-10 0,4-1-21 16,-4 1-15-16,0-5-36 0,0 0-47 0,0 0-79 15</inkml:trace>
  <inkml:trace contextRef="#ctx0" brushRef="#br0" timeOffset="4483.46">17409 5833 507 0,'0'0'60'16,"0"0"-11"-16,0 0-12 15,0 0-13-15,0 0-13 0,0 0-5 16,0 0-2-16,0 0-2 0,0 0-1 15,0 0-1-15,44-27-1 0,-24 21 0 16,5 1 1-16,0-1-1 0,-2 0 0 16,-1 0 0-16,-1 0-2 0,-2 0 1 0,-5 1 1 15,-1-1 0-15,-5 3 1 0,-4 2 0 16,4-4 0-16,-4 2 1 0,-2 0 0 0,3 2 1 16,-5-4 1-16,2 0 1 0,-2 1 0 15,2-9 1-15,-2 3-1 16,4-2-1-16,-2-6-2 0,-2 7 3 0,0-1 1 15,4 1 3-15,-4 7 4 0,2-1 3 0,-2 5-3 16,0-1 1-16,0 1-2 0,0 0-6 0,0 0 3 16,4 0-3-16,-4 9 1 0,2 8 1 15,-2-1-1-15,4 3 0 0,-4 0 0 32,0 1-4-32,0-1 0 0,0-2-2 0,3-6-3 0,-3 0 0 0,0-1 0 31,6-1-1-31,-2 0-4 0,-4-4-8 0,2-1-12 15,-2 1-12-15,4 4-30 0,2 0-42 16,-4 2-110-16,-2-7-53 0</inkml:trace>
  <inkml:trace contextRef="#ctx0" brushRef="#br1" timeOffset="14778.92">17829 11251 242 0,'0'0'50'16,"0"0"-8"-16,0 0-2 0,0 0-2 0,0 0-3 15,0 0-6-15,0 0-3 0,0 0-4 16,0 0-8-16,21-66 5 0,-17 57-6 15,-4 5 4-15,2-1-2 0,-2 0-1 0,0 5-3 16,0-1-3-16,0 1-5 0,0-1-1 16,4-1-1-16,-4 1 0 0,0 1-1 15,0-2 0-15,0 2-1 0,0 0 1 0,-4 0 2 16,-2 7-1-16,-3 7 2 0,3 2-4 16,0-1 2-16,0 0-3 0,0 0 3 15,1-3-1-15,3 6-1 0,0-7 2 0,-2 3-2 31,4-2 1-31,0 1 0 0,0-1 0 16,0 2 0-16,0 4 0 0,4-3-1 16,-2 7 1-16,5-4-1 0,-1-1 1 0,2 0-1 15,2-1 1-15,-3 1 0 0,1 0 0 16,0 0 0-16,-2 2 1 0,5 2-1 16,-3 1 0-16,2 2 1 0,1-1 0 0,-1-1 1 15,2-1 0-15,-3-1-2 0,1-2 2 16,-2 2-2-16,0-1 1 0,-1-1-2 15,-1-2 2-15,4 2-1 0,-8 1 1 0,4 0 3 16,1 1-4-16,-5 2 3 0,2-7-3 16,-2 2 0-1,2-5 1-15,-4 0 1 0,0 1 0 16,0 0 0-16,0 0 0 0,0-1-1 0,0 0 2 0,0-7-2 0,0 5 0 16,0-3 0-1,0-3-1-15,0 7 1 0,0-5 0 16,0 0 0-16,0 5-1 0,0-6 0 15,0 0 0-15,0 6 0 0,0-5 1 16,0 0 0-16,0 5 0 0,0-5-1 16,0-2 1-16,0 7 0 0,0-5 0 0,0-1 1 15,-4 5-1-15,4-5-1 0,-2-1 2 16,2 1-2-16,0-5 1 0,-4 0-1 0,4 0-1 16,0 1 1-16,0 1 0 0,0-1 1 15,-2 1 1-15,2-1 0 0,0 1-1 16,-2-2 1-16,2 0-2 0,-7 0 1 15,-3-2-1-15,4-2 0 0,-7-7 0 0,5 1-2 16,2 0 2-16,-2-3 1 16,4 5-1-16,-3 1 2 0,1-1-2 0,4 4 0 0,-4-4 1 15,2 5 1-15,2-2-1 0,2 3 3 16,0 2-4-16,-4-2 1 0,4 2-1 31,0-2 1-31,0 2 0 0,0-1-1 0,-3-1 2 0,3 0-1 0,0 2 0 0,0-1 2 31,0 1-3-31,-2-1 2 0,2 1-2 16,0-2-1-16,0 2 0 0,0-1 1 16,0 1-2-16,0 0 1 0,0 0 0 0,0 0-2 15,0 0 3-15,0 3 0 0,0 3 0 16,0 4 2-16,0 3-2 0,2-3 0 16,-2 1 1-16,3-7-1 0,1 5 0 0,-2-4 1 15,-2 0-1-15,6 2 0 16,-6-3 0-16,4 0 1 0,-2 0 0 0,-2-4-1 0,0 3 1 15,4 0 0-15,-4 0 1 0,2 2 1 16,-2-5 3-16,0 0 1 0,0 0 4 16,4 0 0-1,-4 2 0-15,7-2-3 0,1-4-2 0,-2 0 0 0,7-5-3 0,-1-2 1 16,-4 0-2-16,5-2-1 0,-7 4 0 16,2-2-1-16,2 2 0 0,-3 3 1 0,1-2-2 31,-4 4 2-31,0 1-2 0,0-1-1 15,-2 2 1-15,-2 2-1 0,0-2 0 16,0 2 0-16,4 0-3 0,-4-1-3 16,3 1-3-16,-3-2-8 0,4 2-13 0,-4 0-24 15,6 0-26-15,0 0-78 0,2 5-108 16</inkml:trace>
  <inkml:trace contextRef="#ctx0" brushRef="#br1" timeOffset="16845.66">16638 11421 363 0,'0'0'59'16,"0"0"-9"-16,0 0-8 0,0 0-9 0,0 0-3 31,0 0-3-31,0 0-4 0,0 0-5 15,0 0-6-15,0 0-2 0,-29-14-2 16,29 11 0-16,7-2 2 0,3 1 0 16,13-1 0-16,-3 1-3 0,7-1-1 0,0 2-2 15,2-2-2-15,4 3-1 0,0-3 0 16,0 2-1-16,0-2 0 0,0 2 0 16,-4 1-2-16,-8 0 0 0,0 2-4 0,-9-2-3 15,-6 2-17-15,0 0-31 0,-6 0-52 16,0 0-140-16,0 0-15 15</inkml:trace>
  <inkml:trace contextRef="#ctx0" brushRef="#br1" timeOffset="17095.59">16833 11371 503 0,'0'0'49'15,"0"0"-10"-15,0 0-9 0,0 0-10 0,0 0-10 0,0 0-5 31,0 0 0-31,0 0 4 0,0 0-2 16,0 0 3-16,-3 42-1 0,3-19-3 16,3 1 2-16,1 1-6 0,-2-3-2 0,-2 3 1 15,4-9 0-15,-4 3-1 0,2-3 2 16,2-4-2-16,-2 5-1 0,2-7 0 16,-2 1 0-16,3 0 0 0,-3-2-1 0,-2 2 1 15,2-7-3-15,4 4-3 0,-2-4-5 16,-4 1-26-16,6 4-29 0,-4-5-69 15,2 1-128-15</inkml:trace>
  <inkml:trace contextRef="#ctx0" brushRef="#br1" timeOffset="17431.75">17124 11339 594 0,'0'0'31'0,"0"0"-11"15,0 0-10-15,0 0-4 0,0 0 3 16,0 0-3-16,0 0 0 0,0 0-3 16,0 0-1-16,0 100 0 0,-2-77 0 0,-4 0-2 15,2-8 0-15,2-5 0 0,2-5-1 16,0-1 2-16,0 2 1 15,0-1-2-15,0 1 1 0,0-3 0 0,0 2 1 0,0-1 0 16,2 2-1-16,2-3-1 0,8 0 1 16,-4 0-2-16,5-3-1 0,-1 2-2 15,1-2-2-15,5 0-6 0,-9 0-18 0,3 0-20 16,0 3-23-16,-3 0-68 0,-1 1-103 16</inkml:trace>
  <inkml:trace contextRef="#ctx0" brushRef="#br1" timeOffset="17646.16">17246 11413 495 0,'0'0'50'16,"0"0"-16"-16,0 0-13 0,0 0-8 0,0 0-5 15,0 0 4-15,0 0 0 0,0 0 3 16,0 0-3-16,-37 92 0 0,37-64-3 15,-2-1-2-15,2 2-2 0,0 0 0 0,0-2-3 16,0-1 0-16,0-8-3 0,2-1-1 16,2-2-6-1,-2-4-9-15,2 0-36 0,-2 0-64 0,-2-4-153 0</inkml:trace>
  <inkml:trace contextRef="#ctx0" brushRef="#br1" timeOffset="18345.59">16609 12849 479 0,'0'0'54'0,"0"0"-10"0,0 0-7 16,0 0-3-16,0 0-4 0,0 0-7 0,0 0 0 15,0 0-8-15,0 0-5 0,-37 0-2 16,37 0-3-16,-2 0-2 0,2 0 1 16,0 0-2-16,0 0-1 0,2 0 0 15,11 0 0-15,7 0-1 0,11-2 0 0,-4 2 0 16,4 0 1-16,-2 0-1 0,6 0 0 16,0 0 0-1,5 0 1-15,5 0-1 0,1 0 1 16,3 0-1-16,-1-1-1 0,1-2 2 15,-1-1-1-15,-3-1 0 0,-1 0-2 16,-3 1 0-16,-4 1 0 0,0 0 1 16,-10 1-1-16,-6 0 1 0,-2 2 1 0,-7-1-1 15,-6 1 0-15,7-2 1 0,-11 2-2 16,4-1 2-16,-2 1 1 0,-4 0-1 0,0-2 2 16,0 2-1-16,2 0-3 0,0-1 3 15,-2 1-4-15,4 0-11 0,-2-4-11 16,2 0-33-16,3 1-32 0,-5 0-55 15,-2 3-45-15,0-6-51 0</inkml:trace>
  <inkml:trace contextRef="#ctx0" brushRef="#br1" timeOffset="18645.25">17316 12653 402 0,'0'0'58'15,"0"0"-5"-15,0 0-4 16,0 0-3-16,0 0-8 0,0 0-8 0,0 0-10 15,0 0-7-15,0 0-6 0,0 0-3 16,-18-21 2-16,18 21-2 0,6 6 1 0,6 4 0 16,3 3-1-16,-1 1-1 0,5-2-2 15,-3-2 0-15,-1 2 0 0,-1-1-1 16,3-1 0-16,-3 1-1 0,-5-3 0 16,3 1 1-16,-6-2-1 0,-2 1 0 0,3-1 0 15,-3 3 1-15,0-1-1 0,-4 0 1 16,0 6-1-16,0 1-1 0,-6 2 0 0,-3 0-1 15,-7-2-4-15,1 0-3 0,1-2-7 16,-3-1-3-16,3-1-13 0,-5 0-17 16,11-4-32-16,-4 1-79 0,-1-5-91 15</inkml:trace>
  <inkml:trace contextRef="#ctx0" brushRef="#br1" timeOffset="19378.54">14745 12441 570 0,'0'0'43'0,"0"0"-8"0,0 0-8 0,0-90-7 16,0 72-7-16,0 0-7 0,-6 1 1 15,-1 2-2-15,1 7-2 0,2 1 1 0,-6-1-3 16,1 6 0-16,-9 2 0 0,5 0-1 16,-5 10-1-16,-1 3 1 0,9 6-2 0,0 2 2 15,1 1-1-15,5 3 2 0,4 1 0 31,0-1 0-31,6 0 1 0,5-1-1 16,-1 0 3-16,2-1-6 0,1 1 3 16,3-2-3-16,-1-3 1 0,-7 1 1 0,9-4 0 15,-11-4 0-15,0 1-1 0,-2-6 2 16,-4 4-1-16,0 5 1 0,-2-3 1 0,-6 5 0 16,-5-2-1-16,-5-5 2 0,3-1 1 15,3-4 1-15,-7-2 0 0,5-2 0 16,-5-2-1-16,1 0-1 0,3 0-1 15,3 0-1-15,8-2-4 0,-5-1-3 0,3 0-9 16,2 0-34-16,2 2-50 0,2 1-92 16,0-5-97-16</inkml:trace>
  <inkml:trace contextRef="#ctx0" brushRef="#br1" timeOffset="19729.04">14782 12492 539 0,'0'0'32'0,"0"0"-8"15,0 0-3-15,0 0-2 0,0 0-4 16,0 0-1-16,0 0-8 0,0 0 1 16,0 0-6-16,58 67 0 0,-58-57-1 0,2 1 0 15,2-2-1-15,-4-2-1 0,2-3 1 16,-2 2 0-16,0-6 1 0,0 0-1 0,0 0 1 15,4 2 1-15,-4-2-1 0,0 1 2 16,0-1 0-16,0-3 1 0,2-10 4 16,-2-7-5-16,4-6 6 0,-1 8 2 15,-3 0 3-15,0 5 1 0,0 1-2 0,4 0-3 16,-2 0-2-16,0 1 0 0,-2 1-2 16,6 1 0-1,0 1-3-15,0 2-1 0,5 0-3 16,3 0-1-16,5 1-6 0,-1 2-17 15,-1 2-27-15,-1 1-43 0,-1 0-85 16,-5 1-93-16</inkml:trace>
  <inkml:trace contextRef="#ctx0" brushRef="#br1" timeOffset="19895.55">14912 12541 558 0,'0'0'48'0,"0"0"-13"15,0 0-9-15,0 0-13 0,0 0-6 0,0 0-3 16,0 0-5-16,0 0-14 0,0 0-27 16,0 0-46-16,64-8-71 0,-64 8-102 15</inkml:trace>
  <inkml:trace contextRef="#ctx0" brushRef="#br1" timeOffset="20045.59">14827 12691 490 0,'0'0'30'0,"0"0"-7"0,0 0-7 0,0 0-5 15,0 0-4-15,0 0-1 0,0 0-4 16,0 0-5-16,0 0-11 0,0 0-32 16,93-15-65-16,-74 10-114 0</inkml:trace>
  <inkml:trace contextRef="#ctx0" brushRef="#br1" timeOffset="20312.25">15204 12404 577 0,'0'0'41'16,"0"0"-10"-1,0 0-6-15,0 0-8 0,0 0-3 16,0 0-2-16,0 0-3 0,0 0-3 15,-50 90 0-15,46-68 1 0,-2 3-5 16,0-2 3-16,1-5-6 0,5-2 3 16,0-3-2-16,-2-8 1 0,2 7-2 0,0-7 0 15,0 2 0-15,0-1 0 0,0-2-2 16,0 1-1-16,0-1-2 0,0 7-8 16,0-6-16-16,0-1-23 0,2 5-30 0,3-4-78 15,1-1-100-15</inkml:trace>
  <inkml:trace contextRef="#ctx0" brushRef="#br1" timeOffset="20796.03">15109 12715 472 0,'0'0'58'0,"0"0"-9"0,0 0-8 31,0 0-6-31,0 0-7 0,0 0-5 0,0 0-3 15,0 0-4-15,0 0-5 0,0 0-1 16,-2 8-2-16,4-8-2 0,8 0-1 16,4 0-3-16,7-5-1 0,2-1-1 0,-3 2-1 15,1-2-1-15,4 1-3 0,-4 2-5 16,-3 0-15-16,-3 0-24 0,-3 2-32 0,-2 1-38 16,3 0-72-16,-11 0-58 0</inkml:trace>
  <inkml:trace contextRef="#ctx0" brushRef="#br1" timeOffset="21047.49">15371 12465 600 0,'0'0'41'0,"0"0"-15"15,0 0-8-15,0 0-4 0,0 0 2 16,0 0-5-16,0 0-3 0,0 0 0 16,0 0-8-16,-4 86 3 0,4-68-5 0,0 1-2 15,-2-1-3-15,-2 0-16 0,-2 5-26 16,-1-5-43-16,1 0-76 0,2-5-104 16</inkml:trace>
  <inkml:trace contextRef="#ctx0" brushRef="#br1" timeOffset="21262.09">15417 12500 617 0,'0'0'56'16,"0"0"-10"-16,0 0-20 15,0 0-12-15,0 0-9 0,0 0-3 16,0 0-3-16,0 0 1 0,0 0-5 15,64-75-8-15,-50 69-20 0,5 3-35 16,-7 3-53-16,-4 0-115 0,5 0-28 16</inkml:trace>
  <inkml:trace contextRef="#ctx0" brushRef="#br1" timeOffset="21412.72">15340 12620 525 0,'0'0'37'16,"0"0"-2"-16,0 0-11 0,0 0-11 0,0 0-9 16,0 0-5-16,0 0-3 0,85-24-8 15,-60 16-12-15,-5 0-29 0,1 6-34 0,-4 0-77 16,-9 2-75-16</inkml:trace>
  <inkml:trace contextRef="#ctx0" brushRef="#br1" timeOffset="21598.55">15286 12814 407 0,'0'0'36'16,"0"0"-2"-16,0 0-5 0,0 0-7 0,0 0-8 15,0 0-4-15,0 0-5 0,0 0-6 16,87-2-9-16,-62-5-8 0,2-2-38 15,0 0-86-15,-2-2-94 0</inkml:trace>
  <inkml:trace contextRef="#ctx0" brushRef="#br1" timeOffset="21878.79">15729 12385 612 0,'0'0'51'0,"0"0"-18"0,0 0-10 0,0 0-7 15,0 0-4-15,0 0-2 0,0 0-2 16,0 0-1-16,0 0-1 0,-58 37-3 16,56-32-1-16,2 7-1 0,0-4-1 0,0 4 0 15,0 3-1-15,2-6-1 0,6 5-1 16,-2-2 2-16,1-3-7 0,3 3-6 15,-4-3-17-15,0-1-19 0,0 1-17 0,-6-4-17 16,9 5-6-16,-7-3-57 0,2 3-76 16</inkml:trace>
  <inkml:trace contextRef="#ctx0" brushRef="#br1" timeOffset="22311.94">15834 12444 501 0,'0'0'52'16,"0"0"-4"-16,0 0-10 0,0 0-10 0,0 0-10 0,0 0-3 16,0 0-1-16,0 0-2 0,0 0-2 15,0 0-3-15,-29-69-3 0,17 69 0 0,-5 0-3 32,1 10 1-32,-3 3 0 0,-2 5-2 0,3 3 0 15,-1 3 3-15,-1 0-1 0,1 2-3 16,2-1 3-16,3 0-5 0,2-1 3 15,-1-3 0-15,7 1-2 0,-2-6 1 16,8-1-1-16,0-4 0 0,0 1 0 16,0 3 1-16,8-1-1 0,2 3 1 0,5-4 0 15,-3-1-1-15,3-3-2 0,1-1-4 16,-3-3-15-16,7-1-20 0,-5-4-26 16,7 1-40-16,-5-1-80 0,0 0-60 0</inkml:trace>
  <inkml:trace contextRef="#ctx0" brushRef="#br1" timeOffset="22562.15">15865 12571 585 0,'0'0'47'0,"0"0"-12"0,0 0-13 16,0 0-11-16,0 0-5 0,0 0-2 0,0 0-1 15,0 0-1-15,0 0-2 0,0 0 1 16,52-25-5-16,-40 23-6 0,7-1-16 16,-11 1-23-16,-2 2-32 0,-4 0-52 0,-2 0-67 15</inkml:trace>
  <inkml:trace contextRef="#ctx0" brushRef="#br1" timeOffset="22745.33">15865 12571 432 0,'89'-32'38'16,"-89"32"-5"-16,0 0-4 0,-4 0 0 0,-2 8-5 16,4 7-3-1,-5-1-5-15,3 1-1 0,2 2-5 0,-4-1-3 0,2 7-4 0,-2-6-2 31,6-1-2-31,0 1-4 0,0-6-6 16,0 1-24-16,0-6-46 0,0-2-114 16,-2 1-67-16</inkml:trace>
  <inkml:trace contextRef="#ctx0" brushRef="#br1" timeOffset="23045.24">16090 12624 592 0,'0'0'35'0,"0"0"-5"15,0 0-10-15,0 0-11 0,0 0-6 0,0 0-1 16,0 0 0-16,0 0-1 0,0 0 1 16,-39 88-1-16,29-72 1 0,2-4-2 15,1-2 1-15,1-1-1 0,2 1 0 0,-2-1 0 31,4 0 1-31,0 1-2 0,-2-5 2 16,4 4-2-16,0-5 1 0,4 6-1 16,4 0-1-16,-2-5-4 0,7 2-4 0,1-2-14 15,-6-3-19-15,9-2-27 0,4 0-37 16,-7 0-52-16,3-5-78 0</inkml:trace>
  <inkml:trace contextRef="#ctx0" brushRef="#br1" timeOffset="23329.17">16169 12785 572 0,'0'0'49'15,"0"0"-7"-15,0 0-16 0,0 0-12 0,0 0-5 31,0 0-3-31,0 0 0 0,0 0 1 16,0 0 1-16,0 0 0 0,-25 44 0 16,17-19-2-16,2-1-2 0,0 0-2 0,-1 0-1 15,1 1 0-15,2-3-1 0,0 3-1 16,-2-4-1-16,2-4-1 0,1-2-1 16,-1-3 0-16,4-2-3 0,-2 3-5 0,-2-7-13 15,4 0-26-15,0-6-41 0,0 0-94 16,0 0-84-16</inkml:trace>
  <inkml:trace contextRef="#ctx0" brushRef="#br1" timeOffset="23979.05">14703 13031 589 0,'0'0'46'16,"0"0"-12"-16,0 0-15 0,0 0-6 16,0 0-6-16,0 0-3 0,0 0-2 15,0 0 0-15,-95 69 1 0,77-35-1 0,7 3 4 16,-5 1-4-16,3 0 1 0,5-2-1 31,4-1-3-31,2-5 1 0,2-2 0 16,0-6-3-16,6-2-3 0,0-6-5 0,7-2-31 15,1-1-31-15,-5-4-83 0,9 2-120 16</inkml:trace>
  <inkml:trace contextRef="#ctx0" brushRef="#br1" timeOffset="24198.43">14821 13203 524 0,'0'0'34'0,"0"0"2"0,0 0-13 15,0 0-4-15,0 0-8 0,0 0-6 0,0 0-2 16,99-55-3-16,-68 46-6 0,0 2-8 16,-4 0-23-1,-6 4-33-15,-9 0-54 0,1 3-46 16,-7 0-61-16</inkml:trace>
  <inkml:trace contextRef="#ctx0" brushRef="#br1" timeOffset="24398.55">14991 13143 484 0,'0'0'40'0,"0"0"-7"0,0 0 0 15,0 0-9-15,0 0 0 0,-60 87-10 16,49-60-1-16,3 0-5 0,0 1-2 15,-4-1-1-15,5 0-2 0,1-2-1 0,2-7 0 16,2-1-2-16,2-7 0 0,0-3-5 16,0 3-8-16,0-5-22 0,0-1-39 15,0 1-79-15,0-5-115 0</inkml:trace>
  <inkml:trace contextRef="#ctx0" brushRef="#br1" timeOffset="24712.5">15125 13233 517 0,'0'0'18'0,"0"0"-3"15,0 0-6-15,0 0-3 0,0 0-2 16,0 0-1-16,0 0 0 0,-72 79 4 15,66-68 9-15,-1-2 3 0,3-2 2 0,-2 2-4 16,6-4-4-16,-2 0-4 0,2-1-1 16,0 2 0-16,0 3-3 0,0 0 0 15,6-1-2-15,7 1 0 0,-5-4-2 16,4 1-2-16,7-4-3 0,-5 0 0 0,5-2 0 16,0 0-4-16,-3 0-10 0,7 0-17 15,-5 0-19 1,-7 0-33-16,-5 0-37 0,4-2-49 15</inkml:trace>
  <inkml:trace contextRef="#ctx0" brushRef="#br1" timeOffset="24961.97">15204 13251 504 0,'0'0'40'0,"0"0"1"0,0 0-9 16,0 0-8-16,0 0-9 0,0 0-1 15,-9 90 0-15,5-63-2 0,4-1 2 0,0 0-4 16,-2-6-4-16,2-2-1 0,-4-5-2 31,4-1-3-31,-2 1-1 0,2-9-3 0,0 2-8 0,0-6-32 0,0 0-55 0,0 0-174 31,0 0-12-31</inkml:trace>
  <inkml:trace contextRef="#ctx0" brushRef="#br1" timeOffset="25279.15">15348 13112 640 0,'0'0'33'15,"0"0"-5"-15,0 0-1 0,0 0-6 0,0 0-6 16,0 0-4-16,87 20 0 0,-70-9-1 16,-1 3-3-16,-1 1-2 0,3 2 2 15,-5-1-7-15,-1 4 6 0,3 2-6 0,-7 0 0 16,-2 3 1-16,-2 0-2 0,-4 4 3 16,-4 2-2-16,-8-1 2 0,-3 1-2 15,-3-1 0 1,-3 0 0-16,0-1 1 0,-4 0-1 15,1-3 1-15,3-3-2 0,2-4 1 16,5-6-1-16,4-5 1 0,1-1-2 16,5-4-2-16,2-1-6 0,2-2-13 0,-2 0-33 15,2 0-63-15,-4 0-173 0,2-1-9 16</inkml:trace>
  <inkml:trace contextRef="#ctx0" brushRef="#br1" timeOffset="26629.21">17461 14295 619 0,'0'0'45'0,"0"0"-11"16,0 0-11-16,0 0-8 0,0 0-7 16,0 0-5-16,0 0-2 0,0 0-1 0,0 0 2 15,0 0-2-15,-77 107 0 0,57-65 0 16,-1-1 2-16,0 2 2 0,-1-4-3 15,1-2 2-15,2-5-7 0,7-10-3 0,6-10-19 16,2-6-39-16,4-6-61 0,0 0-159 16</inkml:trace>
  <inkml:trace contextRef="#ctx0" brushRef="#br1" timeOffset="26844.95">17325 14317 577 0,'0'0'63'16,"0"0"-13"-16,0 0-19 0,0 0-15 16,0 0-6-16,0 0-4 0,0 0 1 0,0 0 1 15,0 0-1-15,6 48 0 0,2-22-3 16,4-2-1-16,1 2-3 0,-1 2 1 16,3 0 2-16,-3 3-4 0,5 0 2 0,-9 1-5 15,4 2-8-15,-6-2-11 0,-3-3-38 16,-3-2-57-16,0-7-170 0,-7-1 1 15</inkml:trace>
  <inkml:trace contextRef="#ctx0" brushRef="#br1" timeOffset="27029.82">17265 14646 660 0,'0'0'39'0,"0"0"-10"0,0 0-14 16,0 0-7-16,0 0-5 0,0 0-3 0,0 0-2 16,0 0-5-16,84-5-9 0,-57 4-29 15,-6 1-44-15,2 0-75 0,-7 0-116 16</inkml:trace>
  <inkml:trace contextRef="#ctx0" brushRef="#br1" timeOffset="27461.93">17661 14504 607 0,'0'0'50'16,"0"0"-14"-16,0 0-15 15,0 0-12-15,0 0 0 0,0 0 4 0,0 0-4 0,0 0 6 0,0 0-7 16,-24 77-4-16,22-59-1 0,2-6-2 16,0 0-2-16,0 2 0 0,0-2-1 0,0 0 0 31,0-7 0-31,0 1-1 0,0-6 1 15,0 0 1-15,0 0 1 0,0 0 0 16,2-6 1-16,4-6 2 0,0-6-1 16,-2-2 3-16,-2-2-1 0,2 0-4 0,-4-2 6 15,0 7-4-15,0-2 5 0,0 1 1 16,2 5-2-16,-2 1 1 0,0 2-3 16,5 6-1-16,-5-1-2 0,2 1 0 0,0 4-1 15,10 0 1-15,1 0 0 0,9 8-1 16,-5 0 0-16,-1 3-1 0,1 1 2 15,-1 0-2-15,-1 2 1 0,-3 1 3 0,-5-2-4 16,-5 2 3-16,-2 1-4 0,0 3 2 16,-7 2-1-16,-7-1 1 0,-1-2 1 15,-3 0-2-15,-3 0 0 0,-2 0 1 0,3-1 0 16,1 0-3-16,3-2 0 0,-1-6-4 16,9 1-7-16,2-3-12 0,1-4-29 31,3 0-55-31,2-2-170 0,2 2-15 0</inkml:trace>
  <inkml:trace contextRef="#ctx0" brushRef="#br1" timeOffset="27934.5">17961 14502 643 0,'0'0'40'0,"0"0"-9"0,0 0-1 15,0 0-11-15,0 0 0 0,0 0-7 16,-8 82-4-16,8-56-4 0,-2-2-2 16,-2 2 1-16,4 0-3 0,-2-8 1 15,-2 0-1-15,4-7-1 0,-3-5 1 0,3 0 0 16,0-6 2-16,0 0 0 0,0 0 0 16,0 0-1-16,0 2-1 15,0-2 2-15,0-10 0 0,3-7 2 0,1-3 2 0,2-2-1 31,-4-1 0-31,4 1 0 0,-4-1-2 16,4 0-2-16,1 3 2 0,-1 7-2 16,-2-1-6-16,2 6 6 0,0 1-6 0,1-1 6 15,-5 5-1-15,0 0 1 0,4 3 0 16,0 0-2-16,6 0 3 0,5 0-2 16,-9 3 5-16,7 3-2 0,-3 2 0 0,-1-2-4 15,-3 3 0-15,-2-3-2 0,-4-3 1 16,2 6 1-16,-4 2 0 0,0 4 0 15,-6 5 0-15,-4-1 0 0,-1 1 1 0,-5 0-1 16,-3 1 1-16,3 2 1 0,-3-3-2 16,0 0 1-16,5-4-2 0,-5 0 2 15,9-6 0-15,0-2-4 0,3-3-7 0,3-3-8 16,2 1-17-16,2-3-22 0,0 0-35 16,0 0-59-16,0 0-114 0</inkml:trace>
  <inkml:trace contextRef="#ctx0" brushRef="#br1" timeOffset="28261.71">17368 15077 690 0,'0'0'38'16,"0"0"-7"-16,0 0-10 0,0 0-4 0,0 0-8 15,0 0-4-15,0 0-2 0,0 0-1 0,0 0 3 16,0 0 4-16,-56 53-5 0,42-18 5 16,-1 2-4-1,-1-1-3-15,7-1 0 0,3-1-2 16,2-3 0-16,4-2-2 0,0-2 0 15,6-1 0-15,5-5-3 0,-3-2-11 16,2-7-14-16,-4-4-33 0,3-4-47 16,-3-2-179-16,2-2-6 0</inkml:trace>
  <inkml:trace contextRef="#ctx0" brushRef="#br1" timeOffset="28495.07">17440 15183 682 0,'0'0'31'15,"0"0"-12"-15,0 0-1 0,0 0-7 0,0 0-5 16,0 0-1-16,85-50-3 0,-52 38-1 16,0 2 0-16,4 1-3 0,-4 0 1 15,-2 1 0-15,-2 0-2 0,0 2-4 0,-14 3-11 31,-1 1-23-31,-10 2-21 0,-4 0-25 16,7 0-21-16,-1 0-24 0,-4 0-20 16</inkml:trace>
  <inkml:trace contextRef="#ctx0" brushRef="#br1" timeOffset="28681.19">17790 15062 493 0,'0'0'65'0,"0"0"-15"0,0 0-8 15,0 0-6-15,0 0-10 0,0 0-5 16,0 0-5-16,0 0-5 0,-83 70 0 15,71-44 4-15,-1 4-4 0,1 2 2 0,-3 0-7 16,1 0-6-16,1-4 1 0,5-3-2 16,-2-7 1-16,4-1-3 0,4-8 0 15,2-4-4-15,0 0-6 0,0-3-13 0,0 1-26 16,6-3-36-16,8 0-64 0,-1-8-130 16</inkml:trace>
  <inkml:trace contextRef="#ctx0" brushRef="#br1" timeOffset="28961.96">17922 15100 660 0,'0'0'38'16,"0"0"-8"-16,0 0-12 0,0 0-8 15,0 0-5-15,0 0-2 0,0 0-2 16,0 0 0-16,0 0 6 15,0 0-5-15,-23 67 4 0,17-54-5 0,0 1 0 0,0-3 0 16,-1 4 1-16,3-6 4 0,4-4-3 16,-2 5 2-16,2-4 1 0,-4-1-3 15,4 5-1-15,6-3-2 0,5 2 0 0,7 0-1 16,-1-3 0-16,5-5-1 0,-1-1-2 16,4 0-3-1,2 0-7-15,0-3-8 0,0 0-33 0,2-1-28 0,-13 2-68 0,-4 1-52 31,-5 1-48-31</inkml:trace>
  <inkml:trace contextRef="#ctx0" brushRef="#br1" timeOffset="29211.97">18062 15232 632 0,'0'0'55'0,"0"0"-9"0,0 0-14 15,0 0-11-15,0 0-6 0,0 0-7 0,0 0-2 16,0 0 1-16,0 0-4 0,0 0 2 16,7 22-1-1,-7 1-5-15,0 4 4 0,-4-3-3 0,1-1 1 0,-1-7-1 0,2 3 0 16,-2-3-4-16,4-4 1 0,-2 5-4 16,2-7-9-16,0-5-13 0,0 1-27 15,0-6-45 1,0 0-95-16,0 0-90 0</inkml:trace>
  <inkml:trace contextRef="#ctx0" brushRef="#br1" timeOffset="29562.22">18224 14969 682 0,'0'0'55'0,"0"0"-13"15,0 0-12-15,0 0-8 0,0 0-7 0,0 0-5 16,0 0-2-16,0 0-2 0,0 0 0 16,27-22 0-16,-9 32-1 0,1 2-1 15,-3 5-2-15,3 1 0 0,-5 4-1 0,-1 2 0 16,-3 3-2-16,-4 4-1 0,-6 2 4 16,0 2-4-16,-4 3 3 15,-4 2-4-15,-11-1-2 0,1 2 1 0,-3-2-1 0,-4 1 3 31,-2-1 0-31,3-3 2 0,3-4 0 16,0-4 0-16,-1-4 0 0,7-6-1 16,3-4 1-16,5-6 1 0,1-2-2 0,4-4 1 15,-2 2-5-15,2-1-2 0,2-3-4 16,-4 0-6-16,4 0-13 0,0 0-32 16,0 1-70-16,0-1-165 0,0 0-4 0</inkml:trace>
  <inkml:trace contextRef="#ctx0" brushRef="#br1" timeOffset="31414.79">20824 14432 221 0,'0'0'53'0,"0"0"-10"16,0 0 0-16,0 0-3 0,0 0-1 15,0 0-2 1,0 0 1-16,0 0 1 0,0 0-1 15,-33-53-2-15,29 44-3 0,2 4-6 16,-2-3-2-16,2-2-6 0,-2 6-2 16,4 1-3-16,0 3-3 0,-3-2-5 0,3 2-3 15,-4 3-1-15,2 15 3 0,2 13-2 16,-4 13 3-16,4 3 0 0,0 3-4 0,4 0 2 16,-2 0-3-16,2-1-2 0,-4-2 2 15,3-4-2-15,-3 0 1 0,0-4-2 16,0 0 2-16,0-6 0 0,0-3 1 15,0-10-2-15,0-8 2 0,0-5-3 0,0-3 0 16,0 2 1-16,0 0-3 0,0 0-4 16,0-6-11-16,0 0-19 0,0 0-30 15,-3 5-52-15,-1-2-89 0,2 1-62 0</inkml:trace>
  <inkml:trace contextRef="#ctx0" brushRef="#br1" timeOffset="31646.59">20657 14871 482 0,'0'0'51'0,"0"0"-10"0,0 0-14 16,0 0-7-16,0 0-5 0,0 0-1 16,0 0 0-16,0 0 1 0,0 0-3 0,8 79-2 15,4-56 0-15,-1-2-4 0,1-2-3 16,-2 0-1-16,7-4-2 0,-9 0 1 15,3-6-2-15,-3 2 2 0,-2-5-2 0,-4-3 0 16,4 1-1-16,-2-1-6 0,-1 1-19 16,1-1-26-16,-4-3-39 0,0 0-69 15,0 0-95-15</inkml:trace>
  <inkml:trace contextRef="#ctx0" brushRef="#br1" timeOffset="31863.29">20909 14875 540 0,'0'0'39'0,"0"0"-9"0,0 0-8 16,0 0-5-16,0 0-1 0,0 0-3 0,0 0-4 16,0 0-2-16,0 0-5 0,0 67 1 15,-12-46-2-15,-1 0-1 0,-1-1-2 16,-3 0 0-16,7-1-6 0,-7-3-7 15,5-4-28-15,4 2-35 0,-1-5-87 0,-1-1-107 16</inkml:trace>
  <inkml:trace contextRef="#ctx0" brushRef="#br1" timeOffset="33844.74">21293 14569 518 0,'0'0'46'16,"0"0"-9"-16,0 0-9 0,0 0-8 0,0 0-8 15,0 0-2-15,0 0-1 0,0 0-1 16,0 0 0-16,62-46-6 0,-35 39 1 16,0 0-5-16,4 3 3 0,-2 0-2 15,2 0-3-15,-6 4-2 0,-6-1-5 0,-5 1-22 16,-2 0-18-16,-10 0-42 0,3 0-73 15,-5 5-82-15</inkml:trace>
  <inkml:trace contextRef="#ctx0" brushRef="#br1" timeOffset="34028.64">21455 14509 483 0,'0'0'62'15,"0"0"-17"-15,0 0-13 16,0 0-10-16,0 0-8 0,0 0 3 0,0 0-5 15,0 0 4-15,0 0-4 0,-71 85-4 16,65-56-1-16,4 0-4 0,2 0-1 16,-2-2-3-16,2-5-2 0,0-2-2 0,0-7-6 15,0 1-17-15,0-1-24 0,0-6-48 16,2-2-80-16,-2-5-82 0</inkml:trace>
  <inkml:trace contextRef="#ctx0" brushRef="#br1" timeOffset="34363.8">21622 14520 571 0,'0'0'47'0,"0"0"-13"16,0 0-12-16,0 0-10 0,0 0-4 15,0 0 1-15,0 0-2 0,0 0 0 16,0 0-4-16,8 84-2 0,-14-58 0 16,0-2 0-16,-2-2-1 0,-1 0 0 0,3-7 3 15,2-6-3-15,2-1 0 0,2-4 0 16,-4 1 0-16,4-1 0 0,0-4 1 16,0 0 1-16,0 0 3 0,0 4-3 0,4-1-1 15,4-1 0-15,11 3-1 16,-1-4-2-16,7 3 0 0,-4-3-6 15,-2 1-12-15,-3-1-21 0,7 1-25 0,-9-1-23 0,7 2-87 16,-4-1-72-16</inkml:trace>
  <inkml:trace contextRef="#ctx0" brushRef="#br1" timeOffset="34664.78">21771 14607 570 0,'0'0'49'0,"0"0"-12"0,0 0-16 16,0 0-3-16,0 0-3 0,0 0 1 16,0 0 1-16,0 0-5 0,0 0-1 0,-19 89-3 15,19-65-2-15,-2 3-1 0,2-2-4 16,-4 0 3-16,4 0-2 0,-2 0-2 15,2 0 0-15,-4-6-2 0,4 1 1 0,0-9 2 16,0-4-4-16,0 0 2 0,0-7-3 16,0 0-6-16,0 0-5 0,0 2-14 15,0-1-24-15,0 1-24 0,0-1-39 0,0-1-63 16,0 2-68-16</inkml:trace>
  <inkml:trace contextRef="#ctx0" brushRef="#br0" timeOffset="43013.48">21161 15843 306 0,'0'0'36'0,"0"0"-6"15,0 0-6-15,0 0-3 0,0 0 3 16,0 0 0-16,0 0 0 0,0 0 1 0,0 0-1 16,-16-7-1-16,16 7-6 0,-2-1 4 15,2 1 0-15,-5 0-3 0,5-2 0 16,-2 2-6-16,2 0-4 0,0 0 2 16,0-3-6-16,13 0 4 0,-1 0-5 15,9-2 4-15,-1 2-2 0,3 2 0 0,4 1-1 16,0-2 0-16,0 2 0 0,0-1-1 15,2 1 0-15,4 0 0 0,0 0 1 0,0 0 0 16,6 0-3-16,-2 0 1 0,3 0-2 16,-1 0 1-16,4 1-1 0,-3 1 1 15,-5-1-1-15,8 1 0 0,-8-1 1 0,5-1 0 16,-3 2 0-16,2-2-1 0,0 0 0 16,-2 0 1-16,3 0-1 0,-3 0 3 15,-2-2-2 1,2-1-1-16,-4 0 1 0,0 1-1 15,-2 0 0-15,-2 1 2 0,0-1-1 16,-2 2 0-16,0 0-1 0,0 0-1 16,2 0 2-16,-2 0 0 0,0 0 1 0,4 0-1 15,-2 0 0-15,4 0-2 0,2 0 1 16,-2 0 0-16,0 0-1 0,0 0 4 0,-2-2-4 16,-2-1 2-16,0 2-1 0,-6-2 0 15,6 1 1-15,-13 1-2 0,1-1 2 16,-5 1-1-16,-2 1 1 0,3-2 1 15,-1 2-2-15,1 0 0 0,-3 0 1 0,0 0-1 16,3 0 0-16,-3 0 1 0,2 0-1 16,-1 0 0-16,1 0 2 0,11 0-1 15,-13-1 1-15,9 1 0 0,-7-2 0 0,1 0-1 16,-1 2 2-16,-6-1-1 0,0 1 2 16,-6 0 0-16,0-2 1 0,0 2-2 31,0 0 0-31,0 0-1 0,3-1-1 0,1 1 0 15,-4 0-2-15,2-1-4 0,-2 1-3 16,0 0-12-16,0 0-13 0,-2-2-21 0,-15-1-29 16,3 0-48-16,-11-3-97 0,4 0-24 15</inkml:trace>
  <inkml:trace contextRef="#ctx0" brushRef="#br0" timeOffset="43495.33">22652 15565 522 0,'0'0'57'15,"0"0"-9"-15,0 0-11 0,0 0-11 0,0 0-6 16,0 0-8-16,0 0-4 0,0 0-1 16,0 0 0-16,0 0 1 0,16-8-1 0,3 19-1 31,5 3-1-31,-3 1 1 0,6 0-1 15,-2-2-2-15,2 1 2 0,2-2-4 16,0-1 1-16,2-2 0 0,-5-1-1 16,5-3 1-16,-4-2-1 0,0 1 1 0,-2-1-1 15,0-3 1-15,-7 0 1 0,-3 0-1 16,-1 0-1-16,-1 0 0 0,-3 0-2 0,-6 0 1 16,2 0 1-16,-6 0-1 0,0 0 1 15,0 0 0-15,0 0-1 0,0 0 2 16,0 0-1-16,-6 7-1 0,-8 5 3 15,-7 4-2-15,0 0-1 0,-8 1-1 0,3 2 0 16,-7 3 5-16,-1 2-5 0,1 0 6 16,-4 4-8-16,4-2 1 0,-4 1 2 15,8-1-1-15,0-7 1 0,2 1 1 16,9-3-1-16,3-6 0 0,3-2 0 0,5-5 0 16,5-1 0-16,-2 0 1 0,4-3 0 31,-2 0-1-31,2 0-1 0,0 3-1 0,0-3 0 15,-4 0-3-15,4 0-11 0,0 0-26 16,-2 2-40-16,2-2-97 0,-6 0-115 16</inkml:trace>
  <inkml:trace contextRef="#ctx0" brushRef="#br0" timeOffset="43794.56">21608 16241 500 0,'0'0'51'31,"0"0"-8"-31,0 0-10 0,0 0-6 15,0 0-6-15,0 0-6 0,0 0-3 16,97-23-2-16,-68 19-4 0,8 3 0 16,-2-3-4-16,2 3 0 0,7-1-1 0,-5-2-2 15,2 1-4-15,-4 2-7 0,-3 1-25 16,-14 0-29-16,-7 0-47 0,-7 0-60 16,-6 0-82-16</inkml:trace>
  <inkml:trace contextRef="#ctx0" brushRef="#br0" timeOffset="44028.99">21893 16181 480 0,'0'0'64'0,"0"0"-11"0,0 0-12 15,0 0-15-15,0 0-12 0,0 0-3 16,0 0 1-16,0 0 4 0,0 0-2 0,0 0-1 16,-10 71-2-16,10-45-5 0,0 0 2 31,-3 1-5-31,-1-4 0 0,2 0-2 0,-2 1-1 15,2-7 0-15,-2-1-4 0,4-2 8 16,0-2-2-16,-2 2 1 0,2-8-2 16,0 4-3-16,0-5-5 0,0-1 3 0,0 3-3 15,0-7-14-15,0 0-17 0,0 0-36 16,0 0-60-16,0-2-140 0</inkml:trace>
  <inkml:trace contextRef="#ctx0" brushRef="#br0" timeOffset="44561.41">22172 16191 577 0,'0'0'36'15,"0"0"-9"1,0 0-13-16,0 0-4 0,0 0-3 15,0 0 1-15,0 0 1 0,0 0 1 16,0 0 1-16,10 34-2 0,-12-19 0 16,-4 1-3-16,0 0-1 0,0-7 0 0,4 0 0 15,-5-1-1-15,3-5 1 0,4 1-1 16,0-4 1-16,-2 0-2 0,2 0 1 16,0 2-2-16,0-1 1 0,0 4 1 0,8 0-1 15,9 0-2-15,-1 3 0 0,3-5-1 16,4 3 0-16,-3-1 0 0,1 1 0 15,0 1 2-15,2-2-4 0,-7 2 4 0,3 3-1 16,-3-4-2-16,-5 1 1 0,-1-3 0 16,-2 0 0-16,3 0 1 0,-9 0-4 0,4 2 5 15,-2-3-1-15,-2-1 1 0,0 3 1 16,-2 0-1-16,0 5 0 0,-4 5 4 16,-6 4-6-16,-3-3 4 0,-1 0-5 31,-1-1 0-31,-3 0-2 0,-1-3 3 0,0-1-1 15,5-4 2-15,-3 1-2 0,13-5 2 16,-2 0-1-16,-4 0 0 0,8-2 4 16,-5 1-4-16,3 0 2 0,4-2-1 0,-6 0-2 15,0 0 0-15,-2 0 1 0,-5-2-2 16,5-3-3-16,-2 4-7 0,3-5-12 16,1 1-16-16,4 2-33 0,-4-4-52 0,4 2-100 15,-2-4-50-15</inkml:trace>
  <inkml:trace contextRef="#ctx0" brushRef="#br0" timeOffset="44977.93">22217 16240 587 0,'0'0'60'0,"0"0"-12"15,0 0-17-15,0 0-10 0,0 0-7 16,0 0-2-16,0 0-1 0,0 0-1 0,0 0-3 16,0 0-2-16,40-27-3 15,-20 20 0-15,-1 0-1 0,0 2 0 0,1 1 1 16,1 1 0-16,0 0-1 0,3-2 1 15,3 2-2-15,2-1 0 0,-2-2 0 0,4-1-1 16,-2 3 0-16,4-2 0 0,0 1 2 16,-4-3 0-16,-2 1 0 0,-8 3-1 15,-1 1 0-15,-10 0 0 0,-1 1 1 16,-5 2-2-16,-2 0 1 0,0-1-1 0,0 1 1 16,4 0 0-16,-4 0-1 0,2-2-1 31,2 2-4-31,-4 0-9 0,0 0-17 0,0 0-30 15,0 6-57-15,-4 5-149 0,-4-1-22 16</inkml:trace>
  <inkml:trace contextRef="#ctx0" brushRef="#br1" timeOffset="55179.39">24423 12770 344 0,'0'0'44'31,"0"0"-8"-31,0 0-4 0,0 0-8 16,0 0 0-16,0 0-6 0,0 0-3 16,0 0-2-16,0 0-4 0,-14-13 0 0,14 13-1 15,0-2 6-15,0 2 5 0,0 0 3 16,0 0 0-16,0 0-1 0,2-2-6 0,10 2-2 16,9 0-2-16,6-1-2 0,2 1 0 15,4 0-3-15,0 0 0 0,6 0-1 16,0 0-2-16,7 0-1 0,-3 1-1 15,3 3-2-15,1-2 1 0,-1 1 1 0,3 0 0 16,-1-1 0-16,1 0-1 0,-3-1 0 16,1-1 0-16,-1 2 1 0,3 1-1 0,-1-2-1 15,4 1 1-15,-3-1 0 0,3 0 0 16,0 3 1-16,1-3-1 0,1 1 0 16,4 1 0-1,-2-2-1-15,2 2 1 16,-5-1 1-16,5-2-1 0,-6 1 0 0,0-1 0 15,-5 0-1-15,3 0 1 0,-9 0-1 16,3 0 1-16,-5 0 0 0,0 0 0 0,-2 0 0 16,-1-1 0-16,-3 1 0 0,2 0 0 15,-6 0 0-15,2 0 0 0,-4 0 1 16,-9 0-1-16,1 0 1 0,-7 0-1 16,-6 0-1-16,9 0 1 0,-13 0 1 0,8 0-1 15,-4 0 2-15,-6 0-2 0,0 0 0 16,0 0 0-16,0 0 1 0,2 0-1 15,-2 0 1-15,5 0 0 0,-5 0-1 0,2 0 1 16,-2 0-1-16,0 0 1 0,4 0 1 16,-4 0-2-16,0 0 1 0,0 0-1 15,2 0-3-15,-2 0-2 0,0 0-14 0,0 0-28 16,0 1-61-16,-8 6-146 0,-15-3-30 16</inkml:trace>
  <inkml:trace contextRef="#ctx0" brushRef="#br1" timeOffset="55993.99">24630 12648 462 0,'0'0'53'0,"0"0"-7"16,0 0-8-16,0 0-4 0,0 0-7 16,0 0-5-16,0 0-5 0,0 0-4 0,0 0-6 15,0 0-4-15,27-39 1 0,-27 39-4 16,0 0 2-16,-13 2-1 0,-5 8-1 16,-3 4-1-16,-6 2 0 0,-4 4 0 0,4 0 1 15,-4 0-2-15,4-1 2 0,3 0 0 16,5-7 2-16,4-3-2 0,9-3 0 0,4-4-2 15,-2 0 4-15,4-2-2 0,-2 0 1 16,2 0 1-16,0 2 0 0,0 0-2 16,8 2 1-16,9 2-1 0,-1 2 0 15,3 1 0-15,2 2 0 0,-3 2 0 0,3 6-1 32,-3-1 0-32,1 3 1 0,0 0-1 0,-1 1 2 0,-3-1-2 0,-1-2 1 15,-1-2 0 1,-1-5-1-16,-2 1 1 0,-6-8 0 15,1-2 0-15,1 4 0 0,-4-4 1 16,2-2 1-16,-2 2 0 0,-2-3 1 16,0 0 0-16,0 0-1 0,0 0 1 0,4 0 0 15,-4-1-1-15,0-10 0 0,-6-6 1 16,0-4 2-16,0 2-1 0,-3-4 3 16,3-2 0-16,0-2 0 0,2-5-1 0,2-1-2 15,-2-4 1-15,4 0-2 0,0 0 1 16,0-1-2-16,0 3 2 0,0 3-1 15,0 3-3-15,0 9 4 0,0 2-5 0,0 6 3 16,0 6 1-16,0 2-1 0,0 4 0 16,0-2 0-16,0 2-3 0,0-1 1 0,0-1 0 15,0 2 0-15,0 0 0 0,0 0-2 16,-2 0 6-16,-3 0-4 0,-1 0 4 31,4 2-3-31,-2 1-2 0,4-3 1 16,0 0-1-16,0 0-1 0,0 1 0 0,-2 5-4 15,2 0-5-15,0 1-16 0,0 3-35 16,-2-4-64-16,-2 5-166 0,2-1 3 16</inkml:trace>
  <inkml:trace contextRef="#ctx0" brushRef="#br1" timeOffset="56745.25">25045 13034 70 0,'0'0'18'0,"0"0"-1"16,0 0 1-16,0 0 9 0,0 0 7 16,0 0 2-16,0 0-1 0,0 0-2 0,0 0 2 15,0 0 2-15,-14-8 2 0,14 7-2 16,-4 1-3-16,4-2-2 0,-2 2-3 15,2 0 3-15,-5 0 1 0,5-1-2 0,-2 1-3 16,2 0-5-16,-4 0-5 16,4 0-3-16,-2 0 0 0,2-1-5 0,0 1-1 15,2 0 0-15,15 0-2 0,3 0-1 0,14 0 1 16,-3 0-5-16,4 0 0 0,2 0-1 16,-2 0-2-1,6 0 1-15,-6 0-1 0,3 0 1 16,-5 0-2-16,0 0-1 0,-8 0-2 15,-5 0-3-15,-5 0-10 0,-9 0-20 16,4 1-28-16,-3 2-54 0,-5 0-115 16,-2 2-24-16</inkml:trace>
  <inkml:trace contextRef="#ctx0" brushRef="#br1" timeOffset="57013.28">25190 12966 533 0,'0'0'38'16,"0"0"-8"-16,0 0-7 0,0 0 0 0,0 0-2 16,0 0-2-16,0 0-5 0,0 80 0 0,0-54-3 15,0-3-3-15,0 1-2 16,0 0-2-16,0 1 2 16,0 1-4-16,-2 1 2 0,2-3-1 0,-4-4-3 0,4-2 0 31,0-7 1-31,-2-5 0 0,2 5-2 0,-4-7 1 15,1 0-1-15,3 3-1 0,0-7-1 16,0 3-1-16,0 1-6 0,-2 1-14 16,2-1-32-16,0-4-34 0,-4 0-75 0,4 0-104 15</inkml:trace>
  <inkml:trace contextRef="#ctx0" brushRef="#br1" timeOffset="57378.85">25481 13033 594 0,'0'0'41'16,"0"0"-12"-16,0 0-17 0,0 0-7 15,0 0 0 1,0 0 2-16,0 0-1 0,0 0 4 15,-26 88-6-15,11-64 3 0,3-1 3 16,-1 1-5-16,1-2 5 0,6-7-6 16,-1-2-1-16,5-5 0 0,-2-4 1 0,4 1-1 15,0-5 1-15,0 3-1 0,0 0 1 16,6 1-1-16,11 1-1 0,-3-3 0 16,1 1-1-16,8-3-2 0,-7 0 1 15,9 0-4-15,2 0 3 0,-2 1 0 0,-1 1-1 16,-3 0 1-16,0 1-4 0,-5-1-2 15,1 1-7-15,-1-1-10 0,-3 1-19 0,-1-2-18 16,-8 1-41-16,3-1-75 0,-7-1-77 16</inkml:trace>
  <inkml:trace contextRef="#ctx0" brushRef="#br1" timeOffset="57694.78">25616 13121 541 0,'0'0'35'0,"0"0"-13"15,0 0-4-15,0 0-2 0,0 0-1 16,0 0 4-16,0 0-3 0,0 0-4 16,0 0-1-16,6 94-4 0,-4-72 0 0,-2 1-2 15,4-1-1-15,-2-1 1 0,-2-5-3 16,4 1 0-16,-4-6 0 0,0 3 0 15,0-2 1-15,0 0 1 0,0 0-2 0,0-6 1 16,0 0 1-16,0-6 0 0,0 0 0 16,0 0 0-16,0 2-3 0,0-1 1 15,0 1-2-15,0-1-1 0,0 0-1 0,0 1-1 16,0 0-1-16,0-1-4 0,0 1-15 16,0-2-31-16,0 1-58 0,0 1-146 31,0-1-20-31</inkml:trace>
  <inkml:trace contextRef="#ctx0" brushRef="#br1" timeOffset="59729.06">22997 12623 316 0,'0'0'64'16,"0"0"2"-16,0 0-7 0,0 0-3 0,0 0-5 15,0 0-8-15,0 0-5 0,0 0-12 16,0 0-3-16,0 0-6 0,14 0-1 15,-10 0-1-15,-4 0-4 0,0 0-2 0,0-2-1 16,0 2-1-16,0-1-2 0,0-3 0 16,-4 3-1-16,-8-3 1 0,-3-1-2 15,-3 2 1-15,-3 0 1 0,-4 0 0 0,0 0-1 16,-1 2-1-16,-3-1 1 0,-2-1-2 16,-2 1 1-16,-5 1 0 0,3-1-1 15,-2 2 0-15,-2 0 0 0,-1 0-1 0,-3 0-1 31,4 0 0-31,-1 2 0 0,-3 2-2 16,4 1 3-16,-3-2-2 0,3 1 1 0,0 1 1 16,0 0-1-16,3 0-2 0,1 0 2 15,2 2 0-15,0-3 1 0,2 0-1 16,-2 1 0-16,2 0 1 0,-2-1-1 16,2 1 1-16,0-1-1 0,2 1-2 0,-2-2 2 15,0 1 1-15,2 0-1 0,2-1 5 16,2 1-5-16,-1 2 0 0,1 0 0 0,4 0-3 15,-2 2 2-15,5-1 1 0,7 0 0 16,-5 0 0-16,3 2-1 0,5 2 1 16,-6 2 0-16,-3 3-1 0,5-1 1 15,-3 0 0-15,3 3 0 0,0 3 0 0,-1 1 0 16,5 3-1-16,0 2 1 0,1 0-1 16,-3 0 1-1,4 2 0-15,0-3 1 0,4-1-1 16,-5-7 0-16,7 1-2 0,-2-1 2 15,2 0-1-15,0 7 2 0,0-9 5 16,0 4-8-16,0 0 5 0,0-7-5 16,-4 9 1-16,4-9 1 0,0-1 0 0,0 2 0 15,-2-1 0-15,2-2 0 0,-4-6 0 16,4 1 1-16,0-6-2 0,-2 0 1 0,2 0 0 16,0 1 0-16,0 1 1 0,0 0-1 15,0-1 0-15,0 1 0 0,0-1-2 16,0 1 1-16,0-1 0 0,-4 1-1 15,4-2 2-15,-6 0-2 0,-7 0 1 0,-1-2-1 16,-1-7 0-16,-1-3 0 0,5-5-2 16,-1 1 3-16,0-4 0 0,1-2 2 15,3 0-3-15,0 0 4 0,4 6-5 0,-3-1 3 16,5 7 1-16,-2-3 0 0,2 1 1 31,-2 2-2-31,2-1 1 0,2 5-1 16,-4-5 1-16,4 5 1 0,0 0 1 0,0 2-1 15,0 4 0-15,-2-2 0 0,2 2 0 16,0-1-1-16,0-1 0 0,0 0-1 16,0 2 0-16,0 0 0 0,0 0 1 0,6 8-1 15,2 6 0-15,5 4 1 0,-3 2-3 16,-2 1 3-16,-2-1 0 0,1 2-2 16,-1-1 4-16,-4-5-4 0,2 0 4 0,-2-3-3 15,-2-3 0-15,6 2 0 0,-2-1 0 16,-2 0 0-16,-2-7 0 0,2 4 0 0,3-3 0 15,-5-2 1-15,2 1-2 0,-2-4 1 16,0 0 0-16,0 0 1 0,4 1 2 16,-4-1-2-16,2 0 1 0,4 2-1 15,0-2-2-15,7 0 2 0,5 0-1 0,-3-5 0 16,8-2 1-16,-3-1-2 0,-1 1 1 16,1-1 0-16,1 2-1 0,-4 2 0 0,-3 0-2 31,-6 1-5-31,-3 2-11 0,1 1-18 15,-6 0-39-15,0 0-55 0,0 0-171 16,0 0 4-16</inkml:trace>
  <inkml:trace contextRef="#ctx0" brushRef="#br1" timeOffset="60278.78">21920 13063 620 0,'0'0'46'16,"0"0"-10"-16,0 0-11 15,78-33-9-15,-47 26-7 0,-2 2-2 16,8 0-4-16,1-3-1 0,-3 2-1 0,4 0 0 15,-2 0-2-15,-4 2 1 0,-2 0-3 16,-8 3-2-16,-4 1-6 0,-7 0-12 16,-6 0-17-16,1 0-16 0,-7 0-14 0,0 0-19 15,0 0-3-15,-3 1 13 16,-9 6 23-16,0-2 37 0,-5-1 36 0,7-3 21 16,-3-1 15-16,-3 0 7 0,3 0 5 0,-1-3-2 15,6-3-8-15,-3 2-8 0,5 0-7 16,4 3-6-16,2 1-8 0,-4-2-3 0,0 1-6 15,0-1-4-15,-5 1-2 0,3 1-3 16,-4 0-1-16,-3 9 0 0,3 3-1 16,-2 6 0-16,6 1-1 0,-1-1 1 15,1 2-1-15,2-5-1 0,4 3-2 0,-2 2 0 32,2 2 1-32,-4 7-3 0,4-1 5 0,0-1-6 15,0-3 2-15,0-6-1 0,0 0-1 16,0-4 2-16,0-1-2 0,0-1 1 15,0-2 0-15,0 0-1 0,0-6-1 16,4 0 0-16,-2 0-4 0,2-1-9 16,-2 0-12-16,2-1-18 0,-4-2-22 0,0 0-17 15,2 0-36-15,3 0-58 0,1-2-68 16</inkml:trace>
  <inkml:trace contextRef="#ctx0" brushRef="#br1" timeOffset="60594.54">22484 13007 614 0,'0'0'47'0,"0"0"-14"0,0 0-9 16,0 0-7-16,0 0-1 0,0 0-3 16,0 0-1-16,0 0-5 0,0 0 0 31,0 0-5-31,0 71 0 0,-10-49 0 0,-1-3-1 15,-1-1-1-15,0 2 0 0,-1-3 4 16,5-5-5-16,4-4 5 0,2-1-3 0,-2-3-1 16,4 1 1-16,-2 0 0 0,2-2 0 15,0 1 1-15,6 1-1 0,8 2 0 16,-6-4-1-16,11 1 0 0,0-3-1 16,-1-1 2-16,9 0-2 0,-2 0-1 0,-2 0-2 15,1 0-8-15,-5 0-18 0,0-3-30 0,-5 0-45 16,-1-1-126-16,-1-1-51 0</inkml:trace>
  <inkml:trace contextRef="#ctx0" brushRef="#br1" timeOffset="60879.17">22581 13046 578 0,'0'0'39'16,"0"0"-1"-16,0 0-3 0,0 0-9 0,0 0-5 15,0 0-8-15,0 0 0 0,0 0-4 16,-4 91 0-16,4-68 2 0,0 7-8 16,-2-1 3-16,2-3-6 0,-4 0 0 0,-2 0 0 15,4-4 0-15,0 1 1 0,-3-6-1 16,-1 0 0-16,4-7 0 0,2-5-1 15,-4 5 1-15,4-5-2 0,-2 0-2 0,2 0-2 16,0-5-13-16,0 5-31 0,0 0-92 16,0-1-152-16</inkml:trace>
  <inkml:trace contextRef="#ctx0" brushRef="#br0" timeOffset="67310.53">24605 13505 343 0,'0'0'55'16,"0"0"-6"-16,0 0-9 0,0 0-4 16,0 0-5-16,0 0-2 0,0 0-2 0,0 0-6 15,0 0-5-15,-6-7-3 0,6 7-3 16,-2 0-2-16,2 0 0 0,0 0 0 15,0 0-1-15,0 0 1 0,0 0-1 0,0 0 1 16,0 0 2-16,8 0 0 0,6 7 0 16,15-1 1-16,-2 0-2 0,8-3 0 15,5 0 0-15,5 0-5 0,3-2 0 0,-1 2-2 16,5 0 1-16,-5 1-2 0,5 0 0 16,-2 1-1-16,1-1 0 0,-3 1 0 31,2-1 1-31,-5 1-1 0,0-2 1 0,-3 0 0 15,3-1-2-15,7-2 1 0,4 0 1 16,2 0-1-16,2 0 2 0,0-5-2 16,8 2 0-16,-4 0-1 0,-4 0 1 0,-2 0 0 15,-5 0 0-15,3 0 0 0,-8 0 0 16,-5 0 0-16,-4 1 2 0,-3 1-2 0,-7-2 0 16,-9 1 1-16,-1-1-1 0,-11 1 1 15,-2 1 0-15,1 1-1 0,-5-2 2 16,4 2-1-16,0 0 0 0,0 0 2 15,0-1-1-15,1 1 0 0,-1 0 1 0,6 0-2 16,-6 0 0-16,1 0 1 16,1 0-2-16,-2 0 1 0,-2 0-1 0,2 1 0 15,-1 1 0-15,-1-1 0 0,2 1 0 0,-4-1 0 16,2-1 0-16,2 2 1 0,0 0-1 31,1-1 1-31,-7-1 1 0,0 0-2 0,0 0 0 16,0 0 0-16,2 2 0 0,-2-2 0 15,4 0-1-15,-4 0 1 0,2 0 0 16,-2 0-1-16,4 0 1 0,-4 0-1 16,2 1 0-16,-2-1 0 0,2 0 0 0,-2 0-1 15,4 0 0-15,-4 0 0 0,2 0-4 16,-2 0-5-16,0 0-12 0,0 0-14 16,0 0-30-16,0 2-38 0,0-2-82 0,0 0-88 15</inkml:trace>
  <inkml:trace contextRef="#ctx0" brushRef="#br0" timeOffset="69077.89">26174 13382 371 0,'0'0'52'16,"0"0"-4"-16,0 0-4 0,0 0-3 0,0 0-2 0,0 0-3 16,0 0-6-16,0 0-4 0,0 0-5 31,0-16-3-31,0 15-5 0,0 0-3 0,0-1-2 15,0 1 0-15,0-1-3 0,0 1 0 16,0-1-1-16,0 2 0 0,0-2 0 16,0 2 1-16,0-1-1 0,0 1-1 0,0-2 1 15,0 2 0-15,0-1 0 0,0 1 0 16,0 0 0-16,0-2-1 0,0 2 1 16,0-1-2-16,0 1 1 0,0 0-1 0,0 0-1 15,0 0 1-15,0 0-1 0,0 0-1 16,0 0 0-16,0 0-2 0,0 0 3 15,0 0-1-15,0 0 1 0,2 0 0 0,-2 0-1 16,0 0-1-16,0 0 1 0,4 0 0 16,-4 0 2-16,0 0 2 0,0 1-2 15,0-1 1-15,0 2 0 0,2-2 0 0,-2 0 1 16,0 1-1-16,0-1-1 0,0 0 0 16,0 2-1-16,4-2 0 0,-4 0 1 31,0 0-1-31,0 1-1 0,0-1 1 0,0 0-1 15,0 0 1-15,0 0 0 0,0 0 0 16,0 0 0-16,0 0-2 0,0 0 2 16,0 0 1-16,0 0-1 0,0 0 2 0,0 0-1 15,0 2 1-15,0-2-2 0,0 0-1 16,0 0 0-16,2 0-1 0,-2 0 2 16,0 0-1-16,0 0-1 0,0 2 1 15,0-2 0-15,0 0 0 0,0 0 0 0,0 1 0 16,0-1 0-16,0 0 1 0,0 2-1 15,0-2 0-15,0 0 0 0,0 0 0 0,0 1 0 16,0-1 1-16,0 0 0 0,0 0-1 16,0 0 0-16,0 0-1 0,0 0 1 15,0 2 0-15,0-2 0 0,0 0 0 0,0 0 0 16,0 0 0-16,0 0 0 16,0 0 0-16,0 0 0 0,0 0-2 0,0 0 2 15,0 1-1 1,0-1 2-16,0 0 0 0,0 1-1 15,0-1 0-15,0 0 0 16,0 2 0-16,0-2 0 0,0 0 0 0,0 0 1 16,0 1-2-16,0-1 1 0,0 0 1 0,0 0-2 15,0 2 2-15,0-2-1 0,0 0 0 16,0 0 0-16,0 2 1 0,0-2-1 16,0 0 0-16,0 0 2 0,0 0-4 0,0 0 2 15,0 0 0-15,0 0 0 0,0 0 0 16,0 0 2-16,0 0-2 0,0 0 0 15,0 0 1-15,0 0 0 0,0 0 0 0,0 0-1 16,0 0 2-16,0 0-1 0,0 0-1 16,0 0 1-16,0 0-1 0,4 0 0 15,-4 0-1-15,0 0 1 0,0 0 0 0,0 0 1 16,0 0-1-16,0 0 1 0,0 0-1 16,0 0 1-16,0 0 1 0,0 0-2 31,0 0 0-31,0 0-1 0,0 0 2 0,0 0 0 15,0 0 0-15,0 0 0 0,0 0 0 16,0 0-1-16,0 0 0 0,0 0 0 16,0 0 0-16,0 0 1 0,0 0-1 0,0 0 1 15,0 0-1-15,0 0 2 0,0 0-1 16,0 0 1-16,0 0-2 0,0 0 3 16,0 0-2-16,0 0 1 0,0 0 0 0,0 0-2 15,0 0 3-15,0 0-3 0,0 0 2 16,0-2-2-16,0 2 1 0,0 0 1 0,0 0 0 15,0-2 0-15,0 2 0 0,0 0-2 16,0 0 1-16,0 0 0 0,0 0-2 16,0 0 1-16,0 0 0 0,0 0-1 15,0 0 1-15,3 5-1 0,7 6 0 0,-2 2 1 16,5 1 0-16,-1 0 0 0,0-2 0 16,5 0 0-16,2-1 0 0,-1-2 0 31,3-2 0-31,2-1 1 0,-3 1-1 0,1-3-1 15,-9-1 2-15,7 0-1 0,-11 0 0 16,5-1 0-16,-3-1 0 0,-4-1-1 16,-2 2 1-16,-4-2 1 0,0 0-1 0,0 0 2 15,0 0-2-15,4 0 1 0,-4 0-2 16,2 0 1-16,-2 0 0 0,0 0-1 16,0-3 1-16,0-2-1 15,0-4 2-15,-2 0-1 0,2 4 0 0,-6-2 0 0,6 2 0 16,-2 1 0-16,-2 1 1 0,4 3-2 15,0-2 1-15,0 2 0 0,-2-1-1 0,2-1 0 16,-6 0 1-16,-1 2-1 0,-5 0 0 16,-4 0 1-16,1 8 0 0,-6 6 1 15,3 3-1-15,-1 1 0 0,1 1-1 0,-3 3 1 16,2 1-1-16,5-1 1 0,-1 1-1 16,-1 0 1-16,3-2 0 0,5-3 0 31,0-4-1-31,2 0 2 0,2-7-1 0,1-2 0 15,-1-1 0-15,4-4 0 0,0 0 0 16,0 0 0-16,0 2 0 0,-2-1-1 16,2 1 1-16,0-1-1 0,0 1 1 0,0-1 0 15,0 1 0-15,0 0 1 0,0-1-1 16,0 1-1-16,0-1 0 0,0 0-1 16,0 1-7-16,0-2-6 0,0 0-15 0,0 1-19 15,0-1-48-15,0 0-118 0,0 0-94 16</inkml:trace>
  <inkml:trace contextRef="#ctx0" brushRef="#br0" timeOffset="69510.62">25085 13807 456 0,'0'0'60'16,"0"0"-7"-16,0 0-8 0,0 0-6 0,0 0-7 16,0 0-5-16,0 0-5 0,0 0-5 15,0 0-1-15,0 0-1 0,0-11 0 0,12 8-2 16,2 1-3-16,5 2-4 0,6 0-1 16,4 0-3-16,2 0-1 0,0 2 0 31,2 3-1-31,0-1 1 0,-2 1-2 0,-2-1-1 15,0 1-2-15,-9-2-4 0,-1 0-6 16,-11 0-14-16,-1-2-14 0,-1 3-24 0,-6-4-28 16,0 0-46-16,0 3-57 0,-6 1-40 15</inkml:trace>
  <inkml:trace contextRef="#ctx0" brushRef="#br0" timeOffset="69757.42">25316 13819 366 0,'0'0'64'16,"0"0"-6"-1,0 0-6-15,0 0-5 0,0 0-7 0,0 0-7 0,0 0-10 0,0 0-2 16,0 0 2-16,0 0-3 0,-23 4 3 16,21 13-7-16,-2 1 0 0,2 5-4 15,-2 0-3-15,-2-4-2 0,4 1-2 0,-5-6-2 16,5 0 0-16,-2-5-1 0,2-5-2 16,2 1 0-1,0-5 0-15,-4 0 1 0,4 6-1 16,0 0 0-16,0 0-1 0,0 0 0 15,0-6-2-15,0 0-1 0,0 0-3 16,0 2-6-16,0-1-7 0,0 1-15 16,0-1-21-16,0 1-23 0,0-1-49 0,0 1-75 15,0-2-54-15</inkml:trace>
  <inkml:trace contextRef="#ctx0" brushRef="#br0" timeOffset="70343.78">25492 13848 654 0,'0'0'48'15,"0"0"-17"-15,0 0-9 16,0 0-7-16,0 0-6 0,0 0-1 0,0 0-3 15,0 0-1-15,0 0-2 0,6 4 0 16,-6 10 0-16,0 1-2 0,-4-4 3 0,-2 4-1 16,4-7 0-16,2-4 0 0,-5 0 0 15,5-4 1-15,0 0 0 0,0 0 0 16,0 2 0-16,0 0 1 0,0-1 0 16,0 4 0-16,0-2 0 0,11 1-3 0,1 3 0 15,-4-3-2-15,7 2 1 0,1 2 0 16,-5-2 0-16,5 1 0 0,-3-1 0 0,-1 2-1 15,-2 1 0-15,1-1 0 0,1 1 1 16,-6-3 0-16,3 2 1 16,-1-3-1-16,-2 2 0 0,0 0 0 0,1-1 0 15,-1 1 0-15,-2-5 2 0,-2 6-2 0,-2-3-1 16,0 5 1-16,0 5-1 0,-8-1 1 16,-5 2 0-1,-1-3 0-15,-5 1 0 0,1-2 0 16,-3 1 1-16,2-1-1 0,-6-1 0 15,7-2 0-15,-3-3 1 0,1 0 0 16,3-3-1-16,3 0 2 0,-5-1-1 16,7 0 0-16,-5-1 0 0,7 1 0 0,3-2 0 15,-5 0 1-15,4 0-1 0,4 0-1 16,0 0 0-16,-1 0 0 0,-1 0-1 16,4 0 0-16,-4-5-4 0,2 2-2 0,2-2-9 15,2-2-15-15,0-2-16 0,2-5-28 16,2 2-24-16,4 0-55 0,-4 5-60 15</inkml:trace>
  <inkml:trace contextRef="#ctx0" brushRef="#br0" timeOffset="71061.55">25455 13855 431 0,'0'0'55'16,"0"0"-12"-16,0 0-2 0,0 0-4 0,0 0-6 15,0 0 0-15,0 0-9 0,0 0-2 16,0 0-2-16,0 0-5 0,-46-16 4 15,40 16 1-15,6 0 0 0,0-2-3 0,0 2-2 16,-2 0-4-16,2 0 1 0,-4 0 0 16,4 0-1-16,-2 0-2 0,2 0 0 15,-5 0-1-15,5 0 0 0,-2 0-1 0,2 0 1 16,-4 0-2-16,4 0 2 0,-2 0 1 16,2 0 0-1,0 0 0-15,0 0-1 0,0 0 1 16,0 0 1-16,0 0-1 0,2 0-3 15,11-1-1-15,7-1 1 0,9-2 1 16,-2 0-3-16,6-1 0 0,0-2 0 16,7 0-2-16,-1-1 1 0,4-1 1 0,-1 2-2 15,3-1 1-15,-2 2-1 0,1 0 0 16,-5 1 1-16,-4 1-2 0,2-1 2 16,-5 0-1-16,-4 2-2 15,-5 2 3-15,-6 0-1 0,-5 1-1 0,-6 0 1 0,5 0 0 16,-11 0-1-16,0 0 2 0,0 0-1 15,0 0 1-15,0 0 0 0,2 0-1 0,0 0 0 16,-2 0 0-16,4 0 0 0,-4 0 1 16,2 0-2-16,-2 0 2 0,4 0-1 15,-4 0 1-15,2 0 1 0,-2 0-2 0,4 0 0 16,-4 0-1-16,2 0 0 0,-2 0 2 16,5 0-2-16,-5 0 2 0,0 0-1 15,2 0 0-15,-2 0 0 0,0 0 0 0,0 0 0 31,0 0 0-31,4 0 0 0,-4 0-1 16,0 0 0-16,0 0-1 0,0 0-1 16,0 0-1-16,2 0-4 0,-2 0-2 0,0 0-3 15,0 0-5-15,0 0 0 0,0 0-3 16,0 0-5-16,0 0-11 0,0 0-42 16,-6 5-114-16,-7 3-119 0</inkml:trace>
</inkml:ink>
</file>

<file path=ppt/ink/ink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5:33:12.978"/>
    </inkml:context>
    <inkml:brush xml:id="br0">
      <inkml:brushProperty name="width" value="0.05292" units="cm"/>
      <inkml:brushProperty name="height" value="0.05292" units="cm"/>
      <inkml:brushProperty name="color" value="#7030A0"/>
    </inkml:brush>
    <inkml:brush xml:id="br1">
      <inkml:brushProperty name="width" value="0.05292" units="cm"/>
      <inkml:brushProperty name="height" value="0.05292" units="cm"/>
      <inkml:brushProperty name="color" value="#C00000"/>
    </inkml:brush>
  </inkml:definitions>
  <inkml:trace contextRef="#ctx0" brushRef="#br0">14654 4975 390 0,'0'0'52'0,"0"0"-2"16,0 0-6-16,0 0-10 0,0 0-5 0,0 0-5 15,0 0-3-15,0 0-5 0,0 0-4 16,23-56-3-16,-23 53-2 0,8-3-2 15,-6 5-2-15,4-1 0 0,11 2-1 16,-5 0 0-16,5 9 0 0,-1 3-1 0,-3 3 1 16,1 2-2-16,-6 1 1 15,5 2-1-15,-3 2 1 0,-4-1-1 0,2 0 0 0,-1 2 0 16,-1-2 0-16,0 2 2 0,-4 1-3 31,2 0 4-31,-2 2-3 0,5-2 0 16,-7 1 1-16,4-3-2 0,-2 0 1 0,-2 0 0 15,0 3 0-15,0 0 1 0,0 2-1 16,-2 0 0-16,-2 1 1 0,-3 4-1 16,5 0 0-16,-4 2 0 0,2-3 0 0,2 1 0 15,-2-1 0-15,2-2 1 0,2-2 0 16,0-1-1-16,0-2 0 0,0 0 0 16,0-1 0-16,2 0 3 0,2 0-4 0,-2-2 5 15,2 2-5-15,2-2 1 0,0 2 1 16,3 1-2-16,-3 2 2 0,2-1 1 15,3 5-2-15,-3-2 0 0,2 1 1 0,-2-2 0 16,1 1 1-16,3-4-2 0,-2 1 2 16,-1-4 0-16,-1-3 1 0,2-5-1 15,-1 0 1-15,-5-6-4 0,2-1 1 0,0 2 1 16,-4-5 0-16,2 2 2 0,-4-5-3 31,0 0 1-31,0 0 0 0,0 0-2 16,2 0 3-16,-2 1 0 0,0 1-1 0,2-1 1 15,-2 1 1-15,0-1-1 0,0 0 1 16,0-1-1-16,0 2-1 0,0-2 0 16,0 0-1-16,0 0 3 0,-2 0-3 15,-4 0 1-15,0 0-2 0,-2 0-2 16,-5 0 3-16,-1 5 0 0,-5 2 0 0,3 6 0 16,1-2 0-16,1 6 0 0,1 2 0 15,1 0 0-15,0 4 1 0,3 1 0 0,3 3-3 16,0 1 5-16,-4-1-4 15,3 4 3-15,3-1-2 0,0 2 1 16,2 1-1-16,-2 2 2 0,2 2 3 0,-2 2 1 16,4 1 2-16,-2 0-1 0,-3 5 2 0,3 0-3 15,-2 2 3-15,4 0-2 0,-6-2-2 0,4 1 1 16,2-2-4-16,-4-2 3 0,-2 0-5 31,6-4 1-31,-4-4-2 0,-1-2 2 0,5-3 0 16,-2-3-1-16,-2-9 3 0,2 1-3 15,-2 0 1-15,2 2-1 0,-4 6 1 16,2-1 0-16,-3 2 2 0,1 1-2 16,2 2 2-16,-6-1-2 0,1 0 0 0,-1 0-2 15,-2 1 2-15,3 1-1 0,-3-1 0 16,4 2 2-16,-3 0-2 0,-1 0 2 16,4-3-2-16,-5 0 0 0,1-4 1 15,4-2 1-15,-1-3 0 0,-1-3 0 0,2-2 0 16,-3-2 0-16,-1 3 2 0,2-1-3 15,-3 0-1-15,-3 0 0 0,-1 0-2 0,-1 0 2 16,-5-1 1-16,2 0-2 0,1 0 2 16,-1-3-1-16,-4 0-1 0,0-2 2 15,-2 0-1-15,3-3 0 16,-3-1 3-16,-4-2-2 0,8-3 0 0,-6 0 1 0,6 0-4 16,-6-4 4-16,7-3-2 0,-3 1 1 31,-2-3-1-31,8 2 1 0,-1-3-1 0,-3 3 1 15,0 1 1-15,11 1 0 0,-7 2 0 16,11 0-1-16,-4 2 0 0,-1-1-1 16,3-1 0-16,-3 2 1 0,9-1-1 0,-6-1 0 15,8 1 0-15,-4 1-1 0,-1 1 0 16,7 0 1-16,-6-1-2 0,2-1-1 16,-2 1-2-16,4 1-1 0,2 0-1 0,-2-2-6 15,2 2-10-15,0 0-15 0,0-1-31 16,0-4-70-16,0-4-157 0,0-6 1 15</inkml:trace>
  <inkml:trace contextRef="#ctx0" brushRef="#br0" timeOffset="583.37">15456 5850 541 0,'0'0'48'15,"0"0"0"-15,0 0-11 0,0 0-14 16,0 0-10-16,0 0-5 0,0 0 3 15,0 0-3-15,0 0 5 0,0 84-7 16,0-42-3-16,0-1 0 0,-6-4-2 16,2-2-1-16,1-8 0 0,3-7-1 0,-4-6-1 15,4-8-1-15,0 1-6 0,0-7-13 0,0 0-19 16,0 0-22-16,0 1-46 0,0-1-46 16,-2 0-11-16,0-3 0 0</inkml:trace>
  <inkml:trace contextRef="#ctx0" brushRef="#br0" timeOffset="750.04">15371 6039 38 0,'0'0'62'0,"0"0"3"16,0 0 7-16,-23-90 1 0,23 77 1 16,0-1-3-16,0 2-7 0,0 2-7 0,0-1-11 15,5 7-8-15,-3-1-11 0,-2 0-3 16,4 2-12-16,2-4 1 0,-4 1-2 16,10 1-3-16,3-2-3 15,3 2-4-15,7-2-1 0,2 0-4 0,-2 3-5 16,2 1-8-16,-2 2-30 0,-1 1-36 0,-7 0-80 15,2 8-119-15</inkml:trace>
  <inkml:trace contextRef="#ctx0" brushRef="#br0" timeOffset="949.71">15491 5999 623 0,'0'0'37'0,"0"0"-4"0,0 0-11 0,0 0-11 16,0 0-7-16,0 0-4 15,0 0-1-15,0 0-2 0,0 0-8 0,0 0-26 16,64 1-49-16,-45 5-107 0,-5-1-88 16</inkml:trace>
  <inkml:trace contextRef="#ctx0" brushRef="#br0" timeOffset="1202.33">15878 5883 557 0,'0'0'33'0,"0"0"4"0,0 0-3 16,0 0-10-16,0 0-12 0,-7 78-8 16,3-54-2-16,0 2-2 0,0-2 0 0,-2-1-2 15,4-7-1-15,-2 1-2 0,4-6-8 16,0-5-17-16,-3 4-17 0,-1-5-34 16,4 0-74-16,-2 2-95 0</inkml:trace>
  <inkml:trace contextRef="#ctx0" brushRef="#br0" timeOffset="1399.96">15818 5932 592 0,'0'0'50'0,"0"0"-9"16,0 0-15-16,0 0-14 0,0 0-7 15,0 0-2-15,0 0-1 0,0 0-2 0,0 0-2 31,80-58-4-31,-53 52-9 0,-2 0-18 16,-11 3-31-16,5 1-50 0,-7 1-115 16,-7 1-26-16</inkml:trace>
  <inkml:trace contextRef="#ctx0" brushRef="#br0" timeOffset="1617.84">15799 6046 672 0,'0'0'27'0,"0"0"-2"16,0 0-8-16,0 0-7 0,0 0-4 0,0 0-3 16,0 0-2-16,81-35-2 0,-52 27 0 15,-7 1-6-15,-5 2-7 0,-5 3-13 16,-1 1-27-16,-1 1-31 0,2 0-84 15,1 8-99-15</inkml:trace>
  <inkml:trace contextRef="#ctx0" brushRef="#br0" timeOffset="1819.51">15884 6173 552 0,'0'0'30'0,"0"0"2"0,0 0-5 16,0 0-8-16,0 0-10 0,0 0-4 16,0 0-5-16,0 0-2 0,87-35-9 15,-63 26-9-15,1 0-17 0,-4 3-28 0,-7 1-64 16,3 4-106-16</inkml:trace>
  <inkml:trace contextRef="#ctx0" brushRef="#br0" timeOffset="2070.85">16210 5906 614 0,'0'0'17'15,"0"0"1"1,0 0-1-16,0 0-8 0,0 0-6 16,0 0-9-16,91-59 0 0,-66 53-9 15,0 0-2-15,-6 1-8 0,-1 3-13 16,-10 2-18-16,7 0-38 0,-3 0-53 0,1 2-85 0</inkml:trace>
  <inkml:trace contextRef="#ctx0" brushRef="#br0" timeOffset="2270.3">16378 5813 452 0,'0'0'48'0,"0"0"-5"0,0 0-6 0,0 0-6 16,0 0-1-16,0 0-6 0,0 0 1 16,-64 86-4-16,62-64-5 15,-2-5-3-15,4 2-7 0,-3 0-1 0,3-6-6 0,0 1 0 16,0-1-2-16,0-8-5 0,0 8-4 15,0-3-11-15,0-5-19 0,0 0-21 0,0-5-40 16,0 0-72-16,0 0-75 0</inkml:trace>
  <inkml:trace contextRef="#ctx0" brushRef="#br0" timeOffset="2587.29">16564 5859 583 0,'0'0'50'0,"0"0"-11"16,0 0-11-16,0 0-13 0,0 0-6 15,0 0-3-15,0 0 1 0,0 0 6 16,0 0-6-16,-52 23 5 0,42-3-5 15,4 0-2-15,-1 2-1 0,5-5-2 16,-2-1 0-16,2-5-2 0,0 1 0 0,2 0-4 16,0-1 1-16,0-2-3 0,2-2 0 0,0 0-2 15,9-4-3-15,-3 1-1 0,4-4-8 0,7 0-12 16,-1 0-12-16,3-3-21 0,-6 0-30 31,-3-3-68-31,-2 1-82 0</inkml:trace>
  <inkml:trace contextRef="#ctx0" brushRef="#br0" timeOffset="2816.4">16678 5868 550 0,'0'0'33'0,"0"0"3"16,0 0-2-16,0 0-8 15,0 0-7-15,0 0-6 0,0 0-5 0,0 0-3 0,0 0-3 16,0 0-2-16,-11 71-2 0,11-60-3 16,0 1-8-1,-4 0-15-15,4-1-23 0,0 3-30 0,-2 4-67 16,2-6-102-16</inkml:trace>
  <inkml:trace contextRef="#ctx0" brushRef="#br0" timeOffset="3266.78">16632 6009 524 0,'0'0'31'0,"0"0"-5"16,0 0-9-16,0 0-11 0,0 0-6 0,0 0-3 16,0 0 0-16,0 0-1 0,77-70-3 0,-59 63-3 15,-5 2 1-15,-1-1-1 0,2 2 3 16,-5-1 1-16,7 0 2 0,-8 2 1 15,-3 2 0-15,1 1-4 16,-6 0-3-16,0-1-1 0,0 1-1 0,0 0-2 16,2 0 0-16,-2-2 2 0,2 2 3 0,-2 0 8 15,0-1 9-15,0-1 7 0,4 0 5 0,-4-5 5 16,0-1 2-16,0-4 1 0,0 0 6 16,-4 0-3-1,2 1 3-15,2 5-5 16,0 1-3-16,0 5-1 0,-2-1-7 0,2 1-3 15,0-1-3-15,0-1-7 0,0 2-1 16,-4 0 0-16,4 0-1 0,-2 12 6 16,-3 6-6-16,3 5 4 0,2-5-3 0,0 0-1 15,-4-5 0-15,4-1-2 0,0 1-1 16,0-6 1-16,0 5 0 0,0-6-1 16,0 0 0-16,0 0-1 15,0-6 1-15,0 0-1 0,0 0 1 0,0 2 0 0,0-1-3 16,0 0-3-16,0 1-7 0,0-1-19 15,0-1-38-15,0 0-116 0,0 2-115 0</inkml:trace>
  <inkml:trace contextRef="#ctx0" brushRef="#br1" timeOffset="99445.71">26221 12758 451 0,'0'0'51'0,"0"0"-9"16,0 0-12-16,0 0-6 0,0 0-3 16,0 0-1-16,0 0-2 0,0 0 0 0,0 0 0 15,0 0-2-15,11-5-1 0,-11 4-1 16,0-1-2-16,0 2-2 0,0-1 2 16,-6-1-4-16,1-1 2 0,1 2-3 31,-6-2-3-31,8 1 3 0,-8-1-1 0,-3 0-2 15,5 1 1-15,-5 1-2 0,5 1-1 16,-4-1-1-16,-5 1 1 0,1-2-1 16,-1 1 1-16,-3 1 0 0,1 0-1 0,0 0 0 15,3 0 1-15,-7 0 0 0,7 0-2 16,-7 0 2-16,4 0 0 0,-2 0 0 16,3 0 4-16,8 0-5 0,-13 0 2 0,2 0-3 15,0 0 0-15,-3 0 2 0,-1 0 0 16,0 0 0-16,-2 0-1 0,2 0 0 0,3 0 0 15,-3 0 0-15,0 0 1 16,2 0-1-16,-2 0-2 0,1 0 2 0,-1 0 0 16,-2 0-1-16,0 0 1 0,-4 0-1 15,4 1 0-15,-4 1 0 0,4-1 1 0,-4 0-1 16,4 1 1-16,-4-1 0 0,3 1-1 16,-3 0 1-16,0-2-1 0,-3 1 0 0,1-1 1 15,0 0-1-15,-4 0 0 0,-2 0-1 31,4 0 1-31,-3 0 0 0,1 0-2 16,2 0 2-16,-2 0 0 0,4 0 0 16,-6 0 2-16,1 0-1 0,3 0-2 0,-4-1 1 15,0 1-1-15,-5 0 1 0,1 0 3 0,2 0-4 16,-3 0 1-16,-1 0-1 0,3-2-3 16,-3 2 4-16,-1 0 0 0,3 0 0 15,2 0 1-15,1 0-1 0,3-2-1 16,0 2 1-16,8-1 0 0,-4-2 0 15,4 2 1-15,0-2-1 0,0 1-1 0,13 1 1 16,-7 1 0-16,2-2 0 0,7 0 0 16,-5 1 0-16,9 1 0 0,6-2 0 0,-9 2 1 15,7 0-2-15,0 0 1 16,2 0-1-16,4 0 0 0,-7 0 1 0,1 0 0 16,2 0 0-16,0 0-1 0,4 0 0 31,-2 0-1-31,2 0 2 0,0 0-1 0,-4 0 1 15,4 0-1-15,0 0-1 0,-2 0 2 0,2 0-2 16,0 2 2-16,0-1-2 16,-4-1-2-16,4 2 1 0,0 0-3 0,-3-1-6 15,3 1-5-15,0-1-13 0,0 1-9 16,0-1-22-16,0 7-24 0,0-1-61 16,0 1-116-16</inkml:trace>
  <inkml:trace contextRef="#ctx0" brushRef="#br1" timeOffset="100054.4">23991 12640 600 0,'0'0'53'0,"0"0"-12"16,0 0-15-16,0 0-12 0,0 0-8 16,0 0-4-16,0 0-1 0,0 0 0 0,0 0-2 15,0 0 1-15,-29 24-1 0,6-10 0 0,3-2 1 16,-1 0 0 0,0-2 0-16,5-2 1 0,3 0 0 0,5-6-1 15,2 0 0-15,6 1 1 0,0-3-1 0,-2 0 2 16,2 0-2-16,0 2 1 0,0-2-2 15,-4 1 0-15,4 7 1 0,0 3 0 0,6 4 1 16,6 4 0-16,1-1-1 0,1-1 1 16,5 0-2-16,-1-1 0 0,1 1 1 0,-2-2 0 15,1 1 0-15,1-4 0 0,-11-3-1 16,9-3 1-16,-11-1 1 0,-4-4-1 16,8 3 0-16,-8-2 0 0,2 0 1 15,0 1 0-15,-4-3-1 0,0 0 2 0,0 0-3 31,0 1 3-31,5-1 2 0,-5 2 1 16,2-2 3-16,-2 0 1 0,4 1-2 0,-4-1 2 16,6 0-3-16,0-7-1 0,-4-1 2 15,4-6-4-15,1-3 0 0,-3-1-2 16,-2-7-1-16,-2 0 2 0,0-1-1 16,0 1 3-16,0-3 1 0,0 3 2 0,-2-1 0 15,-2 2-1-15,-3 7 0 0,5 0-2 0,-2 7 0 16,4 3-2-16,-2 3 0 0,2 4-2 15,0-2 0-15,0 2-2 16,-4-1-1-16,4 1 1 0,-2-1 0 0,2 1-1 16,-6 0-1-16,2 0-7 0,-3 8-14 15,3 4-22-15,0-2-50 0,-2 3-100 0,6-4-98 16</inkml:trace>
  <inkml:trace contextRef="#ctx0" brushRef="#br1" timeOffset="100596.26">24708 13025 547 0,'0'0'49'16,"0"0"-9"-16,0 0-6 15,0 0-8-15,0 0-5 0,0 0-6 0,79-64-3 16,-46 55-4-16,4 1-4 0,2 3-1 0,3 0-3 16,-1 2 1-16,5 1-2 0,-7 2-1 15,-6 0-2-15,0 0-5 0,-8 0-9 0,-7 5-26 16,-3 0-35-16,-7-1-92 0,2-1-100 16</inkml:trace>
  <inkml:trace contextRef="#ctx0" brushRef="#br1" timeOffset="100829.62">25060 12944 519 0,'0'0'45'16,"0"0"-10"-16,0 0-6 0,0 0-8 0,0 0-2 16,0 0-2-16,0 0 0 0,0 0-1 15,-42 84-5-15,36-57-4 0,2 1-2 16,-2-3-2-16,4 3-1 0,-4-2 1 15,-1-4-5-15,5-5 2 0,-2 0-3 0,2-6 2 16,2-1 0-16,-4 2 1 0,4-7 0 16,-2 5-1-16,2-4 0 0,-4 1-1 0,4-2-1 15,0-5-3 1,0 5-10-16,-2 0-21 0,2-1-29 0,-4 1-75 0,4-2-123 31</inkml:trace>
  <inkml:trace contextRef="#ctx0" brushRef="#br1" timeOffset="101179.4">25258 13021 635 0,'0'0'38'0,"0"0"-8"16,0 0-6-1,0 0-8-15,0 0-4 0,0 0-5 0,0 0-1 0,0 0-2 16,0 0-1-16,-29 87-3 16,23-67 1-16,-2-1 0 0,-1-1-3 0,3-3 4 15,2-1-5-15,2-5 2 0,-2-5 1 0,4 1-1 16,0-5 2-16,0 3 0 0,0 0 0 16,4 1 1-16,8 3 0 0,3-6-1 0,6-1 0 15,1 0 0-15,1 0-1 0,0-1-1 31,-7-3 0-31,1 1-1 0,-3-1 1 16,-5 1-3-16,3 0-6 0,-2 0-16 16,-3 1-28-16,-1 0-41 0,-6 2-91 0,0 0-84 15</inkml:trace>
  <inkml:trace contextRef="#ctx0" brushRef="#br1" timeOffset="101495.96">25409 13004 619 0,'0'0'52'0,"0"0"-13"0,0 0-15 0,0 0-11 16,0 0-4-16,0 0-1 0,0 0-1 0,0 0-1 31,-45 88-2-31,43-62-1 0,-5 1 2 16,3 0-7-16,-2-1 7 0,4 0-10 0,-4 0 5 15,-1-4-1-15,3 2 1 0,2-2 1 16,-2-6-2-16,2 1 4 0,0-6-5 0,2-5 2 16,0 0 2-16,0-6-1 15,0 5 1-15,0 1-1 0,0 0-1 0,0 0 0 16,0-6 0-16,0 0 1 0,0 0 2 16,0 1-3-16,0 1 0 0,0-1-1 15,0 1-3-15,0-2-1 0,0 0-7 16,2 2-15-16,-2-2-35 0,2 0-65 15,-2 0-154-15,0 0 4 0</inkml:trace>
  <inkml:trace contextRef="#ctx0" brushRef="#br1" timeOffset="106862.97">17728 11679 492 0,'0'0'49'16,"0"0"-2"-16,0 0-8 15,0 0-11-15,0 0-7 0,0 0-6 0,0 0-2 16,0 0 1-16,0 0-3 0,-9-31-2 16,9 30-3-16,0-1-3 0,0 2-3 0,-2 0-1 15,2 0 1-15,0 12 0 0,0 8-1 16,4 10 2-16,3 4-4 0,-1 5 3 15,0 4 2-15,0 1-4 0,0 3 5 16,-1-4-4-16,-3-3 0 0,-2-5 2 0,0-5-2 16,0-2 2-16,0-8-2 0,0-2 2 15,0-7-1-15,0-1 0 0,-2 1-1 16,-3-7 2-16,5 3-2 0,-2-5 1 0,2 3 1 16,-4 0-2-1,4-1 0-15,0-4 0 0,-6 0-1 16,0 0 1-16,-2-1 2 0,-7-9-1 15,-1-2 0-15,3-3 1 0,-1-3 0 16,1 0 1-16,1-1 4 0,-1 1-2 16,5 6 1-16,6 3 0 0,-4 1 0 0,6 4 2 15,-6 0 1-15,6 0 0 0,0 4-4 16,0 0-3-16,0 0-2 0,0 0 0 0,0 0-1 16,0 2 1-16,0 10 1 0,0 5 0 15,6 4 0-15,0-1 1 0,-4-6-1 16,4-1 0-16,1 1 0 0,-5-4-1 15,8 4 1-15,-8-5 0 0,4-1-2 0,-2-1 2 16,-2-4 0-16,3 2 2 0,-5-5-2 16,4 0 2-16,2 0 3 15,6 0-1-15,5-1 1 0,-5-7-2 0,5-4 1 16,-1 0-3-16,-3-1 0 0,-5 4-2 0,0-1-3 16,-1 2-4-16,3 0-11 0,-4 1-27 31,-4 4-61-31,4-3-179 0,-4 3-13 0</inkml:trace>
  <inkml:trace contextRef="#ctx0" brushRef="#br1" timeOffset="107295.35">16518 11522 586 0,'0'0'61'0,"0"0"-9"16,0 0-15-16,0 0-11 0,0 0-10 16,0 0-4-16,0 0-7 0,0 0-3 15,0 0-2-15,0 0-2 0,9-17 0 16,3 16 1-16,7 0 1 0,8-1-3 15,-1 2 0-15,1 0-2 0,2 0-3 0,-12 0-4 16,5 0-8-16,-9 0-19 0,-3 3-20 16,7 0-23-16,-11-2-41 0,0 1-42 0,-6-2-67 15</inkml:trace>
  <inkml:trace contextRef="#ctx0" brushRef="#br1" timeOffset="107478.76">16671 11490 432 0,'0'0'59'0,"0"0"-13"0,0 0-16 0,0 0-11 16,0 0-9-16,0 0 1 0,0 0 1 16,0 0 4-16,-10 85-1 0,10-51 0 15,0 1-6-15,0 0 0 0,0 0-6 16,0-2 0-16,-4-2 1 0,4-11-8 16,-2 0 4-16,2-6-4 0,-4-8-7 15,4 0-13-15,0-6-25 0,0 4-41 0,0 1-88 16,0 0-74-16</inkml:trace>
  <inkml:trace contextRef="#ctx0" brushRef="#br1" timeOffset="107778.7">16845 11600 586 0,'0'0'42'15,"0"0"-13"-15,0 0-10 0,0 0-9 16,0 0-1-16,0 0 0 0,0 0-1 16,4 85-2-16,-8-58 2 0,-2-1-3 0,0-3 1 15,3-6-2-15,-1-7-1 0,2-5 1 16,2-5 2-16,0 0 1 16,0 4-1-16,0 0 1 0,0 3-1 0,2-1 1 15,9-5-1-15,3 1-3 0,7-1-3 16,2-1-1-16,-1 0-2 0,3 0 0 0,-4 0-4 15,4-1-4-15,-7-1-5 0,1 2-21 0,-7 0-25 16,-6 0-39-16,5 0-86 0,-5 0-73 16</inkml:trace>
  <inkml:trace contextRef="#ctx0" brushRef="#br1" timeOffset="107995.28">17076 11629 562 0,'0'0'57'0,"0"0"-5"0,0 0-13 16,0 0-17-16,0 0-9 0,0 0-7 16,0 0-3-16,0 0 2 15,0 0 1-15,0 0 0 0,-33 86 1 0,33-58-4 16,-4-1 0-16,4 0 2 0,0 2-7 16,0 0 8-16,0-2-7 0,0-6 1 0,0-1 0 15,0-6-2-15,0-8-2 0,0 4-8 16,0-5-20-16,0-1-49 0,0 3-104 15,0-7-108-15</inkml:trace>
  <inkml:trace contextRef="#ctx0" brushRef="#br1" timeOffset="109179.58">15720 12870 497 0,'0'0'64'16,"0"0"-12"-16,0 0-10 0,0 0-10 15,0 0-8-15,0 0-6 0,0 0-6 0,0 0-4 16,0 0-2-16,-18-79-2 0,14 72-2 16,2 3 0-16,-2 2-1 0,4 2-1 15,-3-2 1 1,3 2 0-16,0-1-1 0,-4-1 0 15,2 1 1-15,2 1-3 16,0-2 2-16,-4 2 1 0,4-1 0 0,0 1 2 16,0-2 0-16,-2 2-1 0,2-2 2 0,0 2 0 15,0-1 2-15,-2 1-2 0,2-2-1 16,0 2-1-16,-4-1-2 0,4 1 0 0,0-2 0 16,0 2 0-16,0-1-1 0,0 1 1 15,0 0-1-15,0 0 2 0,0 0-2 16,0 0 1-16,0-1 0 0,0 1 0 15,0 0 1-15,0 0 0 0,0 0 0 0,0 0 0 16,0-2 2-16,0 2 0 0,0 0 2 16,0 0 0-16,0 0 0 0,0 0 0 0,0 0 0 15,0 0-1-15,0 0 0 0,0 0 0 16,0 0-1-16,0 0-1 0,0-2 1 16,0 2 0-16,0 0 1 0,0 0 1 15,0 0-2-15,0-1-1 0,0 1 0 0,0 0 1 31,0 0-1-31,0 0 3 0,0 0-3 16,0 0 0-16,0 0 0 0,0 0-2 16,0 0 3-16,0 0-1 0,0 0 0 15,0 0 1-15,0-2-1 0,0 2-1 0,0 0 1 16,0 0 0-16,0 0 1 0,0 0-1 16,0 0 0-16,0 0 0 0,0 0-1 0,0 0 0 15,0 0-1-15,0 0-4 16,0 0 3-16,0 0 0 0,0 0 0 0,-2 2 3 15,-2 10-2-15,2 6-2 0,-5 7 2 0,3-3 0 16,-2 1-1-16,0-6 3 0,4 0-4 16,-2-6 2-16,2-4 0 0,2 3-1 15,0-3 0-15,0-3-1 0,0 5 1 0,2-2-1 16,8 3 1-16,2 0 3 0,3-2-2 16,3-2-1-1,3 0 0-15,0-1-2 0,4-2 2 0,-1 1-2 0,1-1 3 31,-8-1-4-31,1 1 2 0,1-1-1 0,-7-1 0 16,7 0-2-16,-7-1-2 0,-1 2-1 16,1-2-7-16,-6 0-6 0,7 1-16 0,-7 1-25 15,0-2-35-15,0 1-84 0,-6-1-100 16</inkml:trace>
  <inkml:trace contextRef="#ctx0" brushRef="#br1" timeOffset="109445.52">15950 12778 542 0,'0'0'60'0,"0"0"-7"15,0 0-11-15,0 0-11 0,0 0-16 0,0 0-7 16,0 0-4-16,0 0-2 0,0 0 2 16,0 0 1-16,-8 57-1 0,10-26 0 15,2 0-3-15,-4 3 0 0,2-2-1 0,-2 1 1 31,0-3-1-31,0-1 1 0,0-7-3 16,0-3 1-16,-2-5-2 0,2-2 1 0,0 0-3 16,0-6-1-16,0 1-6 0,0-7-7 15,0 4-18-15,0 0-22 0,0 1-43 16,0 1-97-16,0-6-59 0</inkml:trace>
  <inkml:trace contextRef="#ctx0" brushRef="#br1" timeOffset="109946.2">16299 12866 632 0,'0'0'45'0,"0"0"-13"31,0 0-15-31,0 0-4 0,0 0-5 0,0 0-2 15,0 0-3-15,0 0-3 0,89-29 1 0,-66 29-1 16,0 0-2-16,-3 3 0 16,1 0-2-16,-7 0-1 0,5-2 1 15,0 1-1-15,-7-2-3 0,7 2-2 0,-5-1-9 16,-1 1-18-16,-5-2-23 0,4 1-40 16,-6-1-80-16,-1 0-71 0</inkml:trace>
  <inkml:trace contextRef="#ctx0" brushRef="#br1" timeOffset="110245.53">16512 12807 585 0,'0'0'59'16,"0"0"-9"-16,0 0-17 0,0 0-17 0,0 0-8 0,0 0-7 31,0 0-1-31,0 0 1 0,0 0 0 15,-10 59 0-15,10-28 1 0,0 1-3 16,0 0 1-16,0-3-1 0,0 0 0 16,0-8-1-16,0-1 1 0,0-7 0 0,0 0 0 15,0-1 0-15,0-6 0 0,0 0 0 16,0-6 0-16,0 0 0 16,0 0-2-16,0 2-1 0,0-1-2 0,0 1-2 0,0-1-4 15,0 1-8-15,0-1-15 0,0-1-25 16,4 2-50-16,-4-2-128 0,2 0-10 15</inkml:trace>
  <inkml:trace contextRef="#ctx0" brushRef="#br1" timeOffset="110728.56">16775 12832 580 0,'0'0'63'0,"0"0"-9"0,0 0-18 16,0 0-12-16,0 0-9 0,0 0-4 15,0 0-4-15,0 0-4 0,0 0-1 0,0 0-3 16,-11 17-1-16,1 3 0 0,2 2-2 16,-5 1 2-16,1 0 2 0,4-2-2 0,1-6 1 31,1-5 1-31,6-6-2 0,-4-1 1 15,4 2 1-15,-2-1-2 0,2 1 2 16,0-5 1-16,0 0-2 0,2 0 3 16,11 0-2-16,1 0 0 0,3 0 0 0,1 0-1 15,-1 0-1-15,5 0-2 0,1 0-2 16,-6 1-3-16,-3 2-6 0,-3 0-6 0,-3 0-14 16,4 1-10-1,-10-3-9-15,9 5-14 0,-9-3-28 0,2 0-54 0,-2 0-75 16</inkml:trace>
  <inkml:trace contextRef="#ctx0" brushRef="#br1" timeOffset="110978.62">16882 12896 519 0,'0'0'50'0,"0"0"-12"0,0 0-8 16,0 0-12-16,0 0-4 0,0 0-4 0,0 0-1 15,0 0-1-15,0 0 0 0,-10 56 1 16,10-42-2-16,0 6 0 0,0-1-2 16,0-1-2-16,0 5 2 0,0 0 1 0,4-6 0 15,-4 2-2-15,0-6-1 0,0 2 1 16,0-1-5-16,0-1 4 0,0 2-7 16,0-3-1-16,0 1-4 0,0-9-8 0,0 2-22 15,0-6-36-15,0 0-82 0,0 0-122 16</inkml:trace>
  <inkml:trace contextRef="#ctx0" brushRef="#br1" timeOffset="111262">16994 12747 680 0,'0'0'29'0,"0"0"-7"16,0 0-2-16,0 0-5 0,0 0-6 0,0 0-2 15,0 0-3-15,0 0 2 0,78 75-5 16,-67-54 1-16,-3 2-2 0,-4 1 1 16,-2 3-2-16,-2 2 2 0,0 1-1 15,0 2 1-15,-6-1-1 0,-2-4-2 0,-5 0-4 16,1-2-5-16,-3-3-8 0,-3-2-14 15,-1-2-22-15,1 1-26 0,-3-4-52 0,0-2-64 16,-1-4-50-16</inkml:trace>
  <inkml:trace contextRef="#ctx0" brushRef="#br1" timeOffset="111761.79">16429 12728 542 0,'0'0'65'0,"0"0"-7"0,0 0-13 0,0 0-11 16,0 0-7-16,0 0-4 0,0 0-6 16,0 0-3-1,0 0-9-15,-18-28 0 0,12 28-4 16,-3 2 0-16,-3 8 0 0,-2 8-1 15,3 4-2-15,5 5 3 0,0 6-2 16,6 4 1-16,0 3 1 0,0 0-1 16,0 2-1-16,4-3 1 0,-2-1-1 0,4-3 1 15,0-5 3-15,1-1-2 0,-1-3 2 0,0-4-6 16,0-2 3-16,0-6-3 0,3-1 0 16,-5-5 0-16,2 0-4 0,2-1 0 15,3-1-3-15,-3 0-4 0,0-2-10 16,2 0-8-16,-7-2-22 0,9 0-24 15,-6 0-86-15,7-2-108 0</inkml:trace>
  <inkml:trace contextRef="#ctx0" brushRef="#br1" timeOffset="112678.95">14094 12820 634 0,'0'0'49'0,"0"0"-10"0,0 0-14 16,0 0-8-16,0 0-5 0,0 0-3 16,-58-77-1-16,35 71-2 0,0 2-2 0,-4 4-1 15,5 0 0-15,-1 7-1 0,0 2-1 16,3 1 0-16,1 3-1 0,7 0 0 0,-1 2-1 15,5-4 1-15,2 4-1 0,4 2-1 16,2 1 1-16,0 7 1 0,0-4-1 16,8 0 1-16,4-3-1 0,1 0 1 15,1 1-2-15,5-4 3 0,-1 1-2 0,-3 0 0 16,-1-1-1-16,-1 0 1 0,-3-4-1 16,-4 1 1-16,0-3 0 0,-6 2 0 15,0-1 0 1,0 0 0-16,-4 6 1 0,-2-8 1 15,-2 2 1-15,2-4 2 0,-7-4 1 16,5 1 0-16,-9-3 0 0,9 0-1 16,-4 0-2-16,1-2 0 0,3-4-4 0,-4-3-7 15,6 3-21-15,3-5-38 0,3-1-84 16,3 3-146-16</inkml:trace>
  <inkml:trace contextRef="#ctx0" brushRef="#br1" timeOffset="113130.27">14259 12829 644 0,'0'0'24'0,"0"0"-3"16,0 0 1-16,0 0-5 0,0 0-2 31,0 80-3-31,-6-56 0 0,4-8-4 0,0 3-2 15,-2-8-2-15,4 1-4 0,0 1 1 0,0-9-2 16,0 2 0-16,0-6 0 16,0 5-1-16,0-1 1 0,0 1-2 15,0 1 1-15,0-1-1 0,0-1 1 0,0 1 0 16,0 0 2-16,0-1 0 0,0 0-1 16,0 1 1-16,4 1-1 0,-4-6 2 0,0 0 1 15,0 0 0-15,0 1 3 0,0 1 0 16,0 0 1-16,0-1 2 0,0 1 0 0,0-1 2 15,0 1 2-15,0-1-4 0,0 1-1 16,0-1-3-16,0 1-2 0,0-2-1 16,0 1-3-16,0-1 1 0,0 2-1 15,0-1 2-15,2 4 0 16,0-2-1-16,8 1 0 0,-4 1-1 0,-4-3-1 16,9 1-1-16,-5-2-2 0,2 1-1 0,5-1-2 15,-5 1-2-15,2-1-2 0,-2 0-10 0,5 1-22 31,-11 0-33-31,8 1-95 0,-8-1-109 16</inkml:trace>
  <inkml:trace contextRef="#ctx0" brushRef="#br1" timeOffset="113378.25">14271 12933 636 0,'0'0'64'0,"0"0"-12"15,0 0-17-15,0 0-12 0,0 0-4 0,0 0-7 16,0 0-5-16,0 0 1 0,0 0-6 16,0-72-2-16,13 65-2 0,1 0-1 15,3 3-3-15,1 1-1 0,-1 3-10 0,-1-1-12 31,3 1-29-31,-4 0-34 0,-3 0-76 16,2 2-118-16</inkml:trace>
  <inkml:trace contextRef="#ctx0" brushRef="#br1" timeOffset="113562.46">14298 12966 669 0,'0'0'42'15,"0"0"-14"-15,0 0-8 0,0 0-10 0,0 0 0 0,0 0 1 16,0 0-5-16,0 0-1 0,0 0-6 16,0 0-7-16,77 20-9 0,-65-20-23 15,3 0-47-15,3 0-109 0,-1 0-94 0</inkml:trace>
  <inkml:trace contextRef="#ctx0" brushRef="#br1" timeOffset="113880.18">14590 12820 621 0,'0'0'39'0,"0"0"-11"0,0 0-11 16,0 0-2-16,0 0-5 0,0 0 0 15,0 0-1-15,-11 89-2 0,7-72-1 16,4 1-1-16,-2 1-2 0,2-7 0 15,0 8-1-15,0-10 1 0,0-4-1 0,0 5 1 16,0-5-1-16,0-1 2 0,0 1 1 16,0-2-1-16,0 3-1 0,0 1-1 0,0 3-3 15,0-3 1-15,6 4 0 0,-1-5 1 16,5 4 1-16,2-2-1 0,-6-4-1 16,7 2 2-16,-5-2-2 0,0-2-1 15,3 0 0-15,-9-3-4 0,10 0 1 0,-1 0-4 31,-3 0-12-31,0-2-27 0,2-1-55 16,-1 2-177-16,-5 0-12 0</inkml:trace>
  <inkml:trace contextRef="#ctx0" brushRef="#br1" timeOffset="114145.23">14778 12925 636 0,'0'0'31'0,"0"0"-5"15,0 0-5-15,0 0-8 0,0 0-4 0,0 0-5 16,0 0-2-16,0 0 1 16,0 0-3-16,0 0-1 0,4 78 0 0,-4-68-4 15,2-5-1-15,-2-1-5 0,0 2-13 0,0-6-18 31,0 0-23-31,0 0-42 0,0 2-46 16,4-2-23-16,-4 1 22 0</inkml:trace>
  <inkml:trace contextRef="#ctx0" brushRef="#br1" timeOffset="114295.3">14778 12925 12 0,'6'94'123'0,"-8"-105"8"15,-4-7-10-15,2 0-17 0,0 0-17 16,-1 0-20-16,5 1-17 0,0 5-11 16,0-1-9-16,0 1-2 0,0 6-6 0,0 0-4 15,0 6-4-15,0-6-5 0,0 1-3 16,5-2-4-16,-1-1 0 0,6 3-3 15,2-2 1-15,-3 4-3 0,9 0-3 0,-3 0-7 16,-5 2-11-16,2-2-18 0,-3 1-37 16,3 2-53-16,-4 0-155 0,3 0 9 0</inkml:trace>
  <inkml:trace contextRef="#ctx0" brushRef="#br1" timeOffset="114464.31">14809 12948 537 0,'0'0'38'0,"0"0"-5"0,0 0-8 15,0 0-6-15,0 0-3 0,0 0-4 16,0 0-6-16,0 0-4 0,0 0-7 16,0 0-10-16,27 24-12 0,-21-24-20 0,4 0-34 15,3 0-65-15,-9 0-104 0</inkml:trace>
  <inkml:trace contextRef="#ctx0" brushRef="#br1" timeOffset="114645.32">14782 13101 509 0,'0'0'33'15,"0"0"-6"-15,0 0-13 0,0 0-7 16,0 0-6-16,0 0-6 15,0 0-6-15,0 0-7 0,0 0-17 16,87-11-39-16,-77 5-94 0,-2 2-70 16</inkml:trace>
  <inkml:trace contextRef="#ctx0" brushRef="#br1" timeOffset="114977.76">15127 12851 634 0,'0'0'57'16,"0"0"-18"-16,0 0-13 0,0 0-11 16,0 0-6-16,0 0 1 0,0 0-4 15,0 0-2-15,0 0 1 0,0 0-3 0,-64 35 0 31,56-16-2-31,2 1 2 0,6-5-1 16,-2 3 0-16,2 0 2 0,0-5-2 0,0 6-2 16,0-2 1-16,6-3-1 0,-2 4 1 15,6-3 1-15,-4 0-3 0,3-2-1 16,1-5-3-16,-2 2-3 0,1-3-2 16,3 0-4-16,0 0-7 0,-1-3-21 0,-1 0-18 15,0-4-39-15,-1 0-89 0,-3-2-71 0</inkml:trace>
  <inkml:trace contextRef="#ctx0" brushRef="#br1" timeOffset="115227.63">15224 12851 722 0,'0'0'37'0,"0"0"-12"0,0 0-6 16,0 0-6-16,0 0-6 0,0 0-4 0,0 0-2 15,0 0-3-15,0 0-2 0,0 0 0 16,71-10-3-16,-63 10 0 0,4-1-4 0,1 0-8 16,-9-1-6-16,10 2-15 0,-12 0-17 15,9 0-15-15,-5 0-23 0,-6 0-52 16,0-2-74-16</inkml:trace>
  <inkml:trace contextRef="#ctx0" brushRef="#br1" timeOffset="115428.99">15346 12825 473 0,'0'0'55'0,"0"0"-11"0,0 0-7 0,0 0-8 16,0 0-4-16,0 0-8 0,0 0-4 16,0 0-4-16,-51 77-2 0,44-51-3 15,1 3 1-15,0 0 1 16,0-1-2-16,0-1 1 15,4 1-5-15,-3-4 1 0,3-1-1 16,-2-6 0-16,2 0 2 0,0-7-3 0,-2-5-3 16,4 4-1-16,-2-5-12 0,2 0-22 15,-4 0-32-15,4-4-92 0,0 0-113 16</inkml:trace>
  <inkml:trace contextRef="#ctx0" brushRef="#br1" timeOffset="121596.87">22879 12705 442 0,'0'0'44'0,"0"0"-5"15,0 0-9-15,0 0-2 0,0 0 1 0,0 0-2 16,0 0-2-16,0 0-4 0,0 0-5 15,0 0-2-15,2-18-3 0,-2 13-2 0,-2 1-1 16,-4-3-2-16,-1 6-1 0,-3-4 0 16,2 2 1-16,-5 2 0 0,5-1 0 15,-4 1 0-15,1-1 1 16,-3 1-1-16,-5-1-1 0,7 0-1 0,-5 1-1 0,-5-1 1 16,5 1-1-16,-8 0 0 0,1 1 0 0,-1 0-2 15,2 0-1-15,-8 0 1 0,0 0-2 31,4 2 2-31,-6 3-1 0,0-2 0 16,-4 2 2-16,0-2-1 0,4 0 0 16,-3 1-1-16,5-2 1 0,4 1 0 0,1-1 2 15,7-1-1-15,0 0 0 0,7-1 2 16,0 0-3-16,-1 0 1 0,-1 0-1 0,1 0-1 16,-1 0 1-16,-5 0 0 0,5 0 2 15,-9 0-2-15,2 0-1 0,1 0 1 16,-5 0-3-16,0 0 4 0,2 0-1 15,7 2 0-15,-3-1 0 0,3 3-1 0,3-3-2 16,-5 2 3-16,9-1 0 0,3-1-1 16,2 1 2-16,4-2-2 0,-2 0 2 15,2 0-1-15,0 0 0 0,-4 0 0 0,-2 0-2 16,-1 1 1-16,-1 0 1 0,0 3 0 16,-2-1 0-16,1 0 1 0,-3 1-2 15,2-1 1-15,1 2 1 0,1 0 1 0,-2-1 0 31,-3 0-1-31,5 1 0 0,0 1 0 16,-3-1-1-16,3 1 1 0,-2 0 0 16,4-2-2-16,-3 3 1 0,-5 1-1 0,8-1 1 15,-5 3 0-15,3 1-1 0,-2 0 3 16,-1 4-5-16,-1 2 2 0,0 1 2 16,5 0-2-16,-5 0 0 0,4 2 0 0,-3-2-2 15,3 2 4-15,-2 1-2 0,2 0-2 16,-1 2 4-16,3-1-1 0,-4-1-1 0,4 1 2 15,-1 0-2 1,1-1 1-16,2 2 1 0,0 0-4 0,2-1 5 0,-2-7-4 16,2 2 1-16,-3-5 1 0,5-1-2 15,-2 1 1-15,2-6 0 0,-4 6 0 0,4-5 1 16,0-2-1-16,-2 6 0 16,2-5 1-16,0 0-2 0,0 4 1 0,0-3 0 0,0-2 0 15,0 0 1-15,0-5-1 0,-4 0 0 31,4 0 0-31,0 2 1 0,0-1 0 16,0 1-1-16,0 0 1 0,0-1-1 16,0-1 0-16,0 0 0 0,0 2 0 0,-6-2-2 15,4 0 2-15,-4-8-1 0,-3-3 1 16,-1-2 1-16,2-4-2 0,-5-1 0 0,7-2 0 16,-2 0 2-16,2 0 0 0,1 5-1 15,-1-1 2-15,6 5-4 0,-2-1 3 16,-2 1-1-16,2 5 0 0,2 2 2 15,0-2-2-15,-4 1 1 0,4-1 1 16,0 1-1-16,0 5 1 0,-2-5 1 0,2 0-1 16,-4 0 0-16,4 1 1 15,0 4 0-15,0-2 0 0,0 2-2 0,0-1 0 0,-2-1-1 16,2 1 0-16,0 1 1 0,0-2-1 16,0 2 1-16,0-2-1 0,0 2-1 15,0 0 1-15,0 0 0 0,0 0 1 0,0 8 0 31,2 6-1-31,4 6-1 0,4-1-2 16,-8 2 5-16,4 3-3 0,1-4 3 0,-3 2-1 16,-2-9-1-16,4 2 0 0,-4-3 2 15,2-2-3-15,-4 2 1 0,2-7 0 16,2 5-1-16,-4-5 1 0,3-1 2 16,-3 1-3-16,0-5 1 0,0 0 0 0,0 0-1 15,4 1 1-15,-4 1 1 0,6 1 0 16,-4 0-1-16,8 0 1 15,-1 2-1-15,-7-4 0 0,10 0 1 0,-6-1-1 0,7 0-2 16,5 0 3-16,-5 0-1 0,5-2-1 16,-3-1 2-16,-7 0-3 0,9-2 1 15,-9 2-1-15,-2 1-3 0,-2 1-2 0,-2 0-1 16,4-1-8-16,-4 0-4 0,3 1-7 16,-5 1-15-16,0-2-22 15,6 1-47-15,-4-3-104 16,8-1-75-16</inkml:trace>
  <inkml:trace contextRef="#ctx0" brushRef="#br1" timeOffset="121878.14">21992 13045 678 0,'0'0'44'16,"0"0"-9"-16,0 0-13 0,0 0-5 15,0 0-8-15,0 0-3 0,0 0-2 0,0 0-1 0,85-35-1 16,-60 32-2-16,2 3-1 0,-3-2-1 16,1 2-4-16,-10 0-1 0,5 0-5 31,-7 0-7-31,-1 0-7 0,0 3-23 0,-5-1-25 15,-1 1-33-15,-6-3-47 0,0 0-15 16,0 3 1-16</inkml:trace>
  <inkml:trace contextRef="#ctx0" brushRef="#br1" timeOffset="122111.48">22257 13028 68 0,'0'0'120'0,"0"0"-17"15,0 0-15-15,0 0-21 0,0 0-9 16,0 0-7-16,0 0-4 0,0 0-3 16,0 0-6-16,-52-9-8 0,52 8-6 15,0 1-6-15,-10 0-3 0,1 0-3 16,-5 4-1-16,-3 8-1 0,5 7-1 0,4 1 0 0,-1 3-1 15,3 3-1-15,0 2-2 0,-4-3 2 16,8 3-6-16,-2-4 4 0,1-6-5 16,-1 1 0-16,4-9 1 0,0 0-1 15,0 2 0-15,0-8 0 0,0 2 0 0,0-6-2 16,0 0 1-16,0 0 0 0,0 1-4 16,0 1-1-16,0 0-6 0,0-2-12 15,4 1-15-15,-1-1-30 0,3 0-38 0,-2 0-93 31,4-5-74-31</inkml:trace>
  <inkml:trace contextRef="#ctx0" brushRef="#br1" timeOffset="122462.84">22375 12993 678 0,'0'0'50'15,"0"0"-18"-15,0 0-13 0,0 0-4 0,0 0-5 16,0 0 2-16,0 0-1 0,0 0-3 16,0 0-2-16,0 0-1 0,-21 96-3 0,11-78 1 15,1 0-2-15,-1 0-1 0,6-6 3 16,-2 2-5-16,1-3 4 0,-1-2-4 16,4 2 3-1,2-7-1-15,-4 1 1 16,4-5-1-16,0 3 3 0,0 1-1 0,6 2 1 15,7 2-1-15,-5-5-1 0,8 1 0 0,3 0-2 16,2-1 2-16,4-2 0 16,-3 1-1-16,-5-1 0 0,1-1-2 0,-1 2-2 15,-5-2 0-15,11 0-3 0,-13 0-4 16,3 0-4-16,3 0-14 0,-5 0-19 16,1 0-29-16,-8 0-87 0,2 0-119 15</inkml:trace>
  <inkml:trace contextRef="#ctx0" brushRef="#br1" timeOffset="122795.46">22505 13107 606 0,'0'0'55'0,"0"0"-10"0,0 0-16 0,0 0-10 16,0 0-5-16,0 0 0 0,0 0 1 15,0 0-2-15,0 0-1 16,0 0-2-16,0 56 0 0,-2-32-7 0,-2 1 2 16,1-3-5-16,-1 1 1 0,2 2 0 0,-2-1 0 15,2 2 0-15,-2 0-1 0,2-1 1 16,-2 1-1-16,2-6 3 0,-2-2-3 16,1-6 0-16,3-1 0 0,-2 1 0 0,-2-8 1 15,4 3 0-15,0-7-1 0,-2 0 0 16,2 0 1-16,0 1-1 0,0 1 2 15,0-1-1-15,0 0-1 0,0 1 0 0,0-2-3 16,0 2-5-16,0-4-16 0,2-10-49 16,4-5-200-16,-3-1-45 15</inkml:trace>
  <inkml:trace contextRef="#ctx0" brushRef="#br1" timeOffset="126028.2">20417 14429 415 0,'0'0'57'0,"0"0"-6"0,0 0-7 15,0 0-2-15,0 0-4 0,0 0-2 0,0 0-6 16,0 0-4-16,0 0-4 16,-12-34-6-16,12 33-1 0,0 0-6 15,-3 1-3-15,3 0-2 16,0 0-1-16,0 2 0 0,0 15-2 15,0 11 1-15,3 7 3 0,3-1-7 16,-2 5 6-16,-2-1-4 0,-2-1 0 16,0 0-1-16,0-2 1 0,0-2-1 0,-2-3-1 15,-4-1 2-15,-1-3-1 0,3-3 5 16,-2-7-4-16,4 1 1 0,2-6-1 16,-4-5 0-16,4 0-1 0,0-6 2 0,0 0-2 15,0 0 0-15,0 2-5 0,-2-1-2 16,2-1-4-16,0 2-3 0,-6-2-2 15,-1-5-2-15,-1-5 4 0,-4-6 5 0,-1 1 2 16,1-2 4-16,4-1 4 0,-5-1-5 16,7 0 9-16,-4 4 0 0,8 0 2 15,-2 4 1-15,2 1 1 16,-1-1 0-16,-1 7 1 0,4-1 1 0,0 5 2 0,-2-2-1 16,2 2-1-16,0-1-2 0,0 1-4 15,0-2 0-15,0 2 0 0,0 0-2 0,0 2 4 31,0 10 0-31,2 3-1 0,5 5 5 16,-1-2-6-16,-4-3 0 0,4-2-1 0,0-3-3 16,0 2 3-16,1-4 0 0,-3-1-1 15,2-1 2-15,0-2-2 0,-4-1 0 16,0 0 2-16,4-3 1 0,1 0 1 16,3 0-1-16,4-6-3 0,1-4 1 0,1-2-2 15,-1 0 0-15,-1-1 0 0,3-2-4 16,-3-1 2-16,1 2-3 0,4 1-1 15,-3-1-6-15,-6 5-11 0,3 3-23 0,-3 1-70 16,3 2-186-16,-3 1-15 0</inkml:trace>
  <inkml:trace contextRef="#ctx0" brushRef="#br1" timeOffset="126811.76">17052 14223 588 0,'0'0'63'16,"0"0"-11"-16,0 0-11 15,0 0-10-15,0 0-10 0,0 0-6 0,0 0-4 0,0 0-3 16,0 0-2-16,0 0 1 0,20-61-2 16,-22 52-1-16,-8 1-1 0,4 2-2 15,-3 1 1-15,1 1-1 0,-4 3 0 0,-5 1-1 16,3 1 0-16,-1 8-1 0,3 3 1 16,0 3-1-16,3 4 1 15,3 2 0-15,0 3 0 0,2 2-2 16,4 1 4-16,0 1-4 15,0-6 2-15,0 0-2 0,6-2 2 16,4-4-1-16,-1 0 1 0,-1 0 1 16,2-2 0-16,3 1-2 0,-1-1 2 0,-4-1-2 15,-2-2 0-15,-4 3 8 0,3-4-8 16,-5 2 5-16,0 6-3 0,0-3-3 0,-7 1 3 16,-1-2 0-16,-2-5 1 0,-5-3 0 15,3 1 1-15,-3-4 2 0,3-1-3 16,0-2 2-16,-7 0-1 0,5-6-1 15,-5-3 2-15,5-1-2 0,3 2-1 0,-1-5 1 16,6 6-4-16,-1-1-6 0,5 5 6 16,2 3-4-16,0-1-2 15,0 1-3-15,0-2-18 0,0-6-29 0,0-4-48 0,9-5-149 16,7 1-51-16</inkml:trace>
  <inkml:trace contextRef="#ctx0" brushRef="#br1" timeOffset="127178.73">17149 14326 637 0,'0'0'45'0,"0"0"-7"16,0 0-10-16,0 0-8 0,-15 96-5 0,11-69-2 15,-2-1-4-15,4-2 2 0,-2-6-7 16,4 1 1-16,-2-9-5 0,2-4-3 0,0 0 0 15,0-6-2-15,-4 0-2 0,4 0-4 16,0 1-2-16,0-1-1 0,0 2 4 16,0-2 1-16,0-2 5 0,0-11 0 15,0-5 5-15,4-6-2 0,-4 5 7 0,0 0 5 16,0-3 1-16,0 7 4 0,0-7-1 16,0 9-2-16,0-1-2 0,0 2-3 15,2 2 0 1,2-1-1-16,2 4-1 0,2-4-2 15,-1 5-1-15,5-2-1 0,3 2-3 16,1 2 0-16,5-1-2 0,-3 2-4 16,-3 1-4-16,3 1-9 0,-5 1-15 0,-1 0-27 15,-1 0-28-15,-5 0-78 0,4 8-117 16</inkml:trace>
  <inkml:trace contextRef="#ctx0" brushRef="#br1" timeOffset="127379.06">17209 14425 623 0,'0'0'57'0,"0"0"-9"0,0 0-17 15,0 0-11-15,0 0-4 0,0 0-5 0,0 0-3 16,0 0-4-16,0 0-3 0,0 0-5 16,43-6-5-16,-35 2-12 0,3 3-18 15,-3 1-27-15,2 0-47 0,-1 3-130 0,-9 3-31 31</inkml:trace>
  <inkml:trace contextRef="#ctx0" brushRef="#br1" timeOffset="127528.15">17136 14587 596 0,'0'0'44'15,"0"0"-6"-15,0 0-11 16,0 0-8-16,0 0-8 0,0 0-5 0,0 0-5 0,0 0-2 15,0 0-6-15,0 0-15 0,50 12-21 16,-33-13-27-16,1-1-67 0,-1-1-113 16</inkml:trace>
  <inkml:trace contextRef="#ctx0" brushRef="#br1" timeOffset="129128.64">17265 14348 601 0,'0'0'57'15,"0"0"-11"-15,0 0-10 16,0 0-8-16,0 0-3 0,0 0-3 0,0 0-4 15,0 0-2-15,0 0-4 0,-23-60 0 16,23 58-2-16,0 1 0 0,0 1-3 16,0-2-3-16,0 2-1 0,0 0-3 0,0 0 2 15,0 12-1-15,0 7 1 0,0 4 1 16,4-1-2-16,2-1 1 0,0 2-1 16,1-1 0-16,-1 0 0 0,0 0-1 0,0-1 5 15,0 0-4-15,-1 2 5 0,1-2-4 16,0 2-2-16,-2-8 0 0,-2 2 0 15,2-7 1-15,2-2-1 0,-3 1 1 0,-3-6-1 16,4 2-1-16,-4-5 1 0,0 0 1 16,0 0 0-16,2 0 1 0,4 0-2 15,0 0 0-15,2 0 1 0,5 0-2 0,-3-5 2 16,0-2 0-16,-3 2-1 0,5-4-1 16,-2 0 2-16,-3 3-1 0,1-5 1 0,-2 5-1 15,0-3 0-15,3-5 0 0,-3 5-5 31,0-6 6-31,0 0-6 0,-2 4 4 16,-2-6 2-16,-2 5-1 0,0-1 2 16,0-7-3-16,0 7 2 0,0-7-1 0,0 6 0 15,0 0 0-15,0 0 0 0,0 7 0 16,0 1 0-16,0 6-1 0,0-6 2 16,0 0-1-16,0-1 2 0,0 3 1 0,0 4-2 15,0-1-1-15,0 1 0 0,0 0-2 16,0-2 2-16,0 2-1 0,0 0 1 15,0 0-1-15,0 3 0 0,0 11-1 0,0 7 0 16,7 5 2-16,-5 1-2 0,-2 1 2 16,0-1 2-16,0 1-3 0,-4 0 3 15,-7-2-3-15,3-2 0 0,-5-1 0 0,1-3 2 16,6-7 0-16,-7-2 0 0,1-2-2 31,6-3 1-31,-9 0-1 0,7-4-1 16,-4-2 1-16,-7 0-1 0,1-2 3 0,-3-7-2 15,2-2 2-15,5-2 0 0,-3-4-2 16,5-3 2-16,2-2 0 0,-1-5-6 16,3 0 5-16,2-1-4 0,2-1 5 0,2 1 1 15,2 1-2-15,0 2 1 0,0 7-2 16,0 0 1-16,0 2 2 0,0 5-1 16,6-6 0-16,-6 8 1 0,2 3-3 0,-2-4 3 15,4 5-1-15,-4 0 1 0,2 1 1 16,-2 4-1-16,0-5 0 0,0 1 1 15,4-1-1-15,-4 1 1 0,0 4 1 0,0-2-2 16,0 2 1-16,0-1-2 0,0-1-1 16,0 0 1-16,0 2-3 0,0-1 2 15,0 1 0-15,0-2 0 0,0 2 2 0,0 0-2 16,0 0-1-16,0 0 0 0,0 0 0 16,0 0 1-16,-4 11 0 0,2-2 0 15,-4 6 0-15,2 0 0 0,2-2-2 0,2 6 1 31,0 1 2-31,0 2-1 0,0 3 0 16,0-2 0-16,2-2 0 0,2 2 0 16,2-3 2-16,0 0 1 0,0-2-3 0,1 0 5 15,-1-3-7-15,-2-3 1 0,6 0 0 16,-2-1 0-16,-3-2 2 0,3 3 0 16,-2-5-2-16,0-2 0 0,0 3 1 0,-3-5-1 15,3 2 2-15,-2-3-1 0,-2 0 1 16,8 3-1-16,-8-4-1 0,5 1 0 15,3 1 1-15,-6-3 1 0,0 0 1 0,9 0-2 16,-1 0 0-16,-4 0-1 0,11-5 0 16,-7-1 0-16,-6 0 1 15,9-1 1-15,-3-3-2 0,1 1 0 0,1-4 0 0,-1 1 1 16,-5-4 0-16,4 0-3 0,-1-2 4 16,-3-2-5-16,4-2 2 0,-3 0 2 15,1-3 1-15,-2 3-1 0,-2-1 1 0,1 0 1 31,-3 8-2-31,0-1 1 0,0 6 0 16,-4-1 1-16,2 1-4 0,2 4 2 16,-4 1 0-16,0 5 0 0,0-1 5 0,0 1-5 15,0-2 0-15,0 1 0 0,0-1-1 16,0 0 1-16,0 1 0 0,0-1-1 16,-4 0 1-16,2-3 0 0,-2 2 1 0,2 1-1 15,2 2 1-15,-2-1 0 0,2 1-2 16,0 0 2-16,-4-2-2 0,4 2 2 0,-3 0-2 15,3-1 1-15,-4 1 0 0,4-2 0 16,-2 2 1-16,-2-2-1 0,-2-2 1 16,4 1-1-16,-2 2 0 0,4 1 1 15,-2-2-1-15,2 2-1 0,0 0 2 0,0-1-2 16,-4 1 0-16,4-2-1 0,0 2 0 16,-3 0-3-16,3 0-2 0,0 0-1 15,-4 0-3-15,2 11-5 0,-2-1-5 0,2 9-18 31,2-1-28-31,0-6-69 0,0 8-170 16,0-7 0-16</inkml:trace>
  <inkml:trace contextRef="#ctx0" brushRef="#br1" timeOffset="129895.33">17746 14302 617 0,'0'0'36'0,"0"0"-4"15,0 0-7-15,0 0-8 0,0 0-5 0,0 0-6 16,25 82 1-16,-23-51 0 0,-2 3 3 16,0 1 4-16,0 0-2 0,0-5-2 15,0-7-9-15,0-9 0 0,0-4-4 0,0-4 4 31,0-1 1-31,0 1 1 0,0-6 3 16,0 0-1-16,0 0 4 0,0 0 1 0,0-2 2 16,0-13 3-16,0-8-1 0,0-6-4 15,0 1 2-15,0-4-5 0,0 0 1 16,4-3 0-16,-4 2-4 0,2-1 0 16,5 5-3-16,-1 5 1 0,0 7 1 0,0 4-2 15,0 1-1-15,1 4 1 0,5-1-1 16,-6 4-1-16,2 4 1 15,11-1-1-15,-5 2-1 0,9 0-2 0,-8 2 1 0,-3 4-1 16,0 1 1-16,-3 4-4 0,-1-2 0 16,-4 5-3-16,-2 1 1 0,-2 2-2 15,-2 2 0-15,-6-1 1 0,-5-2 0 0,1-1 1 16,-4-3 3-16,-1 0 1 0,5-4 4 16,-1 0 2-16,5-4 1 15,2-2 2 1,0 0 0-16,6-2 2 0,0 0 0 0,0 0-1 15,-5 0 0-15,5 2-2 0,0-2 2 16,0 0-1-16,0 0 0 0,0 0 1 16,0 0-1-16,13 0 1 0,-5-2-4 0,11 1 0 15,-1 0-1-15,-5-1-1 0,5 2 0 16,1 0 1-16,-11 0-2 0,11 0 1 16,-7 0 0-16,-4 4-3 0,5 6 1 15,-7-4 0-15,0 8 2 0,-4 2 6 0,-2 2-7 16,0 5 6-16,-2-3-7 0,-8 0 0 15,2-4 1-15,-5-2 1 0,-1-2 0 0,1-3 1 16,-1 0 1-16,1-3 1 0,1-1 1 0,2 0 2 16,-1-5-1-16,-1 1 2 0,0-1 1 15,-5 0 0-15,9-5 0 16,-7-2-1-16,9 2 0 16,0 2-3-16,0-3 1 0,2 3-1 0,2 0-4 0,-3 0 3 31,5 3-2-31,0-2 0 0,0 2 1 0,0 0-4 15,0-1-3-15,0 1-4 0,0-2-6 16,0 1-11-16,7-2-21 0,5 2-60 0,5-2-170 16,-5-1-42-16</inkml:trace>
  <inkml:trace contextRef="#ctx0" brushRef="#br1" timeOffset="130244.65">18257 14162 746 0,'0'0'38'16,"0"0"-10"-1,0 0-10-15,0 0-9 0,0 0-1 16,0 0-3-16,-77 76 1 0,65-49-4 15,4 2 1-15,-3 2-3 0,7 1 3 16,-2-4-2-16,2 1 1 0,4-2 0 16,0-1 0-16,6-2 3 0,0-1-3 0,3-1 4 15,1-4-6-15,-4-6 0 0,2-2 1 16,3 0-2-16,-7-5 0 0,12 2 0 16,-9-3-3-16,-1-2 0 0,2-2-5 15,-2 0-5-15,2 0-10 0,9-2-18 0,-9-2-27 16,5 0-48-16,-7 0-104 0,0 1-66 15</inkml:trace>
  <inkml:trace contextRef="#ctx0" brushRef="#br1" timeOffset="130695.38">18253 14323 761 0,'0'0'38'0,"0"0"-9"0,0 0-12 16,0 0-4-16,0 0-4 0,0 0-2 16,0 0-3-16,0 0-1 0,0 0-2 15,62-9-1-15,-42 7 0 0,-1 1-2 16,2 1-3-16,-7 0-2 0,-1 0-11 16,3 0-5-16,-8 3-15 0,5 0-16 0,-7-2-13 15,-4 1-10-15,-2-2 0 0,0 0 6 16,0 0 24-16,0 1 18 0,4-1 21 0,-4 0 19 15,0 2 16-15,0-2 9 0,0 0 12 16,0 0 3-16,0 0-1 0,-4 0 0 16,4 0-5-16,-2 0-6 0,2-2-7 15,-4 1-5-15,4 1-5 0,-2-2-6 0,2 2-4 16,-6 0-5-16,-1 7-2 0,-1 5 0 16,-4 4-2-16,1 1 0 0,3 3-1 15,2 1 0-15,-2 0-2 0,1 2 2 0,1-1 3 31,0 0-3-31,2-5 4 0,2-2-6 16,2-5-1-16,0-3-1 0,0 3-1 16,0-4 1-16,0-1 1 0,0 1-4 0,0-3 1 15,2 2-2-15,-2-2-5 0,4 1-3 16,-4-4-11-16,0 0-17 0,0 0-36 16,2 0-64-16,-2 0-147 0</inkml:trace>
  <inkml:trace contextRef="#ctx0" brushRef="#br1" timeOffset="131027.79">18563 14275 733 0,'0'0'41'0,"0"0"-11"15,0 0-9-15,0 0-8 0,0 0-4 16,0 0-2-1,0 0-1-15,0 0-6 0,0 0 3 16,0 0-2-16,4 28 1 0,-4-14-1 16,0-2-1-16,0 2 0 0,0 0 0 15,0-1 0-15,0 1 1 0,0-3-1 0,0 2 1 16,0-7-1-16,0 5 0 0,0-7 1 16,0 1-1-16,6 4-2 0,-4-6 2 0,0 3-1 15,9-1 1-15,-9-4 2 0,8 0-4 16,-4-1-1-16,7 0-3 0,-5 0-4 15,4 0-4-15,-4-1-11 0,3 0-14 16,-3-2-22-16,7 3-30 0,-5 0-65 0,-4 0-124 16</inkml:trace>
  <inkml:trace contextRef="#ctx0" brushRef="#br1" timeOffset="131311.23">18674 14325 622 0,'0'0'56'15,"0"0"-11"-15,0 0-17 0,0 0-8 16,0 0-5-16,0 0 0 0,0 0-4 0,0 0-1 16,0 0-2-16,-14 82-1 0,12-59-2 15,-2 2-2-15,4-3-2 0,-2 0 0 16,-3 1 5-16,3 1-5 0,-2-1 3 15,2-2-4-15,-2-4 0 0,4-1 0 0,-2-5-2 16,2-6 0-16,0 1-3 0,0-6-3 16,-4 0-6-16,4 0-6 0,0 1-16 15,0 2-31-15,4-1-78 0,4-2-143 0</inkml:trace>
  <inkml:trace contextRef="#ctx0" brushRef="#br1" timeOffset="131626.91">18745 14150 766 0,'0'0'35'0,"0"0"-9"0,0 0-7 15,0 0-3-15,0 0-3 0,0 0-3 16,0 0-4-16,0 0-2 0,0 0-1 0,89 70-2 15,-77-49-1-15,-2 0 0 16,1 0-1-16,-3 2 0 0,-2 0-1 0,-2 0-1 16,-4 0-1-16,0 2-1 0,-12 1-1 15,-1 3 1-15,-1 1 1 16,-5 1-3-16,1 1 7 0,-1-2-5 0,1-1 0 16,1-5-5-16,0-1-6 0,3-4-5 15,4-5-10-15,1-3-12 16,3-4-33-16,4-4-76 0,2 1-134 15</inkml:trace>
  <inkml:trace contextRef="#ctx0" brushRef="#br1" timeOffset="133061.26">20826 14455 597 0,'0'0'56'0,"0"0"-13"0,0 0-11 0,0 0-10 15,0 0-6-15,0 0-4 0,0 0-3 0,0 0-1 16,0 0-6-16,6-20 4 0,15 15-1 15,-2 2-1-15,8 1 2 0,4-3-4 16,0 2 1-16,2-2-1 0,-2 1-4 16,-2-1 0-16,0 1-3 0,-13 0-6 15,-3 2-7-15,-7 2-17 0,-6 0-29 0,0 0-32 16,0 0-74-16,0 0-101 0</inkml:trace>
  <inkml:trace contextRef="#ctx0" brushRef="#br1" timeOffset="133276.9">21000 14402 463 0,'0'0'66'0,"0"0"-14"0,0 0-11 0,0 0-12 15,0 0-6-15,0 0-6 0,0 0 1 16,0 0-3-16,0 0-1 0,0 0 4 0,-44 87-6 16,42-62 2-16,-2 1-4 0,2 0-6 15,0-1 0-15,-2-2-4 0,-2-4-1 16,4-3-2-16,-2-4-1 0,4-1-4 15,-2 1-5-15,-3-6-11 0,5 0-25 0,0-6-42 16,0 0-102-16,0 0-89 16</inkml:trace>
  <inkml:trace contextRef="#ctx0" brushRef="#br1" timeOffset="133595.9">21134 14447 667 0,'0'0'50'15,"0"0"-14"-15,0 0-15 0,0 0-6 16,0 0-7-16,0 0-1 0,0 0-4 16,0 0 0-16,0 0 2 0,0 0-3 0,-10 69 4 15,2-48-3-15,-3 0 0 0,5-7-1 16,4-5 1-16,-2 0 0 0,2-5 1 15,2 1 2-15,0 0-1 0,0-2-2 0,0 0 0 16,8 0 0-16,9 2-2 0,1-4 0 16,5-1-1-16,0 0-2 0,-3 0 2 15,5 0-2-15,-4-3-1 0,-3 1 0 0,-3 1-5 16,-3-1-2-16,-10 1-7 0,9 1-11 16,-11 0-21-16,0 0-25 15,0 0-47-15,0 0-54 16,2 0-91-16</inkml:trace>
  <inkml:trace contextRef="#ctx0" brushRef="#br1" timeOffset="133861.75">21293 14491 564 0,'0'0'63'0,"0"0"-14"0,0 0-13 0,0 0-14 15,0 0-5-15,0 0-5 0,0 0-1 16,0 0 4-16,0 0-6 0,0 0 6 15,-35 67-6-15,29-41 0 0,0-2-2 0,0 1-2 16,-1-1-1-16,5-1-4 0,-4-2 0 16,2-6 0-16,2 0 1 0,-2-4-1 15,2-5-1-15,2 0 1 0,0-6-3 0,0 0 0 16,0 0 0-16,0 1-2 0,0 1 0 16,0-1-2-16,0 1-6 0,0 0-16 15,8 1-27-15,2-2-54 0,-1 2-154 0,-3-3-26 31</inkml:trace>
  <inkml:trace contextRef="#ctx0" brushRef="#br0" timeOffset="140725.79">20830 15886 458 0,'0'0'53'0,"0"0"-11"0,0 0-3 16,0 0-6-16,0 0-2 0,0 0-4 16,0 0-5-16,0 0-3 0,0 0-4 0,-39 0-3 15,35 0 0 1,4 0-1-16,-2 0-2 0,2 0 4 0,0 0-3 0,0 0-1 16,0 0 1-16,0 0-3 0,0 0-1 15,0 0-3-15,0 0-1 16,6 0 0-16,0 0 0 15,5 0 1-15,1 0 0 0,0 0 0 16,9 0 1-16,4 0-1 0,8 0 0 16,2 0 0-16,4 0 0 0,1-4-1 15,5 1-3-15,3-3 3 0,8 3 0 16,-3-1-1-16,7 1 4 0,4 2-4 0,0 0 1 16,3-2 1-16,1 1-1 0,0 2-1 15,2 0 0-15,3 0 1 0,-3 0 2 16,2-1-1-16,3-1-1 15,-1-1 2-15,3 1 0 0,-1 1-3 0,-2 1 2 16,3 0 0-16,-1 0-2 0,-3 0 3 16,-1 0-2-16,-2 0-1 0,-3 0 2 15,-3 0-2-15,-7 0 0 0,-5 0 2 16,-2 0-4-16,-9 0 3 0,-4 1-3 16,-4 1 1-16,-12-1 1 0,0-1 1 0,-9 2 2 15,1-2-4-15,-1 0 0 0,-6 0 1 16,0 0-2-16,-6 0 2 15,0 0 1-15,0 0-3 0,2 0 1 16,-2 0 0-16,5 0-3 0,-5 0 4 0,2 0 0 16,-2 0 1-16,4 0-2 0,-4 0-1 15,0 0 0-15,0 0-3 0,0 0 1 16,0 0-1-16,0 0-4 0,0 0 1 16,0-3-5-16,-6 0-1 0,-5 0-5 0,-3-2-12 0,1 2-11 15,-5 0-32-15,-3-3-45 16,0 3-86-16,-12-2-85 0</inkml:trace>
  <inkml:trace contextRef="#ctx0" brushRef="#br0" timeOffset="141177.54">22788 15639 419 0,'0'0'60'0,"0"0"-6"0,0 0-4 16,0 0-2-16,0 0-6 0,0 0-5 16,0 0-8-16,0 0-7 0,0 0-2 15,-17-6-4-15,17 6-3 0,0 0 0 0,0 0-2 16,0 0-1-16,7 6-2 0,3 3-2 16,4 3-2-16,5-1-1 0,-5-1 0 15,7 0 0-15,-2-1 0 0,1 0-2 0,3-5 1 16,2-1-1-16,-2 0 0 0,-7-1 1 15,1-1 0-15,-5-1-2 16,1 0 0-16,-1 0-1 0,-10 0 1 0,4 0 0 0,-6 0 0 16,0 0-1-1,0 0 1-15,4 0 0 0,-4 8 1 0,0 3-2 16,-4 5 1-16,-6 7 5 0,-7 0-8 16,-3 1 7-16,-5 2-4 0,-2 0 1 15,0 1 2-15,0-1-2 0,2 0 1 16,1-7-2-16,-1-2 2 0,10-6-2 15,7-5 1-15,4-3-1 0,4-3 0 16,-2 0-1-16,2 0-7 0,0 0-6 16,-6 0-13-16,2 0-20 0,-3-2-34 0,5-1-65 15,2 3-148-15</inkml:trace>
  <inkml:trace contextRef="#ctx0" brushRef="#br0" timeOffset="141494.41">21634 16097 592 0,'0'0'53'16,"0"0"-5"-16,0 0-7 0,0 0-11 16,0 0-8-16,0 0-1 0,0 0-7 0,0 0-5 15,79-13-1-15,-54 13-2 0,2 0-3 16,0 0 1-16,-1 0-3 0,3 0-4 16,-2 0-1-16,-4 1-3 0,-6 2-3 0,-3 3-4 15,-2-1-8-15,-5-4-18 0,-1 3-25 16,-6-4-40-16,0 0-64 0,0 0-96 0</inkml:trace>
  <inkml:trace contextRef="#ctx0" brushRef="#br0" timeOffset="141723.7">21874 16093 493 0,'0'0'68'16,"0"0"-11"-16,0 0-10 16,0 0-12-16,0 0-9 0,0 0-7 15,0 0-2-15,0 0 1 0,0 0-1 16,0 0-3-16,-56 74-3 0,54-48-6 15,-2 0 0-15,2 1-2 0,-4 2 0 16,0 0 3-16,-2 0-2 0,1-4 1 16,1 0 0-16,0-8-4 0,2-2 1 0,2-5 0 15,2-4-2-15,0 0 2 0,0-6-3 16,0 5 0-16,0 1-2 0,0-2-1 16,0 3-1-16,0-7-5 0,0 0-5 0,2 0-17 15,2 0-23-15,4 0-39 0,-2-4-69 16,-1-9-121-16</inkml:trace>
  <inkml:trace contextRef="#ctx0" brushRef="#br0" timeOffset="142193.44">22137 16104 676 0,'0'0'41'0,"0"0"-6"0,0 0-9 16,0 0-9-16,0 0-4 0,0 0-2 0,0 0 0 16,0 0-1-16,-33 78-1 0,24-61-2 15,1-3 1-15,2-2-2 0,0-3-1 16,2-6-1-16,2 1-1 0,2-4 0 16,0 0 0-16,0 0-3 0,0 2 1 0,0 3-2 15,0-1 2-15,2 4 1 0,10 1-1 16,7-6 1-16,5 1-2 0,-1 1 0 0,6 0 0 15,-2-1 1-15,2 2 0 0,2-2-3 16,-4 0 1-16,-2 0 0 0,-5 3 2 16,-3-3 0-16,-5 2 0 0,-6 0-2 15,-3-4 0-15,3 1-1 0,-6 3 2 0,0 4 0 16,-4 6 2-16,-5 2-2 16,-5-3 0-16,-3 2-1 0,1-2-2 0,-7 0 2 0,2 0 2 15,1-3 3-15,-3 2-3 0,2-4 5 31,1 1-10-31,5-3 2 0,-1-5 3 16,7-2-3-16,-3-1 2 0,0 0-1 16,3 0-4-16,-1-1-8 0,4-8-1 0,4-1-18 15,2-3-16-15,-4-7-35 0,4 2-59 16,4-6-152-16</inkml:trace>
  <inkml:trace contextRef="#ctx0" brushRef="#br0" timeOffset="142579.34">22141 16122 613 0,'0'0'60'0,"0"0"-7"0,0 0-11 16,0 0-12-16,0 0-9 0,0 0-4 15,0 0-7-15,0 0 2 0,0 0-4 0,0 0-1 31,-70-8 1-31,61 11-1 0,-1 2 1 0,4-4-2 16,4 2 0-16,2-3-2 0,0 0-1 16,0 0 1-16,-4 0-1 0,4 1-1 15,-2-1 0-15,2 0 0 0,0 0 0 16,2 0 2-16,14 0-1 0,5-1-2 16,6-5 2-16,10 0-3 0,-4-2 0 0,4 1 2 15,5-1-2-15,-3 1 1 0,4-1-3 16,-1 1 1-16,-1 0 2 0,-2 0 0 15,-6 2 1-15,-8 2-1 0,-8 0-3 0,-5 2 0 16,-6 1 0-16,0 0 1 16,-6 0 0-16,0 0 1 0,0 0-2 0,0 0 1 15,0 0-2-15,0 1-1 0,0 4-3 0,-2-2-10 16,-8 1-11 0,2-2-28-16,-3-2-63 0,-5 0-186 15,6 0-13-15</inkml:trace>
  <inkml:trace contextRef="#ctx0" brushRef="#br0" timeOffset="152993.96">24001 13547 414 0,'0'0'48'0,"0"0"-6"0,0 0-7 16,0 0-5-16,0 0-1 0,0 0-4 15,0 0-2 1,0 0-3-16,0 0-5 0,-31 0-1 15,31 0-1-15,-2 0-3 0,2 0-1 16,0 0-1-16,-4 0-2 0,4 0 3 16,0 0 0-16,13 0-1 0,1 2 2 0,11 1-4 15,0-2 1-15,1 1-2 0,5 0-2 0,3-1 0 16,3 0-1-16,-2 1-1 0,4 1 1 16,0 0 0-16,7 2 0 0,-1-1 1 15,5 0-1-15,4 3 1 0,2-1 0 16,4 0 1-16,-1 0 0 0,10-2-1 15,1 1 1-15,-2 0-1 0,7-2 0 0,-3 0 0 16,0-2 0-16,5-1 1 0,-3 0-2 16,3 0 0-16,-1 0 0 0,1 0-1 15,-5 0 0-15,0 0 1 0,-1 0-1 0,-7 1-1 16,-4 3 1-16,-7-1-1 0,-1 0 0 16,-2 0 0-1,-11-2-2-15,-2 2 2 16,-10-1 0-16,-6-1 0 0,-3 2 1 0,-9-1-1 15,-3-2-1-15,0 2 2 0,-6-2-1 16,0 0 0-16,0 0 2 0,0 1-2 16,4-1 0-16,-4 0 0 0,2 2 0 0,-2-2 1 15,2 0-1-15,-2 1 1 0,4-1-1 16,-4 0 1-16,2 0 0 0,-2 0 0 16,5 1-2-16,-5-1-1 0,0 0-2 0,0 0-5 15,2 0-6-15,-2 0-13 0,0 0-17 16,0 0-26-16,-2-1-28 0,-11-3-56 15,5 0-71-15</inkml:trace>
  <inkml:trace contextRef="#ctx0" brushRef="#br0" timeOffset="153444.1">25783 13440 543 0,'0'0'54'0,"0"0"-5"0,0 0-8 16,0 0-9-16,0 0-6 0,0 0-5 16,0 0-3-16,0 0-2 0,0 0-3 0,0 0-1 15,15-42-5-15,-7 42 0 0,8 0-2 16,-1 0-1-16,6 3-3 0,-3 4 3 0,1-1-2 16,-1 1 1-16,3 1-2 0,-6-2 0 15,1 0-1-15,-1-1 1 0,-1-3 0 16,-2 1 0-16,5 1 2 0,-7-3-2 15,3-1 0-15,-3 2 1 0,-4-2-1 0,0 1 0 16,-6-1-1-16,0 0 0 0,0 0 0 16,3 0 0-16,-3 0 0 0,4 0-1 0,-4 0 1 15,0 2-2-15,0 4 2 0,-4 6 0 16,-9 3 0 0,-1 5 0-16,-5 1 0 0,-6 1-1 15,5-2 1-15,-5 0 0 16,2 2 1-16,0-4-1 0,3 0 1 0,5-3-1 15,-1-4 1-15,7-1-1 0,-1-4 0 0,8-2 1 16,0-1-2-16,2-3 0 16,0 0 0-16,0 0-1 0,-4 1 0 0,4-1 0 15,0 0-2-15,0 2-4 0,0-2-9 16,0 0-20-16,8 0-38 0,9-6-80 16,-3-1-143-16</inkml:trace>
  <inkml:trace contextRef="#ctx0" brushRef="#br0" timeOffset="154177.21">26083 13596 535 0,'0'0'59'0,"0"0"-7"15,0 0-9-15,0 0-11 0,0 0-14 0,0 0-7 16,0 0-2-16,0 0-3 0,0 0 0 16,83-85 0-16,-67 64-1 0,1-1 0 15,1 1 2-15,-3-3-2 0,3-2-1 0,3-2-1 16,-2 0-2-16,-1-2 1 0,-1-4 1 16,1-1-4-16,3-2 4 15,-2 1-4-15,-1-1 1 0,1-2 2 0,-1 1-2 0,1 2 2 31,-2 3-1-31,1-1 0 0,-3 5 0 16,1 3 2-16,-1 4-1 0,-5 6 1 0,-8 8 3 16,0 4 2-16,-2 4-2 0,0-1 1 15,0 1-3-15,4-2-3 0,-4 1 1 16,0-1 0-16,0 2-2 0,0-1 0 16,0 1-1-16,0 0-2 0,0 0 2 0,-4 0 1 15,-4 1 0-15,2 4 1 0,4-2-1 16,-5 3 1-16,3-3-1 0,2 0-1 15,-8 3 0-15,10-3 0 0,-2 0 1 0,-2 2-2 16,4-5 2-16,-2 3-2 0,2 0 0 16,-2 0 0-16,-3 1 0 0,3-1 0 15,2 2 1-15,-4 0 1 0,4-1-1 0,0-4 2 16,-2 0-1-16,2 0 1 0,0 1-1 16,0 1 1-16,0 0 0 0,-4-1 0 15,4 1 0-15,0-2 2 0,0 1-2 0,-2-1-1 31,2 0 0-31,0 2-2 0,0-2 0 16,-4 0-1-16,4 2-10 0,0-2-13 16,-6 5-23-16,-3 3-46 0,1 4-91 0,-8 3-99 15</inkml:trace>
  <inkml:trace contextRef="#ctx0" brushRef="#br0" timeOffset="154843.6">24371 13736 547 0,'0'0'57'16,"0"0"-8"-16,0 0-9 0,0 0-12 15,0 0-5-15,0 0-5 0,0 0-3 16,0 0 0-16,0 0-5 0,0 0 1 15,-12-5 1-15,12 2-4 0,8 0 1 16,11 0-2-16,4-2-1 16,3 1-2-16,8-1-2 0,-1 1-3 0,4-1 2 0,-2 0-2 0,-2 1 0 15,2 1 1-15,-8 2-5 0,-6-1-2 16,-3 2-5-16,-3 0-11 0,-5 0-16 16,-2 0-36-16,-3 3-58 0,-5 0-144 31,-11 3-7-31</inkml:trace>
  <inkml:trace contextRef="#ctx0" brushRef="#br0" timeOffset="155076.84">24539 13702 546 0,'0'0'58'0,"0"0"-8"0,0 0-15 16,0 0-11-16,0 0-10 0,0 0-1 0,0 0-1 15,0 0 1-15,0 0-1 0,-33 62-3 16,29-37 1-16,2 2-6 0,-3 0 1 0,-1-1-5 15,4-6 2-15,2-2-2 0,-4-4 0 16,4-2-1-16,0 2-3 0,0-9 2 16,0 1-3-16,0-6 0 0,0 5-6 15,0 1-5-15,0-1-11 0,0 1-16 0,0-6-22 16,0 0-39-16,0 0-105 0,4 0-46 16</inkml:trace>
  <inkml:trace contextRef="#ctx0" brushRef="#br0" timeOffset="155494.41">24704 13795 592 0,'0'0'41'0,"0"0"-8"0,0 0-6 16,0 0-9-16,0 0-8 0,0 0 2 15,0 0-5-15,0 0-1 0,0 0 3 0,-39 77-1 16,33-69 1-16,4-5 2 0,-3 1-2 16,5-4-3-16,0 0 0 0,0 0-2 0,0 2 0 15,-2-1 0-15,2 2 0 0,2 4 1 16,11-3-3-16,3 2-2 0,-1-1 0 16,-1-2-2-16,5 0 0 0,2-1-1 31,3 5 1-31,-3-1 4 0,-2 0-3 0,-7-1 1 15,1 0 0-15,-7 0-3 0,-4-2 3 16,2 0 0-16,-4-3-1 0,0 5 0 0,0 5 1 16,-4 2-1-16,-7 3 1 0,1-2 0 15,-4-2 1-15,3-6-2 0,1 3 1 16,-2-2 0-16,1-3 0 0,-3 3 0 16,6-3 0-16,3-1-3 0,3 1-1 0,2-3-6 15,-6 0-8-15,0 0-12 0,0 0-25 16,-5-3-37-16,9-2-93 0,-4-4-90 15</inkml:trace>
  <inkml:trace contextRef="#ctx0" brushRef="#br0" timeOffset="155960.67">24721 13831 564 0,'0'0'69'0,"0"0"-11"16,0 0-10-16,0 0-16 0,0 0-4 0,0 0-5 15,0 0-4-15,0 0-2 0,0 0-4 0,0 0-1 16,-7-10-1-16,7 10-2 0,0-2-1 16,0 2-1-16,0 0-1 0,0-1-3 15,0 1-1-15,0 0 0 0,0-2 0 16,0 2-1-16,0-3-1 0,0 0 0 15,13-2 0-15,-1-1-1 0,3 2 2 0,5-2-1 16,1 0 1-16,4-1-1 0,0 2 0 16,2-3 0-16,4 2-1 0,0-2 0 0,-2 2 1 15,2 0-1-15,0 1 1 0,-2 1 0 16,-3 1-1-16,-1 1 2 0,-6 1-1 16,-1 1-1-16,-9-1 2 0,-3 1-1 15,0 0 1-15,-6 0-1 0,0 0 0 0,0 0 0 31,4 0-1-31,-4 0 1 0,2 0 0 16,-2 0-1-16,4 0 1 0,-4 0 1 0,2 0-1 16,-2 0 1-16,0 0-1 0,3 0-2 15,1 0 0-15,-4 0-1 0,0 0 1 16,2 0-2-16,-2 0-5 0,0 0-7 16,0 0-10-16,0 0-21 0,4 0-38 0,-4 0-99 15,0 1-123-15</inkml:trace>
  <inkml:trace contextRef="#ctx0" brushRef="#br0" timeOffset="161143.54">26432 12954 556 0,'0'0'58'0,"0"0"-12"0,0 0-8 0,0 0-10 15,0 0-7-15,0 0-2 0,0 0-4 16,0 0 1-16,0 0-3 0,0 0-2 15,0-17-2-15,0 16-1 0,0-1-2 0,-4 1-3 16,4-1 1-16,0 2-1 0,-2 0 2 16,-2 0 0-16,-4 3-2 0,-7 6-1 0,-3 5-1 15,-3 1-1-15,-2 2 0 0,-4-1 1 16,0 4 0-16,-6 0-1 0,2 0 1 16,-2-1-3-16,0 0 3 0,2-3 0 15,4-3 1-15,7-5 1 0,9-3-1 0,9-2 0 31,2-3 0-31,-4 0 1 0,4 0-1 16,-2 0 3-16,2 2-1 0,0-2 0 16,-4 0-1-16,4 0 0 0,0 0 0 0,0-3-2 15,4-7 1-15,4 0-1 0,3-1 1 16,-1 0 0-16,0 1-2 0,-1-2 2 16,1 4-2-16,-2-4 3 0,0 0-3 0,-3 4 2 15,3-2 0-15,-2 2 0 0,4 2-2 16,3-3 2-16,-3 0-1 0,7-1-1 0,-9 5 2 15,6-3-1-15,3 3 0 0,-5 1 1 16,11-1 0-16,-10 2 0 0,3 0 1 16,-4 0-2-16,-3 2 1 0,3-1 1 15,-10 2 0-15,9 0 1 0,-9-1-1 0,4-1 0 16,0 1 0-16,0 1 0 0,-6 0 0 16,2-2 0-16,4 0 0 0,-1 1-1 15,1 1 1 1,-6 0-1-16,0-2 1 0,0 2-3 15,0 0 1-15,2-1 1 0,-2 1-1 16,4-1 1-16,-2-2-1 0,4 1 0 16,-2-1-1-16,1 1 2 0,-5 2-1 0,0-1 1 15,0 1 1-15,0 0-2 0,4-2-1 16,-4 2 1-16,2-1-1 0,-2 1 1 0,4 0 0 16,-4-2-2-16,2 2 1 0,-2 0 0 15,0 0-1-15,0 0 0 0,0 0 2 16,0 0-2-16,0 2 2 0,0 4-1 15,0 6 0-15,0-1 0 0,-2-1 1 0,-2 7-1 16,2-7 0-16,-2 9 0 0,1 1 0 16,3 0 0-16,-2 3 0 0,-2-4 0 0,4-1 0 15,-2 0 0-15,2 1 0 0,0 3 3 16,0 1-5-16,2-1 3 0,2-2-3 16,-2-4 2-16,1-1 0 0,1-6 0 15,-2-4 1-15,2 2-2 0,-2-4 2 0,2 0 0 31,-4 2-1-31,0-5 0 0,0 0 0 0,0 0-1 16,2 1 1-16,-2 1 0 16,0-1 2-16,4-1-1 0,-4 2 0 0,0-2 0 15,0 1 0-15,0-1-1 0,0 2 0 16,2-2 1-16,-2 0-2 0,0 1 1 16,0-1 0-16,0 0 0 0,4 0 0 0,-4 0-1 15,0 0 1-15,0 0 0 0,3 0 0 16,-3 0 2-16,0 0-3 0,0 0 1 0,0 0 0 15,4 0 0-15,-4 0-1 0,0-1 1 16,0 1 0-16,0-2 0 0,0 1-1 16,2-1 1-16,-2 1-1 0,0-1 0 15,0 1 1-15,0 0-1 16,0-1 0-16,0 0 1 0,0 1 0 0,0-1 0 0,0 0 0 16,0 1-1-16,0-1 1 15,0-5 0-15,0 1 1 16,0 0 0-16,0-8-1 0,0 8-2 15,0-7 3-15,0-1-3 0,0 1 3 16,0 0 0-16,0 1-1 0,0 0 0 16,0-2-1-16,0 2 1 0,0 0-1 0,0-2 1 15,0 2 1-15,0 0 0 16,0 0 0-16,0 0-1 0,0-1 0 0,0 1 0 0,-2 6-3 16,2-5 3-16,0 6 1 0,-4-2-1 15,4 3 2-15,0 4-2 0,0-6-1 16,0 0 1-16,0-1 0 0,0 3 1 15,0 4 0-15,0-6-1 0,0 0 0 0,0 0 0 16,0 1-1-16,0-1 2 0,0 2-2 16,0-2 1-16,0 1 0 0,0 5 0 0,0-2 0 15,0 2 0-15,0-5 0 0,4-2 1 16,-4 3-1-16,0 0 0 0,0 4 1 16,0-2-1-16,0 2 0 0,0 0-1 15,2-2-1-15,-2 2 2 0,0-1 0 0,0 1-1 31,0-2 1-31,0 2 0 0,0-1-2 16,4 1 1-16,-4 0 1 0,0 0-1 0,0 0 0 16,-4 8-1-16,-2 4 1 0,-9 4 0 15,-4 3 1-15,-5-1-1 0,-3 0 0 16,-4 0-1-16,-2-1 1 0,4 1-1 16,-2-3 2-16,4-1-1 0,4-4 1 0,7-3-1 15,-1-2 2-15,9-1-2 0,4-3 1 16,-5 4 0-16,3-4 0 0,4 1 0 0,-2-1 0 15,4-1 0-15,-2 0 0 0,2 0 0 16,0 0 1-16,-4 1-1 0,4-1 0 16,0 0 0-16,-2 2 0 0,2-2 0 15,0 0-2-15,0 2 2 0,-4-2 0 0,4 0 0 16,0 0 3-16,0 0-2 0,0 0-2 16,0 0 2-16,10-4 0 0,4-3 0 0,5-4 0 31,2 1-1-31,-3-2 0 0,3 1 0 15,4-3 1-15,-5 2-1 0,5 0 0 16,0 0 0-16,-4 0 1 0,-3 1-1 16,-3 3 0-16,-1 3 1 0,-8 0-1 0,5 0 0 15,-3 1 0-15,-4 3 0 0,-2-1 0 16,-2 2 0-16,0-1 0 0,0 1 0 16,4 0-1-16,-4-2 1 0,2 2 0 0,-2-2 0 15,3 2 1-15,-3 0 0 0,4 0-2 16,-4 0 1-16,6 0 0 0,0 0-1 15,0 2 1-15,7 5-1 16,-7 1 1-16,2 4 0 0,-2 0 1 0,1 2-1 0,-1 0-1 16,0-1 1-16,0-1 0 0,-4-2 1 0,4 0 1 15,1-2-2-15,-5-2 0 0,4 2 0 16,0-3-1-16,0 2 1 0,0-1 0 16,5-1-1-16,-9 2 1 0,4-1-1 31,0 0 1-31,-4 2 0 0,2-1-2 0,3 2 2 15,-7-4-2-15,2 6 5 0,-2-6-1 0,0 2 0 16,0 3-1-16,0-5-2 16,0 0 0-16,0 0 1 0,0-5 0 0,0 0 1 15,0 0 0-15,0 2-1 0,0-1 1 16,0 1-1-16,0-1 1 0,0 1-1 16,0 0 0-16,0-2 1 0,0 1-1 0,0-1 1 15,0 2 1-15,0-2-2 0,0 0 0 16,0 1 0-16,0-1 0 0,-2 0 1 0,2 0 2 15,-4-1-4-15,-3-10 2 0,1-5-4 16,2 3 2-16,-6-2 0 0,3-2 1 16,1 0 0-16,0-4-1 0,0 0 2 15,0 1-2-15,4 5 1 0,2-3 0 0,-2 7 1 16,2-3-1-16,-5 1 0 0,5 6 2 16,0-6-3-16,0 7 1 0,0 0 0 0,0 0-2 15,0 6 2-15,0-1 0 0,0 1 0 31,0-2 1-31,0 1-1 0,0-1-1 16,0 0 1-16,0 1 0 0,0-1 0 16,0 1 2-16,0-1-1 0,0 1-1 0,0-1-1 15,0 1 1-15,0-1 0 0,0 1 3 16,0-1-3-16,0 1 0 0,0-1-1 0,0 0-2 16,0 1 2-16,0 1 0 0,0 0 1 15,0 0 0-15,0 14-1 0,7 5 1 16,-5 9 0-16,2-1 0 0,-2 0-1 15,-2-1-1-15,0 2 1 0,0-3 1 0,0 1 2 16,-2-2-2-16,-4 1 2 0,-1-4-4 16,5-6 1-16,-4 1 1 0,0-1-1 0,2-5 0 15,-2 5 1-15,4-5 0 0,2-6 1 16,-5 2 0-16,5-3-1 0,-2 2-1 16,2-1 2-16,-4 1 0 0,4-5 0 31,0 0 4-31,0 0-4 0,0 0-1 0,0 1 1 15,-2-1-3-15,2 0 2 0,0-3 0 16,-2-9 0-16,-2 0-1 0,2-7 0 0,-2-1-1 16,2-2-2-16,-2-5 6 0,-3 0-4 15,5-1 4-15,-4 1-1 0,2 0-1 16,2-1 0-16,-2 1-1 0,4 1 2 16,0 7-2-16,0-1 1 0,0 8 0 0,0-1 0 15,0 1 0-15,0 6 0 0,4-3-1 16,-4 4 1-16,2 1 0 0,-2 0 1 0,0 4 1 15,0-2-2-15,0 2 0 0,4 0-2 16,-4-2 1-16,0 2-1 0,0 0 0 16,2 0 2-16,2 11 0 0,2 6-1 15,1 4 2-15,-5 0-1 0,4-2-1 0,-2-4 2 16,-2 0-2-16,0 0 0 0,2-5 2 16,3 4-1-16,-5-5 0 0,-2-4-1 0,4-1 1 15,-4-1-1-15,2 1 1 0,2-1-2 31,-2 0-6-31,-2-3-7 0,0 0-9 16,0 0-21-16,0 0-48 0,0 0-209 16,0 0-32-16</inkml:trace>
</inkml:ink>
</file>

<file path=ppt/ink/ink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5:36:00.039"/>
    </inkml:context>
    <inkml:brush xml:id="br0">
      <inkml:brushProperty name="width" value="0.05292" units="cm"/>
      <inkml:brushProperty name="height" value="0.05292" units="cm"/>
      <inkml:brushProperty name="color" value="#7030A0"/>
    </inkml:brush>
    <inkml:brush xml:id="br1">
      <inkml:brushProperty name="width" value="0.05292" units="cm"/>
      <inkml:brushProperty name="height" value="0.05292" units="cm"/>
      <inkml:brushProperty name="color" value="#C00000"/>
    </inkml:brush>
  </inkml:definitions>
  <inkml:trace contextRef="#ctx0" brushRef="#br0">1323 5025 419 0,'0'0'48'0,"0"0"-3"0,0 0-7 15,0 0-7-15,0 0-3 0,0 0-4 16,0 0-2-16,0 0-3 0,-48-86-3 15,36 75-2-15,0 6-2 0,-7-3 1 0,5 3-2 16,-11-1-1-16,-2 2-1 0,8 0-9 16,-1 4 2-16,3 0-1 0,3 0-1 15,-7 8-1-15,8 3 0 0,-5 1 0 0,10 3-1 16,-5 2 0-16,1 2 1 16,1 4-1-16,1 0 0 15,0 5 1-15,2 0 1 16,1 2-1-16,3 4 3 0,2 1 1 0,2 0-2 15,0 1 2-15,0 2-3 0,0 2-1 0,0 0 2 16,2 2-2-16,4 0 2 0,1 2-2 16,-3 2 1-16,2-2-1 0,0 1 2 15,0-2-2-15,-2-1 1 0,7-1-1 16,-5 0 2-16,-4-1 3 0,4-1-4 16,-2-1 4-16,3-1-4 0,-5-4 0 0,-2 0 0 15,4-1 0-15,-4 0 0 0,0 0 0 16,0-2 1-16,-4 1-2 0,2-1 1 0,-9-1-1 15,5 0 1-15,-6-2 0 16,5 0 2-16,-1-2-2 0,0-3 0 16,-2 0 0-16,-3-2 0 0,-1-1 0 0,-1-1 0 15,-3 0-1 1,3-1 2-16,5-4 0 0,2-3 0 0,1-4 0 0,1-3 1 0,0 3-1 16,0-4 0-1,4-1 0-15,-11 2 1 0,9-1 0 16,-2-2 0-16,-6 0 1 0,10 0 1 15,-5 0 3-15,5 0 1 0,2 0-1 16,-6 0 0-16,2 0-3 0,2-3-1 16,-2 1-2-16,4 2 0 0,0-1 1 15,0 1-2-15,-2-2 0 0,2 1 0 0,0-1-3 0,0-4 1 16,0 2 0-16,0-1 1 0,0 0 1 16,2 4-1-16,8 1 0 0,5 0-1 15,-1 7 1-15,3 5 0 16,-7 7 4-16,0 2-5 0,-4 6 5 0,3 5-2 15,-3 3-2-15,-6 2 3 0,6 1-3 0,-6-1 1 16,4 5-1-16,-2-2 2 0,-2 5-2 16,6 3 2-16,-3 1-1 0,-3 1 0 0,0 1 3 15,0 1-3-15,0 0 3 0,-3-2-4 16,-3-2-2-16,4 1 3 0,-2 1-1 16,-2 3 1-16,6 3 1 0,0 2-1 15,-2 1-1-15,2 0 1 0,0 2-2 0,-4-3 2 31,4 0 3-31,0-3-3 0,0 0 3 16,0-2-3-16,0-3-1 0,0-2 2 0,4-3-1 16,-2-3 1-16,4-2-2 0,0-3 2 15,3-3-1-15,-3-2-1 0,0-1 1 16,0-4 0-16,4-3-2 0,-1-1 3 16,-3-2-2-16,0-4 0 0,0-2 5 0,1 0-5 15,-1-4 5-15,0 2-4 16,0-5 0-16,-4-5 0 0,4 3 0 0,-4-3 0 0,3 0 0 15,3 0 0-15,-2-1 0 0,4-2 0 16,3-2 0-16,-5-7 1 0,4-5-4 16,1-2 2-16,-1-1-9 0,-1-1-6 15,-1 4-21-15,-8-3-29 0,4-1-80 0,0-3-134 16,1-8 13-16</inkml:trace>
  <inkml:trace contextRef="#ctx0" brushRef="#br0" timeOffset="583.19">1058 4166 546 0,'0'0'52'16,"0"0"-2"-16,0 0-8 0,0 0-11 16,0 0-11-16,0 0-9 0,0 0-7 15,0 0-3-15,0 0-1 0,-2-28-1 0,2 43 1 16,2 10 1-16,5 10 1 0,-1 5-2 16,4 1 0-16,-2 0 0 15,1-2 0-15,1-1 0 16,-4-6 0-16,0-10-3 0,-6-3 0 15,2-8-5-15,-2-5-16 0,0 5-23 16,0-7-28-16,-2 0-40 0,-2 1-47 16,4-6-52-16</inkml:trace>
  <inkml:trace contextRef="#ctx0" brushRef="#br0" timeOffset="733.51">1036 4186 458 0,'0'0'70'15,"0"0"-8"-15,0 0-7 0,0 0-10 0,-11-80-12 16,15 75-11-16,-2 0-8 0,5-2-7 15,5-4-1-15,7 1-2 0,1 2-2 0,7 2-1 16,4 0-2-16,0-1-3 0,9 2-6 16,-1 0-10-16,6 1-33 0,-3 4-40 15,-3 0-108-15,-8 0-72 0</inkml:trace>
  <inkml:trace contextRef="#ctx0" brushRef="#br0" timeOffset="933.29">1031 4376 565 0,'0'0'53'0,"0"0"-7"0,0 0-14 16,0 0-13-16,0 0-10 0,0 0-5 16,0 0 0-16,0 0-2 0,91-69-1 0,-60 65-4 15,3 0-1-15,3 0-1 0,-4 4-4 16,2 0-2-16,0-1-26 0,-6 1-49 0,-4-2-149 15,-4 2-37-15</inkml:trace>
  <inkml:trace contextRef="#ctx0" brushRef="#br0" timeOffset="1148.96">1577 4124 568 0,'0'0'41'16,"0"0"-6"-16,0 0-8 0,0 0-10 16,0 0-5-16,0 0 0 0,0 0-6 0,-39 91-2 15,39-61-3-15,0 2 0 0,0 0-4 0,0-2-1 16,0-1-11-16,4-8-18 16,-2-7-25-16,2-1-46 0,-2-8-90 0,-2 2-52 15</inkml:trace>
  <inkml:trace contextRef="#ctx0" brushRef="#br0" timeOffset="1320.79">1517 4217 538 0,'0'0'66'16,"0"0"-10"-16,0 0-14 0,0 0-14 0,0 0-12 0,0 0-6 16,0 0-4-16,0 0-2 0,0 0-3 15,33-79-1-15,-8 68-4 0,2 2-6 0,-2 3-19 31,6-2-32-31,-4 4-50 0,-9 0-156 16,3 4 5-16</inkml:trace>
  <inkml:trace contextRef="#ctx0" brushRef="#br0" timeOffset="1499.21">1526 4330 580 0,'0'0'47'15,"0"0"-9"-15,0 0-16 0,0 0-12 16,0 0-7-16,0 0-2 0,0 0-2 16,0 0-3-16,0 0-6 0,97-50-13 15,-66 41-31-15,-4 3-49 0,-9 1-124 0,3 4-23 16</inkml:trace>
  <inkml:trace contextRef="#ctx0" brushRef="#br0" timeOffset="1682.36">1509 4503 489 0,'0'0'36'16,"0"0"-3"-16,0 0-12 0,0 0-9 0,0 0-6 16,87 11-2-16,-56-11-2 0,2-8-2 15,4 0-2-15,-2-2-3 0,2-2-13 16,-3 0-44-16,3 0-120 0,-8 1-64 15</inkml:trace>
  <inkml:trace contextRef="#ctx0" brushRef="#br0" timeOffset="1899.12">1891 4162 529 0,'0'0'45'0,"0"0"-9"0,0 0-9 0,0 0-15 16,0 0-7-16,0 0-4 0,0 0-1 15,100-47 3-15,-73 41-1 0,-3 0-4 16,-3-1 0-16,4 2-5 0,-7 2-7 16,1-2-15-16,-7 3-19 0,-7 1-32 0,7 1-40 15,-6 0-54-15</inkml:trace>
  <inkml:trace contextRef="#ctx0" brushRef="#br0" timeOffset="2049.36">2125 4095 379 0,'0'0'50'0,"0"0"-14"0,0 0-8 0,0 0-2 15,0 0-3-15,0 0-3 0,-52 88-4 0,46-62-4 16,2 1-5-16,2 2-3 0,2 1-3 16,-4-2-2-16,4-1-5 0,0-4-10 15,0-2-12-15,4-3-6 0,2-6-37 0,7-1-101 31,-5-7-48-31</inkml:trace>
  <inkml:trace contextRef="#ctx0" brushRef="#br0" timeOffset="2316.46">2470 4027 640 0,'0'0'41'0,"0"0"-13"16,0 0-11-16,0 0-10 0,0 0-4 16,-85 15 0-16,65 6-3 0,-5 4 1 15,6 3 0-15,1 4-2 0,3 3 1 0,3 2 1 16,4-1-2-16,1-1 2 0,7-3-2 16,0-3 0-16,9-5 0 0,3-4 0 31,1-4 0-31,5-2-1 0,-1-6-4 0,5-4-10 15,-1-4-19-15,4 0-28 0,-4-2-58 0,3-3-114 16,-5-6-12-16</inkml:trace>
  <inkml:trace contextRef="#ctx0" brushRef="#br0" timeOffset="2520.96">2598 4106 648 0,'0'0'58'15,"0"0"-14"-15,0 0-19 0,0 0-13 16,0 0-6-16,0 0-2 0,0 0 0 16,0 0-1-16,0 0-1 0,0 0 0 15,-4 54-2-15,4-29 0 0,0-4-3 0,0 2 0 16,0-2-5-16,4 2-13 16,-4-7-32-16,2 2-44 15,-2-1-139-15,0 1-51 0</inkml:trace>
  <inkml:trace contextRef="#ctx0" brushRef="#br0" timeOffset="2732.48">2594 4355 654 0,'0'0'48'0,"0"0"-8"0,0 0-15 0,0 0-13 0,0 0-6 15,0 0-5-15,0 0-2 0,0 0-3 16,0 0-3-16,31-52 3 0,-12 40-3 15,2 0-1-15,-3 3-3 0,-3-2-9 0,-1 5-14 16,3-2-9 0,-9 5-9-16,2-1-11 0,-2-1-17 0,-5 2-38 0,1 2-68 15</inkml:trace>
  <inkml:trace contextRef="#ctx0" brushRef="#br0" timeOffset="2910.99">2762 4098 600 0,'0'0'66'15,"0"0"-11"-15,0 0-15 0,0 0-11 0,0 0-11 16,0 0-7-16,0 0-3 0,0 0-4 16,0 0-2-16,0 0 0 0,-15-14 0 15,15 42-1-15,0-1 0 0,0 0 0 16,0 2-2-16,0 1-1 0,2 1 0 16,4 2-3-16,-3 1-8 0,3-1-23 0,0 0-29 15,0-4-42-15,-2 0-94 0,-4-10-71 16</inkml:trace>
  <inkml:trace contextRef="#ctx0" brushRef="#br1" timeOffset="14520.67">23838 12559 539 0,'0'0'52'0,"0"0"-11"0,0 0-8 0,0 0-8 16,0 0-5-16,0 0-8 0,0 0-4 16,0 0-3-16,0 0-3 0,0 0 2 15,17-26-4-15,-26 41 5 0,-3 5-6 16,-3 1 1-16,-3 1 2 0,3-1-2 16,-3 0 3-16,-3-1-2 0,9-3 1 0,-1-5 1 15,1-2 0-15,8-4 0 0,2-2 0 16,0 0 0-16,2-4-1 0,0 6 0 0,0 5-1 15,0 3 0-15,4 5-1 0,6-4 1 16,-2 1-3-16,5-1 1 0,-1 0 0 16,3 2-1-16,1-1 1 0,-3 3-1 15,1-1 0-15,0 0-1 0,-1-3 1 0,-1 0-4 32,-3-4-5-32,1-4-18 0,-4-1-26 0,-4-2-42 15,4-1-96-15,-6-3-69 0</inkml:trace>
  <inkml:trace contextRef="#ctx0" brushRef="#br1" timeOffset="15331.15">23710 12790 599 0,'0'0'55'0,"0"0"-10"0,0 0-15 15,0 0-11-15,0 0-7 0,0 0-5 0,0 0-1 16,0 0 0-16,0 0 0 0,0 0-1 16,78-40-2-16,-51 40-1 0,2 0-1 0,4 2 1 15,-4-1-2-15,4 3 1 0,2-2-1 16,-1 1 0-16,1-1 1 0,0 1-1 16,0 0 0-16,2-1 1 0,-2-1-2 31,5 1 2-31,1-1-1 0,-6 1 0 0,2 0 1 15,-2 0-1-15,-4 1-1 0,0-1 2 0,-2-1-2 16,0-1 1-16,-6 0 1 0,2 0-2 16,0 0 2-16,-1 0 0 0,3 0-1 15,-2-3 1-15,2-2 0 0,0 3-2 16,0-3 3-16,4 4-2 0,-4-1 1 16,-3 2 0-16,3 0-1 0,0 0-1 0,-2 0 0 15,-4 0 0-15,1 0 1 0,-5 2 1 16,-1 1-1-16,-1-2-1 15,-3 1 0-15,3-1 1 0,-3 0 0 0,1-1 1 0,1 0-1 16,-1 0 0-16,5 0 1 0,1 0-2 16,-7 0 1-16,9 0-1 0,-1 0 0 15,-1 0 1-15,6 0-1 0,0 0 1 0,-5 0 1 16,1 0-2-16,4 2 1 0,0 0-1 0,-3-2-1 16,3 1 2-16,6-1 0 0,-6 0 0 15,2 2 0-15,-2-2 0 0,2 0-1 31,-5 0 1-31,-3 0 0 0,-1-3 0 16,-5 1 1-16,-1 0 0 0,1 1-1 16,-1 1 0-16,-2-1 0 0,-5 1 0 0,7-2 1 15,-6 2-1-15,-4-1 0 0,11 1 0 16,-7 0-1-16,8-2 1 0,5 2-1 0,-7-1 1 16,9 1 1-16,-2-2-1 0,-5 2 3 15,9-1-3-15,-5 1 0 0,-7 0 0 16,11 0-1-16,-13 0 1 0,-3 0 0 15,6 0 0-15,-5 0 0 0,-5 0 1 0,10 0 0 16,-8 0 0-16,2 0 0 0,1 0 0 16,-5 0-1-16,4 0 1 0,6 0 1 15,1 0-1-15,-1 0 0 0,-4 0-1 0,-2 0-1 16,7 0 1-16,-7 0 1 0,-4 0-1 16,9 0 1-16,-9 0-1 0,4 0-1 31,-4 0 1-31,4 0 0 0,-6 0-1 0,0-2-2 15,0 2-11-15,0 0-26 0,0-2-39 16,0 2-93-16,0-1-113 0</inkml:trace>
  <inkml:trace contextRef="#ctx0" brushRef="#br1" timeOffset="15931.84">24469 12285 551 0,'0'0'61'0,"0"0"-9"0,0 0-15 16,0 0-11-16,0 0-9 0,0 0-2 16,0 0-5-16,0 0 0 0,78-30-2 15,-51 30-1-15,4 0-3 0,0 0 0 16,2 2-2-16,0-2-2 0,0 1 0 15,-2-1-2-15,-4 0-3 0,-8 0-7 0,-1 2-13 16,-9-1-20 0,-3 1-21-16,-4 0-15 0,-2-2-25 0,0 1-14 0,0 2 4 0,-11 0 18 15,1 2 38-15,-4-5 40 0,1 0 29 16,1 0 18-16,-3-5 22 0,3-1 17 16,0-2 8-16,5 4 2 0,5 1-11 15,-2 2-9-15,2-4-4 0,-2 2-5 0,2 0-4 31,-2 0-5-31,4 3-8 0,-2-2-11 16,2 2-7-16,0 0-4 0,0 0-4 0,-4 11 2 16,1 9 0-16,3 7 0 0,0 3-1 15,0 5-1-15,0 2-4 0,0 1 1 16,-4-2 2-16,-2-1-4 0,2-2 4 16,-2-4-4-16,0-8 0 0,1-2 0 0,3-9 1 15,2-4-2-15,0 1-1 0,0-7-3 0,-4 0-18 16,4 4-27-16,0 0-71 0,4 3-150 15,-2-3 2-15</inkml:trace>
  <inkml:trace contextRef="#ctx0" brushRef="#br1" timeOffset="16265.02">24892 12310 606 0,'0'0'46'0,"0"0"-12"0,0 0-15 16,0 0-3-16,0 0-5 0,0 0-1 0,0 0-1 15,0 0-3-15,0 0-1 0,11 85-2 0,-16-59-1 16,-1 0 0-16,4-1 2 0,-4-1-4 16,4-6 6-16,-2-2-4 0,2-5 1 15,2-6 5-15,0 0-3 0,0 0 1 16,0 1-1-16,0 1-1 0,2 3-2 15,8-4 0-15,0 2 0 0,3-3 0 0,10 2-2 16,-3-1 0-16,5-3-2 0,-2 1 0 16,2 1-2-16,-5-2 1 0,5 1-4 15,-10-1-5-15,7 0-12 0,-9 1-20 0,-3-4-28 16,2 0-48-16,-5 0-137 0,-3 0 1 16</inkml:trace>
  <inkml:trace contextRef="#ctx0" brushRef="#br1" timeOffset="16548.39">25124 12416 551 0,'0'0'61'0,"0"0"-13"0,0 0-15 16,0 0-11-16,0 0-11 0,0 0-3 0,0 0 1 15,0 0 2-15,0 0-1 0,0 0-2 16,-21 91 3-16,21-62-5 0,-4 1 1 15,2 1-4-15,-4-2-1 0,2-4-2 0,-3 2 0 16,3-5 0-16,0-7 0 0,2 3 1 16,-2-5-2-16,4-1 1 0,0 2 0 15,0-8 0-15,0 7 1 0,0-7-2 0,0 1-1 16,0 3 2-16,0-4-2 0,0 3 1 16,0 1-1-16,0-8 0 15,6 4-5-15,-2-2-5 16,-2-1-14-16,7 1-26 0,-5-3-49 15,2 1-113-15,-4 1-60 0</inkml:trace>
  <inkml:trace contextRef="#ctx0" brushRef="#br1" timeOffset="19482.08">21012 11513 578 0,'0'0'55'0,"0"0"-17"0,0 0-10 0,0 0-8 16,0 0-8-16,0 0-4 0,0 0-4 16,0 0-2-16,0 0-1 0,-18-13-2 15,-1 13 1-15,-6 7 1 0,-4 7-1 0,-2 5 0 16,-2 1 0-16,2 3-1 0,-2 0 1 16,2-2 0-16,4-1 1 0,2-2-1 31,5-3 0-31,7-6 1 0,5-2-1 0,2-3 0 15,4-1 1-15,-2 0-1 0,2 0 0 0,2-3 0 16,0 0 0-16,0 0 0 0,0 6 1 16,0-2 1-16,0 6 0 0,2 4-1 15,10-3 1-15,-4 5-1 0,5-1 1 16,-1-2-2-16,1 1 0 0,-1 2 5 16,0-1-4-16,-3 0 2 0,5 0-4 0,3-1 1 15,-3 1 0-15,5-2 1 0,-5-2 1 16,-3-2-2-16,3-1 0 0,-8-4-1 15,3 2-1-15,-3 1 0 0,-2-5 0 0,2 5-2 16,-4-3-4-16,2 1-17 0,-2-1-28 16,-2-1-34-16,0 1-67 0,-2-2-111 15</inkml:trace>
  <inkml:trace contextRef="#ctx0" brushRef="#br1" timeOffset="20016.18">20814 11732 562 0,'0'0'46'15,"0"0"-7"-15,0 0-9 0,0 0-11 16,0 0-7-16,0 0-4 0,0 0-3 15,0 0 0-15,0 0-1 0,85-28-1 0,-54 28 1 16,2 7 2-16,6-3 0 0,4-1 1 16,3-2-1-16,6-1 0 0,-1 0-2 15,1 0-1-15,2 0-1 0,-3 0 0 0,1 0-1 16,4 0-1-16,-9 0 0 0,5 0-1 16,0 2 1-16,-1 1-1 0,-3 0 0 15,4 0 1-15,-3 0-1 0,3-1 2 0,0 1 0 31,1 0-1-31,3-1 1 0,2-1-1 0,2 1 0 16,0-2 1-16,8 0 0 0,-2 0 0 16,5 0-1-16,-3 0 0 0,2-2 0 15,-4-3 0-15,4 2 0 0,-1-1 0 16,-3-1 0-16,-2 1-1 0,-6-1 1 16,-2 2 0-16,-5 0 0 0,-5 0 1 0,-3 1 0 15,-6 2-1-15,-8 0 0 0,-4 0 0 16,-4 0 0-16,-9 0 1 0,1 0-1 0,-1 0 1 15,-10 0-2-15,4 0 2 0,-6 0-1 16,0 0 0-16,0 0 1 0,4 0-2 16,-4 0 1-16,2 0 0 0,-2 0 0 15,5 0 1-15,-5 0-2 0,2 0 0 0,-2 0-7 16,4 0-17-16,-4 0-38 0,0 0-57 0,0 0-161 16,-4-3 1-16</inkml:trace>
  <inkml:trace contextRef="#ctx0" brushRef="#br1" timeOffset="20518.34">21498 11197 594 0,'0'0'46'0,"0"0"-10"16,0 0-19-16,0 0-4 0,0 0-4 0,0 0-2 15,0 0 3-15,0 0-3 0,0 0-1 16,91-4-1-16,-56 4-1 0,2 0-2 16,1 0-1-16,-3 0-1 0,2 0-1 15,-4 0-1-15,-2 0-2 0,-10 1-3 0,-7 1-8 16,-1-1-19-16,-7 1-21 16,0 3-26-16,-4-1-60 0,-2 2-75 15</inkml:trace>
  <inkml:trace contextRef="#ctx0" brushRef="#br1" timeOffset="20729.73">21744 11179 458 0,'0'0'62'0,"0"0"-13"0,0 0-6 0,0 0-11 16,0 0-9-16,0 0-10 0,0 0-3 16,0 0 2-16,0 0-1 0,-39 31 2 15,33-7-7-15,-1 3 1 0,3 2-3 16,-2 2-2-16,4-3 0 0,2 1-1 15,-4-3-1-15,4-8-1 0,0 0 0 0,0-3-2 16,0-5 0-16,4 0-7 0,-2-5-16 16,-2-5-31-16,0 0-60 0,0 0-155 15,0 1 14-15</inkml:trace>
  <inkml:trace contextRef="#ctx0" brushRef="#br1" timeOffset="21048.28">21928 11200 594 0,'0'0'48'0,"0"0"-17"16,0 0-10-16,0 0-6 0,0 0-8 0,0 0 1 15,0 0-5-15,0 0-1 0,0 0-2 16,0 0 0-16,-27 82 2 0,21-60-2 15,4-9 1-15,-2 3-1 0,4-6-1 0,-2 2 2 16,2-1 1-16,0-5 0 0,0 5 0 16,0-5 0-16,0-2-1 0,0 6 2 15,0-6 0-15,6 4-1 0,2-1 1 0,7-1-3 16,-3 1-1-16,5-3-2 0,-1-3 0 16,3 2-6-16,-1 0-5 0,1 1-19 0,0-1-18 15,-9-2-31-15,8 0-51 0,-5 1-66 31,-1-1-25-31</inkml:trace>
  <inkml:trace contextRef="#ctx0" brushRef="#br1" timeOffset="21332.45">22058 11272 607 0,'0'0'56'0,"0"0"-11"0,0 0-14 0,0 0-16 16,0 0-6-16,0 0-5 0,0 0 0 16,0 0 3-16,0 0 1 0,-18 38 0 15,18-15-2-15,-2 1-3 0,2 2-1 0,0 1-1 16,0-1 0-16,0 0 0 0,-2-2 0 16,2 0-2-16,-5-7 2 0,5 1-2 15,0-6 1-15,0-6-2 0,-2 6-1 0,2-5-2 31,0-3-1-31,0 2-8 0,0-6-8 0,0 5-18 16,0-1-25-16,0 1-45 0,0 1-123 16,0-6-28-16</inkml:trace>
  <inkml:trace contextRef="#ctx0" brushRef="#br0" timeOffset="33315.41">14426 12973 571 0,'0'0'57'0,"0"0"-5"0,0 0-11 31,0 0-11-31,0 0-7 0,0 0-3 15,0 0-5-15,5-77-2 0,-16 65-3 16,3-2-2-16,-4 6-3 0,3 4-2 16,-3 4-2-16,-11 0 0 0,7 0 0 0,-9 6-1 15,4 3 0-15,3 4 0 0,1 2 0 16,3 3 1-16,5 2-2 0,5-4 1 0,4 2-2 16,0 2 2-16,0 0-1 0,6 4 1 15,7-3-1-15,1-4 0 0,3 0 0 16,-1-4 0-16,1 1-1 0,1-1 1 15,-1-2 0-15,2 0 0 0,-7 1 0 0,0-4 2 16,-3 1 1-16,-3-2-3 0,-2 3 5 0,-2 0-7 16,-2-1 5-16,0 5-1 0,-2-5 1 15,-8 2 2-15,-5-4-2 0,7-2 1 16,-11 1 0-16,1-3-3 0,3-3 1 16,-3 0 1-16,5 0-3 0,1 0 0 15,-1 0 0-15,7 0-5 0,0 0-8 0,0-2-15 31,2 1-33-31,0-1-42 0,-3 2-98 16,7-4-88-16</inkml:trace>
  <inkml:trace contextRef="#ctx0" brushRef="#br0" timeOffset="33521.75">14557 13008 660 0,'0'0'40'16,"0"0"-13"-16,0 0-9 0,0 0-4 16,0 0-3-16,0 0-1 0,0 0 0 15,10 78-5-15,-10-56 0 0,0 3 1 16,0-8-6-16,0 1 1 0,0-6-9 16,0 0-12-16,0 0-16 0,0-6-32 0,0 0-42 15,0-6-92-15,-4 0-69 0</inkml:trace>
  <inkml:trace contextRef="#ctx0" brushRef="#br0" timeOffset="33681.65">14550 13080 690 0,'0'0'51'0,"0"0"-18"16,0 0-9-16,0 0-10 0,0 0-3 15,0 0-4-15,0 0-3 0,0 0-3 0,91-82-4 16,-68 74-4-16,-2 2-15 0,-3 0-30 15,-3 3-45-15,-1-1-116 0,3 4-85 16</inkml:trace>
  <inkml:trace contextRef="#ctx0" brushRef="#br0" timeOffset="33896.49">14627 13108 644 0,'0'0'49'0,"0"0"-12"0,0 0-13 16,0 0-6-16,0 0-4 0,0 0-3 16,0 0-8-16,0 0-1 0,0 0-3 15,76-7-4-15,-63 6-5 0,-3 1-13 16,-4 0-24-16,7 0-37 0,-9 0-86 0,2 4-117 16</inkml:trace>
  <inkml:trace contextRef="#ctx0" brushRef="#br0" timeOffset="34034.15">14679 13236 673 0,'0'0'38'15,"0"0"-13"-15,0 0-11 16,0 0-5-16,0 0-6 0,0 0 0 0,0 0-1 16,0 0-3-16,0 0-4 15,0 0-13-15,47-6-31 0,-24 3-58 16,-9 1-117-16,1-2-60 0</inkml:trace>
  <inkml:trace contextRef="#ctx0" brushRef="#br0" timeOffset="34395.75">14985 12986 647 0,'0'0'61'0,"0"0"-22"0,0 0-13 16,0 0-7-16,0 0-7 0,0 0-1 15,0 0-1-15,0 0-5 0,0 0 3 16,-34 65-3-16,28-45 1 0,4-7-2 16,-2 4-2-16,2-2-1 0,-2-4-1 15,4 7 0-15,-2-1 0 0,-2-7 2 0,4 8-2 16,0-5 3-16,0-7-4 0,0 4 4 0,0-4-3 16,0 3-1-1,4 2 2-15,2-5-1 0,-4 2 1 16,8-3 2-16,-1 0-3 0,-3-2 1 0,2 2-2 15,-4-3 1-15,5 1 0 0,-3-3 1 16,4 0-2-16,5 0 1 0,-1-3-2 16,5-4-2-16,-1 0 1 0,1-2-4 15,-5 0-6-15,1 1-11 0,-3 1-13 16,1-1-39-16,-3 3-49 0,-8 1-162 0,0 1-1 16</inkml:trace>
  <inkml:trace contextRef="#ctx0" brushRef="#br0" timeOffset="35079.15">15231 13092 687 0,'0'0'54'0,"0"0"-20"0,0 0-10 0,0 0-11 16,0 0-4-16,0 0 0 0,0 0-2 15,0 0-2-15,0 0-1 0,0 0-2 16,-31 65-1-16,28-48 2 0,1-8-5 16,-2-5 4-16,4 3-3 0,0-7-4 0,0 0-3 15,0 0-11-15,0 1-13 16,0 1-23-16,0-2-19 0,0 0-15 15,0 0-8-15,0 0 17 0,0-5 25 16,0-5 27-16,4-1 28 0,-4-1 24 0,2 1 16 16,-2-3 16-16,0 2 6 0,0-2 6 0,0 2-4 15,3 0-7-15,-3 1-7 0,4 1-12 0,-2 1-6 16,-2 5-7-16,6-5-8 0,-6 5-6 16,10-3-2-1,3-2-3-15,1 2-3 0,5 0 0 16,-1 1-3-16,-3 1-3 0,-1-1-2 15,3 3-6-15,-7 0-9 0,7 2-15 16,-9 1-28-16,-2 0-45 0,0 0-104 16,-1 4-76-16</inkml:trace>
  <inkml:trace contextRef="#ctx0" brushRef="#br0" timeOffset="35253.61">15231 13134 646 0,'0'0'50'0,"0"0"-15"16,0 0-15-16,0 0-8 0,0 0-3 0,0 0-1 16,0 0-3-16,0 0 0 0,0 0-3 0,33 0-8 15,-17 0-1-15,1-2-11 0,-7 0-26 0,2 0-35 16,3 1-77 0,-3 1-130-16</inkml:trace>
  <inkml:trace contextRef="#ctx0" brushRef="#br0" timeOffset="35464.83">15251 13242 590 0,'0'0'53'16,"0"0"-9"-16,0 0-13 0,0 0-12 16,0 0-4-16,0 0-2 0,0 0 0 0,0 0-2 15,0 0-3-15,0 0-2 0,11 17-1 16,3-17-2-16,7 0-2 0,1 0-2 0,5 0-2 15,-6-5-4-15,4 1-12 0,-5-4-26 16,3 0-46-16,-2 3-87 0,-3-5-116 16</inkml:trace>
  <inkml:trace contextRef="#ctx0" brushRef="#br0" timeOffset="35764.11">15720 12951 683 0,'0'0'51'0,"0"0"-14"0,0 0-9 16,0 0-8-16,0 0-7 0,0 0-3 16,0 0-4-16,0 0-2 0,0 0 0 15,0 0-2-15,-68-15-2 0,50 30 0 16,3 5 0-16,1 2 0 0,1 4 1 15,-1 0-2-15,8 0 2 0,-1-8-2 0,3 0 1 16,4 0 0-16,0-6 0 0,0 4 0 16,0-6-3-1,6-2 4-15,1-1-5 0,1-1 3 0,2 0-13 0,3-2-13 0,7-1-17 16,-7-3-40-16,5 0-72 0,-3-2-132 16</inkml:trace>
  <inkml:trace contextRef="#ctx0" brushRef="#br0" timeOffset="35980.28">15768 13036 677 0,'0'0'54'0,"0"0"-12"0,0 0-13 0,0 0-11 15,0 0-8-15,0 0-3 0,0 0-2 16,0 0-2-16,0 0 0 0,-6-8 0 15,18 3-3-15,3 1-1 0,3-1-2 0,-3 1-6 16,1 1-6-16,-7 1-12 0,7 1-21 16,-6 0-24-16,3-3-28 0,-3 1-49 15,-4 2-37-15,3-3-51 0</inkml:trace>
  <inkml:trace contextRef="#ctx0" brushRef="#br0" timeOffset="36145.11">15929 12987 533 0,'0'0'59'0,"0"0"-11"15,0 0-14-15,0 0-9 0,0 0-5 16,0 0-6-16,0 0-1 0,0 0-3 16,0 0-4-16,0 0-2 0,-70 88 0 0,68-71-2 15,-2-4 1-15,2 5 0 0,2-5-4 0,-4-1 1 16,4 0-5-16,0 0-11 0,-3 2-14 16,-1-8-31-16,4 0-45 0,0-1-82 15,0 1-84-15</inkml:trace>
  <inkml:trace contextRef="#ctx0" brushRef="#br0" timeOffset="36898.15">16045 13022 722 0,'0'0'48'0,"0"0"-11"0,0 0-14 15,0 0-11-15,0 0-7 0,0 0-5 16,0 0 0-16,0 0 1 0,0 0 0 16,0 0 2-16,8 14-3 0,1 1 1 15,1-6-1-15,-4 2 0 0,0-4 0 0,0 1-1 16,1-1-1-16,-5-4 0 0,4 4-2 16,-4-5-1-1,2 1-1-15,2 1-5 0,-6-4 0 16,2 0-4-16,5 0-2 0,3 0 1 15,2-2-3-15,-3-3-1 0,3-2 5 16,-4 1 3-16,5-6 8 0,-5 0 4 16,2-1 1-16,3-3 4 0,-7 3 5 0,2 1 1 15,-2 1 3-15,1 1 3 0,-1-2 2 16,0 4 0-16,-6 4 0 0,2 1-2 16,-2 3-5-16,0-2-3 0,0 2-2 0,4 0-5 15,-4-1 1-15,0 1-3 0,0 0 1 16,0 0 0-16,0 0-1 0,0 1-1 15,-4 7 0-15,-4 4-2 0,0 0 0 0,-5-1-2 16,3 0-1-16,4-6 1 0,-3 2 0 16,3-1 3-16,0-5 3 0,4 2 0 0,2-3 2 15,0 0-1 1,0 0 1-16,-4 0 1 0,4 1-2 0,-2-1 1 0,2 0-2 16,-5 0 0-16,5 0-1 0,-2 0 1 15,2 2-2-15,-4 3 1 0,2 0-1 0,2 7 1 31,-4 4-1-31,4 1 2 0,0 6 1 16,0-1 0-16,0-5 3 0,0 3-5 0,0 0 3 16,0-6-4-16,0-1 1 0,0-3-2 15,0-3 2-15,0-3-2 0,0 2-2 16,0-6-4-16,0 0-15 0,0 0-20 16,-2 5-42-16,-2 0-67 0,2-3-144 0</inkml:trace>
  <inkml:trace contextRef="#ctx0" brushRef="#br0" timeOffset="42130.8">16723 14581 546 0,'0'0'70'15,"0"0"-12"-15,0 0-11 0,0 0-13 16,0 0-7-16,0 0-4 0,0 0-8 15,0 0-3-15,0 0-4 0,0 0-4 0,-10-12-2 16,10 10 0-16,10 1 0 0,13 1 1 16,4 0 0-16,6 0 0 0,4 0 1 15,2 0-3-15,3 3-1 0,1-2 1 0,-2 1-2 16,3-2 2-16,-1 0 1 0,-2 0-1 16,-1 0 0-16,-1-3 0 0,-6 0 0 15,2 0 0-15,-8 1 0 0,0-1-1 0,-2 0-1 31,-7 0 0-31,-1 0 1 0,-5 2-1 16,1-3 1-16,-3 3-2 0,-6-1 0 16,2 1-6-16,-6 1 3 0,0-1-3 0,0 1-4 15,4 0-4-15,-4-2-18 0,3 2-22 0,-3 0-21 16,0-6-28-16,0 1-50 16,-9-4-67-16</inkml:trace>
  <inkml:trace contextRef="#ctx0" brushRef="#br0" timeOffset="42448.31">17300 14373 552 0,'0'0'68'15,"0"0"-13"-15,0 0-13 0,0 0-14 0,0 0-10 0,0 0-4 16,0 0-5-16,0 0 2 0,0 0-4 16,-6-6 0-16,16 6-1 0,4 5-2 31,5 2 0-31,0 4-2 0,-1 1-1 0,-3 0 1 15,3 1-1-15,1 0-1 0,-5 1-1 0,1-1 0 16,-3 2-1-16,-1-4 2 0,-7 1 3 16,0-3-4-16,-4 2 5 0,0 4-5 15,0-1 1-15,-6 4 0 0,-7-3-2 16,-1 2 2-16,-7-2-1 0,2 0 1 16,-3-1 0-16,5-1 0 0,-1-1-1 0,5-4-1 15,5-3-2-15,4-2-6 0,4-3-8 16,0 0-16-16,0 0-33 0,-2 0-55 0,2 0-165 15,-4 0 3 1</inkml:trace>
  <inkml:trace contextRef="#ctx0" brushRef="#br0" timeOffset="43230.98">15555 14713 638 0,'0'0'56'0,"0"0"-10"15,0 0-14-15,0 0-9 0,0 0-6 0,0 0-3 16,0 0-1-16,10-77-1 0,-14 63-5 16,2 6-2-16,-10-1-3 0,6 5-3 15,-7 2 2 1,-1 2 0-16,-5 0 0 0,1 8 1 0,3 4-1 0,3 2 0 0,-1 2-2 16,11 4 1-1,-4 1-1-15,2 1 2 0,4 0-1 16,0 1 1-16,4-3-1 0,4 0 1 15,1-2-1-15,1-3-1 0,-2 0 1 16,5-1 1-16,-5 1-2 0,4-2 4 16,-1-2-3-16,-5 0-1 0,0-4 2 0,-4 3-3 15,2-2 2-15,-4 3 2 0,0 3-1 0,0-7 0 16,-6 7 1-16,-6-3-1 0,-7-4 3 16,0 4 4-16,1-5 1 0,1-3 1 15,-1-1-2-15,1-2 0 0,3 0-4 16,1-2-1-16,5-3-1 0,-4 1-4 15,7 1 1-15,-1-3-4 0,4 3-4 0,2-1-7 16,0-5-8-16,0 2-16 0,8-4-36 0,9-1-50 16,-3 2-172-16,5 0-6 15</inkml:trace>
  <inkml:trace contextRef="#ctx0" brushRef="#br0" timeOffset="43597.66">15720 14769 698 0,'0'0'56'0,"0"0"-14"0,0 0-15 15,0 0-11-15,0 0-6 0,0 0-5 16,0 0 0-16,0 0 0 0,0 0 0 16,0 0 0-16,-12 87 1 0,8-57-1 0,4 2 4 15,0-3-2-15,0-2-2 0,0-8-2 16,4-3-1-16,-2-7-1 0,2-1 1 0,2 1-2 15,-6-6-1-15,11-2 2 0,1-1-1 16,5-1 1-16,3-10 0 0,1-1-2 16,0-6 1-16,-3-2 0 0,1-1-1 15,0-2 2-15,-5-1 0 0,-2 1 1 0,-3-1-1 16,1 2 2-16,-8 7-1 0,2-3 0 16,-4 1 0-16,0 4 0 0,0 1-1 0,0 7 1 15,0 5-1-15,0-2 0 0,0-2-3 31,0 0-1-31,-4-1-3 0,4 2-5 16,0 3-4-16,-2 0-14 0,2 0-15 16,0 0-46-16,0 1-74 0,0 6-140 0</inkml:trace>
  <inkml:trace contextRef="#ctx0" brushRef="#br0" timeOffset="44331.17">16130 14678 655 0,'0'0'49'0,"0"0"-6"0,0 0-12 16,0 0-6-16,-27 80-6 0,21-46-3 15,-1 1-3-15,-3 2-2 0,4-4-5 0,0-3 0 16,4-10-4-16,-2-4 0 0,1-5-3 16,-1-6 1-16,4 0 1 0,0-5-1 15,-2 0 1-15,2 0 1 0,0 0-1 0,0 0 2 31,0 0 0-31,0-11 2 0,0-8 3 0,2-5-2 16,2-4 2-16,-1 1-3 16,1-3 1-16,-2 1-2 0,2 3 1 0,2 2-4 15,-4 8 1-15,2 6-1 0,-2 1-1 16,2 5-1-16,3-3-1 0,-1 2-1 16,-4 2 2-16,10 1 0 0,1 2 1 0,-1 0-2 15,5 0-2-15,1 0-2 0,-7 0-5 16,3 6 0-16,-2 0-1 0,-5-1-4 0,1-1-2 15,-4 2 0-15,-2-3-3 0,2 0 6 16,-2 2 3-16,-2-1 5 0,0 1 3 16,-2 3 2-16,-8 4 2 0,-2-3 0 15,-1 2 2-15,3-4 1 0,-1-1 2 0,3-1-1 16,4-4 3-16,2 2 0 0,2-3-1 16,0 0 2-16,0 0-2 0,0 1 0 15,-4-1 0 1,4 0 0-16,-2 2 1 0,2-2-1 15,-4 0 1-15,4 2-2 0,0-2-2 16,0 0 1-16,4 0-2 0,2 0 0 16,6-2 1-16,1-1-2 0,-11 2 1 0,10-1-1 15,1 2-1-15,1 0 0 0,5 4-1 0,-5 6 2 16,3 2 0-16,-7 2-1 16,0-1 0-16,-1 0 0 0,-3-3-2 0,-2-1 1 15,-4-4 0-15,2 5 0 0,-2 1 1 16,0 4 0-16,-2 2-1 0,-8-2 3 15,-5-3-1-15,1-1 0 0,-5-2 3 0,-1 0-1 16,1-1 1-16,-4-1 1 0,7-1 2 16,-1-1 2-16,3-1-3 0,1-2 2 15,1-1-1-15,-1 1 1 0,7-2 3 0,-4 0-4 16,4 0-2-16,-1 0-3 0,3 0-1 16,4 0 0-16,-2 0 2 0,2 0-3 15,0 0-1-15,-4 0-2 0,4 0-5 0,-2 0 1 31,2 0-2-31,0 0-3 0,-4 0-6 0,4 0-8 16,0 0-17-16,0 0-41 0,0 0-90 16,0 0-139-16</inkml:trace>
  <inkml:trace contextRef="#ctx0" brushRef="#br0" timeOffset="44664.06">15549 15307 755 0,'0'0'29'0,"0"0"-9"15,0 0-13-15,0 0-3 0,0 0-2 16,0 0 1-16,0 0-1 0,-87 98 1 16,75-65 0-16,1 2 3 0,7 2 0 0,0 0-1 15,4-2-1-15,0-2-2 0,4-4-1 16,-2-4 0-16,7-5-2 0,-3-7-1 0,4-2-1 16,-4-5-6-16,3-1-9 0,-1-2-18 15,4-3-44-15,7-1-104 0,-7-12-112 16</inkml:trace>
  <inkml:trace contextRef="#ctx0" brushRef="#br0" timeOffset="44881.18">15632 15359 700 0,'0'0'42'16,"0"0"-6"-16,0 0-11 15,0 0-9-15,0 0-4 0,0 0-3 16,0 0-3-16,0 0-1 0,0 0-4 16,91-10-1-16,-67 4-2 0,-3 1-7 0,-7 1-4 15,5 1-11-15,-7 1-13 0,-5 1-13 16,-1 1-25-16,-6 0-39 0,0 0-66 16,0 0-81-16</inkml:trace>
  <inkml:trace contextRef="#ctx0" brushRef="#br0" timeOffset="45082.24">15820 15320 545 0,'0'0'69'16,"0"0"-12"-16,0 0-16 0,0 0-13 16,0 0-6-16,0 0-5 0,0 0-1 15,0 0-3-15,-54 90 0 0,48-60 0 0,-5 3-4 16,5 4-1-16,-2 0-1 16,-2-1-7-16,1-3 1 0,3-4 1 0,0-9-3 0,4-2-1 15,-2-7-3-15,4-7-11 0,0 2-7 31,0-6-21-31,0 2-29 0,0 1-50 16,10-3-131-16,2-5-23 0</inkml:trace>
  <inkml:trace contextRef="#ctx0" brushRef="#br0" timeOffset="57896.91">15710 15363 132 0,'0'0'37'16,"0"0"0"-16,0 0 1 0,0 0-1 0,0 0 2 15,0 0 0-15,0 0-2 0,0 0 1 16,0 0 0-16,0 0 4 0,-76 10-3 0,76-10 0 16,-2 0-2-16,2 0-3 0,0 0-6 15,0 0-5-15,-5 0-3 0,5 0-3 16,-2 0-2-16,2 0-3 0,-2 0 0 15,2 0-5-15,-4 0 0 0,4 0-1 0,-2 0-2 16,2 0 0-16,0 0-1 0,0 0 1 16,0 0 1-16,10 0 0 0,9 0 0 15,4 0-1-15,0 0-1 0,-1 0 0 0,1 0-1 16,0-1 0-16,-1-2-1 0,-3 1-2 16,0 1 2-16,-7-1-1 0,3 2 1 15,-3 0 2-15,-6 0-3 0,0 0 0 0,1 0 0 31,-5 0 0-31,4 0 1 0,0 0 0 16,-6 0-1-16,0 0 1 0,0 0 0 0,0 0-2 16,4 0 1-16,-4 0 0 0,0 0 1 15,2 2-1-15,2-2-1 0,-4 0 1 16,0 0-2-16,0 0-3 0,0 0-4 16,2 0-14-16,-2 0-20 0,0 1-48 0,0 4-92 15,-8 1-114-15</inkml:trace>
  <inkml:trace contextRef="#ctx0" brushRef="#br0" timeOffset="58363.96">15735 15414 634 0,'0'0'61'0,"0"0"-15"15,0 0-17-15,0 0-7 0,0 0-5 0,0 0-4 31,0 0-4-31,0 0-3 0,0 0-3 16,-12-13-1-16,12 11-1 0,0 2-1 16,0 0 2-16,0 9 0 0,6 8 0 0,2 3-1 15,-2 1-1-15,0 0 1 0,-1 0-1 16,1 1 1-16,-6 0 0 0,2 1 0 16,2 0 0-16,-2-6 0 0,-2 1 1 0,0-6-1 15,0 0 0-15,0 2 1 0,0-2 1 16,0 0 0-16,0-7 0 0,0 1 1 15,0-6-2-15,0 0 0 0,0 0 0 0,0 3 1 16,0-3-1-16,0 1 1 0,0 1 1 16,0-1-2-16,0 1 0 0,0-1 0 0,0 1-1 15,0-1 1-15,0 1-1 0,0-1 1 16,0 1-1-16,0 0 0 0,0-1 0 16,0 1-2-16,0-1 2 0,0 6-1 15,0 0-1-15,0-1 2 0,0 0-2 0,0-6 1 31,0 0 0-31,0 0-1 0,0 1 0 0,0 1 0 16,0 0-2-16,0-2-2 0,0 1-6 16,0-1-16-16,0 0-26 0,0 0-53 15,0 0-171-15,0 0-35 0</inkml:trace>
  <inkml:trace contextRef="#ctx0" brushRef="#br0" timeOffset="75546.81">16688 12958 526 0,'0'0'60'0,"0"0"-6"16,0 0-13-16,0 0-7 0,0 0-7 0,0 0-6 16,0 0-2-16,0 0-1 0,0 0-5 15,-10-54-1-15,3 51-3 0,5 1-4 16,2 2 2-16,-6 0-2 0,-2 0-2 16,-9 6 4-16,3 5-6 0,1 6 0 0,1 4 0 15,4 3-2-15,2 5 1 0,-3 4 2 16,5 0-3-16,-2 4 2 0,4 0 3 0,-2-2-7 15,4-1 5-15,0-2-3 0,0-3-1 16,4-2 2-16,2-2-1 0,4-3 1 16,7 0-2-16,-3-4 1 15,1-3 0-15,3 0-1 16,-1-3 0-16,0 1 0 0,-1-1-3 0,-4-5-1 0,1-1-2 0,-5-1-5 0,0-2-1 16,5 0-5-16,-9-2-7 0,2 1-11 15,-4-2-26-15,2 0-42 0,-2-3-140 31,0 1-29-31</inkml:trace>
  <inkml:trace contextRef="#ctx0" brushRef="#br0" timeOffset="75862.25">16729 13155 598 0,'0'0'60'0,"0"0"-13"16,0 0-12-16,0 0-12 0,0 0-4 16,0 0-4-16,0 0-4 0,0 0-5 15,0 0-2-15,13-27-2 0,3 22-1 0,1 0 0 31,5 0-1-31,-7 4 0 0,3-1-1 16,3 0-1-16,-2 1-2 0,8 1-7 0,-9-2-11 16,1 2-11-16,-7 0-22 0,-3 0-17 15,3 0-27-15,-6 0-41 0,0 0-22 16,1 0-59-16</inkml:trace>
  <inkml:trace contextRef="#ctx0" brushRef="#br0" timeOffset="76080.95">16952 13105 483 0,'0'0'70'15,"0"0"-11"-15,0 0-11 0,0 0-9 0,0 0-10 16,0 0-10-16,0 0-6 0,0 0-3 16,0 0-3-16,0 0 1 0,-41 18 0 15,39-1 1-15,-4 6 3 0,4 0-4 0,2 1 3 16,-4-1-8-16,4-5 0 0,0 0-2 16,-2-4-1-16,2-1 0 0,0-2 0 0,-5-4-1 15,5-2-1-15,0-5 0 0,0 0-6 31,0 0-7-31,0 2-12 0,0 0-22 16,0-1-47-16,0 1-99 0,0-2-96 16</inkml:trace>
  <inkml:trace contextRef="#ctx0" brushRef="#br0" timeOffset="76535.02">17141 13150 716 0,'0'0'43'16,"0"0"-8"-16,0 0-17 0,0 0-7 0,0 0-5 0,0 0-4 16,0 0 1-16,0 0-1 0,0 0 1 31,0 0 1-31,-17 10-2 0,15-1 1 0,-2 0 3 15,2 0-5-15,2-4 5 0,-4 1-3 0,4-6-2 16,0 0 3-16,0 5-2 0,0-1 1 16,0 4 0-16,12-1 0 0,0 0-1 15,1-3-1-15,-1 0-1 0,7 0 0 16,-5 0-1-16,5-1 0 0,0 2 1 16,-5-2-3-16,-2-2 2 0,3 4-1 0,-3-1 0 15,-6 1 1-15,3 0 1 0,-5-2-1 16,2 2 1-16,-6 0 1 0,2 0-2 0,-2 4 2 15,0 0 0-15,-8 3 0 0,-5 2 1 16,1-4 0-16,-2 0 0 0,-5-3 0 16,7-1 0-16,-1-3-1 0,-1 2 0 15,3-4-1-15,-3 4 0 0,6-4-1 0,-5 1 1 16,1 1-3-16,6-3-3 0,-3 0-2 16,3 0-12-1,0 0-11-15,0 0-32 0,6 0-43 16,-4 0-103-16,2-5-86 0</inkml:trace>
  <inkml:trace contextRef="#ctx0" brushRef="#br0" timeOffset="76829.61">17147 13157 720 0,'0'0'49'0,"0"0"-10"16,0 0-14-16,0 0-6 0,0 0-6 0,0 0-2 15,0 0-1-15,0 0-3 0,0 0 0 16,-4-24-3-16,10 16-1 0,0 2-2 16,2 2 0-16,5-3 0 0,-1 3-1 31,3 0 0-31,1 0-1 0,-3 1-3 0,3 2-4 15,-4-1-6-15,1 2-13 0,-1 0-22 0,-6 0-49 16,1 0-116-16,-7 0-89 0</inkml:trace>
  <inkml:trace contextRef="#ctx0" brushRef="#br0" timeOffset="77180">17265 12925 709 0,'0'0'54'15,"0"0"-13"-15,0 0-14 0,0 0-11 16,0 0-5-16,0 0-8 0,0 0 2 0,0 0-1 0,0 0 1 16,0 0 0-16,45 54-2 0,-26-32-1 0,-3 0-1 15,3 0-1-15,-1-1 1 0,1 2-1 31,0-2 0-31,-7 2 0 0,2-1-2 16,-5 1 4-16,1 2-4 0,-2 1 3 16,-3-1-2-16,-3 3 0 0,-2 1 0 0,0-1 0 15,-2 1 0-15,-9 0 0 0,3 0-1 0,-5 0 0 16,-1-2 0-16,2-3 1 0,-1-1 0 16,3-2-2-16,-3-3-2 0,9-4-5 15,0-5-5-15,-2-1-11 0,6-3-25 16,-2-1-60-16,2 0-184 0,0-4-7 15</inkml:trace>
  <inkml:trace contextRef="#ctx0" brushRef="#br0" timeOffset="78412.32">16072 15473 627 0,'0'0'56'15,"0"0"-9"-15,0 0-13 0,0 0-5 16,0 0-6-16,0 0-4 0,0 0-5 16,0 0-2-16,0 0-4 0,6-25-1 0,-4 23-1 15,-2 1-2-15,0-6 2 0,4 3-1 16,-2-1 0-16,-2 1-1 0,0 4-1 15,0-2 2-15,0 2-2 0,4-1-1 0,-4-1 0 16,0 1-1-16,3 0 1 0,-3-1 4 16,0 0-5-16,0 1 1 0,0-1 0 15,4 1-4-15,-4-1 3 0,0 1 0 16,0-1-1-16,0 1 1 0,0-1 0 0,0 1 0 16,0-1-1-16,2 1 0 0,-2-1 0 15,0 0 0 1,0 2 1-16,0-1-1 0,0 1-1 15,0 0 1-15,0 0 1 0,0 0-3 16,0 0 3-16,0 0-2 0,0 3 1 16,0 3 3-16,0 8-4 0,0 4 2 0,0-6-2 15,0 5 1-15,-2 0 0 0,-2-1 0 16,1-1 0-16,-1 2 2 0,2-7-3 0,-2 2 2 16,2-2-1-16,2-5-1 0,0 0 2 15,0-5-2-15,-4 0 2 0,4 0 1 16,0 2-1-16,0-2 1 0,0 2-2 15,0-2-1-15,0 0 2 0,10-5-1 0,3-2 1 16,-5-3-1-16,6 5-2 0,-1-2 0 16,-1 4 1-16,3 2 0 0,3 1 0 0,-1 0 1 15,-1 2-2-15,-3 3 0 0,-1 3-1 16,1 1 1 0,-7-3 0-16,2 3-1 0,-2-2 3 0,-2-5-1 0,-2 6 1 31,3-3 1-31,-5 3-1 0,0 2-1 0,0 0 0 15,-5 5 1-15,-7 0-2 0,0 4 4 16,1-2-2-16,-5-2 0 0,1-2 0 0,1-1 0 16,1-4 0-16,1 0 0 0,2-2 1 15,1-3-1-15,1 2 0 0,4-4 2 16,-8 2-2-16,10-2 1 0,-5 1-2 16,3 1-2-16,4-3-6 0,-6 0-7 0,2 0-15 15,-2 0-31-15,-1-3-74 0,7 3-170 16,0-9-7-16</inkml:trace>
  <inkml:trace contextRef="#ctx0" brushRef="#br0" timeOffset="78729.95">16105 15407 766 0,'0'0'41'0,"0"0"-12"0,0 0-9 16,0 0-4-16,0 0-4 0,0 0-3 0,0 0-2 15,0 0-2-15,0 0 1 0,0 0-2 16,-2 0 1-16,6 0 0 0,8 0 1 0,1 0 0 16,7 0-4-16,3 0 1 0,-4-2-2 15,8-2 1-15,-2-1 0 0,-3-1-3 16,1 2 3-16,0-3-2 0,-1 1 0 15,1 2 1-15,-4-2-2 0,-5 1 0 0,-3 4 0 16,-3-2-5-16,-4 1-7 0,2 1-6 16,-4-1-15-16,-2 2-19 0,0-2-40 0,0 2-67 15,0 0-142-15</inkml:trace>
  <inkml:trace contextRef="#ctx0" brushRef="#br0" timeOffset="79347.17">16281 15193 756 0,'0'0'50'0,"0"0"-15"0,0 0-4 16,0 0-8-16,0 0-3 0,0 0 2 15,0 0-8-15,0 0-1 0,0 0-2 0,12-50-10 16,-4 47 5-16,9 3-2 0,1 0 1 16,9 8 0-16,0 6-2 0,0 4 4 15,0 2-5-15,2 3 3 0,-2 1-4 0,0 2-4 16,-3 0 3-16,-3 3-1 0,-2 1 0 16,-5 3 0-16,-1 4 0 0,-7 3-1 0,-6 0 3 31,0 4-1-31,-13 1-1 0,-1 0 2 15,-7-1-2-15,-1 0-1 0,-5-3-2 16,2-3 6-16,2-2-2 0,-2-4 3 16,5-3 0-16,-3-3-2 0,8-5-1 0,3-7 2 15,4-1-1-15,2-5 0 0,1-5-3 16,3 1 2-16,2-4 1 0,0 0 1 0,0 0 2 16,-4 0 2-16,4 0-6 0,0 2 0 15,-2 0 0-15,2-1 0 0,-4-1 0 16,4 2 0-16,-2-2 0 0,2 1 0 15,-4-1 0-15,4 2 0 0,-2-2 0 0,2 1 0 16,-4-1 0-16,4 2 0 0,-2-2 0 16,-1 1 0-16,3-1 0 0,0 0 0 15,0 2 0-15,-4-2 0 0,4 0 0 0,0 1 0 16,0-1 0-16,-2 0 0 0,2 0 0 16,-4 2 0-16,4-2 0 0,0 0 0 31,0 0 0-31,0 0 0 0,0 1 0 0,0-1 0 15,0 0 0-15,0 0 0 0,0 0 0 0,0 0 0 16,-2 0 0-16,2 0-22 16,0-4-32-16,0-7-227 0,0 1-65 0</inkml:trace>
  <inkml:trace contextRef="#ctx0" brushRef="#br0" timeOffset="82963.06">19851 14631 583 0,'0'0'53'32,"0"0"-8"-32,0 0-6 0,0 0-11 0,0 0-9 15,0 0-7-15,0 0-5 0,0 0-3 16,0 0-2-16,0 0 1 0,-5-5 1 15,5 25 0-15,-2 7 2 0,2 2-2 16,0 3-2-16,0 3 1 0,0 1-4 16,-4 4 1-16,4-1 1 0,-2 1 1 0,-2-1-1 15,2-2-1-15,2-1 0 0,-4-1 0 16,4-3 5-16,0-5-4 0,0-5 4 0,0-4-5 16,0-8 0-16,0-3 1 0,0 3-2 15,0-5 2-15,0 0-3 0,0 0 0 16,0-5 1-16,0 0-1 0,0 0 3 15,0 2-2-15,0-2 1 0,0 0-1 0,-6 0 1 16,-7-7-2-16,-1-6 2 0,5-1 0 16,-3-2-4-16,2-3 5 0,1 1-5 15,3-1 4-15,0 5 3 0,4-1-1 0,-2 6 2 16,2 2-1-16,2 3 5 0,0 4 0 16,0-1 0-16,0 1-1 0,0-2-5 31,0 1 0-31,0 1-1 0,0 0 0 0,0 0 2 15,6 4-1-15,2 7-1 0,3 4 2 16,-1 0-2-16,-4 2 1 0,7-2 3 16,-3 1-4-16,-4-3 5 0,2-1-4 0,-1 0-1 15,-1-3 1-15,2 4-2 0,-2-6 2 16,-2-1 0-16,3 0 0 0,-5-3 3 16,0 0-2-16,-2-3 0 0,6 0 0 0,-2 2-2 15,4-2 1-15,9 0 1 0,-5-4-3 16,3-6 0-16,-1-2-2 0,3-1-7 15,-3-2 5-15,-1 2-9 0,1-1-3 0,-8 4-15 16,7 2-22-16,-7 2-49 0,-4 4-96 16,2 1-99-16</inkml:trace>
  <inkml:trace contextRef="#ctx0" brushRef="#br0" timeOffset="83896.32">20330 14824 691 0,'0'0'54'16,"0"0"-12"-16,0 0-11 0,0 0-8 15,0 0-6-15,0 0-6 0,0 0 0 16,0 0-3-16,0 0-2 0,-18-11 2 16,18 11-4-16,0-3-1 0,8-2 1 0,10-2-1 15,13-1 0-15,5 0-1 0,3-2-1 16,4 0 1-16,3-2-2 0,-5 1 2 0,5-1-3 16,-5 1 1-16,0 0-3 0,-8 4-3 15,-2 1-4-15,-12 1-5 0,-7 2-12 16,-1 3-8-16,-7 0-8 0,2 0-9 15,-4 5-6-15,-2 4-5 0,-6 1 4 0,-4 4 9 16,-1-3 19-16,-3-5 18 0,3-2 9 16,1 0 7-16,-2-1 5 0,1-2 8 15,-1-1 15-15,6 0 12 0,4 0 7 0,-5 0-1 16,1 0-5-16,4 0-9 0,-4-1-5 16,2-1-5-16,-2 1-5 0,4-1-4 31,-9 2-5-31,3 2-3 0,2 8 0 0,-3 8-1 15,3 4 1-15,0 1-1 0,2 5 0 16,2-1-1-16,-4 2-2 0,2-1-3 16,1 1 0-16,-3-2-2 0,4 0 2 0,-2-1-2 15,2-8 1-15,-2-1 0 0,4-7-2 16,0-5-1-16,0 1-1 0,0-1-7 16,0-1-6-16,0 1-13 0,0 1-25 0,0-6-48 15,0 0-116-15,0 0-76 0</inkml:trace>
  <inkml:trace contextRef="#ctx0" brushRef="#br0" timeOffset="84346.72">20899 14818 731 0,'0'0'37'0,"0"0"-10"0,0 0-9 15,0 0-5-15,0 0-2 0,0 0-2 16,0 0-4-16,0 0 2 0,0 0-5 16,-27 77 0-16,18-57 0 0,-1-6-1 0,6-1 1 15,-2-5 1-15,2-4 0 0,2 1-1 0,2-5 0 16,0 0 1-16,0 0-1 0,0 2 1 16,0-1-1-16,2 0 0 0,12-1 0 15,5 2-2-15,6-2-2 0,1 0 1 16,1 0 0-16,-2 1 2 0,-4 2-1 15,-3 2-1-15,-1-2 0 0,-7 2 0 0,-4-1 0 16,5 3 1-16,-5-2 0 0,-4-2 0 16,2 7-1-1,-2-5 0-15,-2 8-1 0,0 2 2 0,-6-1-1 0,-6 4 2 0,-3-3-1 16,1-3 0-16,-5 2 0 0,-2-2 0 16,-1 0 1-16,1 0-1 0,0 0 0 15,-1 0 1-15,1 1 4 0,0-4-4 0,7-1 4 31,-3-4-4-31,9-1-3 0,4-2 1 16,-2 1-9-16,4-2-13 0,-5 0-26 0,5-3-50 16,-4-9-120-16,6-2-89 0</inkml:trace>
  <inkml:trace contextRef="#ctx0" brushRef="#br0" timeOffset="84780.18">20872 14805 660 0,'0'0'56'0,"0"0"-12"16,0 0-12-1,0 0-5-15,0 0-5 0,0 0-3 16,0 0-3-16,0 0-1 0,0 0-5 15,-19-27 1-15,19 27-2 0,0 0-1 16,0-1-2-16,0 1-1 0,0-2-1 16,0 2 2-16,0 0-2 0,0-1 2 0,0-1-3 15,17 0 0-15,1 0-2 0,9-3-1 16,0 0 1-16,6 1-1 0,-2 0 1 0,2-1-1 16,-2-1 0-1,-4 1-1-15,4 1 0 0,-4-1 2 0,-2 0-1 0,-9 3-1 16,3 0 2-16,-1-1-1 0,-5 2 1 15,5-3-1-15,-9 3 1 0,-3-1-2 0,0 2 1 16,-6 0 0-16,0-1-1 0,0 1 0 16,0 0 1-16,2 0 0 0,-2 0 1 0,4 0-2 15,-4 0 0-15,2 0 0 0,-2 0-1 16,0 0 0-16,0 0-2 0,5 0-7 16,-5 0-8-16,0 0-13 0,2 0-35 31,-2 0-116-31,0 1-134 0,-9 6-7 0</inkml:trace>
  <inkml:trace contextRef="#ctx0" brushRef="#br0" timeOffset="95979.2">26182 13172 419 0,'0'0'57'0,"0"0"-9"0,0 0-4 16,0 0-3-16,0 0-4 0,0 0-4 15,0 0-7-15,0 0-3 0,0 0-4 0,0 0-1 16,-6-62-1-16,6 56-1 0,0 2-4 16,0 4-2-16,0-2-1 0,0 2-2 0,0-2-2 15,0 2-3-15,0-1 0 0,4 1-1 31,2 3 1-31,0 9-1 0,3 6 1 16,1 5 3-16,-4 1-5 0,-2 2 3 16,1 2-4-16,-3 0 1 0,2-1 1 0,-4 1-1 15,2 1 0-15,2 1 0 0,-4 0 1 0,0 2-2 16,2-1 3-16,-2-2-3 0,0 0 2 16,0-4 1-16,0 1-1 0,0-8 1 15,0 0 1-15,0-4-2 0,0-2 2 16,0 0 0-16,0-5-1 0,0-2 0 15,0-5-1-15,0 0 0 0,0 0 2 0,0 2 0 16,0-1 0-16,0 4 1 0,4-2-3 16,-2 2 1-16,9-3 0 0,-5 0-1 0,2 0 1 15,4-1-2-15,1-1 0 0,5 0 0 16,-3 0 0-16,4 0 1 0,1 0-1 16,-1 0 0-16,8 0-1 0,0 4 1 31,-1-1 0-31,3-1 0 0,0 0 0 0,4 1 0 15,3-2 0-15,-3 1 0 0,0 0 1 16,2-1-1-16,0 1 0 0,0-2 1 0,-2 0-1 16,2 0 0-16,-2 0 0 0,0 0 0 15,1 0 0-15,-3 0-1 0,-5 0 1 16,1 0 0-16,0 0 0 0,2 0 0 16,-2 0 1-16,0 0-2 0,4 0 1 0,-2 0 1 15,2 0-1-15,2 0 0 0,-2-2 0 16,0 1-1-16,-2-1 1 0,2 0 0 0,-4 1 1 15,0-1 0-15,-1-1-1 0,3 2 1 16,-2-2-2-16,0 0 1 0,-2 1 0 16,0 1-1-16,-9-1 1 0,3 2 1 15,-1-2-2-15,-3 2 1 0,4 0 0 0,-1 0 0 16,-5 0 0-16,7 0 0 0,-5 0 1 16,-3 0-1-16,11 0 0 0,-9 0 0 15,-1 0-1 1,7 2 1-16,-5-2 0 0,1 2 0 15,3-2 2-15,-2 1-2 0,-5-1 0 16,7 0 0-16,-7 0-1 0,0 0 2 16,3 0 0-16,-3 0-1 0,-4 2 0 0,5-2 0 15,-1 0 0-15,1 0 0 0,-1 0 0 0,-4 0 0 16,5 0 1-16,-1 0-2 16,-2 0 1-16,1 0 1 0,1 0-1 0,-1-2 1 15,1 1-1-15,-8-1 1 0,6 0 0 16,-3 1-2-16,-5 0 2 0,4 1-1 15,-6 0-1-15,4-2 2 0,2 1-1 0,-4-1 0 16,5 1 1-16,-7 1 0 0,0-2 1 16,0 2 0-16,0 0 1 0,2-1 0 0,-2-1-3 15,4 0 1 1,-4 1-1-16,0-1 2 0,0 1-1 0,0-5 1 0,0-2-2 16,0-4 0-16,-4-5 1 15,-1 1 0 1,-5-6 2-16,2 2-2 0,-2-2 0 0,1 1 1 15,3-2-2-15,0-1 2 0,0 0-1 16,4-1 1-16,-3 0-2 0,5 0 1 0,0 7-2 16,0-2 2-16,0 2 0 0,0 4 0 15,0-5 0-15,0 8 0 0,0-1 0 16,0 0-3-16,0 0 4 0,0-1-4 16,0 8 3-16,0-6 0 0,0 5 1 0,0-1-2 15,0 3 0-15,0-2 0 0,0 0-3 0,-2 0 4 16,2 1-1-16,0 5 1 0,0-1 2 15,0 1-4-15,0-2-1 0,0 1-3 16,-4-1-4-16,4 0-7 0,-2-2-13 16,-2 1-25-16,-4 2-47 0,-5 1-114 15,-5 0-96-15</inkml:trace>
  <inkml:trace contextRef="#ctx0" brushRef="#br0" timeOffset="96814.6">26941 13329 558 0,'0'0'52'16,"0"0"-6"-16,0 0-9 0,0 0-12 16,0 0-4-16,0 0-5 0,0 0-4 15,0 0-4-15,0 0-3 0,16-32-1 0,-9 32 1 31,-5 6 1-31,4 7-3 0,0 7-1 0,-4 0-1 16,2 3 1-16,-2-1-1 0,-2-3 2 16,0 1-3-16,4-9 2 0,-4 3-1 15,0 1-1-15,0-2 2 0,0-1 1 16,0-8 1-16,0 2 2 0,0-6-1 16,-4 0 0-16,4 0 3 0,0 2 2 0,0-1 0 15,0 1 2-15,-2-2-3 0,2 0 1 16,0 0-3-16,0-2 0 0,-4-11-1 0,4-6-3 15,0-5 2-15,0 2-3 0,0-3 1 16,10 3-2-16,-3-2 0 0,5 2-3 16,0 2 2-16,3 4 0 0,-1 2 0 15,-1 4 1-15,1 6-2 0,3 3 0 0,-3 1-1 16,7 1 2-16,-3 8-3 0,-1 2 3 16,-2 1-2-1,-7-3 1-15,2 3-2 0,-8-4 1 16,4 1-3-16,-1 2-1 0,-5-2-1 15,0 4-3-15,-7-1 0 0,-9 4 1 16,-1-3-2-16,-6-4 1 0,-1 1 3 16,1-5 1-16,-4-1 5 0,-2-1 1 0,6-3 2 15,-1 0-1-15,5 0 1 0,5 0 2 16,1 0-2-16,7-2 2 0,2 2-1 0,4 0-1 16,-6-3 3-1,4 1 1-15,-1-1 0 0,-1 2 2 0,4 1-4 0,-2-1-1 16,2 1-1-16,0 0-1 0,0 0 0 15,6 2 1-15,5 9-2 0,5 1 0 0,-1 2 0 16,-3 1 2-16,1 0-2 0,1 2 1 16,-4 0-2-16,1-1 2 0,-1-2-2 0,-2-3 1 15,-1-1 1-15,-1-3-1 0,0-2 1 16,-2 3-2 0,-2-5 1-16,4 3-1 0,-4-3 1 0,3 0-3 0,-3 1 0 31,-2-4-4-31,0 0-6 0,0 0-8 0,0 1-13 15,0 0-19-15,0 1-26 0,4-2-38 16,-4 0-84-16,0 1-66 0</inkml:trace>
  <inkml:trace contextRef="#ctx0" brushRef="#br0" timeOffset="97229.06">27255 13362 734 0,'0'0'44'0,"0"0"-13"0,0 0-8 0,0 0-6 15,79-50-7-15,-59 47-3 16,1 1-2-16,4 2-1 0,-5 0-2 16,-1 7-1-16,-5-3-3 0,-1 4 0 0,-3 0 0 0,-4 2 0 0,-4 4 1 31,-2 4-4-31,-2 2 0 0,-14 4-4 15,-1 0 1-15,-5 0 1 0,-1-2 4 16,-2-1 1-16,0-2 2 0,0 0 2 16,5-4 0-16,1-2 1 0,5-3 1 0,7-6 0 15,-1 1-1-15,4-2 0 0,2 0 2 0,-2 0 0 16,4-3-1-16,0 0 2 0,4 0-3 16,10 0 0-16,7 0-1 0,10-5 0 15,-4-1-2-15,4 2 0 0,-4-1 1 16,4 2-1-16,-2 1 0 0,0 1-1 15,-2 1 0-15,-3 0-1 16,-7 0-1-16,0 0-1 0,-5 0-6 16,-4 3-12-16,0 0-20 0,-1-1-50 15,-1-1-110-15,-6 1-98 0</inkml:trace>
  <inkml:trace contextRef="#ctx0" brushRef="#br0" timeOffset="99178.9">25949 13462 429 0,'0'0'54'0,"0"0"-7"0,0 0-6 0,0 0-5 16,0 0-10-16,0 0-2 0,0 0-1 16,0 0-4-16,0 0-1 0,0 0-4 15,4-14-5-15,-4 14-2 0,0-1 0 0,0 1-2 31,2-1 4-31,-2 1-1 0,0-2 0 0,0 2 3 16,4-1-3-16,-4 1-1 0,0-2 0 16,0 2-1-16,0-1-1 0,2 1 0 15,-2-2 0-15,0 2 0 0,0 0-1 16,0 0-1-16,0-2-1 0,0 2 0 16,0 0 0-16,0 0 1 0,0 0 1 0,-6-1 2 15,-3 1-2-15,-1 0-1 0,0 0 0 16,-3 0-1-16,1 0 0 0,0 0 1 0,-7 0-1 15,0 0-1-15,-3 3 1 0,-3 0-2 16,0-1 0-16,-2-1 1 0,0 2 0 16,-2-3 0-16,3 1 0 0,-1 1 1 15,0-1-1-15,0-1 0 0,2 0 1 16,4 0-3-16,3 0 1 0,-3 0 1 0,-2 0-1 16,1-1 1-1,-9-1-1-15,4 1 0 0,-4 1 0 16,0 0 1-16,2 0-1 0,-2 0 0 15,-2 0 0-15,6 1 0 0,-4 2 0 16,-2 1-1-16,6-3 2 0,-2 1-1 16,0-1 0-16,4-1 1 0,-2 0-1 0,3 0 1 15,-1 0 1-15,0-3-1 0,8 0 0 0,-1 0 0 16,-3 0-1-16,3 0 2 0,-1 0-2 16,0 2 0-16,-1-1 1 0,1 2-3 15,-6 0 3-15,3 0-1 0,-1 0 0 16,8 0 1-16,-3 0-2 0,-3 0 2 15,2 2 0-15,-1-1-2 0,1 1 1 0,7-2 0 16,-1 1 0-16,1-1 1 0,-3 0-1 16,3 2 1-1,4-2 0-15,-5 0-1 0,1 0 1 0,4 0 0 0,-5 0 0 0,1 0 2 16,-5-2-1-16,1 1-2 0,-1-1 0 16,1 1 1-16,-7 1-1 0,4 0 1 31,3 0-1-31,-7-2 0 0,2 2 0 0,-3 0 0 15,-5 0-1-15,4 0 2 0,-2 0-1 16,8 0 0-16,-1 0 0 0,1 0 0 16,7 2 0-16,-9-1 0 0,9 1 1 0,5-2-2 15,-5 1 1-15,6-1 1 0,4 0-1 16,-4 2 1-16,-1-2-1 0,1 0 0 16,0 0 1-16,2 0-1 0,-2 0 1 0,-1 0 0 15,3 0 0-15,-8 0 0 0,2 0 0 16,8 0-1-16,-15 0 1 0,15 0-2 15,-10 0 2-15,-1 0 0 0,7 0 0 0,-9 0 1 16,9 0-1-16,0 0 0 0,0 0-1 16,0 0 0-16,-1 0 0 0,1 0 1 15,4 0 0-15,2 0-1 0,-10 0 0 0,6 0-1 32,-2 0 1-32,-7 0 1 0,7 0-1 0,-6 0 0 0,3 0 0 0,-3 0 0 0,-1 0 0 31,3 0 1-31,-2 1-1 0,3 2 0 15,1-2 0-15,2 1 0 0,2 0 1 16,4-2-1-16,-2 0 1 0,2 0 0 16,0 0 0-16,-4 1 1 0,4-1-1 0,-2 0 0 15,2 0-1-15,-5 2 1 0,5-2-2 0,-2 0 1 16,2 0-1-16,-4 1 0 0,4-1-2 16,-2 0 0-16,2 0-3 0,-2 2-4 15,2-2-8-15,0 0-10 0,0 1-15 16,0-1-24-16,0 0-24 0,0 0-39 15,0 0-53-15,2-1-80 0</inkml:trace>
  <inkml:trace contextRef="#ctx0" brushRef="#br0" timeOffset="99744.22">23991 13289 655 0,'0'0'57'0,"0"0"-14"0,0 0-12 15,0 0-6-15,0 0-7 0,0 0-6 0,0 0-4 16,0 0-3-16,0 0-1 0,6-12-2 16,-14 12 0-16,0 6-1 0,-11 3 0 15,3 2-1-15,-5 0 0 0,0-1 1 16,1 2-1-16,-5 0 0 0,0 1 0 16,4-1 0-16,1 0 0 0,1-3 1 0,0 2-1 15,7-5 1-15,0 1 0 0,5-2 1 16,5-2 0-16,-2 0-1 0,2 0 1 0,-4 0-1 15,6 0 1 1,-4 5 0-16,2-4-1 0,2 7 1 0,0 3-1 0,0-1 0 16,6 4-1-16,2 0 1 0,2-2 0 15,5 1 0-15,-1 1 0 0,3 1 1 0,2-1-2 16,-5-2 0-16,5-1 0 0,-5-2 0 16,-1-4 0-1,-1-1 0-15,-4-2 0 0,3-2 1 16,-3 1-1-16,-2-2 0 0,0 0 0 15,-6-2 1-15,0 0-1 0,0 0 1 16,0 2 0-16,0-2 0 0,2 0 2 16,2 2 1-16,-4-2 2 0,2 0 0 0,-2 0 0 15,5 0-1-15,-3-5-2 0,2-5-1 16,-2-7-1-16,2-3 0 0,-4-5 0 0,0-2 0 16,0 0 0-16,0 2 0 0,2-2-1 15,-2 8 0-15,4-1 0 0,-4 7-1 16,0-1 2-16,0 2-2 0,0 6 1 15,2 0-1-15,-2 6-1 0,0-2 0 0,0 2 0 16,0-1-1-16,0-1-3 0,0 0-4 16,0 1-7-16,0-1-7 0,0 1-17 15,6 0-31-15,-3 1-70 0,9-2-157 0,4-3 0 16</inkml:trace>
  <inkml:trace contextRef="#ctx0" brushRef="#br0" timeOffset="100145.72">24677 13160 604 0,'0'0'66'0,"0"0"-10"15,0 0-16-15,0 0-9 0,0 0-8 16,0 0-7-16,0 0-4 0,0 0-4 15,0 0-1-15,0 0-1 0,-25 0-2 16,25-3 1-16,11 0-1 0,3 0-1 16,9 0 1-16,0 2-2 0,4-1-1 0,2 2 0 15,0 0-1-15,2 0 0 0,0-2 1 0,-3 2-4 16,1-1-6-16,-6 1-7 0,0 0-13 16,-9-2-27-16,-1 1-44 0,-7-1-98 15,0 2-99-15</inkml:trace>
  <inkml:trace contextRef="#ctx0" brushRef="#br0" timeOffset="100395.85">24876 13098 591 0,'0'0'62'0,"0"0"-12"16,0 0-19-16,0 0-11 0,0 0-5 0,0 0-2 15,0 0 2-15,0 0-1 0,0 0-3 0,-40 50-2 0,34-29 0 31,0 2-6-31,0 0 2 0,0-1-4 16,-1-5-1-16,3 0 1 0,2-5-2 0,-2-1 0 16,2 1 1-16,2-7 0 0,0 0-1 15,0-5-1-15,-2 0-2 0,2 0-7 16,0 2-9-16,0-1-19 0,0 1-37 16,0-2-54-16,0 2-156 0,0-2 7 0</inkml:trace>
  <inkml:trace contextRef="#ctx0" brushRef="#br0" timeOffset="100795.87">25064 13136 629 0,'0'0'52'0,"0"0"-11"0,0 0-15 0,0 0-8 16,0 0-3-16,0 0 1 15,0 0-7-15,0 0 2 0,0 0-8 16,-33 62 3-16,33-57-2 0,-4 6 1 16,4-7 2-16,-2 0-1 0,2 3 0 0,0-7 0 15,0 0 0-15,0 4-2 0,0 0-1 16,2 6 0-16,6 0-1 0,4-2-2 16,5 3 1-16,-3-4-1 0,1-1-1 0,1 2 1 15,-3-4-1-15,1 1 0 0,1 1 1 16,-9-3-2-16,6 1-1 0,-6 0 1 15,1-1-1-15,-1-2 2 0,-4 2 0 0,-2 1 0 16,0 6 1-16,-8 2-1 0,-5 3 1 16,-5-1 0-16,-5-3 0 0,-2-2 1 0,0 0-1 15,-2 0 0-15,-4-2 2 0,5-1-3 16,1-1 2-16,6-2-2 0,7-3-4 16,8 2-8-16,-3-2-17 0,1-2-37 15,-4-4-54-15,4-6-166 0,6-3-6 0</inkml:trace>
  <inkml:trace contextRef="#ctx0" brushRef="#br0" timeOffset="101128.73">25039 13137 600 0,'0'0'65'16,"0"0"-9"-16,0 0-15 0,0 0-7 16,0 0-7-16,0 0-7 0,0 0-4 15,0 0-3-15,0 0-3 0,0 0-3 0,8-27 0 16,9 21-3-16,-1 3-1 0,7 2 0 16,4-1-2-16,0 2 0 0,0 0-4 15,2 0 3-15,-2 0-1 0,-3 0 1 0,3 0 0 31,-8 0 0-31,-3 0-2 0,-3-2 1 16,-1 2 1-16,1-1 0 0,-7 1 2 16,0 0-3-16,-6 0 1 0,0 0-1 0,0 0-1 15,0 0-3-15,2 0-8 0,-2 0-15 0,0 0-41 16,4 0-84-16,-4 0-147 0,0 0-11 16</inkml:trace>
  <inkml:trace contextRef="#ctx0" brushRef="#br0" timeOffset="103096.73">20710 12809 647 0,'0'0'62'16,"0"0"-14"-16,0 0-12 0,0 0-7 0,0 0-7 16,0 0-6-16,0 0-5 0,0 0-5 15,0 0-2-15,-2-33-2 0,2 33 0 0,0 2 0 31,0 14-1-31,7 10 0 0,-1 9 1 16,0 1-4-16,0 2 4 0,0 2-2 0,-4-1 0 16,-2 1 0-16,5-4 0 0,-5 1 1 15,0-3-2-15,0 0 3 0,0-4-4 16,0-1 2-16,0-1 0 0,0-3-2 16,0-7 4-16,2-1-2 0,-2-6 0 0,0-7 0 15,0 7 0-15,0-5 1 0,0-1-1 16,4 1 1-16,-4-6-1 0,0 0-1 0,0 0 1 15,0 1 0-15,2 1 1 0,-2-1 0 16,0 1 0-16,0-1-1 0,0-1 1 16,0 0-1-16,0 2 1 0,0-2 0 15,-8 0-1-15,1-5-1 0,-5-4 1 0,0 0-1 16,-3-3 1-16,3 5 1 0,1-3-2 16,5 6 2-16,4 1-1 0,-2 0 2 0,4 3-2 31,-2-2-1-31,2 2 1 0,-2-1-1 15,2-1 1-15,-4 0 1 0,4 1-2 16,0 1 2-16,-2-2-2 0,2 2 0 16,-4-1 2-16,4 1 0 0,-3-1 1 0,3 1 1 15,0-2-1-15,0 2 4 0,-4-1-5 16,4 1 0-16,0 0 0 0,0 0-5 0,0 0 5 16,0 0-1-16,0 1 1 0,0 3 0 15,7 4-1-15,-1 1-2 0,-2-1 2 16,0-1 0-16,2 3 0 0,-2-3 4 15,3 1-4-15,-1-1 0 0,-6-4 1 0,2 0-1 16,2-1 2-16,-2 1 1 0,2 0 0 16,-2 0 1-16,-2-3-1 0,0 0 2 0,0 0-2 15,4 0 0-15,-4 1 0 0,2-1-3 16,-2 0 1-16,0 0 0 0,0 0-2 16,0-4 1-16,0-2-1 0,0-6 0 15,-2-3 0-15,-2 4 0 0,-4-5 0 0,4 8-1 31,2-2 0-31,-4 1 2 0,1 5-1 16,5-1-2-16,-2 1 1 0,-2 1-1 0,4-2 1 16,-2 2 1-16,-2-1 0 0,2 1 1 15,-4-5 0-15,4 0 0 16,-9 1 0-16,5-1 1 0,0 2 1 0,0 0-3 16,4 3 2-16,-5-5-2 0,5 5 2 0,-2 0 1 15,2 1 0-15,2 2 0 0,0-2 1 16,0 2-3-16,0 0 0 0,-4-2-2 0,4 2 0 15,0 0 6-15,-2 0-5 0,2 5 4 16,0 7-2-16,0 5 0 0,2 1 0 16,2 3-1-16,2-6 2 0,-4 1-3 15,1-6 2-15,-3-5 0 0,4 5-1 0,-4-5 1 16,0-1 0-16,2 2-1 0,-2-6 0 16,0 0 1-1,0 0 0-15,0 2 0 0,0 0 0 16,0-1-1-16,0 1 0 0,4-1 0 15,-4 1 0-15,0-1 1 0,0 0 0 16,2-1-1-16,-2 2 1 0,0-2 0 16,4 0-1-16,-4 1 0 0,2-1 0 0,-2 0-2 15,4 2 2-15,-4-2 1 0,2 0-1 16,-2 0-1-16,4 0 0 0,-4 0-3 0,3 0 2 16,-3 0 0-16,4 0 1 0,-4 0-1 15,2 0 0-15,-2 0 1 0,0 2-2 16,4-2 1-16,-4 1 1 0,2-1-3 15,0 2 4-15,-2-1-1 0,4 1 1 0,-4-1 1 16,2-1-1-16,-2 2 0 0,4-2 0 16,-4 1 1-16,2-1 0 0,-2 2 0 15,5-2 0-15,-5 1-1 0,0-1 0 0,2 2 0 16,-2-2 1-16,0 0 0 0,0 1 0 16,0-1-2-16,4 0 1 0,-4 0-1 15,0 2 1-15,2 3 0 0,2 2 1 0,2 1-2 31,0 4 1-31,-2 0 0 0,3-4 0 16,3 5 0-16,-8-5 0 0,2-4 0 16,-2 4 1-16,2-4-1 0,-2 1 1 0,3 0 0 15,-5-5 0-15,0 0 0 0,0 0 0 16,0 0 0-16,0 1 0 0,2-1-2 16,4 0 2-16,-2 0-1 0,4-6 0 0,1-3 0 15,-3 1 0-15,4-2 0 0,-2-2-1 16,-1-1 0-16,1 0 1 0,-2-1 0 0,0 1 0 15,-2-3-1-15,3 1-1 0,-1 1 1 16,-4 5-1-16,2-1 2 0,0 0 0 16,-4 6-1-16,0 1 0 0,0 3-1 15,0-1 2-15,0 1 1 0,4-2-1 0,-4 0 1 16,0 1-1-16,2-1 1 0,-2 1-1 0,0-1 0 16,0 2-1-16,0-1 0 0,0 1 1 15,0-2 0-15,0 2 0 0,0-1 0 31,0 1 1-31,0-1-2 0,0 1-1 16,0-2-3-16,0 2-3 0,0-2-5 16,0 2-9-16,0-1-13 0,0 1-29 0,0 0-63 15,0-2-168-15,0-1-14 0</inkml:trace>
  <inkml:trace contextRef="#ctx0" brushRef="#br0" timeOffset="103995.45">20843 12820 458 0,'0'0'51'0,"0"0"-2"16,0 0-6-16,0 0-5 0,0 0-3 0,0 0-6 15,0 0-3-15,0 0-3 0,0 0-3 16,0 0 0-16,-25 0-4 0,25 0-1 15,-4 0-2-15,4 0-1 0,-2 0-2 0,2 0 0 16,-4 0-1-16,4 0 0 0,-2 0-1 16,2 0-1-16,-2 0 0 0,2 0 0 15,0 0-2-15,0 0 0 0,0 0-4 0,0 0 2 16,8 3 0-16,4 3-1 0,7-1 1 16,-3 1-2-16,3-2 0 0,6 3-1 15,-5-3 1-15,11 0 0 0,0 1 4 0,2-2-4 31,3-1 0-31,1-1 0 0,0 1-4 16,-2-2 3-16,-2 1 0 0,4 1 1 16,-3-1-1-16,-3 2 0 0,2 2 0 0,0 0 0 15,0-1 1-15,0 0 0 0,2 1 0 16,0 1-1-16,-2-1 2 0,6-2-2 0,1-2 1 16,1-1 0-1,-2 0-3-15,3 0 3 0,-3-3 0 0,-2-2 0 0,0 1 1 16,-1 1-2-16,1 2 0 0,-4-1 0 15,-2 2 0-15,-2 0 0 0,-4 0 0 0,-1 0 0 16,1 3 0-16,-2 2 0 0,2-1 0 16,0-1 0-16,-3 0 1 0,3 1-1 15,2-2 0-15,-2 0 0 0,2-2 1 0,-3 0 0 16,3 0 0-16,4 0 0 16,-4 0-1-16,0-3 1 0,2 0 0 0,-6 1-1 31,-1-1 1-31,-3 2-2 0,-2 1 1 0,-1 0 1 15,-3 0-1-15,3 0 2 0,1 0-2 0,-5 1 0 16,2 4 2-16,-5-3-2 0,3 0 0 16,1 0 0-16,-1-1-4 0,7 1 4 15,1-2 1-15,5 0-1 0,-4 0 2 16,-7 0-1-16,5-2-4 0,-3 1 4 16,-5-2-1-16,7 2 1 0,-5-1 3 0,-7 2-5 15,2-2 1-15,-2 2-1 0,1 0-1 16,-1 0 2-16,-6 0 2 0,0 0-2 15,0 0 0-15,0 0-1 0,4 0-1 0,-4 0 1 16,2 0 1-16,-2 0-1 0,4 0 1 16,-4 0-5-16,2 0-1 0,-2 0-10 15,0 0-6-15,0 0-13 0,0 0-24 0,0-3-43 16,-6 0-90-16,-6-1-112 0</inkml:trace>
  <inkml:trace contextRef="#ctx0" brushRef="#br0" timeOffset="104669.81">21585 13168 571 0,'0'0'66'16,"0"0"-5"-16,0 0-13 0,0 0-10 0,0 0-9 15,0 0-8-15,0 0-6 0,0 0-2 0,0 0-2 16,0 0-2-16,-15 1 0 16,30-1-2-16,8-3-3 0,6-1-1 0,2 1-1 15,6-1-1-15,-2 2 0 0,2 0 0 16,-2 1-1-16,0-2 1 0,-2 1-3 16,-6-1-1-16,-8 1-2 0,-7 2-7 0,-1 0-1 15,-5 0-5-15,0 0-9 0,0 0-5 16,-6 0-11-16,0 0-13 0,0 0 2 0,-6 5 6 15,-8 1 17-15,1 0 18 0,-1-3 12 16,1-1 4-16,1-2 2 0,-3 0 10 16,3 0 8-16,0-3 10 0,5 1 5 15,5 0 0-15,-4 0-8 0,0 0-3 0,2 1-2 16,-2-1-4 0,6 2-4-16,-2-1-5 0,-3 1-3 15,-1 3 0-15,-2 7-1 0,-4 7-2 16,5 3 6-16,5 2-5 0,-2 1 3 15,2 1-3-15,-2 2-3 0,2-3 0 16,-2 1-3-16,2-2 2 0,-2-6-3 16,2 0 1-16,-3-6-1 0,3-5-1 0,2 1 1 15,0-6 1-15,0 0-1 0,0 0 1 16,0 1-1-16,0 0-1 0,0 1 1 16,0 0-1-16,0-1-2 0,0 1-1 15,2-1-12-15,5 2-11 0,-3-1-21 0,4-2-37 16,-2 0-67-16,7 0-148 0,-1-3 15 15</inkml:trace>
  <inkml:trace contextRef="#ctx0" brushRef="#br0" timeOffset="105129.47">22056 13224 739 0,'0'0'46'0,"0"0"-13"16,0 0-10-16,0 0-13 0,0 0-2 15,0 0 0-15,0 0-2 0,0 0 3 0,0 0-3 16,6 21-1-16,-12 0 3 0,0-7-3 16,0-2 2-16,0-4-2 0,-1-1-2 0,1 1 2 15,4-5 0-15,2 0 0 0,0-3 0 16,-4 0 0-16,4 0 0 0,0 0-2 15,4 2 0-15,9-2-2 0,3 0-2 0,7 0 1 16,0 0 0-16,-5 3-2 0,3 1 2 16,-3 0-2-16,1 4-2 0,0 3 3 15,-5 0 0-15,-2 2 1 0,-1-2 3 0,-7 1-4 16,2-4 0 0,-6 2 0-16,0 5 0 0,0 0 0 0,-2 4 2 0,-6-4 0 0,-5-3-1 31,1 0-1-31,-5 0 0 0,1-1 1 15,-3-2 0-15,-1-1 1 0,1-1-1 16,3-3 1-16,1-2-2 0,7 0 0 16,-5-2 2-16,1 0-2 0,0 0 0 0,3 0-4 15,-1-4-8-15,4-1-6 0,0-1-10 0,-3-2-17 16,9 3-31-16,-4 2-61 0,4 3-155 16,0-7-5-16</inkml:trace>
  <inkml:trace contextRef="#ctx0" brushRef="#br0" timeOffset="105612.1">21992 13207 663 0,'0'0'63'16,"0"0"-19"-16,0 0-6 0,0 0-12 16,0 0-8-16,0 0 3 0,0 0-2 15,0 0-2-15,0 0 1 0,0 0-3 16,-64 9-4-16,64-9 1 0,0 0-2 16,0 0-2-16,0 2-1 0,0-1-1 0,0 4-1 15,0 0 0-15,10 2-2 0,-3-1 0 16,1-1-1-16,10-2-1 0,3-2 1 0,10-1-1 15,-2 0 0-15,8-4-1 0,7-6 4 16,-3 3-4-16,2-4 0 0,3 2 0 16,-1-1 0-16,-3-1 0 0,-3 0 0 15,-6 4 0-15,-2-1 0 0,-10 5 0 0,-9 0 0 16,-2 1 0-16,-3 2-5 0,-1-1 6 16,0 1-1-16,-6 0 0 0,0 0 1 0,0 0-1 15,0 0 3-15,2 0-3 0,-2 0 0 31,2 0 0-31,-2 0-3 0,0 0 2 16,0 0 0-16,0 0 0 0,0 0-2 16,0 0-6-16,0 0-6 0,0 0-8 0,0 0-7 15,-2 0-8-15,-10 0-27 0,-7 3-72 16,5-1-166-16,-5 1-22 0</inkml:trace>
  <inkml:trace contextRef="#ctx0" brushRef="#br0" timeOffset="106961.8">22077 13197 265 0,'0'0'55'15,"0"0"-7"-15,0 0-5 0,0 0-4 16,0 0 4-16,0 0 1 0,0 0-1 15,0 0 0-15,0 0-9 0,-31-5 0 0,31 5-7 16,-2-2-1-16,2 2-3 0,-4-1-4 16,4-1-2-16,-2 2-3 0,2-1-3 15,-2 1-2-15,2-2-1 0,-5 2-3 0,5-1 0 16,0 1 0-16,0-1-1 0,0 1 0 16,0-2 1-16,0 2-1 0,0-2 0 15,13 1-1-15,5-1 0 0,3 1-1 0,4-1 0 31,0 1-2-31,-3 1 0 0,5 0 0 16,2 0 0-16,-2 0 2 0,-2 1-2 16,2 2 0-16,0-1 0 0,-7 1-1 0,-1-1 1 15,-3 0-1-15,-5 0 1 0,1-1 0 16,1 2 0-16,-3-1 0 0,-2 0 3 16,-2-1-5-16,-4 1 3 0,-2-2-1 0,0 0 0 15,0 0 0-15,5 1 3 0,-5-1-3 16,2 2-1-16,-2-2-1 0,0 1-2 15,0 2-6-15,-2-2-8 0,-9 4-13 0,3 0-21 16,0 1-26-16,-9 0-43 0,3 1-69 16,-5 1-85-16</inkml:trace>
</inkml:ink>
</file>

<file path=ppt/ink/ink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8-11T05:38:21.067"/>
    </inkml:context>
    <inkml:brush xml:id="br0">
      <inkml:brushProperty name="width" value="0.05292" units="cm"/>
      <inkml:brushProperty name="height" value="0.05292" units="cm"/>
      <inkml:brushProperty name="color" value="#7030A0"/>
    </inkml:brush>
  </inkml:definitions>
  <inkml:trace contextRef="#ctx0" brushRef="#br0">14503 5088 381 0,'0'0'50'16,"0"0"-1"-16,0 0-5 0,0 0-7 0,0 0-3 15,0 0-4-15,0 0-3 0,0 0-6 16,-4-87-4-16,14 71-5 0,-2 1 0 15,3 5-4-15,-1 3-1 0,2-1-1 0,-1 4-3 16,1-2-1-16,-1 2-1 0,-1 4-1 16,4 0-1-16,5 0 1 0,0 10-2 0,-5 4 0 15,3 4-1-15,-3 4-1 0,-2 6 1 16,1 2-1 0,-3 2 2-16,1 3 2 0,-3 1 2 0,2 4 0 0,-4-2 2 15,-4 1-5-15,5-1 1 0,-5-1 0 0,4 2-1 31,-2 1 2-31,-2 0-2 0,2 4 2 16,-2 2-2-16,2-1 2 0,-2 2-1 0,3 0 1 16,-3-1-2-16,4 1 0 0,-2-3 5 15,-2 0-4-15,2-3 4 0,-2-2-3 16,0-2-2-16,5-4 1 0,-1-1-1 16,-2-5 1-16,2 0-1 0,0-4 1 0,-6-6 0 15,6-2 1-15,1 2 0 0,-3-3 0 16,2 0-1-16,0-2 0 0,0-5-1 0,-1 1 2 15,3 1 0-15,-4-6 0 0,-2 2 1 16,2-4-1-16,-2 2 0 0,0 0 2 16,2 0 0-16,-4-3 2 0,0 0 2 15,0 0-1-15,0 0 5 0,0 0 5 0,2 0-5 16,-2 0 0-16,0 0-4 0,0-1-3 16,0-8-2-1,-2-5 1-15,-6-3-1 0,2 5 1 16,0 0 1-16,0 3-1 0,-1 1 0 15,1 1-1-15,0 4-1 0,0-4 0 16,4 6-1-16,-2 0-1 0,-5 1-1 16,-1 0 1-16,-2 5-2 0,-3 8 2 0,3 3-1 15,-1 4 1-15,5 5-1 0,-2 3 1 0,-1 4-1 16,1 2 2-16,2 4-2 0,-3 1 1 16,3 2 3-16,0 6-4 0,-5 3 5 15,3 5-4-15,-2 3 0 0,3 4 1 16,-3 1-1-16,0 3 1 0,3-1 0 15,-1 0 1-15,2-1-2 0,-1-2 0 0,-1-2 4 16,2-3-4-16,2-2 7 0,-3-2-5 16,-1-3-2-16,4-1 2 15,-2-2-4-15,1-2 3 0,-3-3-3 0,6 1 3 0,-6-4-1 16,1 1 2 0,3-3 1-16,-4 0-2 0,2 1 3 0,-1 1-4 0,3-2 3 15,-4 3-2-15,1-2 1 0,3-2-1 0,-6 2 0 31,4 0 0-31,-3 0-3 0,-1 0 4 16,-1 2-2-16,-1-3 2 0,-1 3-1 0,-7-2 0 16,1-2 0-16,0-1 1 0,-3-3-1 15,-1-2 3-15,8-2 1 0,-5-3-3 16,5 0 4-16,-2-4-6 0,-3-1 3 16,5-5 1-16,1-2 0 0,-1-1 1 0,5-7 0 15,-5 0-1-15,-4-5 1 0,1 0-1 16,-7-3 1-16,-4-6 2 0,4-2-1 0,-4-4-1 15,0-5-4-15,2-1 2 0,-2-5-3 16,4 0 3 0,0 1 1-16,5-2-2 0,1 4 0 0,2 0-1 0,7 3 0 15,-1 4 0-15,5 3 0 0,6 6-2 0,-2-4-3 16,-2-3-5 0,4 5-9-16,-4-7-13 0,6-3-38 0,0-1-54 0,0-8-160 0,2 0-22 31</inkml:trace>
  <inkml:trace contextRef="#ctx0" brushRef="#br0" timeOffset="466.66">15297 5804 679 0,'0'0'49'0,"0"0"-14"0,0 0-12 0,0 0-9 15,0 0-7-15,0 0-8 0,0 0 0 16,0 0 5-16,0 0-6 0,-23 88 6 15,19-46-5-15,4 1-3 0,0 1-1 0,-2-1-6 16,2-4-3 0,0-2-9-16,0-13-11 0,0-3-20 0,0-7-28 15,0-8-41-15,0 0-65 0,0-6-54 16</inkml:trace>
  <inkml:trace contextRef="#ctx0" brushRef="#br0" timeOffset="666.57">15206 5947 506 0,'0'0'68'0,"0"0"-9"16,0 0-9-16,0 0-14 0,0 0-7 0,0 0-10 15,-6-79 0-15,10 70-3 0,4-2-4 16,2 2-4-16,9-2-5 0,2 3 0 0,-3 0-3 16,3 0 0-16,4 4-3 0,-3 1-8 15,-5 3-4-15,4 0-18 0,-3 3-30 16,-3 7-58-16,5 7-168 0,-7-2 6 15</inkml:trace>
  <inkml:trace contextRef="#ctx0" brushRef="#br0" timeOffset="849.74">15222 6066 684 0,'0'0'53'0,"0"0"-15"0,0 0-11 0,0 0-10 16,0 0-10-16,0 0-1 0,0 0-1 16,0 0-4-16,0 0 1 0,52-22-4 15,-29 17-2-15,6 4-8 0,-13-1-12 16,3 2-30-16,-1 0-43 0,-5 0-114 16,1 2-81-16</inkml:trace>
  <inkml:trace contextRef="#ctx0" brushRef="#br0" timeOffset="1099.43">15735 5856 746 0,'0'0'27'31,"0"0"-5"-31,0 0-11 0,0 0-5 16,0 0 1-16,0 0-5 0,0 0 3 16,-27 78-5-16,17-48-1 0,-3 0-2 0,5 2-3 15,0 0-6-15,-3-1-11 0,3-2-13 16,-2-3-34-16,2-2-52 0,1-8-158 0,1-7 7 16</inkml:trace>
  <inkml:trace contextRef="#ctx0" brushRef="#br0" timeOffset="1300.08">15601 5989 694 0,'0'0'54'16,"0"0"-17"-16,0 0-11 0,0 0-11 0,0 0-6 0,0 0-5 15,0 0-2-15,76-82-2 0,-51 74-3 0,2-2-4 31,-2 3-5-31,1 2-15 0,-1 2-24 16,-8 1-43-16,1 2-88 0,-7 2-109 16</inkml:trace>
  <inkml:trace contextRef="#ctx0" brushRef="#br0" timeOffset="1488.45">15646 6073 589 0,'0'0'47'16,"0"0"-5"-16,0 0-10 0,0 0-13 0,0 0-7 15,0 0-5-15,0 0-2 0,0 0-4 0,0 0-1 0,101-7-4 32,-78 3-5-32,6 1-16 0,-10 0-28 0,-9 3-38 15,2 0-56-15,-5 0-118 0</inkml:trace>
  <inkml:trace contextRef="#ctx0" brushRef="#br0" timeOffset="1666.98">15805 6220 578 0,'0'0'51'0,"0"0"-5"15,0 0-15-15,0 0-15 0,0 0-9 16,0 0-3-16,0 0-3 0,0 0-7 15,0 0-11-15,66-7-33 0,-45-1-49 0,4 0-88 16,-5 1-85-16</inkml:trace>
  <inkml:trace contextRef="#ctx0" brushRef="#br0" timeOffset="1905.78">16047 5944 632 0,'0'0'46'0,"0"0"-8"0,0 0-15 16,0 0-9-16,0 0-7 0,0 0-4 15,0 0-2-15,79-38-2 0,-53 32-3 0,3 1-4 16,-6 2-8-16,2 0-22 15,-6 3-23-15,-7 0-52 0,0 0-65 0,-5 0-81 16</inkml:trace>
  <inkml:trace contextRef="#ctx0" brushRef="#br0" timeOffset="2099.54">16256 5885 551 0,'0'0'47'0,"0"0"-12"0,0 0-11 0,0 0-9 31,0 0-7-31,0 0-4 0,0 0-1 16,0 0-2-16,0 0 0 0,0 0 1 16,-73 92 0-16,67-67 0 0,4-1-3 0,-4 2-4 15,0 1-4-15,2-1-7 0,2 1 2 16,2-1 0-16,0-6-4 0,0-7-26 0,0-4-57 16,0-4-138-16</inkml:trace>
  <inkml:trace contextRef="#ctx0" brushRef="#br0" timeOffset="2431.71">16611 5842 706 0,'0'0'35'31,"0"0"-9"-31,0 0-12 0,0 0-5 16,0 0-5-16,0 0-2 0,-82 2 5 0,65 16-5 16,-1 6 2-16,3 2-3 0,-1 1-1 15,3-1 1-15,1 1-1 0,8-1 1 16,-7-3-1-16,9-5 1 0,-2-1-2 16,4-5 0-16,0-1 0 0,4 6-1 0,2-5-1 15,5 3 1-15,1-5-1 0,5 0-1 16,-3-2 0-16,1 0-3 15,1 0-2-15,-1-2-8 0,-3-3-19 0,3 1-30 0,-5-1-54 16,-2 1-159 0</inkml:trace>
  <inkml:trace contextRef="#ctx0" brushRef="#br0" timeOffset="2666.82">16642 5972 517 0,'0'0'48'0,"0"0"-4"0,0 0-11 0,0 0-14 16,0 0-7-16,0 0-6 0,0 0-2 16,-18 92 1-16,18-72-4 0,0-2-2 15,-2 0-1-15,2 2-4 0,0-4-1 16,0-5-1-16,0-5-9 0,-4 5-13 15,4 0-24-15,0-1-58 0,0 1-132 0</inkml:trace>
  <inkml:trace contextRef="#ctx0" brushRef="#br0" timeOffset="2898.6">16624 6094 649 0,'0'0'46'0,"0"0"-14"0,0 0-16 15,0 0-10-15,0 0-6 0,0 0-1 16,0 0 0-16,0 0-3 0,0 0-3 16,91-42-3-16,-71 40-10 0,-1 1-1 0,2 1-15 15,-3-2-14-15,-5 2-19 0,1 0-24 16,-4-1-17-16,-3-1-4 0,-1 1 6 15,0 1 23-15</inkml:trace>
  <inkml:trace contextRef="#ctx0" brushRef="#br0" timeOffset="3099.24">16849 6039 57 0,'0'0'110'0,"0"0"3"0,0 0-5 0,0 0-19 0,0 0-10 15,0 0-12-15,0-77-8 0,0 59-12 0,0 4-11 16,0-4-6-16,0 8-9 0,0 3-4 16,0 3-6-16,0 4-3 0,0-2-7 0,0 2 1 15,0-1-5-15,2-1 1 0,-2 2 4 31,0 0-2-31,0 13 4 0,0 6-2 16,-2 7-2-16,-4 1 0 0,2 1-3 16,-2-1 1-16,3-1-5 0,-3 1-1 15,2 0-3-15,-2 1-4 0,4 1-13 0,2-1-34 16,-2-8-71-16,2-2-162 0,0-5 2 0</inkml:trace>
  <inkml:trace contextRef="#ctx0" brushRef="#br0" timeOffset="3249.43">17039 6099 740 0,'0'0'44'16,"0"0"-12"-16,0 0-15 16,0 0-12-16,0 0-6 0,0 0-9 0,0 0-18 0,0 0-52 15,0 0-117-15,-31-6-110 0</inkml:trace>
  <inkml:trace contextRef="#ctx0" brushRef="#br0" timeOffset="4799.71">2576 10364 469 0,'0'0'72'15,"0"0"-11"-15,0 0-10 16,0 0-8-16,0 0-10 0,0 0-7 0,0 0-5 0,0 0-1 16,0 0-5-16,0 0-1 0,-54-10-2 0,54 8-3 31,0 2-2-31,0 0-1 0,-6-2-3 15,6 2 1-15,0 0-2 0,0 0 0 16,0-1 1-16,0 1-2 0,0 0 1 16,0-2 0-16,0 1-1 0,0-1 1 0,14 1-1 15,3-2 1-15,-5 3-4 0,5-3-1 0,1 3 1 16,-5-2-2-16,7 2 4 0,-7 0-1 16,-1 0 0-16,7 0 0 0,-7 0 0 15,3 2 0-15,3 3 0 0,1-3 1 16,4 4 0-16,5 1 1 0,-1-2-1 15,4 2 2-15,4-2 0 0,5-3-1 0,3 0 1 16,3-2-2-16,-1 0 1 0,1-4 0 16,-5-1 1-1,2-2-2-15,1 2 1 0,-5-2-2 0,2 1 0 0,-1 4 1 0,-1-2 0 16,-8 1 1-16,6 3-1 0,-8 0 0 16,0 0 0-16,-12 0-1 0,1 0 1 15,-5 0 1-15,1 0-1 0,-2 2 0 16,1-2 1-1,-3 1-1-15,-6-1 1 0,3 0-1 0,-7 0 0 16,0 0-1-16,0 0 1 0,4 0 1 16,-4 2-1-16,2-2 1 0,-2 0 0 15,0 0-1-15,4 0 0 0,-2 0 1 16,-2 0-2-16,4 0 2 0,-4 0-1 16,0 0 0-16,2 0 1 0,2 0 0 0,-4 0 0 15,2 0 1-15,5 0 0 0,-1 0 0 16,0 0-1-16,0 0 2 0,-6 0-2 0,6 0 0 15,1 0 1-15,-5 0-2 0,4 0 0 16,-6 0 1-16,0 0-1 0,0 0 0 16,6 0-1-16,0 0 1 0,0 0 0 15,1 0-1-15,-1 0 0 0,0 0 0 0,0 0 0 16,7-2 0-16,-7 2 1 0,-4-1 0 16,4 1 0-16,0-2 1 15,0 2-2-15,-3-1 1 0,3 1 0 0,-6 0 0 0,0 0 0 31,6 0-1-31,0 0 1 0,0 0 0 16,1 0 0-16,-7 0 1 0,6 0-1 16,0 0 0-16,0 0-1 0,2 0 1 0,-1 0 0 15,-1 0 1-15,0 0-1 0,0 0 0 0,0 0-1 16,1 0-1-16,-5 0 2 0,4 0 1 16,0 0-1-16,0 0 0 0,1 0 0 15,-5 0 0-15,4 0 0 0,-2 0 0 16,2 0 0-16,-6 0-2 0,0 0 2 15,0 0 1-15,2 0-2 0,-2 0 2 16,4 0-1-16,-4 0-1 0,2 0 1 0,-2 0 0 16,5 1 0-16,-5-1 2 15,2 0-2-15,-2 0 0 0,4 0 1 0,-4 0-2 0,2 0 2 16,-2 0-2-16,4 0 2 0,-4 0-1 16,2 0 1-16,-2 0 2 0,0 0-3 15,0 0-1-15,2 0 0 0,-2 0-3 0,0 0-2 31,0 2-5-31,0-2-16 0,0 0-33 16,0 0-75-16,0 6-164 0,0-2-6 0</inkml:trace>
  <inkml:trace contextRef="#ctx0" brushRef="#br0" timeOffset="7766.5">5945 9391 526 0,'0'0'57'0,"0"0"-6"15,0 0-7-15,0 0-10 0,0 0-7 0,0 0-2 16,0 0-3-16,0 0 0 0,0 0-5 16,15-83-3-1,-18 71-4-15,-3 4-3 0,-6-1-1 16,-3 4-2-16,-7 5-3 0,-5 0 0 15,0 5-1-15,-4 7-1 0,2 8 1 16,-6 4-1-16,2 8 1 0,4 4-2 16,-2 8 3-16,4 5-2 0,2 4 1 0,11 2-2 15,1 1 2-15,3-2-2 0,10 0 3 16,0-6 3-16,4-2-4 0,10-4 4 0,-1-6-4 16,6-5-1-16,1-3 1 0,1-8 0 15,8-2 1-15,-2-2-1 0,0-4 0 16,-3-3-1-16,3-2 1 0,0-2 1 15,-6-2-1-15,-3 0 0 0,1-1 1 0,-7-2-1 16,1 0-1-16,-1 2 2 0,-10-2-1 16,4 0-1-16,-6 0 3 0,0 0-2 0,0 0 2 15,5 0 0-15,-5 0-2 0,2 0 2 16,-2 0-3-16,4 0 2 0,-4 0-2 16,0 0 0-16,2 0-1 0,0 0-4 31,-2 0-11-31,4-2-19 0,2-1-38 0,-4-5-93 15,9 2-131-15</inkml:trace>
  <inkml:trace contextRef="#ctx0" brushRef="#br0" timeOffset="8198.93">6431 9468 634 0,'0'0'64'0,"0"0"-11"0,0 0-12 0,0 0-13 16,0 0-8-16,0 0-8 0,0 0-6 16,0 0-2-16,0 0-3 0,-13-25-1 15,7 55 1-15,6 11-2 0,-2 5 1 16,-2 1 0-16,4 0 1 0,0 0-2 15,0-3 1-15,0-3 1 0,0-3-4 0,0-6 0 16,0-10-13-16,0-2-16 0,0-8-33 0,0-7-57 16,0 1-128-16,0-6-44 0</inkml:trace>
  <inkml:trace contextRef="#ctx0" brushRef="#br0" timeOffset="8483.79">6385 9488 682 0,'0'0'54'16,"0"0"-9"-16,0 0-11 0,0 0-14 15,0 0-8-15,0 0-5 0,0 0-5 16,0 0 0-16,0 0-2 0,0 0 0 16,60-74 1-16,-35 74-2 0,2 0-2 0,-2 7 0 15,-5 5 1-15,-1 4-1 0,-4 3 1 16,-9 3-1-16,0 1 0 15,-6 1 2-15,-6 0 2 0,-7-1-1 0,-3-2 2 0,-7-4 0 16,0-2-2-16,-2-5 3 0,3-1 0 16,-1-4-1-16,4-2 1 0,1-1-3 15,5-1 2-15,11-1-2 0,-4 2-2 0,6-2-4 16,0 0-15 0,0 0-26-16,0 0-40 0,0 0-108 0,0 0-103 0</inkml:trace>
  <inkml:trace contextRef="#ctx0" brushRef="#br0" timeOffset="9065.99">6677 9663 699 0,'0'0'31'16,"0"0"-8"-16,0 0-9 0,0 0-5 15,0 0-1-15,0 0-2 0,0 0-2 0,0 0-1 16,45 82-2 0,-43-58 0-16,-2 0 1 0,0 1 4 15,0-3-1-15,-2-5 8 0,-4-3-2 0,2-3 2 16,2-4 1-16,-4 1-1 0,2-5 3 0,4 1-5 0,-5-4-1 16,-5 0-2-16,2-7-3 0,-5-7-3 31,3-3 4-31,6-2-6 0,0-6 3 0,4-1-2 15,0-2-2-15,4-1 2 0,4 1-1 0,0 1 1 16,11 1-2-16,-4 2 1 0,3 2 0 16,5 4-2-16,-2 5 0 0,3 4 0 15,-3 4-3-15,0 5 0 0,-3 0-3 16,1 8-3-16,0 7 0 0,-9 2-2 16,0 4 1-16,-8 2 0 0,-2 0 2 0,0 1 2 15,-6 0 4-15,-6-1 1 0,-3-2 4 16,-3-3 0-16,1-2 1 0,-2-5 1 0,-3-1 2 15,7-4-1-15,1-5 1 0,1 1 2 16,3-2-2-16,0-3 2 0,-1-2-2 16,3-1 0-16,2 0-2 0,2 3 0 15,2-1-1-15,2 1 1 0,0 3-3 0,-4-2 0 16,4 2-3-16,4 0 2 0,8 0 0 16,7 3 1-16,3 6 0 0,3 3 0 0,0 2-2 15,-6 1 4-15,-3 0-4 0,7 2 3 31,-9 1-3-31,1 0 1 0,3 2 1 16,-5-3-1-16,-1-5-1 0,1-3-6 16,-11-3-7-16,4-3-13 0,-2 0-20 0,-4-3-34 15,0 0-73-15,0 0-137 0</inkml:trace>
  <inkml:trace contextRef="#ctx0" brushRef="#br0" timeOffset="9448.28">7105 9694 701 0,'0'0'53'15,"0"0"-14"-15,0 0-14 0,0 0-12 16,0 0-7-16,0 0-3 0,0 0-1 16,0 0-2-16,0 0 1 0,0 0-1 15,-58 52 0-15,58-26 0 0,0 3 1 16,0 0 2-1,2-1-3-15,8 1 2 0,-2-1-3 0,5-3-1 16,-1-3 0-16,1-4 0 0,-1-6-1 16,-2-4-1-16,1-4 0 0,-3-4-2 15,9-1 0-15,-3-8 3 0,5-6 0 16,-7-4 2-16,0-1 2 0,-3-2 0 16,-3-3 2-16,0 0-3 0,-6-3 6 0,0-2-1 15,-6 1 3-15,-4-1 1 0,-1 3 0 16,-5-1-1-16,3 6 0 0,5 6-2 0,-4 4-3 15,5 6-1-15,-5 5-3 0,0 1-1 16,-3 3-1-16,1 9 0 16,1 5-4-16,1 1-8 0,4 3-17 0,1-6-44 15,7 2-91-15,-4-6-133 0</inkml:trace>
  <inkml:trace contextRef="#ctx0" brushRef="#br0" timeOffset="10126.34">7559 9562 694 0,'0'0'50'0,"0"0"-19"31,0 0-12-31,0 0-10 0,0 0-4 0,-78-45-1 16,61 45-1-16,-5 6-2 0,-1 8-1 16,6 6 0-16,-1 4 0 0,1 5-1 15,7 5 1-15,0 3-1 0,3 1 2 16,5 1-1-16,2-1-1 0,0 1 4 16,6-3-4-16,7-3 3 0,-3-4-2 0,3-3-3 15,3-6 0-15,-1-4 0 0,3-4 0 16,3-4 1-16,-9-2-2 0,3-5 0 0,-5-1 0 15,3 0 2-15,1-1 2 0,-2-6 2 16,3-6-2-16,-5 4 1 0,-2-4 1 16,-1-2 0-16,-5 4 3 0,2-9 0 15,-4 2 1-15,0 4-6 0,0-5 4 0,0 6-4 16,0 7 3-16,0 1 0 0,0 5-1 16,0-1 5-16,0 1-5 0,0-1 2 0,0-1-1 15,0 1-4-15,0-1 2 0,0 1-1 31,0-1-1-31,0-4-1 0,0 0-1 16,0-2 2-16,6 1-2 0,2 5 0 16,7 2 1-16,1 3-3 0,5 10 2 0,-2 3-1 15,-7 7-7-15,0 3 3 0,-5 1-5 0,-1 0 5 16,-6 1 5-16,2-9 1 16,-2-2 3-16,2-5-1 0,-2-7-2 0,0 1-21 15,0-6-41-15,0 0-95 0,0 0-130 16</inkml:trace>
  <inkml:trace contextRef="#ctx0" brushRef="#br0" timeOffset="10715.64">7832 9579 700 0,'0'0'44'0,"0"0"-12"0,0 0-9 0,0 0-10 15,0 0-5-15,-27 90-3 0,23-63-3 16,4 3-1-16,-2 1-1 0,2-1-1 16,0 1 0-16,0-2 3 0,0-2-4 0,2-6 4 15,-2-9-3-15,0-6 1 0,0-6 1 16,0 0 3-16,0 0 0 0,0 2 0 16,0-2 3-16,0 0 1 0,-2-12 3 0,-8-9-4 15,2-11 3-15,6-3-5 0,-5-2 0 16,7 1 1-16,0 2-4 0,0 2 0 0,7 3-2 15,-1 6 0-15,4 3 0 0,0 3-2 16,-1 6 1 0,1 5 0-16,-2 1-2 0,7 5 4 0,3 0-2 0,-1 0-1 15,4 9 0-15,-3 1-4 0,-7 5-2 0,1 0-2 16,-6 3-4-16,0-3-1 0,-6 2-1 16,0 3-3-16,0-2 5 0,-6 5 2 0,0-3 6 15,-6-5 4-15,7-4 4 0,-7-4 2 31,0-2 2-31,-1-4 5 0,1 1-1 16,-3-2 2-16,3 0-2 0,0 0-4 16,-3 0 0-16,11-2-2 0,-2 1 0 0,6 1-1 15,0 0 0-15,0 0-3 0,-2 0 1 16,2 0 0-16,0 0-2 0,0 0 1 0,6 10 0 16,6 7 3-16,9 4-3 0,0 1 0 15,3-1 1-15,3-3 2 0,-2-1-1 16,2-2 5-16,-2-4-5 0,-7-4-1 15,-1-1 0-15,-7-3-3 0,-4-1 1 0,7-1 0 16,-11 1-3-16,4-2-1 0,0 1-4 16,-6-1-8-16,0 0-4 0,0 0-10 0,0 0-14 15,2 2-24-15,3 1-36 0,-3 0-71 16,2 1-87-16</inkml:trace>
  <inkml:trace contextRef="#ctx0" brushRef="#br0" timeOffset="11216.04">8260 9601 621 0,'0'0'56'0,"0"0"-14"0,0 0-21 15,0 0-10-15,0 0-5 0,0 0-1 0,0 0-3 16,0 0 1-16,0 95-2 0,0-65 0 16,0-2-1-16,0-8 1 0,0-2 3 0,0-6-3 15,0-6 2-15,0 2-2 0,0-8-2 31,0 0 4-31,0 0-1 0,0 1 7 16,0-1 0-16,-2 0 3 0,-4-6 1 16,0-11-1-16,0-5-1 0,6-4-2 0,0-4-2 15,0-2-2-15,0-2 0 0,2 2-3 0,4 2 1 16,0 2-3-16,0 10 1 0,0 3-1 16,1 8 0-16,-5 2-1 0,-2 2 0 15,6 3 0-15,10 3 0 0,1 9 2 16,8 8-1-16,-5 5 0 0,-3 3-2 15,-5 2 1-15,-3 5-2 0,1 0 1 0,-6 0-5 16,-4 2 2-16,0-4-3 0,0-1-5 16,0-3-3-16,-2-5-16 0,0-7-26 0,-2-8-31 15,-2-2-83-15,6-3-108 0</inkml:trace>
  <inkml:trace contextRef="#ctx0" brushRef="#br0" timeOffset="11382.6">8260 9780 648 0,'0'0'54'0,"0"0"-12"0,0 0-17 15,0 0-7-15,0 0-1 0,0 0-4 16,0 0-1-16,0 0-4 0,0 0-3 16,0 0-2-16,15 27-3 0,3-27-2 0,3-4-9 15,-2-1-20-15,-3-1-44 0,-8 1-84 0,-1 2-139 16</inkml:trace>
  <inkml:trace contextRef="#ctx0" brushRef="#br0" timeOffset="11599.25">8777 9632 518 0,'0'0'22'0,"0"0"-8"15,0 0-14-15,0 0-22 0,0 0-28 16,0 0-52-16,0 0-41 0,0 0-55 0</inkml:trace>
  <inkml:trace contextRef="#ctx0" brushRef="#br0" timeOffset="12216.43">8777 9632 472 0,'-83'11'81'16,"81"-23"-15"-16,-2 1-12 0,4 2-9 0,-2 5-12 0,2-1-5 0,-4 2-5 16,2 0-5-16,-2 0-4 0,2 0-6 15,2 3 0-15,-4-1-3 0,4 1-1 16,0 0-1 0,0 0-2-16,0 0-1 0,0 3 1 0,0 15 0 0,0 6-1 15,0 9 3-15,4 1-4 0,-2 1 2 0,2 0-2 31,-2 0 0-31,2-2 4 0,-4-1-4 0,2-5 3 16,-2-6-2-16,0-8 1 0,0-3 0 16,0-4 0-16,0 0 0 0,0 0 0 15,0-6 1-15,0 0-1 0,0 0 1 16,0-9 0-16,0-6 0 0,-2-8 2 16,-2-1 1-16,4-2-5 0,-2-1 5 0,2-3-4 15,-4-1 2-15,2 1 0 0,2-1 0 16,0 10-1-16,0 2-1 0,0 5 0 15,0 8-2-15,0-1 1 0,0 7-1 0,0-1-1 16,0 1 3 0,2 3-2-16,10 8 1 0,-4 7-1 0,5 2 0 0,-3 3 1 15,-4-1 1-15,3 0-2 0,-3-7 1 0,-4-2-1 16,2-3 0-16,-2-6 1 0,-2 0-2 16,0-4 1-16,0 0 0 0,0 0 0 0,6 0 1 31,5 0 1-31,-3-8-1 0,4-8 0 15,1-3 1-15,-5-4 0 0,4-3 1 16,-1-3 0-16,-3-3-2 0,4 0 2 16,-5-1-4-16,1 2 4 0,-2 11-3 0,-2 6 1 15,-2 9 0-15,-2 5-1 0,0-1 0 0,4 1 1 16,0 6 0-16,3 10-1 0,3 10 2 16,-4 5-1-16,0 4-1 0,-4 1 1 15,5 2 1-15,-3-2-2 0,-4 2 1 16,2-1 2-16,4-2-4 0,-4-5 6 15,-2-7-4-15,4-5-1 0,-4-6 0 0,0-6-4 16,0 0-4-16,0-6-5 0,0 0-8 16,0 0-7-16,2 0-11 15,2 0-20-15,3-3-20 0,-5-8-63 0,4 3-132 0</inkml:trace>
  <inkml:trace contextRef="#ctx0" brushRef="#br0" timeOffset="12816.24">9705 9590 580 0,'0'0'68'0,"0"0"-7"15,0 0-14-15,0 0-10 0,0 0-12 0,0 0-7 0,0 0-6 16,0 0-7 0,0 0 0-16,0 0-2 0,-18-36-1 15,18 58 0-15,0 10-2 0,0 2-1 0,0-2 1 0,0 1 1 0,0-3 0 31,0-2 1-31,0-9-3 0,0 0 2 16,0-1-4-16,0-6-10 0,0-2-13 0,0-3-36 16,0-7-49-16,0 0-91 0,0 0-97 15</inkml:trace>
  <inkml:trace contextRef="#ctx0" brushRef="#br0" timeOffset="13249.57">10090 9523 660 0,'0'0'49'0,"0"0"-7"16,0 0-12 0,0 0-11-16,0 0-7 0,-42-88-5 0,30 79-1 0,-3 4 0 0,-7 5-1 31,3 0-2-31,-8 7 1 0,2 6-1 15,3 3 0-15,3 3 0 0,5 1 1 16,-3 1-1-16,9 0-1 0,2-5-1 16,6 2 0-16,0 0 0 0,0-1-1 0,8 4 0 15,4-3 0-15,5-3-1 0,-1 0 1 0,7-1-1 16,0-2 0-16,0 0-2 0,-3-1-1 16,-1 0-1-16,-1-1-3 0,-3 2-2 15,-1 1 1-15,-3-3 0 0,-5 2 5 16,-4-2 1-16,-2 2 4 0,0 3 3 15,0-2-2-15,-2 4 5 0,-11-3-6 16,1-2 3-16,-4-1-4 0,1-4 5 0,1-2-1 16,1-2 1-16,1-2 1 15,-1-1-2-15,1 0 1 0,6 0-3 0,-7 0-2 0,9 0 0 16,0 0-1-16,-2 0-4 0,6 0-3 16,0 0-21-16,0-3-36 0,6-6-96 15,7-3-142-15</inkml:trace>
  <inkml:trace contextRef="#ctx0" brushRef="#br0" timeOffset="13698.99">10834 9494 757 0,'0'0'46'0,"0"0"-13"0,0 0-15 16,0 0-11-16,0 0-4 0,0 0-3 15,0 0 0-15,0 0 0 0,-13 90 0 16,13-48 0-16,0-1 0 0,0-1-4 15,0-5 0-15,0-5-6 0,0-9-7 16,7-1-14-16,-7-8-32 0,0-6-41 0,2 2-98 16,-2-8-85-16</inkml:trace>
  <inkml:trace contextRef="#ctx0" brushRef="#br0" timeOffset="13982.95">10770 9546 680 0,'0'0'55'0,"0"0"-15"0,0 0-10 16,0 0-8-16,0 0-8 0,0 0-4 0,0 0-1 16,0 0 0-16,0 0-2 0,0 0 0 15,70-39-3-15,-45 39-2 0,-5 0 0 16,5 1-2-16,-2 4-2 0,0 2 0 16,-7 5-2-16,1 6 1 0,-3 6 1 0,-3 3 3 15,-5 4-2-15,-4 3 1 0,-2 2 0 0,-2-2-3 16,-9-1 3-16,-1-1 3 0,-7-5-5 15,3-4 6-15,-7-2-5 0,7-6 3 16,3-2-1 0,1-6 0-16,2-2-1 0,7-4 1 0,-3 3-1 0,6-4 0 15,0 0-1-15,0 0-6 0,-6 0-6 0,4 0-13 16,-2-2-16-16,4-9-36 0,0 0-57 16,4-4-152-16,6-3-2 0</inkml:trace>
  <inkml:trace contextRef="#ctx0" brushRef="#br0" timeOffset="14382.34">11295 9546 759 0,'0'0'33'0,"0"0"-9"0,0 0-10 16,0 0-6-16,0 0-5 0,0 0 0 15,0 0 0-15,-77 44-2 0,63-18 2 0,6 1-1 16,-3 4-2-16,5-3 0 0,0-1 0 16,6 0-2-16,0-3 2 0,0-3 3 0,0-6-6 15,6 0 5-15,-2-6-4 0,-2-1-1 16,9 1 1 0,-9-6-2-16,10-1-1 0,0-2-7 0,7-6 4 0,2-5 0 31,-3-1 2-31,-5-5 4 0,1 1-2 0,-1-4 1 15,-5-2 3-15,2 0 3 0,-4-1 2 0,1-3 1 16,-7 0 2-16,0 1 3 0,0-1-1 16,-11 1 1-16,-1 2-3 15,-1 5-3-15,5 8-1 0,-6 2-2 0,1 7-2 16,-5 1-1-16,-1 0-2 0,0 10-2 16,5 2-8-16,6 3-10 0,-3-1-18 0,5 0-35 15,4-5-54-15,-2-4-157 0,4 3 2 16</inkml:trace>
  <inkml:trace contextRef="#ctx0" brushRef="#br0" timeOffset="14932.47">11477 9496 704 0,'0'0'32'0,"0"0"-7"31,0 0-5-31,0 0-6 0,0 0-5 16,-7 89-6-16,1-58 0 0,0 0-2 16,0 3 2-16,4-2 0 0,0-2 1 0,-2-8 0 15,4-1-3-15,0-9-1 0,0-2 1 16,0 3 0-16,0-9-1 0,0 1 3 0,0-5-2 16,0 0 4-16,4 0 1 15,0-3 1-15,2-8 1 0,4-5 2 0,-8-4 0 16,3-6-2-16,-5-2-2 0,0-2 4 15,0-2-5-15,0 4 1 0,0 0-1 0,0 9-2 16,0 2 1-16,2 5-1 0,-2 6-1 16,0 1-1-16,0 5-1 0,0-2 0 0,0 2-1 15,10 0 0-15,0 3 1 0,7 8 1 16,-3 6-1 0,5 2-1-16,-5 3 0 0,-1-1-1 0,-1 0 1 0,1 2 0 15,-1-1-2-15,0-2 1 0,3 0 0 0,-3-1 0 31,1-3-2-31,1-2 1 0,-1-3 1 16,-5-4 0-16,-2-1 3 0,0-4 0 16,-2 1-1-16,-4-3 1 0,7 0 0 0,-1 0 0 15,2 0 1-15,4-9 2 0,-9-5-1 16,7 2 1-16,-8-6-2 0,-2-4 2 16,0-2-1-16,0-8 0 0,0 2-2 0,-2 3-2 15,2-1 0-15,-4 9 0 0,4 0-1 0,0 7-1 16,0 6-4-16,0 0-6 0,0 6-12 15,0-2-16-15,0 2-23 0,0-1-33 16,0 1-74-16,0 0-120 0</inkml:trace>
  <inkml:trace contextRef="#ctx0" brushRef="#br0" timeOffset="15382.31">11942 9449 806 0,'0'0'33'0,"0"0"-7"16,0 0-10-16,0 0-9 0,0 0-4 0,0 0-3 15,0 0 0-15,0 0 0 0,2 83 0 0,-8-53-2 16,4 2 4-16,2-2-6 0,-5-2 4 16,5-2-2-16,0-8 1 0,0 0-1 15,0-6 0-15,5-1-2 0,-3 0-1 16,-2-6-2-16,4-1-1 0,-4-4-1 15,0 0-2-15,0 0-2 0,0 1-3 0,0 1-5 16,0-2-6-16,2 0-6 0,-2 0-13 16,0 0-6-16,0 0-1 0,4-2 7 0,-2-3 12 15,2-6 17-15,-2 2 9 0,-2 2 8 16,0-5 5-16,0 6 4 0,0-6 9 16,0-6 6-16,0 6 3 0,-6-5 2 15,4 8 3-15,2 3-2 0,-6-3 0 0,6 4-2 31,-4 1-4-31,4 0-3 0,0 4-3 0,-2-1-1 16,2 1-1-16,0-1-5 0,0-1-2 16,0 1-2-16,0-5-2 0,0-1-1 15,0-2-2-15,6-4-2 0,2 2-1 16,4-3 0-16,3 2 0 0,1 2-2 16,3 0-2-16,-4 2-7 0,-1 3-9 0,-2 0-18 15,1 2-21-15,-11 2-35 0,4 1-70 16,-6 0-107-16</inkml:trace>
  <inkml:trace contextRef="#ctx0" brushRef="#br0" timeOffset="15616.8">12029 9590 728 0,'0'0'41'0,"0"0"-10"0,0 0-13 16,0 0-11-16,0 0-3 0,0 0 0 16,0 0 0-16,0 0-1 0,0 0 0 0,0 0-3 15,18 6 1-15,1-6-3 0,-1 0-6 16,1 0-12-16,-11 0-18 0,-2 0-34 0,1 0-49 16,-7 0-111-16,0 0-53 0</inkml:trace>
  <inkml:trace contextRef="#ctx0" brushRef="#br0" timeOffset="15848.8">11996 9781 703 0,'0'0'46'15,"0"0"-13"-15,0 0-12 16,0 0-7-16,0 0-3 0,0 0-1 0,0 0-3 15,0 0-1-15,0 0-3 0,18 8-2 16,-3-8 0-16,3 0-1 0,1-2-2 0,-5-1-1 16,-1 0-2-16,3-2-4 0,-5 3-12 15,-1-1-15-15,-2 0-25 0,5 1-33 16,-1 1-80-16,-6 1-107 0</inkml:trace>
  <inkml:trace contextRef="#ctx0" brushRef="#br0" timeOffset="16383.14">12080 9279 803 0,'0'0'40'0,"0"0"-8"0,0 0-9 16,0 0-7-16,0 0-6 0,0 0-3 0,0 0-1 15,0 0-3-15,0 0-1 0,0 0 0 0,40-32-2 16,-18 38 0-16,1 6-1 0,2 6 1 16,0 3-2-16,-5 4 1 0,1 7-1 15,2 4 0-15,-1 8-1 0,3 5 0 16,-2 3-5-16,0 0 1 0,-5 1-2 15,-3 2 1-15,-3 0 3 0,-1-2-2 0,-5 0 5 16,-6 1-1-16,0-4 0 0,0-3 3 16,-6-2-1-16,-7-1 2 0,1-3-2 0,-7-3 3 15,-2-3-1-15,-3-2 1 0,-1-2 1 16,2-5 0 0,-6-3 0-16,6-3 1 0,-1-1 0 0,3-4 1 0,-2-3 0 31,15-4 0-31,-7-1-1 0,9-4-2 0,0-1-1 15,2 1-2-15,4-3 1 0,0 0 1 0,0 0-2 16,-2 1 1-16,2-1 1 0,-4 2-2 16,4-2-1-16,-2 2 2 0,2-2 0 15,-4 1-1-15,4-1 1 0,0 1-1 16,0 1 2-16,0-1-1 0,0-1 1 16,0 2-1-16,0-2-2 0,0 0 1 0,0 1-8 15,0-1-13-15,0 0-37 0,0 0-94 16,0-13-156-16,0 1-19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20:00:34.812"/>
    </inkml:context>
    <inkml:brush xml:id="br0">
      <inkml:brushProperty name="width" value="0.05" units="cm"/>
      <inkml:brushProperty name="height" value="0.05" units="cm"/>
    </inkml:brush>
  </inkml:definitions>
  <inkml:trace contextRef="#ctx0" brushRef="#br0">88 1 12748,'0'0'160,"-88"6"-4164,88-4 2403</inkml:trace>
</inkml:ink>
</file>

<file path=ppt/ink/ink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9-01T19:59:55.896"/>
    </inkml:context>
    <inkml:brush xml:id="br0">
      <inkml:brushProperty name="width" value="0.05292" units="cm"/>
      <inkml:brushProperty name="height" value="0.05292" units="cm"/>
      <inkml:brushProperty name="color" value="#7030A0"/>
    </inkml:brush>
    <inkml:brush xml:id="br1">
      <inkml:brushProperty name="width" value="0.05292" units="cm"/>
      <inkml:brushProperty name="height" value="0.05292" units="cm"/>
      <inkml:brushProperty name="color" value="#00B050"/>
    </inkml:brush>
    <inkml:brush xml:id="br2">
      <inkml:brushProperty name="width" value="0.05292" units="cm"/>
      <inkml:brushProperty name="height" value="0.05292" units="cm"/>
      <inkml:brushProperty name="color" value="#C00000"/>
    </inkml:brush>
    <inkml:brush xml:id="br3">
      <inkml:brushProperty name="width" value="0.05292" units="cm"/>
      <inkml:brushProperty name="height" value="0.05292" units="cm"/>
      <inkml:brushProperty name="color" value="#002060"/>
    </inkml:brush>
    <inkml:brush xml:id="br4">
      <inkml:brushProperty name="width" value="0.05292" units="cm"/>
      <inkml:brushProperty name="height" value="0.05292" units="cm"/>
      <inkml:brushProperty name="color" value="#FF0000"/>
    </inkml:brush>
  </inkml:definitions>
  <inkml:trace contextRef="#ctx0" brushRef="#br0">26393 8804 406 0,'0'0'54'0,"0"0"-7"0,0 0-9 15,0 0-4-15,0 0-4 0,0 0-3 0,0 0-3 16,0 0-5-16,0 0-3 0,41-78-2 16,-22 67-3-16,0 1-2 15,1 1-1-15,5 0-1 0,6 0-1 16,2-1-1-16,2 2 0 0,2 0-2 0,5 1 0 16,1 0-2-16,1 0 0 0,3 2 0 15,-1 1-1-15,3 2 0 0,-1 0 0 16,-3 2 0-16,1 0 0 0,-3 0-1 15,-8 5 1-15,3 1 0 0,-5 2 1 16,-7 0 1-16,1 0-2 0,-2 2 1 0,-2 0-2 16,-7 1 1-16,3 1 0 0,-5 0 1 15,-1 0-2-15,-1-3 2 0,-1 1-1 16,-3 0 0-16,-2-2 0 0,6 2 1 16,-5-3-1-16,-5 0 0 0,8 1-1 15,-4-1 2-15,-2 1-1 0,1-1 0 16,1 1 0-16,-4 2 0 0,2 0-1 15,-4 2 2-15,0 6-1 0,0 0 2 16,-4 3-2-16,-2-1 2 0,-3-2-1 16,1-1-1-16,-4 0 1 0,-5-1 0 0,3 3-2 15,-5-1 3-15,0 2-2 0,-3 1 1 16,-3 0 0-16,0 2-2 0,-2-1 5 16,-4 3-6-16,2-1 5 0,0 2-3 15,0-2-1-15,-2 1 2 0,0-3-2 16,2 1 1-16,3 1 0 0,-3 1 0 0,2-2 1 15,-4 1-1-15,4 0 0 16,0-1 0-16,0 0 0 0,0 1 2 16,-4-1-4-16,0 1 2 0,-2 0 0 15,0-1 2-15,0 1-2 0,0-1 0 0,2-2 0 16,0 1-2-16,2-1 4 0,-2-1-2 16,4-2-2-16,-2 0 2 0,2 2 0 15,3-2 0-15,1 0 5 0,-2 2-5 16,0 0 4-16,2-1-5 0,-1 1 2 15,-1 0 0-15,0 0-2 0,4-2 2 0,1 1-2 16,-3-2 2-16,2 1-1 0,1-3 1 16,1 0 0-16,0 1 0 15,1-2 0-15,3-2 0 0,3 0-1 16,0-3 1-16,3 0 0 0,-3 0 0 0,6-1 1 16,-7 1-2-16,7-3 0 0,-2 0 0 15,-5 2-1-15,7-2 2 0,-6 1-2 16,6-1 1-16,3-4 1 0,-3 3 0 15,0-3 1-15,4 1-1 0,-2 1 0 16,4-4 1-16,-2 0-2 0,2 0 2 16,0 1 0-16,-4 1 0 0,4-1 0 0,-2 1-1 15,2-2 1-15,-5 1 1 0,5-1 1 16,0 0 0-16,-2 0-1 16,-2 0-1-16,2-3-1 0,-2-8 0 0,2-5-1 15,-2-2 0-15,4-8 0 0,-2 2 0 16,2-2 0-16,0 0-1 0,0-3 1 15,0 2 0-15,0 0-1 0,0 2 1 16,2 7 0-16,-2 1 1 0,0 6-5 16,4 5 4-16,-2 2 0 0,-2-1 0 0,0 1 0 15,4-1 0-15,-4 1-4 0,0 4 3 16,0-2 6-16,0 2-5 0,0 0 5 16,2-1-5-16,-2 1 0 0,0 0-1 15,0 0-2-15,0 0 1 0,0 0 2 16,0 12 0-16,4 4 0 0,-4 7 1 15,0 0-2-15,0 0 1 0,0 0 0 16,0-1 0-16,0 1 0 0,-4 0 0 16,2-2 0-16,-2-6 0 0,2 3 0 15,-2-7 1-15,4 2-1 0,-2-2 0 0,-2 0 0 16,4 0 0-16,-2-7 0 0,2 2 0 16,0-6 0-16,0 5 0 0,0 1 0 15,0 0 1-15,0 0 0 0,0-6-1 16,0 0 1-16,0 3-2 0,0 1 2 15,6 3 0-15,0-3 1 0,2-2-1 0,9-1 0 16,-3-1 0-16,7 0 0 0,0-3-1 16,1-1 0-16,-1-1 0 0,0 1 1 15,1-1-1-15,-7 2 0 16,-1-2 0-16,-1 4-1 0,-1-2 1 0,1 2 0 16,-11 1 0-16,4 0 0 0,-6 0 0 15,0 0 0-15,0 0 0 0,0 0 1 16,4 0-1-16,-2 0 1 0,-2 0-1 15,4 0 0-15,-4 0 0 0,2 0-1 16,-2 0 1-16,4 0 0 0,-4 0 0 0,2 0-1 16,-2 0-2-16,0 0-3 0,0 0-8 15,0 0-25-15,0 0-49 0,0 0-200 16,0 0-23-16</inkml:trace>
  <inkml:trace contextRef="#ctx0" brushRef="#br0" timeOffset="2166.1">27518 9546 500 0,'0'0'41'16,"0"0"-5"-16,0 0-6 0,0 0-6 15,4-94-6-15,-4 71-3 0,-7 2-2 16,1 6-2-16,0 1 1 0,4 5 0 15,-8 0-4-15,3 1-2 0,5 5-3 16,-8-1-3-16,-2 4 1 0,1 0-2 0,-7 4 0 16,1 7 0-16,3 4 1 0,1 3-1 15,1 2 1-15,4 1 0 0,-1 2-2 16,3 1 2-16,0-1-1 0,0 1 1 16,2-7-1-16,4 1 1 0,-2-6 0 15,2 1-1-15,0 0 0 0,0-1-1 16,0 0 1-16,0-7 0 0,2 4 0 15,2-6 1-15,-2 0 1 0,8 2 1 16,0-5 2-16,3 0 1 0,10-8 1 16,-9-4-1-16,1-5 1 0,-3-4 1 0,-2-5 1 15,-1-1-2-15,-3-5 0 0,0-3-3 16,-4-3 1-16,2-3-1 0,-2-2 2 16,-2-2 1-16,0-4-4 0,0-2 4 15,0-1-2-15,0 2 6 0,-6 4 1 16,0 7-2-16,4 8 2 0,-4 9-3 0,1 10-2 15,5 7-3-15,0 5 0 16,0-1-4-16,0 1 0 0,0 0-2 16,-2 0 1-16,0 10 0 0,-4 8 1 15,2 10 2-15,2 4-2 0,-2 1 2 0,4 2-4 16,0 3 2-16,0 2 3 0,6-1-2 16,0 2 4-16,0 0-4 0,1 0 0 15,-1 0 0-15,0-3 0 0,0-1 0 16,0-5-3-16,1-5 2 0,1-4-1 15,-2-3 1-15,2-3 1 0,3-6-1 0,-3-2-1 16,-2-3 1-16,4-4-1 0,-1 1 1 16,3-3 1-16,7 0 1 15,-3-5 0-15,7-4-1 0,-2-2 1 16,-1-4-1-16,-1-1 2 0,2-4-2 0,-5-1 2 16,1-2-1-16,-1-3 2 0,-3-3-2 15,-5 0 2-15,2 1-2 0,-6-1-2 16,3 1 2-16,-7 8 1 0,4 8-1 15,-4 2 2-15,0 4-2 0,0 0-2 16,0 1 1-16,0 5 0 0,0-1-1 16,0 1 1-16,0 0-1 0,0 0-1 0,-11 4 1 15,1 8-1-15,-2 5 2 0,1 3-1 16,5 2 1-16,0 1-2 0,4 1 4 16,-2 1-2-16,4-2 0 0,0-2-2 15,0 0 2-15,4-2-2 0,-2-1 1 16,4-2-1-16,4 0 0 0,-3-4-1 15,1-2 1-15,-2-4-1 0,0 0 0 16,3 0 2-16,-5-3-1 0,2 2 2 16,0-3 0-16,-4-1 1 0,4 2 0 0,-1-3 0 15,1 0-1-15,2 0-4 0,0 0-2 16,-2-2-8-16,1-3-14 0,-1-5-26 16,-2 1-39-16,-2-6-159 0,2 3-42 15</inkml:trace>
  <inkml:trace contextRef="#ctx0" brushRef="#br0" timeOffset="2453.92">28105 9331 623 0,'0'0'49'15,"0"0"-10"-15,0 0-13 0,0 0-8 0,0 0-5 16,0 0-6-16,0 0-4 0,0 0-1 16,0 0-1-16,0 0 1 15,-91-3-2-15,74 26 2 0,5 5-1 16,1 1 0-16,5 0-1 0,-4-1 0 0,4 0-2 16,4-2 1-16,2-3-2 0,0-3 1 15,0-4-3-15,0-2 0 0,6-2-4 16,0-5-1-16,2 6-4 0,-2-6-5 15,1-1-15-15,5 3-18 0,-4-4-46 16,9 1-111-16,-9-3-49 0</inkml:trace>
  <inkml:trace contextRef="#ctx0" brushRef="#br0" timeOffset="2832.08">28262 9411 606 0,'0'0'46'0,"0"0"-14"16,0 0-15-16,0 0-6 0,0 0-5 0,0 0 0 15,0 0-2-15,0 0-3 0,0 0 2 16,-46 57-4-16,40-43 2 0,4 1-1 16,2 2-1-16,-4 1 0 0,4 5 0 15,0-3-1-15,6-2 1 0,0-1-5 16,0-7 2-16,3 1-1 0,-3-5 2 15,4-1 1-15,3-1 1 0,-5-4 2 16,10 0 1-16,-3 0-1 0,6-6 1 16,-3-6 0-16,-1-2-1 0,-3-3 1 15,-1-1 1-15,-5-3 4 0,-2-2-2 0,0-1 2 16,-4 7-1-16,3-1 0 0,-5 0-2 16,0 6-2-16,-7-5-1 0,5 8-1 15,-8 2-4-15,2 0-5 0,-3 7-7 16,-5 0-26-16,-1 5-44 0,3 1-170 15,1 3-26-15</inkml:trace>
  <inkml:trace contextRef="#ctx0" brushRef="#br0" timeOffset="3703.31">28698 9349 564 0,'0'0'37'0,"0"0"-2"16,0 0-11-16,0 0-8 0,0 0-7 15,0 0-1-15,0 0-3 0,-87-23 1 16,66 32 0-16,5 3-2 16,-3 4 0-16,9 0-3 0,-7 4 0 0,5-1 0 15,4 3 0-15,-1 1-2 0,-1-1 1 16,8 1-2-16,-2-5 1 0,2 0-1 15,2 0 0-15,0-5 1 0,0 6-1 16,0-8-1-16,0 0-1 0,0-2 2 16,6-2 1-16,-4 0 1 0,4-4 1 0,3-2 3 15,3-1 1-15,7-6 1 0,5-7-1 16,1-4 0-16,-2-3 1 0,0-3-1 16,-7-3 1-16,3-1 2 0,-1 0-1 15,-5-4 4-15,-1-1 0 0,-4-1 3 16,-1-2-2-16,-1-3-1 0,-2-1-2 15,-4-4-4-15,2-1 2 0,-2 0-5 16,0 2 4-16,0 2-1 0,0 5-1 16,0 13 1-16,0 2-1 0,0 9 0 15,0 5-2-15,0 2 0 0,0 4-2 0,-2-2-2 16,-2 2 0-16,-2 3-1 0,-3 11 3 16,-3 7-1-16,2 6 0 0,1 7 0 15,3 1-1-15,4 3 5 0,-2 2-4 16,2 2 3-16,-2-2-4 0,4 0 0 15,0-1 1-15,0 0-1 0,0-3-1 0,0-3 0 16,0-4 0-16,0-2-2 0,6 1 1 16,4-4 0-16,-1-1 2 0,-1-2-1 15,8-1 2-15,-1-5-2 16,3-2 1-16,1-3-2 0,2-3 1 0,-1-4-1 16,3-3 1-16,-2 0 0 0,-1-6 1 15,-1-5 1-15,2-2 1 0,-3-2 0 16,1-3 0-16,2-2 1 0,-7-4 0 15,5-1 0-15,-3-2 0 0,-1 0 1 16,-3-2 0-16,-4 1 1 0,3 0 0 0,-9-1 1 16,2 0-1-16,-2 3 1 0,-2 6-1 15,0 2 1-15,0 6-1 0,-2 3-1 16,-4-2 1-16,-5 5-2 0,5 0 0 16,-6 6 0-16,-9 0-1 0,3 5-1 15,-5 7 1-15,-2 5 0 0,8 3 0 16,3 0 0-16,2 3 0 0,3 0-1 15,3 0 1-15,2 0-1 0,4-1 0 16,0 1 0-16,0-1 0 0,6-1 0 16,0-2 0-16,7 0-1 0,-3-3 0 0,5 1 1 15,-3-4-1-15,2 0-2 0,1-2 0 16,1-3-1-16,-3-1 0 0,1-1 2 16,-5-4 0-16,1 0 0 0,2 1-3 15,1-3-2-15,-3 2-9 0,-6-2-5 16,2 1-18-16,-6-1-26 0,0 0-55 0,0 0-156 15</inkml:trace>
  <inkml:trace contextRef="#ctx0" brushRef="#br0" timeOffset="9170.31">15218 10809 355 0,'0'0'55'16,"0"0"-3"-16,0 0-5 0,0 0-8 15,0 0 0-15,0 0-1 0,0 0-2 16,0 0-1-16,0 0-5 0,6-87-7 0,-8 75-3 15,2 2-5-15,-4-1-1 16,-2 2-4-16,6 4-1 0,-2-4-3 16,-2 6-2-16,2-2-2 0,-5 0-2 15,5 3-1-15,-2-1 1 0,-4 1 0 0,-4 2-2 16,-5 7 1-16,1 6-1 0,3 6 0 16,-3 6 0-16,5 4 1 0,-1 6-1 15,-1 3 1-15,3 3-1 0,2 0 3 16,0-2-2-16,3-1 0 0,-1-3 0 15,6-3 0-15,0-2 1 0,0-1 0 0,0 0 5 16,0-1-4-16,4-4 2 0,3 0-3 16,-1-3-1-16,2-2 0 0,-2-3 0 15,7-1 0-15,-7-6 0 16,6 2 0-16,-3-2 2 0,-3-1-2 0,6-1 1 16,-4-1 0-16,-8-4-2 0,11 1 2 15,-3-2 0-15,0-1 1 0,3 2 1 16,1-2-1-16,0-3-1 0,-1-4 1 15,1 0 1-15,1-3-1 0,-3-1 3 16,0-1-2-16,1-7 1 0,1 1 2 0,-4-1-6 16,-2-2 4-16,1-4-4 0,-5 1 0 15,2-3 5-15,-4-4-2 0,2-1 2 16,-2-3 0-16,0-1-1 0,0-2-1 16,0 1 4-16,-2 4-4 0,2 1 2 15,-6 5 0-15,-1 1 1 0,1 4-3 16,-2 3 3-16,2 6-1 0,0-1-1 15,-1 6 1-15,3 4-4 0,2-4 0 16,-4 5 0-16,6 0-3 0,-2 0 1 16,2 3-1-16,0-1-1 0,0 1-2 0,0 0-1 15,0 0-4-15,-4 0-6 0,-2 1-9 16,3 10-18-16,-1 7-26 0,4 3-56 16,4 10-157-16,3-2 7 0</inkml:trace>
  <inkml:trace contextRef="#ctx0" brushRef="#br0" timeOffset="9740.18">15549 10757 537 0,'0'0'61'0,"0"0"-11"16,0 0-10-16,0 0-13 0,0 0-10 16,0 0-8-16,0 0-3 15,0 0-3-15,0 0-2 0,0 0 0 16,-41-33-1-16,18 48 0 0,8 5 1 0,1 6 0 16,4 3 0-16,1 2-1 0,1 6 0 15,4 4-1-15,-2 0 2 0,4 3-3 16,2-2 2-16,0-1-1 0,0-3 1 15,0-2 2-15,0-2-3 0,0-4 2 16,0-4-4-16,2-3 1 0,4-8 0 0,0-1-1 16,0-2 0-16,3-3 0 0,1 2-1 15,2-4 0-15,1 1 0 16,-9-5 2-16,12 3-1 0,-3-3 1 16,-5-1 1-16,4-1 0 0,-3-1 1 0,3 0 0 15,-2 0 2-15,3-5-1 0,-3-1 2 16,7-4 0-16,-3-2-2 0,-6-2 1 15,5-1-1-15,-3-3 1 0,-2-2 0 16,-1-3-2-16,-1-3 3 0,0-2-2 16,-6-3 3-16,0-1 3 0,0-3-1 0,-6-1 3 15,-2-1 0-15,-3-2 2 0,-1 1 0 16,-1 0-1-16,-1 3-2 0,6 3 0 16,-5 7-1-16,3 6-1 0,6 6-2 15,0 3 0-15,2 6-2 0,2 0-1 16,0 4-1-16,0-2-2 0,0 2-2 15,0-2-1-15,-5 1-2 0,5 1-1 16,-2-2-1-16,2 2 0 0,-4 0-5 16,2 0-6-16,-4 7-14 0,2 1-29 15,-2 6-43-15,4 1-118 0,2 1-46 0</inkml:trace>
  <inkml:trace contextRef="#ctx0" brushRef="#br0" timeOffset="10301.07">15911 10760 503 0,'0'0'61'0,"0"0"-7"0,0 0-11 16,0 0-10-16,0 0-11 0,0 0-7 15,0 0-6-15,0 0-3 0,0 0-3 16,0 0-1-16,-33-16-1 0,14 32 0 0,7 7-1 16,-1 4 0-16,5 7-1 15,2 5 2-15,-1 4-2 0,1 2 1 16,6 1-1-16,0-1 1 0,0-2 3 16,0-2-3-16,0-3 3 0,0-5-5 0,6-4-1 15,3-6 0-15,1-3-1 0,-2-4 1 16,-1-5 1-16,3-2 0 0,-2-3 1 15,-2-1 0-15,3-1 0 0,-3-2 1 16,4-2 0-16,-4 0 1 0,5 0 0 16,-1 0 0-16,-2-2 0 0,9-4 0 0,-11 1 1 15,4-3-2-15,-3-3 3 0,-1 2 0 16,0-5 1-16,4 0 0 0,-3-2 1 16,1-5 0-16,-2-3-5 0,0 2 4 15,0-4-4-15,1-1 4 0,-7-2 3 16,2-3 1-16,-2-1 1 0,0-5-1 15,0-2 1-15,-7 1-2 0,1 2 0 16,0 5-1-16,0 5 0 0,4 9-2 16,-4 5 1-16,4 5-3 0,-3 3-2 15,3 2 0-15,2 3-2 0,-10 0 0 0,2 0-1 16,-7 0-2-16,-1 4 0 0,3 3-5 16,5 3-4-16,2 3-11 0,0-4-25 15,4 7-35-15,2-5-100 0,0 4-100 16</inkml:trace>
  <inkml:trace contextRef="#ctx0" brushRef="#br0" timeOffset="10892.1">16285 10745 617 0,'0'0'55'0,"0"0"-10"0,0 0-15 15,0 0-10-15,0 0-6 16,0 0-3-16,0 0-5 0,0 0-2 0,0 0-2 16,-62-33-2-16,49 43 0 0,-1 4-1 15,1 5 2-15,5 6-2 0,2 2 2 16,0 5-1-16,2 1 1 0,2 4-1 15,2 1 2-15,0 0-3 0,0 0 1 16,0-1-1-16,0-1 0 0,2-3 4 16,2-1-6-16,2-1 6 0,2-4-5 0,-2-3 0 15,5-5 0-15,-7-3-1 0,6-5 1 16,-1-1 0-16,-3-5 2 0,6 2-2 16,-1-1 2-16,-3-2 0 0,6-2 0 15,-3 0 0-15,1-2-3 0,-4 0 3 16,5 0-2-16,-1 0 2 0,-4 0 2 15,1 0-2-15,3-4-3 0,0-3 3 16,-1 3 0-16,1-4 1 0,-2-1 2 16,-3 3-3-16,3-3 2 0,-2 0-2 15,3 2 1-15,-3-4 1 0,-2-1 1 0,0 2-4 16,-4-7 7-16,2 1-5 0,-1 4 6 16,-3-8-2-16,0-1 1 0,0-4 0 15,-3-5-1-15,-3-2 2 0,0 2 1 16,0-3-1-16,-2 1-1 0,-3-2 0 15,3 6-3-15,2 0 1 0,0 10-1 0,-1 2 0 16,3 8-2-16,2 3-1 0,0-2 0 16,-2 4-3-16,2-1-1 15,-2 1-1-15,4 3-4 0,0-1-3 16,0 1-7-16,-6 0-15 0,4 0-25 0,-5 0-50 16,3 0-174-16,4 0-7 0</inkml:trace>
  <inkml:trace contextRef="#ctx0" brushRef="#br0" timeOffset="22784.06">16967 10833 368 0,'0'0'56'0,"0"0"-8"0,0 0-9 15,0 0-12-15,0 0-4 0,0 0-7 0,0 0-2 16,0 0-3-16,0 0-1 16,-12-7 0-16,12 7 2 0,0 0 0 15,0 0 0-15,0 0 1 0,0 0-1 16,0 0-2-16,0 0 2 0,0 1 0 0,0 1 0 16,0-1 1-16,0 1 1 0,0-1 2 15,0 1 2-15,0-2-2 0,0 0-3 16,0 0-3-16,0 0-4 0,0-5-1 15,0-6-2-15,6-5 0 0,0-1-1 16,2-5-3-16,3 2 1 0,-3 0 2 0,-2 1-1 16,0 6 2-16,0-1-2 0,-4 5 0 15,-2 5 0-15,5-1 1 16,-5 5-2-16,0-2 1 0,0 2-1 0,0-1-1 16,2 1-3-16,-2 0 2 0,0 1 1 15,4 15-2-15,-2 8 3 0,2 8-1 16,-2 3 2-16,-2 3 0 0,4 0-1 15,-4 3-2-15,0 0 1 0,0-2-1 16,0-1 2-16,2-5 0 0,-2-2 0 16,4-2 0-16,-4-10 0 0,0 1 0 0,0-2 0 15,0-4 4-15,0 6-4 0,0-7 4 16,0 1-4-16,0 0 0 0,0-8 0 16,0 2 0-16,0-4 0 0,0 2-1 15,0 0 0-15,0 0 2 0,0-6-2 16,0 0 3-16,0 0-1 0,0 1-1 0,0 1 1 15,0 0-1-15,0-1 1 16,0 1 2-16,0 0-5 0,0-2 2 16,0 0 0-16,0 1-4 0,0-1 0 15,0 0-9-15,0 0-8 0,0 0-24 0,0 0-30 16,0-1-51-16,-6-4-109 0,-6 0-41 16</inkml:trace>
  <inkml:trace contextRef="#ctx0" brushRef="#br0" timeOffset="23092.93">16924 11255 514 0,'0'0'59'0,"0"0"-8"0,0 0-7 16,0 0-11-16,0 0-8 0,0 0-6 15,0 0-3-15,0 0-3 0,0 0-3 16,0 0 0-16,-27 3-4 0,27-3-1 15,0 0 2-15,0 0-1 0,0 0 1 16,0 2 0-16,4-2-3 0,10 0 0 0,5 0-1 16,4 0-2-16,1 0 0 0,-1 0 2 15,-6 0-3-15,1 0 0 0,3 0-1 16,-9 0-4-16,11 0 3 0,-6 0 0 16,-5 0 1-16,-2 0 1 0,3 0-1 15,-11 0-1-15,4 0 2 0,0 1-1 16,-6-1 1-16,0 0 1 0,0 0-2 15,0 0-2-15,2 1-2 0,-2-1-9 16,4 0-13-16,-4 0-31 0,0 0-47 16,0 0-153-16,-4-5-27 0</inkml:trace>
  <inkml:trace contextRef="#ctx0" brushRef="#br0" timeOffset="23919.8">17480 10841 443 0,'0'0'55'16,"0"0"-9"-16,0 0-7 0,0 0-3 0,0 0-5 16,0 0-4-16,0 0-4 0,0 0-5 15,0 0-2-15,0 0-3 0,-25-72-1 16,25 72-3-16,-2-1-1 0,2 1-2 15,0-1 1-15,-4-1-2 0,4 1-1 16,-3-1 1-16,3 0-2 0,-4 1-1 0,4-1 0 16,-2 0-1-16,2 2 0 0,-8-2-1 15,4 0 1-15,-2 1 0 0,-3 1 0 16,3 0 1-16,2 0-1 0,-8 0 0 16,10 0-2-16,-11 4 1 0,1 4 0 15,4 1 0-15,-5 6 0 0,5 0 0 16,-2 3-1-16,3 4 0 0,1 2 2 15,4 2-1-15,-4 0 2 0,2 1-2 16,4-3 0-16,-2 1-2 0,2-7 0 16,0 0 0-16,0 0 0 0,0-1-1 0,2-1 1 15,4 0-1-15,0-2 0 0,-2-4 2 16,5 4 0-16,-3-4-1 0,0-2 2 16,6 2 2-16,-3 0-3 0,1-4 4 15,-2 1-5-15,0-2 2 0,-3-3 0 16,1 0 1-16,0-2 1 0,0 0 0 0,7 0-2 15,-1 0-2-15,-4-4 3 16,1-1-4-16,1 1 5 0,-2-2 0 16,-2 0 1-16,1 1-1 0,-1-2 0 15,2-4 1-15,-2 3 0 0,0-5 2 0,1 5-1 16,-7-6 0-16,4-6 0 0,-4-1 1 16,0-8 0-16,0 1 1 0,-4-3-2 15,-3 0 1-15,1-3-3 0,-2 1 2 16,2 2-2-16,0 3 2 0,-1 2-2 15,1 7 1-15,4 4-4 0,-2 6 3 0,2 5-1 16,2-1-1-16,0 5 1 0,0-2-4 16,0 2 1-16,0 0-2 15,-4-1-1-15,4 1-3 0,-2 0-4 16,-2 0-5-16,1 1-10 0,-1 4-21 0,2 6-24 16,2-4-56-16,0 5-152 0,2 2 9 15</inkml:trace>
  <inkml:trace contextRef="#ctx0" brushRef="#br0" timeOffset="24484.95">17831 10747 614 0,'0'0'51'0,"0"0"-12"0,0 0-10 16,0 0-10-16,0 0-5 0,0 0-2 16,0 0-4-16,0 0-1 0,0 0-1 0,-54-38-2 15,42 38-1-15,-3 3 2 0,-3 6-3 16,-1 2 0-16,5 2-1 0,1 1-2 16,1 4 1-16,4 0 2 0,-3 5-3 15,3 1 0-15,4 3 0 0,-2 3-1 16,6 0 1-16,-2 0 1 0,2-1-2 15,0-2-1-15,0-2-1 0,6-3 1 16,-4-2 0-16,4-2 0 0,0-4-1 16,5-2 0-16,-7-3 1 0,2-1 0 15,6-1 2-15,-5 0 0 0,5-4 0 0,-2-1 1 16,-8-2 1-16,11 0 0 0,-1 0 1 16,1 0-1-16,1-2 1 0,-2-4-1 15,3-4 0-15,-3 1 3 0,-3 0-3 16,1-2 1-16,-2-1 1 0,3 0 0 15,-5-1 1-15,0-4 2 0,-4-1-1 0,0-7 1 16,2 1 1-16,-4-2-1 0,0 1 2 16,0-3 0-16,-4 1-1 15,2 1-1-15,-4 1-2 0,4 7-3 16,-2 2 2-16,2 5 0 0,-3 1 0 0,5 0 0 16,-2 6-2-16,2 0 1 0,-4-1-3 15,2 1 0-15,-2 2-1 0,2-1-4 16,2 3 2-16,0-2-1 0,0 2-4 15,-6 0-2-15,0 3-11 0,-1 3-16 16,1 2-29-16,6 2-40 0,0-3-136 0,0 8-41 16</inkml:trace>
  <inkml:trace contextRef="#ctx0" brushRef="#br0" timeOffset="25016.1">18116 10767 614 0,'0'0'50'0,"0"0"-10"0,0 0-9 16,0 0-6-16,0 0-6 0,0 0-3 16,0 0-5-16,0 0-4 0,0 0-1 15,-12-30-2-15,6 30 0 0,-3 0 0 16,-5 2-3-16,-3 9 1 0,7 3-3 0,4 2 1 15,-5 5 0-15,5 4-1 16,0 0-1-16,4 3 2 0,-2-1-3 16,2 2 2-16,-2 0 0 0,2-2-1 15,2 0 0-15,0-1 0 0,0-2-1 0,0-1 2 16,6-3-2-16,-4-5 1 0,4-1 0 16,0-2-1-16,0-3 5 0,5 3-4 15,-3-3 4-15,0-2-3 0,5 0 0 16,-3-3 0-16,-2 0 0 0,5-1-1 15,-5-3-3-15,9 0 6 0,-9-2-6 0,6-4 7 16,-7 1-1-16,3 0 0 0,-4 0 0 16,0-3 0-16,3 2 1 15,-3-3 0-15,2-3 1 0,-2 5 1 16,0-7-1-16,1 0-1 0,-3 0 2 0,2-1-1 16,-4-2 1-16,-2-1 1 0,0-2 2 15,0-5-2-15,0 0 1 0,0-1-2 16,-6 1 0-16,0 0 0 0,-1 1 0 15,-1 3-2-15,2 7 0 0,0 2-1 16,0 5-2-16,-1-1-1 0,1 2-1 16,-2 0-5-16,2 1-6 0,-7 4-10 0,1 0-29 15,10 1-41-15,-11-2-157 0,3 2-45 16</inkml:trace>
  <inkml:trace contextRef="#ctx0" brushRef="#br0" timeOffset="27198.9">18856 10900 468 0,'0'0'52'16,"0"0"-7"-16,0 0-2 0,0 0-3 16,0 0-4-16,0 0-4 0,0 0-8 15,4-78-2-15,-4 74-5 0,0-2-2 0,0 1-4 16,0 5-4-16,0-4-2 0,-4 1-2 16,2 0-2-16,-6-2-1 0,4 4 0 15,-9-1 0-15,-1 2-1 0,-5 0 0 16,1 5 1-16,-3 2 0 0,2 4 0 15,5-1 0-15,0 4 0 0,-3 0 0 0,3 3 1 16,-1-1-2-16,3 2 2 0,-1 2-1 16,3 2 2-16,4-1-1 15,-3 1-1-15,7 0 2 0,-4 0-2 16,6-5 0-16,-4 1 0 0,4 2-3 0,0 0 3 16,0 5-1-16,0-3 1 0,6 1 4 15,0-4-6-15,1 3 4 0,1-4-4 16,2-1 1-16,-2-2 0 0,-1-6 3 15,3 2-2-15,0-3-1 0,-3 0 1 16,5 0 0-16,-2-2 0 0,-1-3 0 16,-1 0 1-16,4-2-1 0,-1 1 0 0,-3-2 2 15,4 0-1-15,-3 0 0 0,7-3 0 16,-4-2-1-16,3-4 2 16,-3 0-1-16,3-3 0 0,-3 1 1 0,-4-3-1 15,5-1 0-15,-3-1 3 0,3-4-5 16,-5-4 4-16,-2-1-3 0,2-2 3 15,-1-1 2-15,-1-3-2 0,-2 2 2 16,-4-1-2-16,0 1-1 0,0 0 0 16,0 2 1-16,-6 4-1 0,2 6 0 0,-3 2-2 15,5 7 1-15,-4 0-1 0,0 0-1 16,4 5 1-16,-4-3-2 0,-1 4 0 16,3 1-2-16,2-1-2 0,-4 2-4 15,2 0-8-15,-2 3-16 0,-1 8-32 16,5-2-57-16,2 9-169 0,0 1 3 15</inkml:trace>
  <inkml:trace contextRef="#ctx0" brushRef="#br0" timeOffset="27770.27">19230 10827 601 0,'0'0'52'0,"0"0"-9"16,0 0-13-16,0 0-11 0,0 0-8 0,0 0-5 16,0 0-1-16,0 0 0 0,0 0-3 15,0 0 0-15,-6-27 0 0,0 27-2 16,-2 0 0-16,-3 0 1 0,1 4-2 15,-2 6 1-15,-1 3 0 0,3 4 0 16,4 3 0-16,-3 2 1 0,3 4-2 16,0 1 3-16,0 4-2 0,0-2 0 0,4 0 0 15,-3-4-1-15,3 1-2 0,-2-9 0 16,4 2 0-16,0 0-1 16,0-7 5-16,0 7-5 0,0-2 6 0,4-6-5 15,3 4 2-15,-5-6 0 0,4-1 0 16,4 3-2-16,-4-5 1 0,5 1 0 15,-5-2 1-15,0-4 0 0,4 1 0 16,-3-1 0-16,5-1 1 0,-2 0 0 16,3 0 1-16,3-1 1 0,-7-4-1 0,5-1 0 15,3-1 1-15,-9-3 0 0,4 3 0 16,1-3-2-16,-5 0-3 0,-2 2 6 16,5-4-5-16,-3 0 7 0,-6 3 2 15,8-6 1-15,-8-2 4 0,-2-2 1 16,0-8 2-16,0 2 1 0,-2-4-2 15,-8-1-2-15,2-4-5 0,-1 2-4 16,-1 3 1-16,2 2-2 0,-3 11 0 16,5 0 0-16,2 8-4 0,0 4-1 15,2 1-3-15,-2 0-1 0,-3 2-5 0,5-1-5 16,-10 2-13-16,6 5-21 0,-2 8-33 16,-3-1-81-16,9 2-122 0</inkml:trace>
  <inkml:trace contextRef="#ctx0" brushRef="#br0" timeOffset="28339.7">19569 10822 683 0,'0'0'44'0,"0"0"-12"0,0 0-12 0,0 0-5 16,0 0-7-16,0 0-4 0,0 0-3 16,0 0-1-16,0 0-1 0,-68 7 1 15,52 9-1-15,7 3 1 0,-3 2-2 16,6 2 0-16,-2 1 0 0,3-2 1 15,-1 3-2-15,4-1 2 0,2 2-1 16,0 0-1-16,0-1 0 0,0 2 0 16,0-5-2-16,0 3 0 0,2-4 4 0,2 0-4 15,3 0 6-15,-1-2-3 0,0-8 1 16,0 2-1-16,0-6 0 0,-2-1 1 16,7 2 0-16,-5-5 1 0,2 2 0 15,3-5 0-15,5 0 1 0,1-3-1 16,3-5 1-16,-5-3 0 0,3-1-1 15,-5 0 3-15,1-2 2 0,-3 1 3 16,-3-3-5-16,-2 0 8 0,-2 2-7 16,-2-2 4-16,-2-4 4 0,0-2 0 15,-2-7 0-15,-4 2-1 0,-4 0 0 0,1-2-6 16,-1 2 0-16,2 1-2 0,-5 3-2 16,11 8 2-16,-4 6-3 0,2 1-3 15,-2 5 0-15,6 0-2 0,-2 0-1 16,2 3-2-16,0-1-9 0,-6 1-10 15,1 0-19-15,1 7-30 0,0 3-82 0,4 2-130 16</inkml:trace>
  <inkml:trace contextRef="#ctx0" brushRef="#br0" timeOffset="28908.45">20022 10821 633 0,'0'0'46'0,"0"0"-11"15,0 0-14-15,0 0-8 0,0 0-4 16,0 0-3-16,0 0-2 0,0 0 0 15,0 0-1-15,0 0 0 0,-72 15-1 16,57 0 1-16,5 5-2 0,-2 1 1 16,3 1-2-16,3 2 0 0,-2 0-1 0,2 2 2 15,1 0-2-15,3 0 2 0,-2-2-2 16,2 0-1-16,2-1 0 0,0-6-2 16,0 1 3-16,0 1-2 0,0 0 3 15,6 5-5-15,1-4 2 0,-1-4-2 16,2 1 2-16,0-3 0 0,5 0 0 15,-3-5-1-15,-4 1-2 0,7-1 2 16,-9-1-3-16,6-2 2 0,-4-1 2 16,-4-2 0-16,5-2 2 0,-3 2 0 15,2-3 2-15,0 0 0 0,2 0 1 0,5 0 2 16,-5-4 0-16,2-1 1 0,-3-3 0 16,3-1 0-16,-4 3 0 0,0-4 0 15,1 2 1-15,-1-1-1 0,-2 1 1 16,-2-2 1-16,2-5 3 0,-2 3 3 15,-2-7-4-15,0-2 5 0,0-2-6 0,0-6 1 16,-2 2 1-16,-4 0-1 16,0 1-1-16,0-1-1 0,-5-1-2 0,5 2-4 15,2 2 0-15,0 8-3 16,-2 0 1-16,6 7-4 0,-3 5-1 0,-1-5-7 16,2 5-14-16,-2 0-22 0,4 1-46 15,-6 3-122-15,4 0-79 0</inkml:trace>
  <inkml:trace contextRef="#ctx0" brushRef="#br0" timeOffset="30902.07">20735 10901 462 0,'0'0'55'0,"0"0"-10"15,0 0-1-15,0 0-4 0,0 0-5 16,0 0-3-16,0 0-8 0,0 0-5 0,0 0-2 16,0 0-3-16,-12-62-1 0,10 52 0 15,-2-1-4-15,2 2 1 16,-5 0-5-16,1 1 0 0,4 3-3 0,-4 0-3 16,2 2 2-16,2-1 0 0,-2 1-1 15,-3 3 0-15,-1 0-1 0,-6 5-1 16,-3 5 1-16,3 9-1 0,-1 4 3 15,-1 4-2-15,3 2 0 0,1 1-1 16,8 2 1-16,-7 0-2 0,9-2 1 16,-2-1-3-16,4-2 2 0,0-1 0 0,0 1 1 15,6-1 2-15,5 0-5 0,-3 0 6 16,4-2-5-16,1 0 3 0,-1-2 1 16,-1-2-3-16,1-4 2 0,-6-4 0 15,4 0 0-15,-3-4 1 0,-5-5-1 16,-2 2 1-16,4-4 1 0,0 0 0 15,0 1 1-15,4 0 3 0,3-2-1 16,1-5 0-16,-2-5-2 0,3-4-4 16,-1-3 4-16,-1-1 0 0,1-2 1 15,-8-2 0-15,6-4-1 0,-1-3-3 0,-5-1 6 16,2-2-2-16,-6-3 4 0,0-3 2 16,0 0-2-16,-4-2 1 0,2 1-3 15,-4 4 0-15,-1 2-3 0,1 5-1 16,0 8 0-16,0 4 0 0,4 7 0 15,-2 2 0-15,2-1-2 0,-3 3-1 0,3 0-1 16,2 3 0-16,0 2-1 0,-4-2 0 16,4 2 0-16,0 0-2 15,-6 0-5-15,4 0-5 0,-4 7-11 16,0 6-22-16,6 1-27 0,0 1-88 0,6 1-124 16</inkml:trace>
  <inkml:trace contextRef="#ctx0" brushRef="#br0" timeOffset="31454.06">21194 10769 580 0,'0'0'55'0,"0"0"-8"16,0 0-13-16,0 0-12 0,0 0-9 0,0 0-4 15,0 0-5-15,0 0-2 0,0 0-1 16,-70-22-1-16,49 35 1 0,7 4 1 16,-5 1 0-16,7 4 1 0,-5 0-2 15,7 3 1-15,0 2-1 0,1 1 0 16,5 4-1-16,-2-1 0 0,6-1-3 15,0 1 1-15,0-1-3 0,0-1 2 16,6-1 2-16,0-1-4 0,1-2 6 16,3-2-4-16,-4-2-1 0,-2-7 2 15,7 0-1-15,-5-7 2 0,0 1 0 0,0-1-1 16,-4-4 1-16,2 2 0 0,-2-5-1 16,5 2 3-16,-3-2 1 0,4 0 0 15,-2 0 2-15,3-2 0 0,1-3 0 16,-4-1-1-16,2-6 1 0,1 0 1 15,1-6 0-15,-4-1 4 0,0 0-2 0,-4-2 3 16,3-1 0-16,-3 0-2 0,-2-4 0 16,0-1 0-16,0-5 0 0,0-2-1 15,-2-1 0-15,-3-1-2 16,3 2-1-16,-4 4-3 0,2 9 2 0,2 9-2 16,-2 3 0-16,4 4-1 0,-2 0-1 15,-2 2 0-15,4 3-3 0,0-1-2 16,0 1-3-16,0 0-5 0,-2 0-5 15,-5 0-10-15,5 8-23 0,-2-1-30 16,2 2-86-16,2 8-118 0</inkml:trace>
  <inkml:trace contextRef="#ctx0" brushRef="#br0" timeOffset="32002.49">21459 10794 599 0,'0'0'48'0,"0"0"-9"0,0 0-15 16,0 0-10-16,0 0-7 0,0 0-1 16,0 0 0-16,0 0 0 0,0 0 0 15,-58 36-1-15,52-12-2 0,-1 2-1 16,1 5-1-16,6 1 0 0,-4-1-1 15,4 3 0-15,0-4 0 0,0 2 0 16,0-3 0-16,4 1 0 0,2-1 1 16,1-3-3-16,-1 0 4 0,0-4-5 15,2 0 3-15,-1-7-1 0,-1-3-2 0,0-3 1 16,0-1-2-16,0-1 1 0,1-2 2 16,1-1-1-16,-4-2 1 0,6-2 1 15,1 0 0-15,1 0 2 0,3-5 0 16,-3-2 0-16,0-3 0 0,-3 2 1 15,1-3-1-15,-4-3 1 0,-2-1 3 0,2-5 2 16,-1-1-5-16,-3 0 8 0,-2-2-5 16,0-3 7-16,-2 1 2 15,-3-5 0-15,-1 0-1 0,-2-3-3 16,2 1-1-16,0 0-5 0,-3 0 0 0,-1 5 0 16,2 2-3-16,2 7 0 0,-3 4 0 15,3 7-1-15,0-1-2 0,0 3 0 16,2 2-1-16,1 1-3 0,3 2 0 15,-10 0-1-15,2 0-1 0,-5 0-3 16,1 5-7-16,4 5-7 0,2-2-13 0,-1 7-20 16,7-6-34-16,0 4-77 15,5 7-111-15</inkml:trace>
  <inkml:trace contextRef="#ctx0" brushRef="#br0" timeOffset="32520.91">21889 10815 657 0,'0'0'48'0,"0"0"-10"0,0 0-17 0,0 0-9 15,0 0-7-15,0 0-3 0,0 0-1 16,0 0 0-16,0 0-1 16,0 0 0-16,-73 59-1 0,63-32 1 15,6 1 0-15,-2 2 1 0,0-1-2 0,1 1 1 16,3-1-2-16,-2-1 1 0,4-1-3 16,0-1-1-16,0 0 3 0,0 1-4 15,6-1 4-15,1-1-6 0,-1-2-1 16,0-3-3-16,2-3-3 0,-2-5 1 15,1 0 0-15,-1-6 1 0,4 0 4 0,-4 0 1 16,-4-4 2-16,7 1 3 0,-3-3 2 16,6 0 1-16,5 0 2 15,-7-3 1-15,7-4 3 0,-9 0 2 16,4-4 1-16,-5 5 0 0,5-6 1 0,-4 0 1 16,-2-2 0-16,5 2 0 0,-5-3 2 15,-4-2 1-15,0-1 1 0,2-6 8 16,-4-2-5-16,0 1 4 0,-4-2-4 15,2-1-4-15,-6-3-1 0,2-2-5 16,-5 1-2-16,3 0-3 0,2 3-1 0,0 3-1 16,-1 8-1-16,1 5-2 0,0 5-2 15,0 0-2-15,0 2-5 16,-1 0-7-16,-1 2-18 0,4 2-28 16,2 1-68-16,2 1-164 0,-6-2 0 0</inkml:trace>
  <inkml:trace contextRef="#ctx0" brushRef="#br0" timeOffset="33952.22">22699 10836 619 0,'0'0'57'0,"0"0"-13"16,0 0-14-16,0 0-10 0,0 0-4 15,0 0-4-15,0 0-2 0,-60-79-2 16,50 73-5-16,8 5-1 0,-11-2-2 16,1 3 0-16,-3 0 0 0,-3 1-1 0,-3 8 2 15,9 3-2-15,-5 2 0 0,3 4 0 16,1 0 0-16,1 5 0 0,4 2 0 16,-1-1-1-16,3 3 1 0,0 1 0 15,2 0 0-15,4 1-1 0,0-2 1 16,0 1-1-16,4-1 2 0,2-1-1 0,2 0-1 15,-1-2 5-15,1 0-5 16,4-1 5-16,-1-2-3 0,1-1-1 16,-2-5 0-16,1-4-2 0,-3-4 1 15,2 0 1-15,-1-4 0 0,3-1 0 0,0 0 1 16,7-2-1-16,-2 0 1 0,5-3 1 16,-7-3-1-16,-1-3 1 0,-1 0 0 15,-3 0 1-15,-2 0 0 0,1-3 2 16,-3-2 2-16,4-4-2 0,-8 4 3 15,2-4-5-15,-4-3 2 0,0-4 1 0,0-8 0 16,-6-1 1-16,-4 0 1 0,4-3-1 16,-3-1-1-16,3 0-1 0,-2 6 1 15,2 10-1-15,-1 3 1 16,3 10-2-16,-2 0-2 0,0 2 0 0,4 2-3 16,-4-1 0-16,4 3-3 0,-3 0-2 15,3 2-5-15,-2 1-10 0,-2 0-13 16,4 0-30-16,-2 1-34 0,4-1-105 15,0 6-82-15</inkml:trace>
  <inkml:trace contextRef="#ctx0" brushRef="#br0" timeOffset="34501.86">23024 10791 588 0,'0'0'57'15,"0"0"-8"-15,0 0-13 0,0 0-13 16,0 0-6-16,0 0-2 0,0 0-2 16,-85-26-3-16,66 26 0 0,11 0-2 15,-9 3-1-15,3 4-3 0,2 4-2 16,-3 4 1-16,3 2-2 0,-1 2-1 15,7 6 0-15,0 2-5 0,0 2 5 16,4 2-2-16,-3-2 2 0,5-2 1 16,0 0-1-16,0 1-2 0,0-5 0 15,5 2-1-15,1-3 1 0,2 0-1 0,2-1-3 16,3 0 6-16,-3-1-5 0,3-2 2 16,3-3 1-16,-1-1-3 0,-1-3 0 15,3-2-1-15,-9-3-2 0,6-1 1 16,-3-1-1-16,1-2 0 0,5-2 0 15,1 0 2-15,5 0 1 0,-9-6 3 0,1-4 1 16,-3 4 2-16,-3-3 0 0,1-3 2 16,-2 0 1-16,2-5 3 15,-1-1 2-15,-3-1-4 0,-2-1 5 16,-4-3-5-16,0-1 4 0,0-2-3 0,-4-2-1 16,2-2 2-16,-4-2-2 0,-1 0 1 15,-3-1-1-15,2 3 0 0,2 2-1 16,-7 6 1-16,7 6 0 0,-2 4-3 15,2 5 0-15,-1-1-1 0,1 2-1 16,0 3-1-16,4 1 0 0,2 2-3 0,-6-1-4 16,2-1-2-16,-3 1-9 0,1 1-10 15,0 4-25-15,4 4-43 0,-4 6-105 16,6-6-84-16</inkml:trace>
  <inkml:trace contextRef="#ctx0" brushRef="#br0" timeOffset="35050">23418 10774 651 0,'0'0'49'16,"0"0"-13"-16,0 0-16 0,0 0-9 15,0 0-4-15,0 0-3 0,0 0 1 16,0 0 1-16,0 0-1 0,0 0-1 16,-60 18 1-16,50-1-2 0,2 3 0 15,2 2-2-15,2 4-1 0,-3 3-1 0,7 0 1 16,-2 0-2-16,2-2 0 0,0 0 0 16,0 1 0-16,0-4 0 0,0 0 0 15,0-1-1-15,2-2 1 0,5 1-3 16,-1-1-1-16,0-2 4 0,0 0-4 15,0-7 2-15,1 0-1 0,1-1 0 0,-2-5 1 16,4 3 2-16,-3-3 2 0,-5-5 3 16,4 2-2-16,-2-3 1 0,2 0-1 15,2 0-1-15,1 0 2 16,1-1 1-16,-2-6 0 0,5-4 1 0,-1-5 1 16,-4 1 1-16,-1-3 3 0,-1 0-3 15,0-3 6-15,-6-2-3 0,4 0 4 16,-4-3 1-16,0-1-2 0,-4 0-2 15,-2-4-3-15,0 1-1 0,-1-2-1 16,-1 2 0-16,2 3-4 0,0 8 1 0,-1 3-2 16,1 6 0-16,4 6-2 15,2-1-2-15,-6 2-1 0,2 1-4 16,-4 2-3-16,-5 0-9 0,7 2-11 16,-2 9-26-16,4 3-29 0,2-4-94 0,2 7-108 15</inkml:trace>
  <inkml:trace contextRef="#ctx0" brushRef="#br0" timeOffset="35602.43">23797 10750 642 0,'0'0'49'0,"0"0"-10"0,0 0-15 16,0 0-11-16,0 0-7 0,0 0-4 15,0 0 0-15,0 0 0 0,0 0 0 0,-46 32 2 16,36-10-3-16,-3 4 3 0,3 3-4 16,2 0 2-16,2 1-2 0,4 1-2 15,-3-1-3-15,3-1 2 0,2-2-4 16,0 0 0-16,0-1-1 0,0 0-1 15,0 0 3-15,7-1-3 0,-3 2 2 0,0-3-5 16,4-1-3-16,-2-2-2 0,1-8-4 16,-1 0 3-16,0-6 0 15,0 1 4-15,0-2 3 0,-4-3 2 16,9 0 1-16,-5-3 3 0,2 0 4 0,7 0 0 16,-5 0 4-16,4-6-2 0,-1-2 2 15,-7 2 1-15,7-3 1 0,-5-2 4 16,-2 4 5-16,4-5 0 0,-1-2 2 15,-3 5 1-15,0-6-5 0,-4-1 4 16,2 5-3-16,-4-9 3 0,2 0 0 0,-2-1 1 16,0-7 1-16,0 0 1 0,-2-1-3 15,-2-2 1-15,2-1-4 0,-4 1-2 16,0-1-2-16,-1 1-3 16,1 6 0-16,0 0-2 0,-2 7 0 0,2 4-2 15,-3 2-1-15,-3 3 0 0,1 3-2 16,-1-3 0-16,4 5-1 0,0-1-2 15,-3 1-3-15,5 3-4 0,4 0-13 16,-4 1-16-16,0 0-40 0,-1 0-87 16,-5-3-130-16</inkml:trace>
  <inkml:trace contextRef="#ctx0" brushRef="#br0" timeOffset="38923.99">24464 10753 500 0,'0'0'57'0,"0"0"-7"15,0 0-7-15,0 0-8 0,0 0-6 16,0 0-10-16,0 0-6 0,0 0-4 15,0 0-4-15,0 0-3 0,-33-73-1 16,27 71-1-16,-4 2 0 0,-3 0-1 16,-5 7 1-16,-1 5 0 0,5 3 1 0,-3 3 0 15,3 5 0-15,-1-1-1 0,3 4-2 16,-1 0 3-16,7 0-2 0,-2 1 0 16,4 1 1-16,2-1 0 0,-2 0-2 15,4 1 2-15,0-4-1 0,6 0 1 16,0-2 1-16,0-2-1 0,7-1-1 15,-1-1 1-15,0-3-3 0,-1 2 3 16,1-4 3-16,5 3-5 0,-5-4 6 16,-2-3-6-16,1-3 2 0,-3-1 1 15,2-3-1-15,-1 2 0 0,-3-3 1 0,2-1 1 16,5 0 0-16,-3 0 1 0,2-5-1 16,-1-2 3-16,-5 1-7 0,4-6 6 15,-4 0-4-15,1-1 4 0,-1-5 5 16,-2-1-1-16,0-3 3 0,-4-3-1 15,0-4 1-15,0-5-3 0,0-3 0 0,-6-2-2 16,4 1 0-16,-4 1-3 0,-1 2 1 16,1 3-3-16,2 10 1 0,2 2-1 15,-2 9 0-15,4 4-2 16,-2 3-1-16,2 4-1 0,0-1-3 0,0 1-1 16,0-2-3-16,0 0-2 0,-4 2-4 15,4 0-8-15,0 0-25 0,0 0-26 16,0 0-83-16,0 2-127 0</inkml:trace>
  <inkml:trace contextRef="#ctx0" brushRef="#br0" timeOffset="39816.69">24756 10949 482 0,'0'0'43'0,"0"0"-3"15,0 0-6-15,0 0 0 0,0 0-3 0,0 0-4 16,0 0-2-16,0 0-5 0,0 0-4 16,0 0-1-16,-17 13-5 0,17-21 0 15,9-5 0-15,-1-5 0 0,4-1 1 16,-1 0 0-16,-3-1 2 0,0 0-3 15,-2 2-1-15,5 0-3 0,-5 4-1 0,0-1-1 16,-4 6 0-16,-2-3 0 0,4 1-2 16,-2 5-1-16,-2 1 0 15,0 5-1-15,0-1-1 0,0 1-1 16,0 0 0-16,4-1-1 0,-4 1 1 0,0 13 0 16,0 8 1-16,0 9 2 0,0 0-2 15,0 3 2-15,0-1-1 0,0 1 0 16,0-2 0-16,0-3 0 0,3 0-1 15,-3-4 1-15,0-6-1 0,0 1 1 16,0-1-1-16,0-4 1 0,0 5-2 0,0-1 1 16,0-4 6-16,0 4-7 0,0-1 6 15,-3-6-5-15,-1 4-1 16,2-6 2-16,2-5-1 0,-4 1-1 0,4-5-3 16,0 0-2-16,0 0-4 0,0 2-2 15,0-1-6-15,0-1-12 0,0 0-17 16,-2 2-12-16,2-2-7 0,0 0 0 15,0 0 1-15,-4 0 10 0,-2 0 14 16,0 0 15-16,-1-2 18 0,-1 2 15 16,2 0 8-16,-7 0 9 0,5 0 10 0,-2 2 7 15,2-1 7-15,1 0 1 0,5 1 2 16,2-2-3-16,-4 0-4 0,4 0-7 16,0 0-7-16,-2 1-6 0,2-1-2 15,-4 0-6-15,4 0-4 0,-2 0-5 16,2 0-4-16,-4 0-1 0,4 0-1 15,0 2 0-15,0-2-1 0,0 2 0 16,12 1 1-16,3 1-1 0,1-1 0 16,3 0 0-16,-11-1-2 0,4-2 2 15,3 1 0-15,-3 1 0 0,1-2 0 0,-7 0 0 16,0 2 1-16,-6-2 0 0,2 0-2 16,4 0 2-16,1 0-1 0,-1 0-6 15,-2 0-9-15,2 0-17 0,-2-5-28 16,7 0-27-16,-9 2-100 0,4-1-85 15</inkml:trace>
  <inkml:trace contextRef="#ctx0" brushRef="#br0" timeOffset="40379.85">25316 10832 638 0,'0'0'52'0,"0"0"-10"15,0 0-13-15,0 0-6 0,0 0-5 16,0 0-4-16,0 0-4 0,-52-78-3 15,42 75-2-15,4 3-1 0,-7 0-3 16,-1 0 1-16,2 4-2 0,-9 9 2 16,6 4-2-16,-3 2 1 0,5 4-1 0,-1 4 0 15,2 2-1-15,1 2 3 0,3-1-3 16,-2 0 1-16,3-1-2 0,5-2-1 16,0-2 1-16,-2-1 0 0,4-3-1 15,0 1 3-15,4-2 1 0,0-2-3 16,3 0 4-16,5-3-5 0,-2-3 2 15,-1-3-1-15,3-3 1 0,2-1-1 16,-3-2 1-16,9-3 0 0,-5 0 1 16,4 0 0-16,1-8 0 0,3-1 0 15,-7-2-4-15,1 0 5 0,-5 3-5 0,-3-3 7 16,-3-1 1-16,0 3 1 0,-4-6 0 16,2-2-1-16,-4 0 0 0,0-7 1 15,0 1 0-15,-6-1-1 0,-2-2 0 16,-3-1-2-16,3 0 0 0,-4 1-3 15,-1 4 0-15,1 3-1 0,4 6-2 0,-3 5-1 16,5 1-2-16,0 4-6 0,4 1-4 16,2 2-15-16,0-2-25 15,0 2-31-15,0 0-91 0,0 0-102 16</inkml:trace>
  <inkml:trace contextRef="#ctx0" brushRef="#br0" timeOffset="40868.53">25595 10777 675 0,'0'0'39'0,"0"0"-11"0,0 0-13 0,0 0-8 15,0 0-5-15,0 0-2 0,0 0 1 16,0 0 2-16,0 0 0 0,-43 38 1 15,34-16-2-15,3 3 1 0,-4-1-2 16,8 2 0-16,-2 1-2 0,2-1 0 16,2 2-1-16,0-4 0 0,0 0-1 0,0 0 0 15,0 1 1-15,6-3 0 0,-4 0 5 16,8-2-4-16,-4-7 3 0,1-1-4 16,-3-4 0-16,2-2-2 0,0 1 2 15,4-3-1-15,-1 0 3 0,1-4 0 16,7 0-2-16,-1 0 4 0,5-8-1 0,-3 0 0 15,-3-3-3-15,-3-1 4 16,1 0-3-16,-1-1 6 0,-6 3 3 16,1-4 1-16,-5-3 3 0,2-1 0 15,-4-6 2-15,0-1 1 0,0 0-3 0,0-4-1 16,-6-2-3-16,-5-1-3 0,5 1 0 16,-2 2-4-16,-3 5 1 0,7 7-2 15,-2 3 0-15,0 9 0 0,-4-2-3 16,3 2-1-16,-5 4-2 0,4-2-2 15,-5 3-3-15,-1 0-6 0,10 0-10 16,-5 0-17-16,3 2-37 0,4-1-97 0,-4 2-110 16</inkml:trace>
  <inkml:trace contextRef="#ctx0" brushRef="#br0" timeOffset="41666.78">26393 10777 650 0,'0'0'54'16,"0"0"-13"-16,0 0-14 0,0 0-7 16,-89-23-7-16,71 22-5 0,-1 1-3 15,-2 0-3-15,3 7-1 16,1 5-1-16,1 7 1 0,-3 2-2 0,4 4 2 16,3 6-1-16,4 1 0 0,-3 0 1 15,5-2-1-15,6-1 0 0,-2-2 0 16,2-2-1-16,0-3 0 0,6 0-1 15,1-4-1-15,-1 0 1 0,2-1 1 16,2-2 3-16,-1 0-4 0,-1 0 5 0,2-4-5 16,-1 0 0-16,-3-6 2 15,0 0 0-15,4 1 2 0,1-4-1 16,7-2 0-16,-1 0 1 0,3 0-1 16,1-6 1-16,-2-3-1 0,-5-2 2 0,9-3 0 15,-9-1-2-15,-1 0 6 0,-1-3-3 16,-4-1 6-16,-1 0 3 0,-5-2-1 15,-2-2-1-15,0-3-1 0,-2-3-4 16,-5-3-3-16,-1 0 0 0,2 0-3 16,-4 4 1-16,1 3 0 0,-1 9-1 0,6 3-2 15,-2 8-2-15,-5-2-2 0,5 3-3 16,0 2-2-16,4 1-9 0,2 1-13 16,0 0-32-16,0 0-34 0,-4 0-107 15,4 0-88-15</inkml:trace>
  <inkml:trace contextRef="#ctx0" brushRef="#br0" timeOffset="42381.99">26691 10929 682 0,'0'0'39'16,"0"0"-14"-16,0 0-8 15,0 0-4-15,0 0 4 0,0 0-3 16,0 0-1-16,33-90-1 0,-27 75-3 0,-4-2-2 16,2 7-1-16,-2-8-1 0,2 6-3 15,-4 0 1-15,2 1-2 0,-2 6-1 16,2 1 2-16,-2 4-2 0,0-2-1 15,0 2-1-15,0 0 0 0,0 0 0 16,0 2 2-16,0 13-1 0,-2 6 1 0,0 9 0 16,-4-1-1-16,2 2 2 15,2-4-2-15,-2 0 1 0,4 1 0 0,0-3 0 16,0 3 0-16,0-3 0 16,0 3 0-16,6-4 0 0,0 0 1 0,0 1 0 15,-4-3 2-15,5-1-3 0,-1 1 3 16,-2-9-4-16,-2 3-1 0,2-7-2 15,-4-5-2-15,0 3-4 0,0-7-6 16,0 0-10-16,0 0-14 0,0 1-13 16,0 1-17-16,0-1-12 0,0 2-7 0,-4 0 19 15,-2-2 22-15,-2 1 25 0,-1-2 27 16,-7 0 9-16,1 0 11 0,-1 0 13 16,5 0 7-16,-5 2 5 0,4-2 6 15,5 0-4-15,-3 0-1 0,4 0-7 16,0 0-7-16,1 0-9 0,5 0-6 15,-2 0-4-15,2 0-4 0,0 0-3 16,-4 0-4-16,4 0-1 0,0 0-2 16,0 0 0-16,0 0-2 0,0 0 1 15,13 0-1-15,-1 0-1 0,7 1 1 0,1-1-1 16,-1 0-1-16,8 2 0 0,-2-2 1 16,-7 0-2-16,1 1 1 0,-5-1 1 15,-1 0 0-15,-1 0 2 0,-2 2-2 16,-3-2 0-16,-1 0-1 0,0 0 1 15,-6 0 0-15,0 0 1 0,0 0-1 0,0 0 0 16,4 0-2-16,-4 0-1 0,2 0-6 16,-2 0-15-16,4 0-23 15,-2 0-30-15,9 0-75 0,-9 0-128 16</inkml:trace>
  <inkml:trace contextRef="#ctx0" brushRef="#br0" timeOffset="43340.98">27172 10797 436 0,'0'0'53'15,"0"0"-4"-15,0 0-7 0,0 0 0 16,0 0 2-16,0 0-9 0,0 0-5 0,-39-84-7 16,33 78-7-16,-7-3-3 0,7 4-3 15,-6 1-3-15,4 1-1 0,-5 3-2 16,-1 0-2-16,-3 1 0 16,3 7 0-16,-1 4-1 0,3 3 0 0,-5 5 0 15,7 2-1-15,0 1 1 0,-3 4-2 16,7 1 1-16,-2 2 0 0,4 1-1 15,2-1 0-15,2 1 0 0,0-4-2 16,0 0 1-16,2-2-1 0,4-3 1 16,4 1-2-16,-2-4 2 0,5-1-1 0,-1-3-1 15,1-1 6-15,-1-3-5 0,2 2 4 16,-5-4-2-16,3-3 1 0,1-3-2 16,-3-3-1-16,0 1 1 0,1-1 0 15,3 0 1-15,-2 0 2 0,1-5 1 16,-1-3-2-16,-6 2 5 0,1-5-3 15,5-1 4-15,-6-1 0 0,-2-4 1 16,3-1 1-16,-3-2 1 0,-2-3 1 16,2-1-2-16,-4-4 0 0,0-4-3 15,0-2-1-15,0-3-1 0,0-1-1 0,-4 3 0 16,-2 3 0-16,-1 7-2 0,3 8 0 16,-2 3-3-16,2 8 0 0,2 3 0 15,-4 0-1-15,1 2 0 0,-1 1-4 16,-6 0-3-16,4 0-7 0,-1 2-10 15,3 3-27-15,2-2-39 0,4 5-189 0,4-1-8 16</inkml:trace>
  <inkml:trace contextRef="#ctx0" brushRef="#br0" timeOffset="43901.37">27497 10718 670 0,'0'0'57'0,"0"0"-14"15,0 0-15-15,0 0-9 0,0 0-7 16,0 0-3-16,0 0-4 0,0 0-2 15,0 0-2-15,0 0 0 0,-44-33-2 16,34 46 1-16,-6 7 0 0,3 4 0 16,3 3 0-16,4 3 1 0,-5 1-3 0,5 1 1 15,4-2-2-15,-2 1-1 0,2-4-3 16,2-1 1-16,0-2-4 0,0 1 2 16,2-1 1-16,2-1 2 0,2-1 2 15,2-1 1-15,-1 1 4 0,1-4-4 16,4-1 4-16,-5-5-7 0,5-2 7 15,-6-4-5-15,2-1 4 0,5 0 1 16,-3-5-4-16,9 0 7 0,-5-3-4 16,5-7 2-16,-5-2-4 0,1 0 3 15,-3-1-4-15,1-3 6 0,-1 1 1 0,0 0 1 16,-3 0 2-16,-3-4-1 0,0 1 0 16,-2-1 0-16,-2-3 3 0,-2 0-1 15,0-4 0-15,0-1-1 0,-6-2-1 16,0-3-1-16,-2 0 0 0,1 0-2 15,-3 2 0-15,2 3-2 0,0 2 1 0,-5 5-2 16,7 6-1-16,-4 2 0 0,1 4-2 16,1 1-1-16,-4-2-1 0,-7 2-4 15,13 2-9-15,-13-1-12 16,-1 3-29-16,1 1-48 0,-8-1-189 0,0 3-10 16</inkml:trace>
  <inkml:trace contextRef="#ctx0" brushRef="#br0" timeOffset="52063.71">28332 10801 299 0,'0'0'56'0,"0"0"-4"16,0 0-2-16,0 0-3 0,0 0-3 0,0 0-1 15,0 0-2-15,0 0-6 0,0 0-7 16,0 0-5-16,21-51-8 0,-21 45-5 16,0-6-2-16,0 7-2 0,0-1-1 15,-2-3-2-15,-3 6 0 0,3-2-2 16,-4 1-1-16,0 2-1 0,-4 1 1 15,-7 1-1-15,1 1 0 0,-5 8 0 16,0 3-1-16,3 4 3 0,3 2-1 16,-3 1 1-16,-1 3-2 0,4 1 1 15,-1 1-1-15,4 2 1 0,3-1-1 0,1 1 0 16,2 0 0-16,2 0 1 0,2-2-1 16,-3 0 1-16,5-1-3 0,0-6 3 15,0 0-1-15,0-5 0 0,0 0 1 16,5 0 1-16,1-3-1 0,-4 0 0 15,2-1 0-15,0-1 0 0,0-4 1 0,2 2 0 16,-3-3 1-16,1-1-1 0,2 2 1 16,0-3-1-16,0 0 0 0,5 0 1 15,7-1 1-15,-5-6-2 16,3 1 1-16,-6-3-1 0,1 0 0 0,-3-3 1 16,4-5 0-16,-5 2 1 0,1-3 2 15,-2-2 1-15,-2-3-1 0,-2-1-1 16,-2-2 1-16,0-2-1 0,0-1-1 15,0 1 1-15,0 9-1 0,0 1-2 16,-2 5 1-16,-2 4-3 0,2-1 1 0,-2 5-1 16,-2-1 1-16,4 3-1 0,0 0 0 15,-3 0-1-15,-1 1 0 0,0 1-2 16,4-1 0-16,-4 2-1 16,6 0-5-16,0-1-5 0,-4 1-18 0,-3 0-24 15,5 0-33-15,-2 0-65 0,4 0-112 16</inkml:trace>
  <inkml:trace contextRef="#ctx0" brushRef="#br0" timeOffset="52563.95">28568 10827 473 0,'0'0'55'15,"0"0"-10"-15,0 0-5 0,0 0-4 16,0 0-6-16,0 0-3 0,0 0-5 16,0 0-4-16,0 0-4 0,0 0-3 15,-7-47-2-15,5 44-2 0,2 3-1 0,0-2-2 16,-6 2 0-16,-6 0 0 0,-1 7-1 16,-7 3-1-16,7 4-1 0,1 2-1 15,-1 4 0-15,1 2 1 0,2 2-1 16,-1 2 1-16,5-1-1 0,-2 0 0 15,4-7-1-15,2 0 0 0,2 0 0 0,0-6 1 16,0 7-1-16,2-4 1 0,4-4 0 16,0-1 0-16,7-2 1 15,1-2-1-15,5-5 0 0,3 2 0 16,-1-3 0-16,0 0 1 0,4 0-1 0,-5-3-1 16,5-3 1-16,-6 0 0 0,-3-2 1 15,-3 1 0-15,-1-2 1 0,-2-3 0 16,-1-5 1-16,-1-4 0 0,-2-3 1 15,-2-4-1-15,-4-4 1 0,0-1 0 16,0-2-1-16,0 0-1 0,0 2 1 0,-4 1-1 16,2 5-1-16,-4 2 0 0,2 8 0 15,-5 4-2-15,7 5 0 0,-2 5-2 16,-2-1-1-16,0 2-2 0,-3 2 0 16,-3 0 2-16,-2 3-1 0,-3 8 2 15,5 2-2-15,1 1-1 0,-1-3-5 16,8 2-12-16,2 3-23 0,2-1-34 15,0 1-79-15,6 0-122 0</inkml:trace>
  <inkml:trace contextRef="#ctx0" brushRef="#br0" timeOffset="53115.99">29080 10701 612 0,'0'0'51'0,"0"0"-11"0,0 0-11 16,0 0-10-16,0 0-5 0,0 0-3 16,0 0-2-16,-80-32-1 0,61 32-4 15,-2 0 0-15,-3 9 0 0,5 3-2 16,-2 3 1-16,3 4-2 0,-1 1 2 15,5 1-3-15,1 0 1 0,5 3-1 0,-2 1-1 16,1 1 1-16,5-1 0 0,2 1 0 16,-2 0 0-16,4-2-2 15,0 0 0-15,0-2 1 0,6-1 0 16,0-3 0-16,5-1 3 0,1-2-3 0,-2-1 0 16,3-4 0-16,-3-2 0 0,5-4 1 15,-1 1 0-15,-1-3 0 0,5-1 0 16,1-1 0-16,1-1 1 0,5-6 0 15,0 0 0-15,-8-2 1 0,1 0-1 16,-1-1 2-16,-7 0 0 0,2-2 0 16,-1-2 0-16,-5-2 0 0,0-1-1 0,-4-3 3 15,2-3 0-15,-2-1 1 16,-2-3 2-16,0-2-2 0,0 0 0 16,-2-1-1-16,-2 1-3 0,2 3-1 0,-2 7 0 15,-2 3-1-15,4 5 0 0,2 7-1 16,-6-5-2-16,1 6 0 0,3 0-2 15,-2-1-2-15,-2 4-3 0,-2 0-4 16,0 5-8-16,-3 6-23 0,5-2-32 16,4 1-95-16,2 9-120 0</inkml:trace>
  <inkml:trace contextRef="#ctx0" brushRef="#br0" timeOffset="53609.73">29593 10686 555 0,'0'0'54'0,"0"0"-7"0,0 0-8 16,0 0-13-16,0 0-8 0,0 0-4 16,0 0-3-16,0 0-2 0,0 0 0 15,-79 7-2-15,63 7-2 0,-7 3-2 16,9 1 0-16,-5 4-2 0,5 1 0 15,1 4-1-15,1 0 0 0,-1 1 0 0,7 2-1 16,-2-3 1-16,4 1 0 0,2-2 0 16,2 0-1-16,0-3 0 0,2-3 1 15,4-2-1-15,6-3 0 16,3-3 0-16,1-1-1 0,3-4 1 0,-3-2 0 16,1-2 1-16,2-1 0 0,-3-2 0 15,9 0-2-15,2-7 4 0,2 0-2 16,-6-1 0-16,1-2 1 0,-3-1 1 15,2-1 1-15,-7 0 1 0,1-3 0 16,-5 0 1-16,-1-2 1 0,-5-1 0 16,0-2 0-16,-2-3 2 0,-2-1 0 15,-2-3 1-15,0-1-2 0,0-3 0 16,-8 4-1-16,-2 0 1 0,1 1-1 16,-5 4 0-16,-3 0-3 0,1 4 1 0,-9 1-2 15,6 5 1-15,-1 1-2 0,3 6 0 16,1 0-1-16,-3 2-1 0,9 3 1 15,-7-2-1-15,5 2-2 0,-1 0-1 16,-1 0-3-16,3 0-3 0,-1 3-7 16,4 4-11-16,-5 1-23 0,1 5-48 0,4-2-130 15,2-4-72-15</inkml:trace>
  <inkml:trace contextRef="#ctx0" brushRef="#br0" timeOffset="59397.18">14420 10361 302 0,'0'0'58'0,"0"0"-6"16,0 0-5-16,0 0-6 0,0 0-10 16,0 0-4-16,0 0-5 0,0 0 0 15,0 0-1-15,21-76-3 0,-21 74-3 16,0 1-3-16,0 0-3 0,0-1-3 15,0 1-2-15,0-1 0 0,0 1-2 16,0-1-2-16,0 1 2 0,0 1-1 16,0 0 2-16,0 0-1 0,0 3 2 0,0 14 0 15,0 5 0-15,0 8-1 0,4 2 0 16,-2 0-1-16,4 4 0 0,-2 2 1 16,3 4-3-16,-5 2 4 0,2 4-4 15,2 2-1-15,-6 5 1 0,2 3-3 16,2 0 3-16,-4 4-2 0,2-2 4 15,0-1-4-15,3-1 4 0,-5-5 0 0,2-3-2 16,2-4 3-16,-4-7-3 16,0-2 0-16,2-4 1 0,-2-3 0 15,0-1 1-15,0 0-1 0,0-1 1 0,0-1 1 16,0-1 2-16,0-7 0 0,0 1 1 16,0-2 1-16,0-4-2 0,0 6 0 15,0-10 1-15,0-4-1 0,0 1 2 16,0-7-2-16,0 0-1 0,0 0-1 15,0 1 0-15,0 0-1 0,0 1 1 0,0-1-2 16,0 1 0-16,0 0-2 0,0-1 0 16,4 1-3-16,-4-2-7 0,0 1-13 15,0-1-23-15,-6-6-34 16,-5-6-64-16,3-8-131 0</inkml:trace>
  <inkml:trace contextRef="#ctx0" brushRef="#br0" timeOffset="62484.82">14451 10329 437 0,'0'0'45'16,"0"0"-7"-16,0 0-5 0,0 0-6 15,0 0-3-15,0 0-3 0,0 0-1 0,0 0-1 16,0 0-3-16,0 0-3 0,-14-22-4 16,14 20-1-16,0 0-3 0,0 2 0 15,0-1 1-15,0 1-2 0,0-2 2 16,0 2 2-16,0-1 2 0,0-4 1 15,0 3 0-15,4-5-1 0,6 3-1 0,-4 1-2 16,3 0-1-16,1 0-3 0,-4-1 1 16,-2 3-1-16,7-2-1 0,-9 1 1 15,2 1-1-15,2 1-2 16,0-1 2-16,-4 1-2 0,5-2 0 0,5 0 1 16,-6 2-1-16,2-1 2 0,5 1-1 15,-1-2 0-15,-3 2 0 0,3-1 0 16,-2 1 1-16,3-2-1 0,-3 1 2 15,2 1 0-15,5-2-1 0,-5 2 0 16,9 0-1-16,-9 0 0 0,7-1 0 0,-9 1 1 16,7-2-1-16,-5 1 1 15,-1 1 1-15,1 0-3 0,5 0 1 0,1 0 1 16,-7 0 0-16,7 0 1 16,1 0-1-16,-1 0 0 0,7-2 0 0,-2 2 0 15,2 0-1-15,-5-1-1 0,9 1 1 16,-2-2-1-16,2 1 0 0,2-1 1 15,0 0-1-15,-2 1 0 0,8-2 1 16,-6 2 0-16,4-2 0 0,3 1 1 16,-5 0-1-16,0-1 0 0,0 2 0 0,-2-1 1 15,0 2 0-15,-4-1 1 0,0 1-2 16,-1 0 1-16,3-2-2 0,-2 1 2 16,0 0-1-16,0-1 0 0,4 0 1 15,0 1-3-15,-2-3 2 0,4 2 1 16,4-1-2-16,-4 0 1 0,5 0 0 15,3-1-1-15,0 3 2 0,1-3 0 16,1 1 0-16,-2-1-1 0,3 1-1 16,-5 0 3-16,2 3-4 0,3 0 2 15,-3-1-1-15,0 1-2 0,1-2 2 0,1 1 1 16,-1-1-1-16,1-1 0 0,-2 0 1 16,3 0-1-16,1 0 1 0,1 0 0 15,-1 0-1-15,1 2 4 0,1-1-4 16,-1 0 1-16,5 1 1 0,-1-1-5 15,-3 1 3-15,3-2 3 0,-2 2-3 0,-3-2 0 16,1 1 0-16,-1 2 0 0,-2-2 0 16,1 2 0-16,-3 0 1 15,3 0-1-15,-5 0 0 0,0 0 1 16,3 0-2-16,1 0 1 0,2 0 1 0,1-3 0 16,1 1 1-16,3 0-1 0,-2-3 0 15,1 2-1-15,3 0 0 0,-5-2 0 16,5 3 1-16,-2-3 0 0,-3 0-1 15,3 2 0-15,-3 0 0 0,3 1 0 16,-2-2 1-16,3 3-1 0,-1-1 0 0,-3-1 0 16,3 1 0-16,-2 1 0 0,1 1 0 15,3 0 0-15,0 0 0 16,-1 0 0-16,3 0 0 0,4 0 0 16,0 0 0-16,0 0 0 0,2 0 0 0,-3 0 0 15,1 1 0-15,0-1 0 0,0 0 0 16,-2 0 0-16,-4 0 0 0,5 0 2 15,1-1-2-15,-2 0 2 0,2-2-1 16,-4 1-1-16,6-1 0 0,-5 0-1 16,3 1 1-16,0-1 1 0,-8 2-1 0,6-2 0 15,-5 2 0-15,1-3-1 0,0 3 2 16,-1-1-1-16,1 2 1 0,2-2 1 16,2 1-2-16,-3 0 0 0,1-2 0 15,4 1 0-15,-2-1 0 0,-2 2 1 16,-3-1-1-16,1 0 1 0,-2 1-1 0,-5-1 0 15,0 1 0-15,-3 0 0 0,1 1 1 16,-4-2-1-16,-3 2 0 16,3 0 1-16,-2 0-1 0,0 0 0 15,-4 0 0-15,3 0-2 0,1 0 3 0,0 0-1 16,-2 0 0-16,2 0 1 0,1 0-1 16,-3 0 1-16,2 0-1 0,-2 0 1 15,2 0-1-15,-4 0-2 0,0 2 2 16,0-1 0-16,3 0 0 0,-3 1 1 15,0-2-1-15,0 1-1 0,-2-1 2 0,2 2-2 16,0-2 2-16,0 2 1 0,0-1-2 16,0 1 1-16,4-1-2 15,1 1 1-15,-3-2-1 0,8 1 2 16,-4-1 0-16,5 2-1 0,-5-1 0 0,2-1-1 16,-1 1 1-16,3 1-1 0,-4 1 2 15,1 1-2-15,-3-1 1 0,-2-1 0 16,4 3 0-16,-2-2 0 0,3 2 0 15,-3-4-1-15,-2 2 1 0,2-2 1 16,-2 1-1-16,3 0 1 0,1-1-1 0,0-1 0 16,1 2 0-16,-1-1 0 15,0 3 0-15,2-3-1 0,1 0 0 16,-3 2 2-16,0-1-1 0,1 1 0 16,-1-2 1-16,2 1-2 0,-2-2 1 0,-3 2-1 15,3-2 1-15,0 0 1 0,0 0-2 16,3 0 2-16,-3 0-2 0,0 0 1 15,1 0 0-15,-1 0 0 0,2 0 0 16,3 0 0-16,-5 0 0 0,4 0-1 16,-3 0 1-16,1 0 0 0,-2 0 0 0,0 0 0 15,3 0 1-15,-3 0-1 0,0 3 0 16,1-1 0-16,1 1-1 0,2 2 0 16,-1 0 1-16,3-2 0 0,3-1 0 15,-3 2 0-15,1-3 0 0,-1-1 0 16,1 2 0-16,-1-2 0 0,1 2 0 0,1-2 1 15,3 0-1-15,-3 0 0 16,3 0 0-16,-5 0 0 0,1 0 0 16,-5 0 0-16,3 1 0 0,-3 1 0 15,-2-1 0-15,1 0 0 0,1-1 1 0,-2 0-1 16,-4 0 0-16,2 0 0 0,3 0 0 16,-1 0-1-16,4 0 1 0,-1 0 0 15,1 0 0-15,-1 0-1 0,3 0 1 16,1 0 0-16,-1 0 0 0,0 2 0 15,1-1 0-15,-1 2 1 0,1-1-2 0,3 0 2 16,-1 1-1-16,2-2-2 0,-3 1 2 16,3-1 0-16,-3 0 0 15,3-1 0-15,-2 0 1 0,1 0-2 16,-1 0 1-16,3-2 0 0,-1-1 0 0,2 0 2 16,1-1-2-16,3 0-1 0,-2 1 0 15,-2 0 0-15,1 2 1 0,3 1 0 16,-4 0 0-16,0 0 0 0,-1 0-1 15,1 0 1-15,0 0-1 0,-1 0 1 16,3 0 1-16,-2 0-2 0,-1 0 1 0,3 0 0 16,2 0 0-16,-4 0-1 15,-1 0 1-15,1 0 0 0,-7 0 0 16,1 0 0-16,-1 0 1 0,1 0-2 16,-5 0 2-16,3 0-1 0,-3 1 0 0,2-1 0 15,-1 2 0-15,-3-1-1 0,2 0 1 16,-6 1 0-16,3-1 0 0,1-1 1 15,-6 0-1-15,4 0 0 0,-2 0 0 16,-2 0-1-16,3-3 2 0,-3 2-1 16,0-3 0-16,-2 0 1 0,-2-1-3 0,2 3 3 15,2-1-1-15,-6 0 0 0,-1 1 1 16,3 2-1-16,-2-1 0 0,-12-1-1 16,3 2 1-16,3-2 0 0,-9 1 1 15,9-1-1-15,-2 1 0 0,3 0 0 16,1-1 0-16,-4 1 0 0,-1 1 0 15,1-2-1-15,0 0 1 0,7 1-1 16,-5-1 1-16,4 2 0 0,-4-1 0 16,3 1 0-16,3 0 0 0,0 0-1 15,0 0 1-15,2 0 0 0,0 0-1 0,0 1 0 16,-2 1 1-16,0-1 1 0,4-1 0 16,-9 2 0-16,7 1-1 0,-6 0-1 15,6-2 1-15,-2 2 0 0,-2-1 0 16,2-2-1-16,-5 2 1 0,3-2 0 15,2 0 0-15,2 0 0 0,-6 1 0 0,1-1 0 16,1 0 0-16,0 0-1 0,2 0 1 16,4 0 0-16,-2 0 1 15,4 0-1-15,0 0-1 0,4-1 1 16,-6 1 0-16,4 0 1 0,-4 0 0 0,0 0-1 16,-4 0 0-16,-8 0 0 0,-1 0-1 15,-3 0 1-15,-3 0 0 0,3 0 0 16,-3 0 0-16,3 0 0 0,-3 0 0 15,0 0 0-15,3 0 0 0,-3 0 1 16,1 0-2-16,3 0 1 0,-7 0 0 0,3 0 0 16,-6 0 0-16,7 0 1 0,-11 0-2 15,4 0 2-15,0 0-1 16,-6 0-1-16,0 0 1 0,0 0 0 16,2 0 0-16,-2 0 0 0,4 0 1 0,-4 0-2 15,0 0 1-15,2 0-1 0,2 0 2 16,-4 0-1-16,3 0 2 0,-3 0-2 15,4 0 0-15,-4 0 0 0,2 0-1 16,-2 0 0-16,6 1 1 0,-2 2-1 16,2 4 0-16,0 0 1 0,-3-1-1 0,-1 1 2 15,2 3-2-15,-2 5 1 0,2-5-1 16,-4 9 0-16,0 0 1 0,0 2 0 16,0-1 0-16,0 0 0 0,0 0-3 15,0-1 3-15,0 7-1 0,0-3 1 16,0 0 2-16,0-2-2 0,2 2-1 15,2-2 0-15,-4 1 2 0,2 0 4 0,2 1-3 16,-2 0 3-16,-2 1-4 16,5 2-2-16,-5 0 2 0,2 1-1 15,2 2-1-15,-2 1 0 0,2 1 1 0,-2 1 0 16,0-1 1-16,4 1-2 0,-2 2 2 16,-2-3-1-16,3 1 0 0,1 0 0 15,-4-2 1-15,4-1-1 0,-2-1 0 16,2-4-1-16,-4 0 1 0,1-1 0 15,1 0 1-15,-2 0 4 0,2 1-4 0,-2-1 3 16,-2 1-3-16,4-3 0 0,-4-4-1 16,2 0 0-16,-2-7 0 15,0 2 0-15,4 2 0 0,-4-3 2 16,0 0-2-16,0-6 1 0,2 1 0 0,-2-6-2 16,0 0 2-16,0 0 0 0,0 2 0 15,0-1 0-15,0 1 0 0,0-1 0 16,0 1 0-16,0-1 1 0,0 1-1 15,0 0-1-15,0-1 0 0,0 1 0 16,0-1-1-16,0 0-2 0,0 1-4 0,0-1-14 16,0-1-23-16,0 2-94 15,0-2-177-15,0 0-21 0</inkml:trace>
  <inkml:trace contextRef="#ctx0" brushRef="#br0" timeOffset="65703.78">14534 11732 267 0,'0'0'45'16,"0"0"-5"-16,0 0 2 15,0 0-2-15,0 0 2 0,0 0-4 16,0 0-1-16,0 0-1 0,0 0 2 0,0 0-3 16,-43 3-1-16,43-3-5 0,-5 0-5 15,5 1-4-15,-2-1-3 0,2 0-1 16,-2 2-3-16,2-2-3 0,0 0-1 15,0 0-3-15,-4 1-1 0,4-1-2 16,0 0-2-16,0 0 1 0,0 0 0 0,0 2 1 16,0 0 1-16,4-1-2 0,5 1 0 15,3 0-1-15,0 0 2 16,7-1-1-16,-3 2 1 0,3-1-1 16,0 0-1-16,-1-2 1 0,3 1 0 0,6 1 1 15,-2-1 1-15,-1 1-1 0,5 1 0 16,0-2-2-16,0 2 2 0,2-1-2 15,0-1 0-15,4 3 0 0,5-3-1 16,-1 2 0-16,2-2 2 0,-1 2-2 16,-1-1 1-16,0-1-1 0,0 1-1 0,1 1 2 15,-1-1 1-15,0 0 0 0,5 0 0 16,-5-1 0-16,2 1 0 0,-1 0 0 16,3-2 0-16,0 1 0 0,-1-1-2 15,-3 0 1-15,4 0 0 0,-3 0-1 16,1 0 3-16,-2 0-1 0,3 0-2 0,-1 0 0 15,2 0 0-15,-1 0 1 16,-3 2 1-16,6-1-2 0,-1-1 1 16,-5 2-1-16,2-2-1 0,3 1 1 15,-1-1-2-15,-1 2 2 0,3-2 2 0,1 0-1 16,3 0 2-16,3 0 0 0,-5 0-2 16,5 0 1-16,0-2 0 0,-1 1 0 15,1-1 2-15,-4 1-2 0,7-1 0 16,-7 1-1-16,4 1-3 0,-3 0 3 15,-1 0 0-15,4 0-1 0,-3-2 1 0,3 2-1 16,-5-2-2-16,5 2 2 0,-2 0 0 16,1 0 0-16,1 0 0 0,4 0 1 15,2 0-1-15,0 0 0 16,4 0 3-16,0 2-2 0,0-2-2 0,2 2 3 16,-4-1 0-16,0-1-1 0,2 0 3 15,-4 0-2-15,1 0 0 0,-1 0 0 16,2 2 0-16,-2-1-1 0,0 1 1 15,-4-1-1-15,2-1-1 0,1 2-1 16,-3-2-1-16,2 0 2 0,0 1 0 0,2 1 1 16,0-1 0-16,4-1-1 0,-7 2-1 15,3-2 2-15,0 1-1 16,0 1 1-16,4 0-1 0,-6-1 2 16,6 1-1-16,-2-1 0 0,4-1 2 0,0 0-4 15,0 1-1-15,-2-1 2 0,2 2 0 16,-2-1 1-16,0 1-1 0,2-1 0 15,-2-1 1-15,0 0-1 0,0 2 3 16,2 0-2-16,-4-1-3 0,0 1 3 16,2 1-3-16,-2-2 2 0,4-1 0 0,-4 1 1 15,2-1 1-15,-4 0-1 0,-2 2-1 16,2 0 0-16,0 1-3 0,-7-2 3 16,7 1 0-16,-2-2 0 0,-2 0 3 15,4 0-3-15,-4 0 1 0,3 0-1 16,1 0-1-16,2 0 1 0,-2 0 1 15,-2 0-1-15,4 0 1 0,-2 0-2 16,-5 0 2-16,3 0-1 0,-2 0 1 16,-2 0 1-16,-1 0-4 0,-1 0 2 15,2 0 0-15,-5 0 0 0,3 0 0 0,-3 0 3 16,3 0 0-16,-2 0-1 0,1 2-2 16,-1 0 0-16,1 0-1 0,-1-2 1 15,4 0 2-15,1 0-1 0,3 0-1 16,2 0 0-16,0 0-2 0,0 0 2 15,2 0 1-15,-2 0-4 0,1 0 4 0,-1 0-4 16,0 0 7-16,0 0-2 16,0 0-2-16,-4 0 2 0,2 0-5 15,-3 0 4-15,-1 0-1 0,2 0 0 16,-3 1 0-16,5 1 0 0,-4-1-1 0,0 1 1 16,-5-1 0-16,5 1 0 0,-1-2 1 15,-1 2-1-15,4-1 0 0,0 1 0 16,1-2 1-16,-1 1-1 0,4-1-1 15,0 0 1-15,0 0 0 0,0 0 0 16,2 0 3-16,-3 0-3 0,1 0 0 0,0 0 1 16,0-1-2-16,0-1 1 15,0 1 1-15,-2-1-1 0,2 2 0 16,-1 0 1-16,5 0-1 0,-8 0 0 16,6 0 0-16,-2 0 0 0,0 0-1 0,4 0 1 15,-2 0 0-15,-2 0 0 0,6 0 0 16,-4 0 0-16,0 0-2 0,2 0 2 15,-2 0 0-15,-2 0 0 0,-1 0 1 16,-3 0 0-16,2 2-2 0,-4-2 1 16,-1 0 0-16,1 1 0 0,-4-1 2 0,1 0-2 15,-3 0-1-15,1 2 1 0,-1-1-1 16,3-1 1-16,-3 1-1 0,1-1 1 16,3 0 0-16,-3 0-1 0,5 0 2 15,0 0-2-15,-1 0 2 0,3 0-1 16,-2 0 0-16,4-1 0 0,-3 0-1 0,-1-1 1 15,0 2 0-15,-3-1 0 16,-1-1-1-16,-3 0-3 0,1 1 4 16,-3 1-3-16,3 0 3 0,-1 0 4 15,1 0-5-15,1 0 5 0,3 0-5 0,2 0-2 16,-1 0 4-16,3 0-1 0,0 0-1 16,2 0 3-16,-3 0-4 0,5 0 1 15,-2 0-1-15,0 0 2 0,0 0 0 16,2 1 0-16,-1 1 3 0,1 0-3 15,-2-2 0-15,0 1-1 0,-2-1-1 0,1 0 1 16,-3 2 1-16,2-2 0 0,-2 1 0 16,-1-1 0-16,1 1 0 0,0 1 0 15,1-1 0-15,3-1 0 16,-2 2 0-16,-2-2 0 0,3 0 1 0,-7 0-1 16,2 0-1-16,-3 0 1 0,-1 0-4 15,-3 0 4-15,-2 0 0 0,3 0 0 16,-3 0 1-16,-2 0 0 0,1 0-1 15,-3-2 0-15,0 1-1 0,-2-1 1 16,-2 0-1-16,2 0 1 0,-2-1 0 0,-4 0-1 16,2 0 0-16,-6 0 1 15,2 1-1-15,-2 0-2 0,0 0 2 16,-11 0 0-16,5 1 0 0,-1-1 0 16,-7 1 1-16,7-1 0 0,-5 0-1 0,-5 1 1 15,4 1-2-15,-5 0-2 0,5-1 4 16,-6-1 0-16,-2 1 1 0,3 1-1 15,-3-2 0-15,0 1 1 0,2-1 0 16,0 2-1-16,-4-2 2 0,4 1-3 16,-1-1 1-16,1 1-1 0,-6 1 1 0,0-2 1 15,2 2-1-15,4-1 2 0,0 0-2 16,3-1 0-16,-3 1-1 0,-2-1 1 16,4 0 0-16,-2 2 1 0,1-1 0 15,1-1-1-15,-2 2-1 0,6-3-1 16,1 2 1-16,-3-1 2 0,1-1-2 0,-1 2 3 15,-2-1-2-15,2-1 0 16,1 1 0-16,-7 1 0 0,4-1 0 16,-2 1 1-16,5 0-1 0,1-2 0 15,-10 1 0-15,11 0-1 0,-7 1 1 0,0-1-1 16,2 1 1-16,-2-1-1 0,-1 1 1 16,5-2 3-16,-6 2-3 0,2-1-1 15,0-3 1-15,1 4-1 0,-5-1 1 16,4 1 2-16,-2-2-3 0,-2 1 1 15,4-1 0-15,1-2-1 0,-1 2 2 0,0-1-1 16,0-2-1-16,-4 3 1 0,4-2 0 16,-1 2 0-16,1-4 0 15,-2 1-1-15,2-2 1 0,-2 0-3 16,2-1 1-16,-3 0-1 0,-3-3 1 0,0 0 1 16,0-2 0-16,0-5 0 0,0 0 0 15,0 1 2-15,-3-2-1 0,3 2 3 16,0 6-3-16,0-8 0 0,0 2-1 15,0 7-2-15,0-7 2 0,0 8 1 16,3-1-3-16,1-5 1 0,-2 4 1 0,4-3 0 16,-2 6 0-16,-2-1 2 0,-2 1-2 15,4-2 2-15,-2 0 0 0,2 1 0 16,-4 1 0-16,3-4-1 16,-1 3 0-16,2-2-3 0,-2 1 4 0,2-1-1 15,-2-5 1-15,-2 7 1 0,6-7-1 16,-6 8-5-16,4 4 4 0,-4-6-5 15,2 7 5-15,-2 0 0 0,0-1 1 16,0 5-1-16,0-2 0 0,0 2 1 16,5-1-1-16,-5-1 1 0,0 1 0 0,0 0 0 15,0-1 0-15,0 1 0 0,0-1-2 16,2 0 0-16,-2 2-1 0,4 0-1 16,-4 0 3-16,6 9 4 0,-4 7-4 15,4 3 4-15,-4-2-4 0,2-1-2 16,-2-3 1-16,-2 1-1 0,5-1-2 0,-5 1-10 15,0 10-14-15,-5-1-48 16,-3 6-221-16,-6-6-37 0</inkml:trace>
  <inkml:trace contextRef="#ctx0" brushRef="#br1" timeOffset="81580.38">17537 10361 5 0,'0'0'13'16,"0"0"0"-16,0 0-2 0,0 0 0 16,0 0-1-16,0 0 2 0,0 0 4 15,0 0 0-15,0 0 2 0,-12-15 0 0,12 13 1 16,0 1-1-16,0 0 1 0,-2-1-2 16,2 0-1-16,0 1-1 0,0-1-2 15,0 1-4-15,0-1 0 0,0 0-3 16,0 1-3-16,0 0-1 0,0-1 0 15,0 1 0-15,0-1-1 0,0 1 2 0,0-1 1 16,0 1 1-16,0-1 2 0,0 0 2 16,0 1 3-16,0-1 0 15,0 1 5-15,0 0-1 0,0-6 1 16,0 1-5-16,0 1 1 0,0 0-4 0,0 5-1 16,0-2-3-16,0 2-1 0,0-2-1 15,2 1-2-15,-2 0 0 0,0-1 0 16,0 1 1-16,0 1 0 0,0-2 3 15,0 2-1-15,0-1 2 0,0 1 2 16,0-2-1-16,0 2 1 0,0 0-3 0,0 0-1 16,0 0 3-16,0 0-2 0,0 0 1 15,0 5 0-15,2 5-5 0,-2 1 0 16,4 1-1-16,-2-1-1 16,2 1-2-16,-1-2 1 0,-3 1-4 0,4-1 3 15,-4-5 0-15,2 1 0 0,-2-6 1 16,0 5 1-16,0-1 0 0,0 1 0 15,0 1 2-15,0-6-1 0,0 0 1 16,0 0 0-16,0 1 1 0,4 1-1 16,-4-1 2-16,0 1 0 0,0 0 0 0,0-1 2 15,0 1-1-15,0-1 0 0,0-1 3 16,0 2-1-16,0-2 6 0,0 1 3 16,0-1 4-16,0 1 1 0,0-1-3 15,0 0-3-15,0 2-5 0,0-2-4 16,0 0-3-16,0 0 0 0,0 0-2 15,0 0-2-15,0 0 0 0,-4-2 0 16,-2-2 0-16,3 1-1 0,-1-5 2 16,2 5 1-16,-4-4 0 0,0-1 1 15,0 1 1-15,-1-1-1 0,1-1 1 0,4 1 1 16,-4 1 0-16,2-3-3 0,2 6 3 16,-2-3 0-16,2 2-1 0,2 1 0 15,-2-1 1-15,2 5-3 0,0-5 3 16,-5 1-1-16,5 0 1 0,-2 0-1 15,2 4-1-15,0-1-1 0,0 1-1 0,0-2-2 16,-4 2-1-16,4-2 0 0,0 2-2 16,0-1 0-16,0 1 1 15,0-1 1-15,0 1 0 0,0-2-2 16,-2 2-2-16,2-1-4 0,0 1-8 0,0 0-4 16,0 0-7-16,0-2-6 0,0 2-10 15,2-3-4-15,2 2-8 0,7-4-1 16,-1 2 12-16,-8 1 11 0,4 1 18 15,-6 1 13-15,0-1 10 0,0 1 5 16,0 0 5-16,4 0 8 0,-2 0 5 0,-2 0 3 16,5 0 3-16,-5 0 2 0,2 0 0 15,-2 0 5-15,4 0-2 16,-4 0 0-16,2 0-2 0,-2 0-4 16,0 0-3-16,4 0-2 0,-2 0-7 0,-2 0-4 15,0 0-7-15,2 0-2 0,-2 0-4 16,0 0-2-16,0 0 0 0,0 0-1 15,4 0 1-15,-4 1 0 0,0 5-1 16,0 0 1-16,0 0-1 0,0 5-1 16,0-5 1-16,0-2 1 0,0 3-1 0,0-7 2 15,0 0-2-15,0 4 0 0,0 2 0 16,-4-1 0-16,4 1 0 0,0-6-3 16,0 0 1-16,0 0 0 0,0 1 0 15,0 0 0-15,-2 1 0 0,2 0 0 16,0-1 0-16,0 1 1 0,0-1 1 0,0 1 0 15,-2 0 0-15,2-1 0 16,0 0 1-16,0 1-2 0,0-1 2 16,-4 1-1-16,4-1 1 0,0 1 0 15,0 0-1-15,0 4 2 0,0-2-2 0,-2 7 1 16,2-2-1-16,-4 1-1 0,4 1-2 16,0 0 1-16,0-1-4 0,0 0-5 15,0 0-4-15,0 1-9 0,0-2-5 16,4 1-6-16,-4 1-1 0,2 1-2 15,-2 0 9-15,0 2 4 0,4-2 6 0,-4 2 7 16,0-2 0-16,0 1 6 16,0 0 3-16,0-1 3 0,0 0 3 0,0-6 1 15,0 5 1-15,0-5 2 16,0 0 1-16,0 0 1 0,0-6 0 0,0 5 0 16,0 0 2-16,0 2 1 0,0-1 2 15,0-6-2-15,0 0-1 0,0 0-3 16,0 1-2-16,0 7-3 0,0-2 1 15,0 0-1-15,0 6-3 0,0-6 0 16,0 5-2-16,0 1-2 0,2-1 2 0,-2-1-1 16,0-5-4-16,2 5 2 0,-2-4-4 15,0-1 0-15,4 6 0 16,-4-7 3-16,2 1 0 0,2 5 3 16,-4-5 2-16,3-1 2 0,-3 6-1 0,4-6 1 15,-4 0 0-15,2 1 1 0,-2-5 4 16,0 5 1-16,0 1 1 0,0 0 1 15,0 4-1-15,0-3 0 0,0-3 0 16,0 7 0-16,0-5-2 0,0 0 0 16,0 5-2-16,0-6-1 0,0 0 0 0,0 6-3 15,0-5-1-15,4 3-3 0,-2 2-2 16,2-2-3-16,-2 0-1 0,-2 2-6 16,4-1-1-16,-4 2 0 0,2 1-3 15,-2 0 0-15,0 7 1 0,0-8 0 16,0 6 4-16,-2-1 1 0,-2-7 10 15,-2 7 2-15,6-6 3 0,-2-7 0 16,-2 7 0-16,4-5-1 0,0-1 3 16,0 5-1-16,0-4 0 0,0-1 1 15,0 5-1-15,0-5-1 0,0 6 3 0,0-2-2 16,0 2 0-16,0-1 3 0,0 1-1 16,0-1 3-16,0-4 2 0,0 7 1 15,0-6 0-15,0 5-1 0,0 2-1 16,0-4-1-16,0 3-2 0,0-4 0 15,0 1-2-15,4 1 0 0,-4 0 0 0,2-1-1 16,2 7 0-16,-2-6 1 16,2 7-2-16,-2-2 2 0,2 1-2 0,-1 6 1 15,1-3-1-15,-4 1 1 16,2-6 2-16,0 1-3 0,-2-4 0 0,4-2 1 16,-2 2 4-16,2-1 3 0,-4 1 1 15,2-3 0-15,2 2-2 0,-2-7-2 16,-2 5 0-16,5-4-2 0,-5 0 0 15,2 4-1-15,2-5 1 0,-4 7-2 16,2-2 0-16,-2-5 0 0,4 3 3 0,-4-3-2 16,0 2 4-16,0 0 2 0,2 0 5 15,-2-1 0-15,0 1 2 16,0 0 0-16,0 0-3 0,0-6-1 16,0 0-3-16,0 5 0 0,0 1-4 0,0-2 0 15,0 3-4-15,0-7-1 0,0 0 0 16,0 0-1-16,0 1-3 0,0 0-4 15,0 1-7-15,0-1-16 0,0 1-31 16,0-1-111-16,0 1-84 0</inkml:trace>
  <inkml:trace contextRef="#ctx0" brushRef="#br1" timeOffset="82532.85">14848 12020 452 0,'0'0'52'0,"0"0"-8"16,0 0-6-16,0 0-6 0,0 0-4 15,0 0-3-15,0 0-5 0,0 0-1 16,0 0-3-16,0 0-5 0,13-26-1 16,-13 25-3-16,0-1-2 0,0 2-1 15,0-1-1-15,0 1 1 0,0 0-2 0,0 0 0 16,-9 0-1-16,-7 1-1 0,-1 7 0 16,-6 1-1-16,3 3 0 0,-5 0-1 15,0 2-1-15,-2-2 1 0,0 2 0 16,1 0 2-16,-5-2 0 0,6 0 0 15,8-5 0-15,1-1 1 0,3-1 0 0,7-4 0 16,4 3 1-16,2-4 0 16,-2 0 0-16,2 0-1 0,0 1 0 0,-4-1-2 15,2 2 0-15,2-2 0 16,0 1-1-16,0-1 2 0,0 6 0 0,0 3 1 16,0 2-2-16,10 4 2 0,0-2-2 15,5 1 2-15,1 0-2 0,-1 0 1 16,6 1 0-16,-3 0-1 0,3 0 0 15,-3-1 2-15,1 1-2 0,0-1 0 16,-5-3 1-16,-1-3-1 0,-5 0 0 0,2-3 1 16,-8-4 0-16,4 4-1 0,-1-2 0 15,-3-2-2-15,0 2 0 16,-2-3 0-16,0 0-1 0,0 0 0 0,0 2-9 16,4-2-12-16,-4 0-22 0,0 1-23 15,0-1-70-15,0 0-121 0</inkml:trace>
  <inkml:trace contextRef="#ctx0" brushRef="#br1" timeOffset="83016.28">14693 12216 559 0,'0'0'56'0,"0"0"-7"0,0 0-14 15,0 0-10-15,0 0-10 16,0 0-5-16,0 0-2 0,0 0-4 16,0 0-1-16,0 0 0 0,-8-12 1 15,16 12-1-15,11 0 2 0,1 4-3 0,5 1 0 16,0-2 0-16,6 0-2 0,-2-3 1 16,2 0-1-16,6 0 0 0,-4 0 0 15,2 0 1-15,5 0 4 0,-3-1-5 16,0-1 0-16,2 1 0 0,-4-1-3 15,-1 0 3-15,3 2 1 0,-4 0-1 0,0 0 0 16,-2 0 0-16,0 0-4 16,-4 0 3-16,0 0 2 0,-9 2-1 15,-3 1 1-15,-3-1 1 0,1-2-2 16,-1 1 0-16,-6-1 1 0,7 2-1 0,-5-2 2 16,2 0-2-16,5 0 1 0,-13 0-1 15,10 0 1-15,-8 0-1 0,2 0-1 16,1 0 2-16,-7 0-1 0,0 0 1 15,0 0 3-15,0 0-4 0,2 0 0 16,-2 0 0-16,0 0-1 0,4 0 1 0,-4 0 0 16,2 0-1-16,0 0-2 0,-2 0-7 15,0 0-6-15,0 0-32 16,0 0-58-16,0 0-173 0,0 0-15 16</inkml:trace>
  <inkml:trace contextRef="#ctx0" brushRef="#br1" timeOffset="83612.3">15983 12104 509 0,'0'0'52'16,"0"0"-4"-16,0 0-8 0,0 0-9 15,0 0-10-15,0 0-6 0,0 0-5 16,0 0-4-16,0 0-1 0,-81-49-3 15,69 49 1-15,-5 2-2 0,3 3 0 0,2 4 0 16,-3 1 0-16,3 2 0 0,-1-3-1 16,7 3 0-16,0 2-1 15,0 1 0-15,-1 5 0 0,1-2 2 16,0-3-3-16,6 2 1 0,0 1-1 0,0-4-2 16,0 6 2-16,0 0 1 0,0-8-1 15,0 6 0-15,4-3 0 0,-2-6 1 16,4 3-2-16,1-4 1 0,-1-4 1 15,4 1 1-15,-2-4 0 0,5 1 2 16,1-2-2-16,5-3 1 0,0-5 0 0,-1-2 1 16,-3-3-1-16,-1 1 0 0,-2-1 3 15,-1 2 1-15,-3-3 2 16,-2-1 1-16,-4 4 3 0,-2-8 1 16,0-1 2-16,0 1-1 0,-4-8-1 0,-6 5-3 15,2 2-2-15,-5 0-2 0,3 8-1 16,2 0-1-16,1 4-1 0,-1 4-3 15,-2-2-3-15,2 6-3 0,-5 0-5 16,5 1-8-16,-9 10-19 0,9-2-31 16,4-3-80-16,4 5-136 0</inkml:trace>
  <inkml:trace contextRef="#ctx0" brushRef="#br1" timeOffset="83915.99">16124 11984 679 0,'0'0'44'0,"0"0"-11"0,0 0-9 16,0 0-7-16,0 0-7 0,0 0-5 16,0 0-3-16,0 0-2 0,0 0 1 15,-19-2 0-15,17 27 0 0,-2 9-1 16,2 9 1-16,2 4-1 0,0 6 2 15,2 2-3-15,2-1 1 0,0 1-1 0,2-2 1 16,0 0 2-16,-1-1-2 0,-3-4 1 16,-2-4-4-16,0-4 0 15,4-5-1-15,-4-6-1 0,0-8-2 16,0-1-5-16,0-8-2 0,0-6-15 0,0 2-22 16,0-8-61-16,0 0-168 0,0 0-2 15</inkml:trace>
  <inkml:trace contextRef="#ctx0" brushRef="#br1" timeOffset="84180.75">16086 12175 654 0,'0'0'59'0,"0"0"-16"0,0 0-14 0,0 0-7 15,0 0-8-15,0 0-5 0,0 0-6 16,0 0-2-16,0 0-2 0,-2-42-1 15,15 40-1-15,1 2 1 0,7 6-3 16,-9 1-1-16,1 3 0 0,-5 2 0 16,-4-3 2-16,2 5 2 0,-6 0 1 0,0-1 1 15,-4 2 0-15,-2-3 0 0,-7-2 0 16,9-3 1-16,-8 1-1 0,6-3-1 16,-5 0-3-16,5 0-12 0,0-3-24 15,4 0-43-15,2-2-140 0,0 0-70 16</inkml:trace>
  <inkml:trace contextRef="#ctx0" brushRef="#br1" timeOffset="84720.11">16332 12189 561 0,'0'0'60'0,"0"0"-7"0,0 0-12 0,0 0-11 16,0 0-6-16,0 0-6 16,0 0-2-16,0 0-5 0,0 0-4 15,0 0-3-15,-8-34-2 0,2 34-2 16,-4 5-1-16,-3 10 1 0,3 6-1 0,-1 5 1 16,5 2-2-16,6-1 2 0,0 0-4 15,0-3 3-15,0 1-2 0,4-4 1 16,3-3-2-16,-1-4 0 0,0-4 1 15,-2-2-1-15,6-5 1 0,3 2 0 16,-1-5-3-16,9 0-1 0,-2-2 0 0,3-7-2 16,1-3 2-16,0-2 3 0,-5-1 0 15,-1-2 4-15,-3-1 2 16,-1-2 1-16,-5 0 4 0,-4 0-1 16,2 4 2-16,-4 5 1 0,3 7 2 0,-5-2-1 15,0 0-1-15,0 0-3 0,0 1-4 16,0 5-3-16,0 0-3 0,-7 5 2 15,-3 7 0-15,2 5 1 0,-3 1 1 16,5-4-2-16,4 2 0 0,2-5 0 16,-2 0-1-16,2 1 0 0,0-6-1 0,0 3 1 15,0-5 3-15,0-1-2 0,0 2 4 16,4-5-2-16,9 0-2 0,-1-2 2 16,7-4 0-16,-5-3 0 0,-4 2 4 15,-1-4-4-15,1 0 1 0,-2-2 0 16,-1 1-1-16,-1-4 1 0,-4 7 0 15,-2-3-3-15,0 0-4 0,0 6-8 16,0 1-18-16,0 5-24 0,-13 0-32 16,-1 3-66-16,-5 5-113 0</inkml:trace>
  <inkml:trace contextRef="#ctx0" brushRef="#br1" timeOffset="85484.45">16862 12168 640 0,'0'0'56'15,"0"0"-11"-15,0 0-17 0,0 0-11 16,0 0-7-16,0 0-5 0,0 0-3 15,0 0-2-15,0 0-1 0,-89-31-1 16,70 46-1-16,0 5 2 0,3 4 1 0,-1 2-1 16,3-2 1-16,1 1 0 0,5-4-2 15,2-6 1-15,2-6-2 16,2 0 0-16,2-2 2 0,0-2-2 16,0 1 1-16,0-2 0 0,0 0 0 0,0-1 2 15,6 2-1-15,4-5 2 0,7 0-1 16,1-4 0-16,-3-3 1 0,-1-4-3 15,-1 1 1-15,-1-2 1 0,1-3 0 16,-1-2 1-16,-4-5 4 0,3 0-2 16,-5-4 3-16,-2-1-1 0,0 1-1 0,-4-3 1 15,0 2 2-15,0-1-1 0,0 3 3 16,0 6-5-16,0 3 2 0,0 5 1 16,-4 6-1-16,4 1-2 0,0 4-2 15,0-2-1-15,0 2-2 0,-4 0-1 16,-7 5 2-16,3 7 0 0,-4 6-3 15,6 4 3-15,-1-1-1 0,5 1 1 16,-2 3 1-16,4-1-2 0,0 1-1 16,0-2 1-16,0 1-2 0,4-2 1 15,0-2-1-15,3-2 0 0,3-3 0 0,-4-4-1 16,2 0-1-16,3-4-1 0,-3-2 0 16,4 1-1-16,3-4 1 0,2-2 1 15,3 0-1-15,-1-7 0 0,-5-2 1 16,1-2 1-16,1-2 2 0,-1-2 2 15,-3-2 1-15,1-1 1 0,-5-1 3 0,-2 0-1 16,-2 4 4-16,-2-2-2 0,-2 5 1 16,0 0-1-16,0 0 1 15,0 5-2-15,0-1 0 0,-2 3-4 16,-2 0-1-16,2 2-1 0,-2 3-1 0,-4 2 1 16,1 2 0-16,-5 7 3 0,6 1 0 15,0-3-2-15,3 6 1 0,-1-4 0 16,2 1 0-16,2 2 0 0,0-1 0 15,0 1-2-15,0-2-2 0,0 2-2 16,0-2-4-16,0 0-3 0,0 0-12 0,6 5-10 16,5-2-26-16,5 3-19 0,3-2-77 15,2-3-115-15</inkml:trace>
  <inkml:trace contextRef="#ctx0" brushRef="#br1" timeOffset="85844.74">17161 12181 550 0,'0'0'56'0,"0"0"-12"16,0 0-13-16,0 0-13 16,0 0-9-16,0 0-4 0,0 0-1 15,0 0 0-15,0 0 1 0,0 0-3 0,13 0 2 16,1 2-2-16,-1-1 0 0,5 1-2 16,1-2 0-16,-5 0-1 0,5 1 1 15,-7-1 0-15,-1 2-1 0,1-1 0 16,0 0-2-16,-1 1-1 0,-5-2-1 15,2 3-4-15,-2-1-6 0,-4-1-10 0,5 1-15 16,-7-2-24-16,4 2-36 16,-2 0-69-16,2 1-73 0</inkml:trace>
  <inkml:trace contextRef="#ctx0" brushRef="#br1" timeOffset="86424.56">17267 12047 556 0,'0'0'56'0,"0"0"-15"16,0 0-11-16,0 0-14 0,0 0-5 15,0 0-2-15,0 0 0 16,0 0 0-16,0 0-1 0,0 0-1 16,51-1-3-16,-32 10 1 0,0 0-3 0,-1 3 0 15,-1-1-1-15,-1 1 0 0,-1-3-1 16,-3-1-1-16,0-1 0 0,-3 1 0 15,1-3 1-15,-4-1 1 0,-4-1-1 16,-2-3 2-16,0 0 0 0,0 0-1 16,5 0 2-16,-5 1 1 0,2-1 0 0,-2 0-1 15,2 2 0-15,-2-2-3 0,4 0 0 16,-4 0-2-16,0 0 0 0,0 0 1 16,0 0 0-16,0 2 1 0,0 1 0 15,-6-2 0-15,-1 2 0 0,1 2 0 16,0-4 1-16,4 1 0 0,-2 1 2 15,4-3 3-15,-2 0-2 0,2 0 1 0,0 0 1 16,-4 2-1-16,4-2-1 16,-3 0-2-16,3 0-1 0,-4 0-1 15,4 0 0-15,-2 0-1 0,2-2 0 0,-4 0 1 16,4 1-1-16,-2 1 0 0,0-2 0 16,2 2-2-16,0-1 0 0,-4 1 1 15,4 0-1-15,-2 0 1 0,-4 4 1 16,-5 10 0-16,3 7-1 0,-2 3 2 15,-1 4-2-15,-5 4 1 0,3 3 0 0,-3 2 1 16,-1 3 0-16,-1 1 2 0,3 0 2 16,3-3-3-16,-1-5 4 15,5-5-6-15,2-8 2 0,2-10 0 16,4-5-2-16,0-5 2 0,0 0-1 0,0 0 0 16,0 1-1-16,0 1 1 0,0-1-3 15,0 0-3-15,0-1-12 0,0 2-34 16,0-2-109-16,0 0-131 0</inkml:trace>
  <inkml:trace contextRef="#ctx0" brushRef="#br1" timeOffset="88219.97">14927 13019 321 0,'0'0'71'15,"0"0"-12"-15,0 0-12 16,0 0-3-16,0 0-3 0,0 0-2 16,0 0-1-16,0 0-10 0,0 0-5 15,0 0-5-15,4-23-4 0,-4 22 0 0,0 1-2 16,0-2-2-16,0 2-2 0,0-2 0 16,0 2-3-16,0-1 2 0,0 1 1 15,0 0 2-15,-6-1 1 0,-1-1-1 16,-1-2 0-16,-2-6-2 0,4 5-1 15,-1-9 1-15,1-1-5 0,4 4 3 0,2-9-3 16,0 2 0-16,0-2 0 0,6-3-2 16,1 2-1-16,5 4 0 15,-4 2-1-15,0 5 0 0,5 2-1 16,-7 5 0-16,6 3-1 0,3 0 0 0,4 6 0 16,-3 9-1-16,-1 6 2 0,-7 5-2 15,-2 5 2-15,-2 1-2 0,-4 1 1 16,0 2 1-16,-6-2 0 0,-4-1 1 15,-1-3 1-15,-1-3-1 0,-5-3 2 16,1-4-1-16,-3-3 0 0,3-4 0 0,-1-3-1 16,5-3 1-16,-5 0 1 0,9-3-1 15,-4-2 2-15,-1 1-1 16,7-2-1-16,-2 0 1 0,1 0 1 16,-1 0 0-16,-4-5 0 0,6-1 0 0,-5 0 0 15,9-3 0-15,-4 1 0 0,6 4-1 16,0-7-1-16,0 5-1 0,0-5 1 15,0-2 0-15,2 6 0 0,8-4-1 16,3 6 0-16,-1 2 0 0,5 2-2 16,1 1 3-16,3 0-1 0,8 4 1 0,-6 2 0 15,-1 4-2-15,1-1 0 0,-4 1-1 16,-1 2 1-16,-5-3 0 0,-5 1 2 16,2 0-1-16,-3-2 2 0,1 1-2 15,-2-3 1-15,0-2 3 0,3 3-5 16,1-4 5-16,-2 0-5 0,-4-2-9 0,5 0-3 15,-3 1-10-15,-4-2-14 16,8 3-12-16,-2 2-23 0,3-1-45 16,-1 2-128-16,-6-2-17 0</inkml:trace>
  <inkml:trace contextRef="#ctx0" brushRef="#br1" timeOffset="88816.05">15534 12983 643 0,'0'0'53'16,"0"0"-14"-16,0 0-15 0,0 0-7 15,0 0-3-15,-8-84-4 0,-2 72-2 16,4 6-5-16,-7 4-1 0,-1 1-1 0,-1 1-1 15,-7 8-1-15,5 3 1 0,-2 6-2 16,3 3 2-16,6 1 0 16,-7 0-1-16,9 2 1 0,-3 0 0 15,9 0-1-15,-4-8 1 0,4 2-2 0,2-5 0 16,0-1 0-16,0 4-1 0,2-7-1 16,4 5 1-16,3-2-6 0,-3-5-1 15,6 3-11-15,-1-3-19 0,-3-2-24 16,6 2-56-16,-3-1-150 0,1 2 11 15</inkml:trace>
  <inkml:trace contextRef="#ctx0" brushRef="#br1" timeOffset="89193.89">15741 13060 647 0,'0'0'50'0,"0"0"-12"0,0 0-14 0,0 0-8 16,0 0-6-16,0 0-2 0,0 0-5 15,-91-9-1-15,79 21-1 16,-1 2 0-16,1 1-2 0,6-4 0 16,0 2-1-16,6-4 1 0,0 3 0 0,0 4 0 15,0-6 5-15,4 4-5 0,4-4 4 16,2-5-3-16,5 1-1 0,3-6-1 15,1 0 0-15,4-1 0 0,-1-7-7 16,-5-1 6-16,0 0-1 0,-1-3 4 16,-4 0 1-16,-1 1 0 0,-5-2 0 0,0 6 2 15,-6-5 1-15,2-5 2 0,-2 5-2 16,0-3-1-16,-6 1 0 0,0 7-2 16,-7-2-2-16,7 4-3 0,-4 3-2 15,-9 2-9-15,3 3-6 0,-5 10-26 16,3-1-44-16,5 0-103 0,5-4-88 0</inkml:trace>
  <inkml:trace contextRef="#ctx0" brushRef="#br1" timeOffset="89801.75">15993 12973 351 0,'0'0'53'15,"0"0"-8"-15,0 0-4 0,0 0-2 16,0 0-5-16,0 0-2 0,0 0 0 15,0 0-8-15,0 0-4 0,0 0-4 16,-16-5-4-16,14 3 2 0,2 0-1 0,0 1-1 16,0-1 1-16,-4 1-1 0,4-1-2 15,0 1 1-15,0-1 1 16,-2 1-2-16,2-1 1 0,0 1-3 16,0-1 0-16,0 1-2 0,0-1-2 0,0 0 0 15,0 1-5-15,0-1 1 0,0-2 1 16,0 0-1-16,2 0 1 0,2 1-1 15,2 3-3-15,2 0 1 0,9 0 1 16,-7 3-1-16,2 5 3 0,1 1-4 16,-3 3 0-16,1 3-1 0,1 2-2 0,-2 1 1 15,-1 2-1-15,-5 2-2 0,-2-1-3 16,2 3-3-16,-4 0 2 0,-4-1-2 16,-5 0 6-16,-1-2-4 0,4-6 3 15,-2-2-3-15,4-6 4 0,1-4 2 16,-3 2 7-16,6-5 7 0,-2 0 4 15,-10-4 7-15,-1-5-3 0,-3-6 4 16,8-2-4-16,1-2 0 0,1-3 1 16,0 0-5-16,6-1-1 0,0-2-5 15,0 2-4-15,0-1 1 0,0 2-1 0,0 2-2 16,6 5 2-16,0 1-4 0,1 3-3 16,-1 4-1-16,2-2-7 0,2 4-7 15,-1 4-18-15,9 1-28 0,-9 0-53 16,13 1-169-16,-9 5 5 0</inkml:trace>
  <inkml:trace contextRef="#ctx0" brushRef="#br1" timeOffset="90140.11">16196 12931 641 0,'0'0'30'0,"0"0"-4"16,0 0-7-16,0 0-4 0,0 0-5 15,0 0-4-15,0 0-4 0,0 0-1 16,52 77-3-16,-50-62 0 0,4 1-2 0,-2-1 1 16,-2-4-1-16,-2-1-1 0,4 2 1 15,-4-7-3-15,0 6 2 16,0-7 3-16,0 1 4 0,0 2 4 16,-4-4 3-16,2 0 4 0,-2 0 4 0,2-3-1 15,-4 0 3-15,-3-5-3 0,-1-3-1 16,4 0-7-16,0-4 0 0,3 3-3 15,3-2 0-15,0-4-3 0,0 5 1 16,3-6-3-16,7 4-1 0,-4 3 1 16,2-5-1-16,1 4-1 0,3 0 0 0,-2 0-3 15,-1 2-3-15,1 2-2 0,-6 2-10 16,6-1-16-16,-7 3-35 0,3 1-84 16,-2-2-136-16</inkml:trace>
  <inkml:trace contextRef="#ctx0" brushRef="#br1" timeOffset="90860.95">16527 13025 597 0,'0'0'52'16,"0"0"-7"-16,0 0-12 0,0 0-11 15,0 0-7-15,0 0-5 16,0 0-3-16,0 0-2 0,0 0 1 0,0 0-2 16,-15-14-2-16,15 8 1 0,0 0 0 15,0 2 0-15,0 4 0 0,0-2 1 16,0 2 0-16,0-2-1 0,-4 1-1 15,4 0 0-15,0-1-2 0,0 1 0 16,-2-1 1-16,2 1-2 0,0-1 1 0,0 0-2 16,-4 1-1-16,4-1-1 0,0 1 0 15,0 1 0-15,0-2 0 0,0 2-1 16,-2 0 2-16,2 0 0 16,0 0 2-16,0 0-1 0,-4 0 2 0,4 5 0 15,-2 6 2-15,-3-1-4 0,3-5 1 16,2 5-2-16,0-3 1 0,0-2 1 15,0 6 0-15,0-7 1 0,0 1 0 16,0 2 0-16,0-5 0 0,2 3 1 16,-2-2-1-16,5 2 1 0,-3-2-2 0,2-1 1 15,-2 2 0-15,2-1 0 0,-4-3 0 16,2 1 0-16,2 1 0 0,-4-1 0 16,6 2 1-16,1-3-1 0,3 0 0 15,2-6 1-15,7-4 0 0,-7-3 2 16,-3-2 0-16,1 0 0 0,-8 5 0 15,4-5-1-15,-2-2 0 0,-4-1-1 16,2-1 0-16,-2 1 0 0,0 1 0 16,-6 7 0-16,0-4-1 0,0 8-1 15,0 3 1-15,-3 0-2 0,-3 3 1 0,-3 1-1 16,-3 10 0-16,3 4 1 0,3 2 0 16,0 2 1-16,-1 3 0 0,1-2-1 15,3 0 1-15,3-7 0 0,0 2-1 16,2-5 2-16,4 2-2 0,0 0 1 15,0-4 0-15,0 3-2 0,4-3 1 0,2 0-5 16,0-3 0-16,3 3-3 0,1-3-12 16,0 0-27-16,1 0-41 15,1 1-114-15,-4-1-75 0</inkml:trace>
  <inkml:trace contextRef="#ctx0" brushRef="#br1" timeOffset="91299.13">16793 12946 540 0,'0'0'42'16,"0"0"-7"-16,0 0-11 0,0 0-10 15,0 0-3-15,0 0-5 0,0 0 2 16,0 0 0-16,-87 5-1 0,77 4 0 16,4-1-4-16,4 0 1 0,-2 2-2 0,2-6 1 15,2 5 0-15,0-3-1 0,0 3-1 16,6 3-1-16,2-1-1 0,5 2 1 16,1-2-3-16,-2 1-3 0,1 4-4 15,-1-1-3-15,1 0-4 0,-7 3 4 16,6 0 6-16,-6 1 2 0,1-6 8 15,-5 1-4-15,2-5 4 0,-2-4 1 16,-2 1 5-16,0-3 0 0,0 2 0 16,0-1 0-16,-6 2-2 0,-1-4 1 15,-5-1 0-15,0 1-3 0,-3-2-2 0,-5 0-3 16,7 0-3-16,-5-5-2 0,5 0-7 16,1 1-10-16,-3-2-30 0,7 1-59 15,-2 2-159-15</inkml:trace>
  <inkml:trace contextRef="#ctx0" brushRef="#br1" timeOffset="91950.37">16924 12866 519 0,'0'0'56'0,"0"0"-8"16,0 0-7-16,0 0-9 0,0 0-6 15,0 0-7-15,0 0-4 0,0 0-5 16,0 0-5-16,-15-47-1 0,15 47-1 15,0 9 2-15,2 12 4 0,8 9-1 0,-1 8 0 16,3 5-4-16,1 4-1 0,-5 0-3 16,2 3 0-16,-4 1 1 15,1 1-5-15,-1 1 2 0,0-2-1 16,-4-1-1-16,4-3 3 0,-4-4-1 0,2 0 2 16,-2-5-3-16,3-3 2 0,-3-5-6 15,-2-10-7-15,4-2-14 0,-4-6-26 16,0-1-41-16,0-2-111 0,0-4-70 15</inkml:trace>
  <inkml:trace contextRef="#ctx0" brushRef="#br1" timeOffset="92249.78">16975 13045 638 0,'0'0'49'0,"0"0"-9"0,0 0-15 16,0 0-7-16,0 0-7 0,0 0-5 16,0 0-1-16,64-81-4 0,-45 81-1 0,2 0-1 15,-1 0-6-15,3 7-1 0,-9 3-2 16,1 2-2-16,-3 2-3 0,-1-3-3 16,-9 1-6-16,2-2 3 0,-4 1 4 15,-4 4 4-15,-5-1 9 0,-9 1 3 16,3-5 4-16,-3-2 4 0,1-3-2 15,1-4 2-15,3 1-4 0,1-2-4 16,-3 0-1-16,9 0-12 0,-4-2-20 16,10-1-45-16,0-6-114 0,0 0-67 15</inkml:trace>
  <inkml:trace contextRef="#ctx0" brushRef="#br1" timeOffset="92547.94">17277 13041 541 0,'0'0'27'15,"0"0"-8"-15,0 0-7 0,0 0-3 16,0 0-3-16,0 0-1 0,-56 86-2 0,54-74 0 16,2-1 1-16,0 5 0 0,2-7 3 15,9 3-1-15,-5-5 1 0,4-6 0 16,0 2 0-16,-1-3-1 0,7 0 0 15,-8-1-1-15,5-7-4 0,-5-1 2 16,2-2-2-16,-1 1 1 0,-3-2 1 0,0 4 1 16,-6-4 2-16,0 1 2 0,0-1 1 15,0 1-2-15,0 5-2 16,0-3-4-16,-4 6-6 0,-4-1-7 16,-1-1-12-16,-3 5-14 0,-7 0-35 0,11 0-89 15,-4 3-101-15</inkml:trace>
  <inkml:trace contextRef="#ctx0" brushRef="#br1" timeOffset="93151.45">17446 12986 530 0,'0'0'51'15,"0"0"0"-15,0 0-11 0,0 0-9 16,0 0-10-16,0 0-6 0,0 0-4 0,21 79-2 15,-17-72-2-15,-4-4-1 16,2 0-2-16,3 2 0 0,-5-5 1 16,0 0 2-16,0 0 0 0,0 1 4 15,2 1 1-15,-2-1 1 0,0-1 0 0,0 2-2 16,2-2 0-16,-2 1-3 0,0-1-2 16,0 2-2-16,0-2-1 0,0 0-3 15,0 1 0-15,0-1 2 0,0 0 0 16,0 2 0-16,0-2 0 0,0 0 0 15,0 0-1-15,0 1 2 0,0-1 1 0,0 0 0 16,0 0 1-16,0 0-2 0,0 0-2 16,0 0 2-16,-2 0-2 15,2 0 0-15,0 0 1 0,0 0-3 16,0 0 0-16,0 0-1 0,0 0 1 0,0 0-1 16,-2 2 0-16,2 4 2 0,-5 0-2 15,5 0 2-15,-2 0 1 0,2-6-1 16,0 0 0-16,0 0 0 0,0 1-1 15,0 1 1-15,0 0 0 0,0-1 0 16,0 1 1-16,0 0 0 0,0-1-1 0,0-1 1 16,0 0-1-16,0 0-1 0,2 0 1 15,5-8-1-15,1-2 1 0,-2-2 0 16,6-4-2-16,-1 1 0 16,-3 1-1-16,0 4-1 0,3-1 1 0,-5 5-1 15,0-2 2-15,0 3-1 0,0 0 1 16,3 0 1-16,-7 2-1 0,8 1 0 15,-4 2 0-15,-4 0-6 0,9 0-2 16,-3 0-4-16,0 2-7 0,3 3-3 16,-5 3-7-16,2-1-2 0,-4 2-3 0,-2 2-4 15,-2-1-3-15,4 3-10 0,-4-3-33 16,0 8-86-16,0-7-69 0</inkml:trace>
  <inkml:trace contextRef="#ctx0" brushRef="#br1" timeOffset="93968.83">17932 12958 553 0,'0'0'51'0,"0"0"-8"16,0 0-11-16,0 0-6 0,0 0-4 16,-95 6-4-16,75 3-4 0,1 2-3 15,0 0-4-15,3 1-2 16,-3 2-2-16,3 1-1 0,5-1 0 0,1-4-2 16,2 2-5-16,4-4 3 0,4-4-2 15,-3 8 0-15,3-3 1 0,0 2 0 16,9 0-1-16,-3-5 1 0,6-3 1 15,-3 0 2-15,3-3-3 0,0 0 2 16,1 0 2-16,1-2 0 0,3-5 4 0,-3-4-2 16,-1 0 1-16,-1-2 0 15,-4-4-1-15,3 0 1 0,-5-3 1 0,-2 0 0 16,2-5 1-16,-6 0-3 16,6-5 0-16,-6 0-2 0,0-3 1 0,0 1-1 15,0 1 0-15,-2 4 0 0,-2 8 2 16,2 2-1-16,2 8 1 0,-4 4-1 15,4 0-4-15,0 5 0 0,-2-1-1 16,0 1 0-16,-2 11 3 0,-2 7-1 16,-1 9 1-16,5 2 0 0,-2 1 0 0,4 2 0 15,0 0-1-15,0-3-1 0,4 0-2 16,-2-5 0-16,5-3 0 0,-3-5-1 16,2-1 1-16,-4-5 1 0,0 0 0 15,4-2 1-15,-2 0 0 0,3-2 0 16,-5-3 1-16,8 0-1 0,-4-3 2 15,2 0 0-15,7 0 1 0,-5 0 1 16,5-7 1-16,-7-2 0 0,4-2 0 16,-1-1 1-16,-3-1 1 0,-2 5 0 15,-2-2 2-15,3 1-1 0,-7 5 1 0,4-5 0 16,0 4 0-16,-4 0-1 0,2 3-2 16,-2 2-2-16,4-3 0 0,-2 0-3 15,2-1 1-15,-2 1 0 0,4 3-1 16,7 0 2-16,-1 0-1 0,7 0 0 15,-11 3 1-15,3 2-2 0,-3 0 0 0,-2 1 1 16,2 0-3-16,-2 0 2 0,1 0-2 16,-7-3 2-16,4 2 1 15,-4-1 1-15,2 1 1 0,-2 4-1 16,0 2 1-16,-2-3 0 0,-4 5-1 0,-7-1 1 16,-3 1 1-16,1-2 0 0,1-3-1 15,1-4 0-15,-1 0-2 0,-5 0 1 16,7-1 0-16,-7-1-1 0,7-1 0 15,-1-1-2-15,1 1-5 0,2-1-4 16,-1 0-12-16,5 0-22 0,0 0-47 0,4 0-154 16,-2 2-51-16</inkml:trace>
  <inkml:trace contextRef="#ctx0" brushRef="#br1" timeOffset="94564.47">14997 13538 597 0,'0'0'55'0,"0"0"-11"15,0 0-13-15,0 0-14 0,0 0-9 16,0 0-3-16,0 0 1 0,0 0-3 0,0 0 5 16,-2 88-3-16,-4-47-1 0,2 0-2 15,-3 0-1-15,5-1 7 16,-4-4-8-16,2-1 3 0,4-6-3 0,0-3-5 16,0-10-1-16,0 1-2 0,6-7-8 15,-2-3-34-15,-2 2-53 0,2-6-178 16,-1 0-9-16</inkml:trace>
  <inkml:trace contextRef="#ctx0" brushRef="#br1" timeOffset="94946.88">14885 13857 565 0,'0'0'47'0,"0"0"-13"15,0 0-8-15,0 0-15 0,0 0 0 16,0 0-1-16,0 0 0 0,0 0 0 15,0 0-3-15,77-29-3 0,-44 20 0 16,0 0-2-16,0-3 0 0,-2 0 4 16,2-1-3-16,-6 1 4 0,0 2-3 15,-9 2 1-15,-5 4-1 0,-11 2-3 0,4 2 0 16,-2 0 0-16,2 3 1 0,1 11-2 16,-7 5 1-16,0 7 4 0,-4 3-5 15,-5 0 6-15,-1-3-6 0,8-7-2 16,-4 1 0-16,6-8-1 0,0-6 1 15,0 4 0-15,0-6 1 0,0-1 0 0,8 0 1 16,8-3-1-16,3-5 0 16,4-5 2-16,-7-2 1 0,-5 1 2 15,-1-1 2-15,-8 3 2 0,2-3-2 16,-4-5-5-16,0 0 4 0,-6-2-7 0,-6 2 4 16,-3 3-1-16,-3 2-4 0,3 5-4 15,-1 2-5-15,-3 5-3 0,-2 0-8 16,1 6-20-16,1 6-28 0,0 3-90 15,11-3-114-15</inkml:trace>
  <inkml:trace contextRef="#ctx0" brushRef="#br1" timeOffset="95631.89">15838 13667 557 0,'0'0'70'0,"0"0"-13"0,0 0-11 15,0 0-16-15,0 0-8 0,0 0-7 16,0 0-7-16,0 0-3 0,0 0-2 15,-12-24-2-15,8 28 2 0,2 8-1 16,0 1 0-16,2 1-2 0,-5-3-1 16,5 1-4-16,0 1-4 0,0-3-13 0,0 1-31 15,0-6-62-15,5 2-177 0,-3-3-1 16</inkml:trace>
  <inkml:trace contextRef="#ctx0" brushRef="#br1" timeOffset="95969">16053 13798 669 0,'0'0'35'15,"0"0"0"-15,0 0-10 0,2 100 0 16,-4-59-11-16,-4 3-4 0,4 2-3 15,-4 1-2-15,2-1-4 0,2-2-1 0,-3-2 1 16,-1-5-1-16,0-3 2 0,-2-7 1 16,-5-4 5-16,-1-5 5 15,-5-4 4-15,-1-3 4 0,-5-6-2 16,-2 0-1-16,0-5-4 0,-4 0-3 0,0-3-4 16,0-6-3-16,-2-4-3 0,0-4-1 15,0-3-1-15,6-3-2 0,-4-1-1 16,6 2-1-16,9 3 0 0,-1 7 0 15,5 0-1-15,10 4-6 0,-3 3-7 16,5-1-10-16,5 0-17 0,7-3-39 0,9-1-90 16,6-3-129-16</inkml:trace>
  <inkml:trace contextRef="#ctx0" brushRef="#br1" timeOffset="96229.2">16150 13672 766 0,'0'0'42'0,"0"0"-13"0,0 0-12 15,0 0-9-15,0 0-7 0,0 0-3 16,0 0-1-16,0 0-6 0,0 0-4 15,0 0-6-15,-31-35-12 0,31 35-24 16,0 4-44-16,0 9-111 0,5-3-79 16</inkml:trace>
  <inkml:trace contextRef="#ctx0" brushRef="#br1" timeOffset="97171.7">16272 13807 629 0,'0'0'34'16,"0"0"-6"-16,0 0-10 0,0 0-9 15,0 0-3-15,0 0 2 0,0 0-4 16,0 0 4-16,0 0-6 0,-18 80-1 15,18-67 0-15,0-3-1 0,0 2 2 16,0-1-2-16,0-1 1 0,2-5-1 0,2 2 0 16,-2-4 1-16,2 1 0 0,2 0 1 15,1-2-1-15,5-2 2 0,-2 0-3 16,7-2 0-16,-3-6 2 16,5 0-1-16,-5-5 0 0,3 1 1 0,-7-3 0 15,7-2-2-15,-5 2 5 0,-4 2-4 16,1 2 6-16,-3 3 2 0,-6 5-1 15,4 0-3-15,-4 3-2 0,0 0-3 16,0 0-4-16,0 0 2 0,0 0 1 16,0 1 5-16,0 12-3 0,-6 4 3 0,0-2-4 15,4 1-1-15,-3-5 0 0,3-5-1 16,2 6 1-16,0-6-2 0,0 5 1 16,0-1-2-16,0-5 0 0,2 3-1 15,3-5 0-15,-3 0 0 0,0 0 0 16,2-3-2-16,2 0 0 0,2 0 2 0,5-6 0 15,-3 0 5-15,-2-7 1 0,1 1 3 16,-3 0 0-16,0-1 1 16,0 0 0-16,-2 4-4 0,-2 5 4 15,3-1 1-15,-5 5-1 0,0 0 6 0,0 0-8 16,0-1-1-16,0 1-1 0,2 0-1 16,-2 0 0-16,0 0 1 0,2 3-1 15,2 8 0-15,-2-3 1 0,-2 3-2 16,4-2 1-16,-4-4 0 0,2 1 0 15,-2-2 1-15,0 3-3 0,0-3 2 0,0 2 0 16,0-6-1-16,0 0 2 0,0 0 1 16,0 2 2-16,4-1 2 15,-4 1 3-15,0-2 1 0,0 0 0 16,0 1-1-16,0-1-1 0,2 0-4 0,-2-6-2 16,4-6-1-16,-1-3-2 0,3 5 1 15,0-5-2-15,4 5-4 0,-6 2 4 16,3 1 1-16,-1 0-2 0,0 6 0 15,-2-1 1-15,2 1 0 0,-4 1 1 16,9 0 5-16,-3 3-7 0,4 3 0 0,-5 0 0 16,-1 0-1-16,0 2-1 15,-4-1 0-15,4 1 1 0,-6-3-2 16,6 2 2-16,-6-2-1 0,3-1 1 16,1 1 2-16,-4-5 0 0,0 0 2 0,0 0 1 15,0 1 1-15,2 1 0 0,-2-2 1 16,4 2 1-16,2-2-1 0,-4 0-1 15,8-4-1-15,-3 0-1 0,-1-4 1 16,2-4 0-16,-2 3-1 0,1-3-1 16,-1 4 0-16,-6 4-1 0,2 1-1 0,-2 3 0 15,0-2 0-15,4 2 2 0,2 5 1 16,0 2-3-16,3 4 2 0,-7-3-2 16,2-1-3-16,4 1 2 0,-2-2-10 15,5 0-22-15,-3-5-28 0,6-1-48 16,-1 0-124-16,5-7-31 0</inkml:trace>
  <inkml:trace contextRef="#ctx0" brushRef="#br1" timeOffset="97450.76">16955 13786 684 0,'0'0'54'0,"0"0"-12"15,0 0-15-15,0 0-7 0,0 0-4 0,0 0-7 16,0 0-2-16,0 0-3 0,0 0-1 16,-27 10 0-16,16 15 4 15,9 6-6-15,-4 6 5 0,4 7-6 16,2 6 1-16,-4 6 3 0,4 3-4 0,0 4 1 16,0-1-3-16,0-3-1 0,0-3-2 15,4-7-1-15,-2-4-5 0,0-8-18 16,2-12-31-16,2-7-55 0,-6-7-173 15,3-8-13-15</inkml:trace>
  <inkml:trace contextRef="#ctx0" brushRef="#br1" timeOffset="97741.37">16963 13928 783 0,'0'0'38'16,"0"0"-9"-16,0 0-12 0,0 0-6 16,0 0-5-16,0 0-3 0,0 0-7 0,0 0 2 15,0 0-2-15,87-55-1 0,-77 62 4 16,6 0-5-16,-7 4-3 0,-5 4-3 16,-2 2-2-16,-2 4 0 0,0-3 4 15,-8 0 6-15,-5-1 1 0,-3-2 4 16,-1-4 1-16,1-2 0 0,1-3 5 0,1-1 0 15,-5-5 0-15,7 0-1 16,-3 0-2-16,-1-5-5 0,10 0 0 16,-7-3-4-16,11 0-11 0,0 3-24 15,2 2-58-15,0 0-145 0,0 0-63 0</inkml:trace>
  <inkml:trace contextRef="#ctx0" brushRef="#br1" timeOffset="98083.94">17267 13540 754 0,'0'0'40'16,"0"0"-14"-16,0 0-8 0,0 0-9 15,0 0-4-15,0 0-3 0,0 0 0 16,0 0 1-16,0 0 1 16,0 0-1-16,4 50 0 0,-4-32-4 0,-4-6 1 15,4 2-3-15,0-1-1 0,0-1-6 16,0 2-16-16,0-1-53 0,-2-3-142 15,2-5-92-15</inkml:trace>
  <inkml:trace contextRef="#ctx0" brushRef="#br1" timeOffset="104740.33">15429 9690 519 0,'0'0'62'15,"0"0"-6"-15,0 0-9 0,0 0-8 16,0 0-9-16,14-82-5 0,-14 67-5 15,0-3-5-15,-6 1-3 0,0-3-5 16,-6 5-1-16,-1 3-3 0,1 4-2 0,-3 4-1 16,-3 2 0-16,-3 2-1 0,-10 5-1 15,8 7 1-15,-1 3 0 0,-1 5-2 16,0 3 1-16,4 2 0 16,1 4 1-16,1 2 2 0,0 1-2 0,11 0 0 15,-4-2-1-15,6 2-2 0,3-2 7 16,-1 2-6-16,4 0 3 0,4 0-4 15,1-2-4-15,5-1-1 0,2-2-2 16,1-1-1-16,-3-5 1 0,9-2 3 16,-1-4 1-16,3-5 5 0,-2 0 1 0,-1-6 1 15,1-4 1-15,-1 0 0 0,-3 0 1 16,5-4 1-16,-3-3 1 0,-7 0 0 16,1 2 2-16,-9-4 2 0,4 2 0 15,-6-4 1-15,0-4-2 0,0 1-1 16,-2-4-1-16,-10 1-3 0,-1 5 0 15,-1 0-3-15,1 6-1 0,1 0-1 16,-7 4-3-16,1 2 0 0,-3 0-3 16,0 5-6-16,5 4-16 0,1 4-25 15,7-2-47-15,-2 3-134 0,8-4-38 0</inkml:trace>
  <inkml:trace contextRef="#ctx0" brushRef="#br1" timeOffset="105267.93">15534 9564 644 0,'0'0'51'0,"0"0"-9"0,0 0-14 15,0 0-4-15,0 0-7 0,0 0-7 16,0 0-4-16,0 0-3 0,0 0-3 15,-8-33 1-15,14 42 0 0,-2 8 2 16,9 8-3-16,-1 4 1 0,1 3-1 0,-5 3-2 16,4 1 1-16,1 1 0 0,-7 1-1 15,6 0 2-15,-5-2 2 16,-1 1-2-16,-4-5 3 0,2-4-2 16,-4-6-1-16,2-5 1 0,-2-6 0 0,0-6 1 15,4 1 1-15,-4-6 1 0,0 0 0 16,0 0-1-16,0 0 3 0,0 0 0 15,0 0 3-15,0-3 3 0,0-12-2 16,0-6-2-16,2-5-3 0,-2 3-1 16,4 0-6-16,3 3 4 0,-5 1-6 0,10 4 2 15,0 1 0-15,1 3-1 0,-1 5 0 16,5 5 1-16,1 1 0 0,3 0 0 16,10 1-3-16,-6 7 1 0,-4 1-3 15,-1 2 2-15,-1-1 2 0,-3 1-4 16,-5-2 5-16,-5 0-5 0,0-1 2 0,-6-4 2 15,0 5 1-15,0-1 3 16,-8 4 0-16,-11 0 0 0,-1-3 1 16,-5-1 0-16,-2-2-1 0,0 0 0 15,-4-1-1-15,4-1 0 0,6-1-3 0,3 2-8 16,8-2-17-16,1 3-28 0,1 1-46 16,4-2-117-16,2 0-71 0</inkml:trace>
  <inkml:trace contextRef="#ctx0" brushRef="#br1" timeOffset="105543.72">16035 9778 621 0,'0'0'50'0,"0"0"-11"0,0 0-9 16,0 0-10-16,0 0-3 0,0 0-2 15,0 0-6-15,0 0-2 0,0 0 1 16,0 0-4-16,-13 53-1 0,13-34 3 0,4 3-6 16,-2-1 3-16,3-5-3 0,-3 0-5 15,-2-5 0-15,4 1-3 0,-2 2-5 16,2-4-12-16,-2 1-16 16,-2-7-27-16,4 1-60 0,-4-5-150 0,0 0 17 15</inkml:trace>
  <inkml:trace contextRef="#ctx0" brushRef="#br1" timeOffset="105671.79">15983 9660 551 0,'0'0'11'15,"0"0"-8"-15,0 0-15 0,0 0-64 16,0 0-161-16,0 0-3 0</inkml:trace>
  <inkml:trace contextRef="#ctx0" brushRef="#br1" timeOffset="105911.98">16144 9540 642 0,'0'0'52'0,"0"0"-12"0,0 0-15 15,0 0-13-15,0 0-4 0,0 0 2 0,0 0 1 16,0 0 0-16,0 0-1 0,33 97-4 16,-27-63-3-16,5-3-3 15,-9 1-1-15,4-3-10 0,0-2-12 16,-6-2-32-16,2 0-48 0,-2-3-103 0,0-7-83 16</inkml:trace>
  <inkml:trace contextRef="#ctx0" brushRef="#br1" timeOffset="106329.94">16126 9874 482 0,'0'0'32'16,"0"0"-11"-16,82-43-5 0,-44 30-4 0,-3-1-1 15,4 0 2-15,0-1 3 0,-2 0 6 16,1 0 4-16,-9-1 2 0,-3 5-1 15,-3-3 3-15,-10 4-1 0,-5 6 1 16,-6-3-5-16,2 3-7 0,-4 0-5 16,0-4-6-16,0 4-3 0,0-2-3 0,-6 0-2 15,-2 6 0-15,-5 0-2 0,-3 1 0 16,1 8 0-16,1 4-3 0,7-4 4 16,-3 2 0-16,8-1-1 0,2 0 2 15,-4 1 0-15,4 0-1 0,4 4 2 16,2-5-1-16,7 5 0 0,-1-1 1 15,-2-3-1-15,3 1 2 0,3 0-1 16,-5 0-1-16,1 1 1 0,-6-5 4 16,1 5-7-16,-1 1 4 0,-2-6-4 15,-2 8-1-15,-2-3 2 0,-2 1 0 0,-11 1 1 16,1-1 0-16,-7-4 1 0,1 0 1 16,-5-3-1-16,0 0 0 0,1-5 0 15,3 1-4-15,-4-3-10 0,13 0-16 16,-7 0-18-16,5 0-34 0,6 0-72 15,-5 0-123-15</inkml:trace>
  <inkml:trace contextRef="#ctx0" brushRef="#br1" timeOffset="106628.19">16616 9851 526 0,'0'0'33'15,"0"0"2"-15,0 0-9 16,90-9-2-16,-61 4-3 0,9-1-4 16,-1 2-3-16,2-4-5 0,2 2-2 0,3 0-2 15,-3 2-3-15,-2-1-1 0,-1 0 0 16,-7 2-2-16,-11 0 0 0,-1 2-1 15,-7 1-1-15,-5 0-2 0,-1 0-1 16,-6 0-2-16,2 0-1 0,4 0 0 16,0 0 0-16,-4 0 1 0,-2 0-3 0,0 0-5 15,0 0-13-15,0 0-19 0,0 0-46 16,0 0-66-16,0 0-75 0</inkml:trace>
  <inkml:trace contextRef="#ctx0" brushRef="#br1" timeOffset="106933.01">16857 9649 558 0,'0'0'64'0,"0"0"-16"0,0 0-14 15,0 0-12-15,0 0-13 0,0 0-4 0,0 0-3 16,0 0-1-16,0 0 2 0,21-15-3 16,8 23 4-16,-6 2-1 0,8 4 3 15,-4-1 0-15,-1 1-1 0,3 1 0 16,-2-1-1-16,-2-2-1 0,-2 0 1 15,-5 0 2-15,1-2-6 0,-4-3 2 0,-3-1-1 16,-6-3-1-16,0-1 0 0,-4 1 0 16,-2-3-1-16,5 3-3 15,-3 0-1-15,2 0 1 0,-4 5-5 16,0 2-2-16,-11 5-2 0,-3 7 2 0,-1-3-2 16,-3 2 4-16,-3-2-5 0,-2 1-8 15,3-2-10-15,-5-1-27 0,-2-2-72 16,0-2-127-16</inkml:trace>
  <inkml:trace contextRef="#ctx0" brushRef="#br1" timeOffset="107600.93">14381 9721 567 0,'0'0'51'0,"0"0"-4"0,0 0-10 15,0 0-7-15,0 0-9 0,0 0-10 16,0 0-6-16,0 0-4 0,0 0-6 15,-25-42 1-15,9 53-1 0,-13 6 0 16,2 2 1-16,-4 6 2 0,4-1 0 0,0 1 1 16,0-3 4-16,2-1-4 0,11-6 5 15,2-2-2-15,1-7-1 0,9-3 1 16,0 0-1-16,2 1-2 16,0 4 0-16,4 6 1 0,9 2 0 0,3 1 1 15,1 1 1-15,7 1-2 0,-1 1 0 16,-2-1-1-16,0 0-2 0,3 1 0 15,-3-1-5-15,-2-3-8 0,-1 1-17 16,-3-7-10-16,-7 3-13 0,2-6-10 16,-8-3-19-16,5 0-35 0,-7-4-101 0</inkml:trace>
  <inkml:trace contextRef="#ctx0" brushRef="#br1" timeOffset="107901.18">14278 9962 614 0,'0'0'46'15,"0"0"-9"-15,0 0-12 0,0 0-14 0,0 0-6 16,0 0-3-16,0 0 0 0,0 0 0 16,0 0-1-16,82-8 0 0,-49 8 1 15,5 5-1-15,3 0 2 0,2-1 0 16,3 0 1-16,-1 1-1 0,-3 0 1 15,3-2 0-15,-6-1-1 0,1 2 1 0,-3-3-2 16,-4 1 0-16,-6-1-1 0,4-1-1 16,-13 0-1-16,1 2-1 15,-7-2-2-15,3 2-2 0,-1-1-9 16,-1-1-21-16,5 3-33 0,-5-3-97 0,5 1-111 16</inkml:trace>
  <inkml:trace contextRef="#ctx0" brushRef="#br1" timeOffset="108548.85">17331 9497 501 0,'0'0'30'16,"0"0"-2"-16,0 0 5 0,0 0 3 0,0 0-1 16,0 0-9-16,0 0-10 0,0 0-7 15,0 0-5-15,0 0-2 0,-25-36 2 16,25 57-1-16,0 8 1 0,0 3-3 15,4 3 1-15,-2-1-3 0,4 3 0 16,-2 0-1-16,-1 1 1 0,-3-2-2 0,0 0 0 16,0-2 1-16,0-1-6 0,0-3 1 15,0-2-4-15,-3-9 1 0,3 0-3 16,0-7-4-16,0 0-9 16,0 2-15-16,0-4-33 0,0 2-81 0,3-2-91 15</inkml:trace>
  <inkml:trace contextRef="#ctx0" brushRef="#br1" timeOffset="109316.68">17701 9624 514 0,'0'0'50'0,"0"0"-3"0,0 0-6 15,0 0-4-15,0 0-8 0,0 0-10 16,0 0-6-16,0 0-8 0,0 0-4 16,0 0-4-16,-13-43-3 0,-5 58-4 0,-9 6-6 15,-2 5-6-15,-8 2-2 0,-3 0 0 16,3-2 7-16,2 0 4 0,-2-6 9 16,6-4 7-16,14-5 5 0,1-5 6 15,14-3 4-15,2-3 0 0,-4 0 0 16,4 0-4-16,0 0-4 0,-2 1-6 0,2-1-2 15,0 0-2-15,0 2-3 16,0 1 2-16,12 3 1 0,2 3 0 16,7 3 1-16,2 2 3 0,-3 1-5 15,1 1 4-15,0-1-4 0,2 0 1 0,-3-3 3 16,1 0-3-16,2 0-1 0,-7-3 1 16,1-1-1-16,-5-1 0 0,-2-2 0 15,1 0-3-15,-3-1-6 0,-2-2-21 16,5 2-30-16,-7-2-109 0,0 0-104 15</inkml:trace>
  <inkml:trace contextRef="#ctx0" brushRef="#br1" timeOffset="110064.19">17688 9807 563 0,'0'0'41'0,"0"0"-2"0,0 0-9 0,0 0-8 16,0 0-6-16,0 0-5 0,0 0-2 15,0 0-2-15,0 0-1 16,77-58-3-16,-59 57 0 0,3 1-1 16,0 0-1-16,8 0 0 0,-2 1-1 0,-1 3 1 15,5 0 0-15,-4 0-1 0,4 0 0 16,-2 0 0-16,4-1-1 0,3 0 1 15,-1-2 1-15,4 3-1 0,0-3 3 16,11 1-2-16,1-1 4 0,7-1 1 16,6 0 1-16,5 0 0 0,1 0-2 0,2 0 0 15,1 0-2-15,1 0-1 0,-2-1 0 16,5-1-1-16,-3 1-1 0,3-1 1 16,1 0-2-16,1 1 1 0,4 0 0 15,-5 1-1-15,5-2 2 0,-5 2-1 16,-1 0 1-16,-5 0-1 0,1 0 1 15,-7 0-1-15,-2 0 1 0,-2 0-1 0,-4 0 0 16,-5 2 0-16,-5 0 1 16,2 2-1-16,-5-3 0 0,-2 2 0 15,-1-1 0-15,1-1 0 0,-4 1-1 0,1-1 0 16,-1 1 0-16,0-2 0 0,-1 1 1 16,1-1 0-16,-4 0 0 0,2 0-1 15,0 0 2-15,-2 0 0 0,3 0 0 16,-5 0 0-16,0 0 0 0,0-1-1 15,-2-1-1-15,0 1 1 0,-4-1 0 0,0 1 1 16,0-1 0-16,-3 1-1 0,3-1-1 16,-2-1 0-16,6 1 1 15,-4 2 0-15,2 0 1 0,6 0-1 16,-6 0 0-16,2 0-1 0,0 4 1 0,-4-3 1 16,0 1-2-16,0-2 2 0,-3 1-1 15,-9-1 0-15,3 0 1 0,-1 0-1 16,-7 0 0-16,3 2 1 0,3-2 0 15,-3 0-1-15,-9 0 1 0,12 0-1 16,-9 0 1-16,5 0-1 0,-2 0-1 0,1 0 1 16,-3 0 0-16,4 0 2 0,-1 1-1 15,-1-1 1-15,2 0 0 0,1 0-1 16,-3 0 1-16,-4 0-1 16,5 0-1-16,-5 0 0 0,0 0 0 0,0 0-2 15,-6 0 0-15,0 0-5 0,0 0-20 16,4 0-34-16,-4 0-86 0,2 0-151 15</inkml:trace>
  <inkml:trace contextRef="#ctx0" brushRef="#br1" timeOffset="110688.11">22025 9632 712 0,'0'0'52'0,"0"0"-14"0,0 0-11 0,6-82-7 16,3 63-9-16,7 1-2 0,-1-1-2 15,5 3-2-15,9 1 1 0,4 2-4 16,0 6 0-16,7 4-2 0,-1 3 0 15,-2 0-2-15,-2 9 0 0,-4 5-1 16,-6 2 0-16,-6 5-1 0,-9 4-1 0,-4 2-1 16,-6 3-2-16,-6 0 2 0,-10 2-2 15,-9-1 4-15,-6-2 1 16,-4-2 1-16,-1-4 2 0,1-2 1 16,2-4-1-16,2-2 3 0,0-4-1 0,8-1 2 15,7-3 1-15,1-3 0 0,7 0-1 16,4-2 1-16,2 0-1 0,2-2 0 15,-4 0 4-15,4 0-7 0,0 0 0 16,0 1-1-16,0-1-4 0,0 3 5 16,14 2 7-16,5-1-6 0,8 2 4 0,4 0-5 15,2-3-8-15,4 2 9 0,-4-2-2 16,0 0 0-16,0 1 6 0,-2 1-6 16,-12-3-1-16,2 1-1 0,-11-2 0 15,-6-1-2-15,2 2-3 0,-6-2-7 16,0 0-17-16,4 4-32 0,-2-1-54 15,3 2-165-15,-3-1-23 0</inkml:trace>
  <inkml:trace contextRef="#ctx0" brushRef="#br1" timeOffset="111098.04">22749 9557 710 0,'0'0'43'0,"0"0"-13"0,0 0-9 16,0 0-8-16,0 0-5 15,0 0-5-15,0 0-2 0,0 0-1 16,0 0-2-16,0 0 1 0,-19-37 0 0,-6 60 1 16,0 6 1-16,3 3 0 0,3 1-1 15,3 1 0-15,1-3-2 0,3 0 2 16,5-4-2-16,1-7 1 0,4 0 0 15,2-1-1-15,0-2 6 0,6 4-7 16,7-4 5-16,-7-5-5 0,4-5 0 0,7 0 2 16,4-3 0-16,3-1 1 0,1-3 0 15,2 0 0-15,-4-1 1 0,0-5-1 16,-5-4 2-16,-3 5 2 16,-7-6-6-16,-2 5 6 0,-6-5-6 0,0-4 3 15,-2 0 0-15,-15-2-3 0,-3 3 0 16,-5 5-3-16,-2 3-5 0,-2 6-9 15,-2 0-14-15,0 5-18 0,0 1-23 16,10-2-42-16,3 3-128 0,10-4-17 16</inkml:trace>
  <inkml:trace contextRef="#ctx0" brushRef="#br1" timeOffset="111578.74">23063 9457 699 0,'0'0'46'15,"0"0"-13"-15,0 0-6 0,0 0-7 0,0 0-6 16,0 0-6-16,0 0-4 0,0 0-3 16,0 0 1-16,0 0 0 0,-2-17 2 15,4 35-2-15,2 8 1 0,-2 3-3 16,2 2 0-16,-2 3 0 0,2-1-1 15,-2 2 0-15,1-3 1 0,3-4-2 0,-2-10 3 16,-2-3-1-16,2-6 1 0,-2-4 0 16,-2-1 2-16,0-4 2 15,0 0 4-15,0 0 4 0,4 1 3 16,-4-1-1-16,0 0-3 0,0 0-3 0,2 0-6 16,5-5-1-16,3-6-2 0,0-3-1 15,3 2 0-15,-1 2 1 0,7 3-1 16,-1 1 0-16,1 5 0 0,4-1-1 15,-1 2 2-15,1 0-1 0,0 2-1 16,-7 0 0-16,1 3-1 0,-5-2-2 0,-6 1 1 16,5 0-3-16,-5 2-1 0,0 0-1 15,-2-3 2-15,-4 6 2 16,0-1 1-16,-10 3 2 0,-4 1 1 16,-5-3 0-16,-4-2 0 0,-6-2 0 0,2-2-2 15,-4-2-3-15,2-1-5 0,7 0-13 16,1 0-17-16,7 2-45 0,7-2-114 15,1 1-101-15</inkml:trace>
  <inkml:trace contextRef="#ctx0" brushRef="#br1" timeOffset="111781.86">23522 9683 732 0,'0'0'27'0,"0"0"-12"15,0 0-4-15,0 0-1 16,0 0-3-16,0 0-1 0,0 0-4 16,2 80 0-16,-2-59-3 0,4-1 1 15,-2-2 2-15,2-3-8 0,-2-1-2 0,4-5-22 16,-6-4-46-16,5-1-111 0,-5-4-112 16</inkml:trace>
  <inkml:trace contextRef="#ctx0" brushRef="#br1" timeOffset="111929.73">23522 9537 577 0,'0'0'17'0,"0"0"-9"0,0 0-6 0,0 0-6 16,0 0-13-16,0 0-42 0,0 0-128 15,0 0-68-15</inkml:trace>
  <inkml:trace contextRef="#ctx0" brushRef="#br1" timeOffset="112133.43">23522 9537 594 0,'76'-38'53'0,"-76"38"-11"0,0-2-16 15,0 2-15-15,2 0-3 0,5 6 3 16,-1 11 5-16,2 7 3 0,-2 4 2 15,0 1-6-15,1-1-3 0,-1 0-5 16,0-4-3-16,0-1-4 0,0-2 1 16,1-3-5-16,-5-4-2 0,2 0-15 0,-2-5-26 15,2-5-51-15,-4 7-129 0,0-5-69 16</inkml:trace>
  <inkml:trace contextRef="#ctx0" brushRef="#br1" timeOffset="112564.6">23607 9775 563 0,'0'0'33'16,"0"0"-8"-16,0 0-9 0,0 0-7 15,0 0-3-15,99-67-3 0,-70 60-1 0,-2-2 1 16,4 1 1-16,-3 0 2 0,4-1 5 16,-1 2 4-16,-5 1 5 0,-11 1 2 15,-3 2 1-15,-6 1-1 0,-3 0-3 16,1 0-2-16,-2-1-4 0,2 2-5 15,-4 1-3-15,0-2-3 0,0 2-2 0,0 0-1 16,0 0 0-16,-6 0-1 0,-7 5 1 16,5 0 1-16,-2 3-1 0,3 0 0 15,-1-1 0-15,4 1 0 16,2-4 0-16,2 1 1 0,0 0-1 0,0 0 0 16,0 7 0-16,2 1 1 0,8-3 0 15,3 4 1-15,-1-1-1 0,-1-3 1 16,-1-2-1-16,-2 2 1 0,2-1-1 15,-1 4 0-15,-1-3 1 0,2 1-2 16,-3 1 6-16,-1-4-5 0,0-1 5 0,-4-3-5 16,-2-4 0-16,0 0 1 0,0 0 0 15,0 2 1-15,0 4 1 16,-6 0-1-16,-9 4 0 0,-3-3 1 16,-3-3-1-16,2-2 0 0,1-2-1 0,5 2 0 15,5-2-3-15,-2 0-2 0,6 0-6 16,-2 0-10-16,-1 0-34 0,7 0-105 15,0-2-147-15,0-7-6 0</inkml:trace>
  <inkml:trace contextRef="#ctx0" brushRef="#br1" timeOffset="113980.82">24593 9837 557 0,'0'0'55'15,"0"0"-7"-15,0 0-15 0,0 0-6 16,0 0-7-16,0 0-4 0,0 0-5 16,0 0-2-16,0 0-3 0,0 0-3 15,-13 0 1-15,13 0-3 0,-2 0-1 0,2 0 2 16,0 0-2-16,2 0 0 0,11 0 0 16,1-1 1-16,11 1-1 0,2 0 4 15,2 0-1-15,0 0 1 0,10 0 1 16,0 0 0-16,11 0 0 0,3 0-1 15,3-3 0-15,4 0-1 0,4 0-1 0,2 0 0 16,3 0-1-16,-1 1-1 16,2 1 1-16,7-1-1 0,-7 2 0 15,2 0 2-15,1 0-3 0,-3 0 1 16,2 0 0-16,-1 3-1 0,1 0 1 0,4 2 1 16,-1-1-1-16,1 0 1 0,3-2-1 15,4 0 0-15,-1-1 0 0,-1 1 0 16,1-1 4-16,3-1-4 0,-2 2 0 15,2-2 0-15,-5 0-5 0,3 0 5 16,-4 0 0-16,-3 0-2 0,-4 0 2 0,-1 0 0 16,-5 0-1-16,-2 0 3 0,-6 0-3 15,-4 0 1-15,-3 0 0 16,-5 0-1-16,-1 0 2 0,1 0 0 16,-3 0-2-16,-4 0 2 0,1-2-2 0,3 1 1 15,-4-1 1-15,3 1-1 0,-3-1 0 16,4 1 0-16,-3 0-1 0,-1-1 1 15,0 0-1-15,0 1 1 0,-6-1 0 16,3 1 0-16,-7-1 0 0,4 1-1 16,-4 1 2-16,-1-2-1 0,4 1 1 0,-1-1 0 15,2 1-1-15,-4-1 0 0,8 1 1 16,0-1 1-16,2 0-2 0,0 1 1 16,1-2-2-16,1 2 0 0,3-2 1 15,1 0-1-15,-2-1 2 0,-1 3-1 16,1-1 0-16,-1 1 0 0,-3-1 0 15,4 1 0-15,-4-1 0 0,1 1 0 16,-1-1 0-16,4 1 1 0,3-1-1 16,1 2 1-16,3 0-2 0,4 0 0 15,2 0 1-15,-1 0-1 0,3 0 1 0,4 3-1 16,-8 0 1-16,2 0 0 0,-2 0 0 16,-7 0 1-16,3 1 0 0,-5-1 0 15,-1 0-1-15,-5-1 0 0,-4 0-1 16,2-2 2-16,-4 0-2 0,0 1 1 15,-2-1 0-15,0 2 0 0,-4-2-1 0,-6 2 2 16,-2-1-1-16,-5-1 0 0,-2 0 0 16,1 2-1-16,-7-2 1 15,0 0-1-15,-6 0 2 0,0 0-2 16,0 0 1-16,0 0-1 0,2 0-3 0,-2 0-1 16,0 0-5-16,4 0-4 0,-1 0-4 15,-3 0-4-15,0 0-5 0,0 0-11 16,0 0-9-16,0-5-5 0,-7 2-4 15,-1-3-2-15,-2 2 7 0,1 0 4 16,1 0 5-16,-2 1-8 0,-5-5-4 0,5 3-29 16</inkml:trace>
  <inkml:trace contextRef="#ctx0" brushRef="#br1" timeOffset="114597.78">29849 9567 503 0,'0'0'66'0,"0"0"-12"15,0 0-8-15,0 0-9 0,0 0-5 16,0 0-6-16,0 0-4 0,0 0-2 16,0 0-7-16,-18-17-4 0,18 17-4 15,0 0-1-15,0 0-1 0,0 0 2 0,2 11-1 16,8 4-1-16,9 6 0 0,-3-1 0 16,9-1-1-16,2-3-1 0,4-1 2 15,0-3-3-15,2-1 1 0,0-2 0 16,-2-1-1-16,2-2 0 0,0-1 0 15,-6-2 1-15,0-2-1 0,-4 1 0 0,-5-2 0 16,-9 1 0-16,-3-1 1 0,0 0-2 16,-6 0 1-16,0 0 1 15,0 0-1-15,2 0 1 0,-2 0 0 16,4 0 0-16,-4 0 0 0,0 0-1 0,0 0 1 16,0 3-1-16,-6 5 0 0,-6 2 0 15,-7 5 0-15,0 2-1 0,-1 1 1 16,1 1-1-16,-4 2 1 0,-6 1 5 15,9 2-5-15,-5 0 5 0,2 0-5 16,0-1-2-16,5 1 3 0,-3-2-2 0,7-3 1 16,-1-1 0-16,5-4-1 0,2-2 0 15,1-5 2-15,3-3 0 16,4 0 0-16,0-4-1 0,-2 0 1 16,2 0 0-16,-4 2-1 0,4 0 2 0,0-1-1 15,0 0 0-15,-2-1 0 0,2 2-1 16,0-2 0-16,0 0-1 0,0 1-3 15,0-1-2-15,0 0-9 0,-4 0-19 16,4 0-43-16,0-4-122 0,0-10-110 16</inkml:trace>
  <inkml:trace contextRef="#ctx0" brushRef="#br1" timeOffset="114949.17">30161 9500 601 0,'0'0'56'0,"0"0"-8"0,0 0-9 16,0 0-9-16,0 0-6 0,0 0-4 15,0 0-4-15,0 0-2 0,0 0 0 16,46-65-5-16,-46 65-4 0,2 0-2 15,-2 0-4-15,6 8 2 0,-2 9 0 0,5 10 0 16,-3 8 0-16,4 3 1 0,-4 1 0 16,0 1-1-16,-3-4 0 0,3-1 0 15,-4-5-3-15,2-2 2 16,-2-4-1-16,2-8 0 0,-2 1 5 0,-2-5-6 16,4-1 2-16,-4 1-4 0,0-7-5 15,2 1-3-15,-2 0-5 0,0 2-9 16,5-3-27-16,-5 3-47 0,0-5-182 15,-5 5-21-15</inkml:trace>
  <inkml:trace contextRef="#ctx0" brushRef="#br2" timeOffset="163300.73">22499 11701 271 0,'0'0'62'15,"0"0"-7"-15,0 0-5 0,0 0-9 16,0 0-2-16,0 0-7 16,0 0-3-16,0 0 0 0,0 0-4 0,0 0-2 15,-7-16-1-15,7 14-6 0,0 1 0 16,-2-1-4-16,2 1-2 0,0-1-2 15,0 1-2-15,0-1-3 0,0 2-2 16,0-2-1-16,0 2-1 0,0-1 0 16,0 1 1-16,0 0 0 0,0 0 0 0,6 5 1 15,1 5-1-15,5 4 0 0,-4 0 1 16,1 1-1-16,1 2 0 0,-2-1 0 16,3 4 0-16,-1 1 4 0,0 2-6 15,3 1 4-15,-5 1-3 0,0 0 1 16,-2 1 3-16,1 0-2 0,-3 1 1 15,-2 1-2-15,-2-1 2 0,0 1 1 16,0 1 2-16,0 1 0 0,0-2 0 16,0 2-2-16,0 1 1 0,-2-1 2 15,2 1-3-15,-4-1 0 0,4 1 2 0,0-3-1 16,0-1 0-16,-3 1 0 0,3-2 0 16,-4-1 2-16,2 1-2 0,-2-2 2 15,2 3-5-15,-4-2 1 0,0 0-1 16,-3 0 0-16,-1 0 1 0,2-1-1 15,-5 2 1-15,1-1-1 0,-2 1 0 0,-1 0 0 16,-4 0 1-16,1 0-1 0,-3 1 1 16,5 0-1-16,-5 1 0 15,2-1 0-15,-1 0 1 0,1-1-1 16,-2-2 1-16,1 2 0 0,-3-3 0 0,2 1-1 16,-3-2 0-16,3-2 0 0,0 2 1 15,-2-1 1-15,3-1-4 0,-5 1 5 16,4-1-6-16,-3 0 4 0,1-1-1 15,0-2-1-15,0 0 0 0,-2-1 0 16,1 0 1-16,-1 0-2 0,-2 0 2 0,2 0-1 16,-2 0 1-16,3 0 0 0,-5 2-1 15,2-1 2-15,-2 1-1 0,2-3-2 16,-4 2 2-16,4-2-5 0,-2 2 5 16,-2 1-1-16,0-1 0 0,4 1 0 15,-4-1 0-15,4-1-2 0,0 0 2 16,1 0 0-16,1-1 0 0,-2 0 2 15,2 1-2-15,-2-1-1 0,0-1 1 16,-2 1 0-16,0 0 0 0,-2 1 0 16,-2 0 0-16,2-2 1 0,-2 1-1 0,2 0 0 15,-2 0-1-15,2 0 4 0,-2 2-3 16,0 1 5-16,0-1-5 0,6 0-1 16,-4 1 1-16,0 0-2 0,2 1 2 15,-2 0 0-15,-2 1 0 0,2-1 0 16,2 1 0-16,-6 0-1 0,2 1 1 0,4 0 0 15,-6-1 1-15,6 2-2 16,-4-1 2-16,2 0-4 0,0 2 3 16,2-2 0-16,-2 0-1 0,4-1 1 15,-4 1 0-15,4-1-1 0,2 1 2 0,-2-1-1 16,3 0 0-16,-1-1 1 0,4-1-1 16,0 2-1-16,1 0-1 0,-3 1 6 15,2-1-4-15,3 1 4 0,-3-2-1 16,3-1-3-16,-1-1 0 0,4-1 0 15,-3 1 0-15,3-2-1 0,-1-1 1 0,1-1 0 16,3-1 0-16,-2 2-1 0,1-1 2 16,1-1-1-16,5-4 0 15,-1 2-1-15,-4 2 1 0,-1-2-1 16,1 6 2-16,0-1-2 0,-1 2 2 0,3-1-1 16,-7 2 1-16,3 2-1 0,1 0-1 15,-1 1 0-15,-3 0 1 0,3-1-1 16,0 1 2-16,-3-1 0 0,5 0-1 15,-3-1-1-15,3 0 1 0,-1 1 0 16,3 1 1-16,-7-2 0 0,5 3 0 0,4-1 4 16,-3 2-5-16,3-1 4 0,0 2-3 15,-2-2-2-15,1 1 0 0,-1-3 1 16,0-1 0-16,3 1 0 0,-5-2 2 16,6 0-1-16,0-6-1 0,-3 4 0 15,3-3 1-15,2 3-1 0,-2-1 2 16,0 0-2-16,4-4 0 0,-3-1-1 15,3 1 1-15,-2-2 0 0,-2 2-1 16,4-1 2-16,-2 1 0 0,2 0-1 16,0-1 3-16,-2-1-1 0,1 2-2 0,-1-2 2 15,2 0-2-15,-2-5-1 0,4 4 2 16,-2-3 0-16,2-1 0 0,-4 1-1 16,4-5 1-16,0 0-1 0,0 0 1 15,0 1 0-15,-2 1-1 0,2 0 1 16,0-1 1-16,0 1-1 0,-4-1 0 15,4-1-1-15,0 0-2 0,0 1 3 16,-2-1 0-16,-2 0 1 0,1 0 0 16,-3-5-2-16,-6-8 0 0,4-3 0 15,-5-2-2-15,3-4 4 0,2-1-1 0,-1-2 0 16,3-1-1-16,0-2-1 0,0 3 0 16,2 7 2-16,4-1-4 0,-2 7 5 15,2-2-2-15,0 2 0 0,0 0 1 16,0 2-1-16,0-1 0 0,2 2 1 15,-2 4-1-15,4-4 1 0,-4 4 1 0,2 1-3 16,2 1 2-16,-4 3-1 0,0-1-1 16,0 1 2-16,0-2 0 15,0 1 1-15,0-1-2 0,2 0 0 16,-2 1 2-16,0-1-1 0,0 1 0 0,0-1-2 16,0 2-1-16,0-1 3 0,0 1 0 15,0-2-1-15,0 2 0 0,0-1 0 16,0 1-1-16,4-2 1 0,-4 2 0 15,0 0 0-15,0 0 1 0,0 0-2 16,0 0 1-16,0 3-2 0,0 11 1 0,0 0 2 16,0 5-2-16,0 1 1 0,0 0-1 15,-4-2 0-15,4 2 2 0,0 0-1 16,-2-2 0-16,2 1 1 16,0-1-1-16,-4-7 0 0,4 0 0 0,-2 1 0 15,2-7 1-15,0 7-2 0,0-6 0 16,0 0 1-16,0 5-1 0,0-7 2 15,0 0 1-15,0 3-2 0,0-7-1 16,0 3 1-16,0 1-1 0,2 1 2 16,2 3 0-16,-2-6 1 0,4 4-2 0,5 1-1 15,-3-3 1-15,0-1-1 0,4-1 1 16,5-2 0-16,0 0 0 0,7 0-1 16,-3-4 2-16,4-1 0 0,-5-2-2 15,3 0 3-15,-2 1-3 0,-9 1 1 16,3-1 0-16,-5 3 0 0,-8 2 0 0,11-2 1 15,-11 1-1-15,4 0 1 16,0 1-1-16,-6 1 2 0,0 0-3 16,0 0 1-16,0 0 1 0,4 0-2 15,-4 0 2-15,2-2-1 0,-2 2-1 0,4 0 0 16,-4-1 0-16,2 1 1 0,-2 0 0 16,0 0-2-16,0-1-5 0,0 1-6 15,0 0-13-15,0-2-35 0,0 2-100 16,0-8-152-16,0 1-9 0</inkml:trace>
  <inkml:trace contextRef="#ctx0" brushRef="#br2" timeOffset="166313.19">8074 15490 314 0,'0'0'61'16,"0"0"-9"-16,0 0-11 0,0 0-9 15,0 0-9-15,0 0-5 0,0 0-3 16,0 0-4-16,0 0-2 0,-8 5-3 0,6-4-1 16,2-1-2-16,0 2 1 0,0-2-1 15,0 2 2-15,0-1 2 0,0 0 1 16,0 4 3-16,0-2 6 0,8 3 2 16,0 3 0-16,9-3 0 0,2 1-4 15,-3 0-2-15,7-1-3 0,4-3-2 16,0 0 0-16,6-2-1 0,0-1-3 15,10 2 3-15,-2 0-1 0,3 1 1 16,1 0 0-16,5-2-2 0,-3 0 0 16,7 1-2-16,-2 0 1 0,10-1 0 0,-2 1 0 15,4-2 2-15,2 1-2 0,9-1-1 16,-3 0 1-16,0 0-1 0,11 0 0 16,-9-1 0-16,9-2 0 0,0-2 0 15,1 1-1-15,1 1-1 0,0-1-2 16,-2 3 1-16,1-1 0 0,-3 1 1 15,4 1 1-15,-3 0 0 0,1 0-1 16,4 0-1-16,-2-2 1 0,4 2 1 16,-5 0-1-16,5-1 4 0,-2 1-3 15,2-1-1-15,2 1 1 0,-4-2-2 0,4 1 2 16,0-1 1-16,4 0-3 0,-6-1 2 16,4 1-2-16,-9 1 0 0,5 0 1 15,-2-1-2-15,-4 2 2 0,-1-1-1 16,-3 1 0-16,0 0 2 0,-3-2-1 15,3 2 0-15,-5 0-1 0,2 0 1 0,3 0 0 16,-3 0-1-16,-3-1 1 0,1 1-1 16,1 0 3-16,3 0-3 0,3 0 1 15,-3 0-1-15,1 0 0 16,-3 0 2-16,-1 0-2 0,-1 1 1 0,1 1-1 16,-5-2 1-16,2 0 0 0,-1 0 1 15,1-2-1-15,-2-1 1 0,7 0 1 16,-5 0 0-16,0 0-2 0,1-1-1 15,3-1 2-15,1 0-3 0,-1 2 2 16,-1 1-1-16,3 0-2 0,-3 0 1 0,-1 1 2 16,0 1-3-16,-1 0 2 0,-3 0 2 15,-2 0-3-15,0 0 2 0,1 0-1 16,-1 0-1-16,-2 0 2 16,-2 0 0-16,2 0-1 0,0 0-1 0,3 0 1 15,-5 0 0-15,2 0 3 0,4 0-2 16,-2 0 1-16,1-2-2 0,3 1 0 15,0-3 0-15,-1 3 0 0,1 0 2 16,4 1-2-16,-3 0 1 0,3 0 0 16,-1 0-2-16,1 0 2 0,1 0 0 0,-1 0-1 15,-1 0 0-15,1 0 0 0,0 0 0 16,-3 0 0-16,3 0 1 0,-3 0-1 16,-1 0-1-16,4 0 1 0,-3 0 1 15,-1 0-1-15,1 1 0 0,1-1-1 16,0 0-1-16,3 1 2 0,1-1 0 0,1 0 1 15,2 0 1-15,-1 0-1 16,3 0 1-16,0 0-1 0,-3 0-1 16,5-2 0-16,0-1-1 0,-1 0 2 15,3-2 0-15,-2 2 0 0,0-1 1 0,0-1-2 16,-3 0-1-16,3 1 0 0,0-1 1 16,-1 2 1-16,1 0 1 0,-2 1-2 15,2 1-1-15,-1-1 1 0,1 1-1 16,0-2 2-16,0 2-1 0,4-1 0 15,1 0 0-15,-3 1-1 0,4-2 0 0,4 0 0 16,-2 0 2-16,2-2-1 16,-2 2 0-16,3 0 1 0,1 0 0 15,0 2 0-15,0 1-1 0,0 0 0 16,0 0-1-16,0 0 1 0,-3 0-1 0,1 0 0 16,-2 0 1-16,-2 0-1 0,0 1 2 15,-1 1 0-15,1-2-2 0,7 0 1 16,-3 0 1-16,4 0-1 0,2 0 0 15,-2 0 0-15,5 0 0 0,-1 0-1 16,0-3 0-16,1-2 0 0,1 0 1 0,-1 1 0 16,-1 1 4-16,-2 0-5 0,-2 0 1 15,1 0 1-15,-3-2-2 0,0 1 1 16,0 1 1-16,-2 0-1 16,-4-1-1-16,2 2 1 0,-4-3-3 0,2 2 3 15,0-2 1-15,-2 1-1 0,-2 0 1 16,-3-1-1-16,-1 0-1 0,0 1 2 15,-3-1-1-15,-1 2-1 0,2 0 0 16,-3-1 0-16,-1 1 2 0,1-2 0 16,-5 2 1-16,-1-2-2 0,0 2-1 0,3 0 1 15,-9 0 0-15,0 2 0 0,0-1 1 16,-2 2-1-16,0-2 0 0,0 2 0 16,-4 0 1-16,4-1-1 0,-2-2 2 15,-2 0-3-15,-2 0 1 0,0 0 0 16,-4 0 0-16,2 1 0 0,-9-2 0 15,5 1 0-15,-7 0-2 0,-1 0 1 16,-5 0 2-16,-4 0-2 0,-4 0 2 16,0 0-2-16,-14 1-1 0,1 0 1 15,-5 1-1-15,-7 1 1 0,0 0-1 0,-6 0 0 16,0 0-3-16,0 0 0 0,0 0-5 16,2 0-7-16,-2 0-9 0,0-2-15 15,0 1-36-15,-10-2-83 0,-15-3-141 16</inkml:trace>
  <inkml:trace contextRef="#ctx0" brushRef="#br2" timeOffset="169196">8035 15771 99 0,'0'0'45'0,"0"0"9"0,0 0 8 16,0 0 6-16,0 0-5 0,0 0-3 15,0 0-9-15,0 0-5 0,0 0-2 16,12-21-3-16,-12 15-3 16,0-1-7-16,0 1-6 0,0 2-4 0,0 4-5 15,0-5-2-15,0 1 0 0,-2-1-7 16,2 2-1-16,0 3-2 0,0-1-4 15,0 1-1-15,-4 0-2 0,4 9 0 16,0 10 2-16,0 12 1 0,0 4 1 16,6 7-3-16,5 8 3 0,1 2-5 0,-4 7 1 15,1 2 3-15,1 3-1 0,-2 1 3 16,-2-1-4-16,1-1 1 0,-1 0 2 16,-4-4-2-16,4-2 3 0,-2 0-4 15,2-5-1-15,1-1 6 0,-1-7-5 16,0 2 6-16,2-4-2 0,-2-2-2 0,1-1 0 15,-5-4 0-15,4-3-1 16,-2-6 3-16,2-8-3 0,-4-1 3 16,-2-7 0-16,4 1 1 0,-1 0-1 15,1-7 0-15,-4 2 0 0,0-3-2 0,2 2 2 16,0-1 0-16,-2 1 0 0,4-2 2 16,-4 0 0-16,8 3-1 0,-2 0 3 15,5-3-2-15,3 2-1 0,1-1 1 16,3-1 0-16,3 2 1 0,2-4 1 15,-1 2-4-15,7 0 2 0,-2-1 0 0,4 1-3 16,2 2 2-16,2-2-1 16,5-1-2-16,3 3 1 0,1-4-3 0,3 3 1 15,5-1 3-15,2-2-1 16,8 1 4-16,2-1-2 0,2-1-2 0,0 3-1 16,4-3 0-16,3 0 1 0,-1 0 3 15,2 0 1-15,-1 0-2 0,-1 2 1 16,4-1-3-16,1 2 2 0,-3-1 0 15,3 1 1-15,-1 0 0 0,-1 0-2 16,1 0 0-16,3 2-1 0,-1-2 2 0,5-1 0 16,0 3 1-16,-3-5-1 0,3 0-1 15,2 3-1-15,0-1 0 0,-1 1 0 16,5 1 1-16,-4-1-2 0,4 5 4 16,-2-1 8-16,-3 3-8 0,1-1 7 15,0-2-8-15,4-1-2 0,0-1 1 16,-3-3 0-16,3-1-5 0,2 1 3 15,0-2 1-15,0 0 0 0,-4 0 4 16,10 2-1-16,0-2-2 0,1 0-2 16,3 0 2-16,2 0-1 0,1 0 0 0,1-2 2 15,0-1-4-15,5-2-7 0,-3 0 6 16,1 2-6-16,-1 2 9 0,-1-2 6 16,1 1-7-16,1 1 4 0,-1-1-3 15,3-1-5-15,-1 0 4 0,3-1 3 16,0-1-3-16,3 2 2 0,-3-2-2 0,8 1-1 15,-2-4 2-15,2 2 0 16,6 0-2-16,-2-1 0 0,4 1 2 16,-2-4-1-16,-2 1 4 0,10-1-4 15,-5-1-1-15,3-1 1 0,-2 1-3 0,0 0 4 16,3 1-2-16,-1-2 1 0,-2 1 1 16,0 0-2-16,3 3 1 0,-7-3 0 15,2 2 1-15,0 1-1 0,-4 1-1 16,0-3 2-16,0 3-2 0,0-3 0 15,2 3 0-15,-6-1-2 0,2 3 3 0,0-2-1 16,-4 0 2-16,4 1-3 0,-4-2 1 16,0 1 0-16,-1-4-1 15,-1 3 2-15,2 1-1 0,-2-2 1 16,2 1 3-16,1 2-3 0,-3 0 0 0,-2-2-1 16,2-3 0-16,-1 3 0 0,1 0-3 15,-4 1 4-15,-1 0-1 0,-1 3 3 16,0-2 1-16,-1 3-2 0,1-5-1 15,-5 2-1-15,0 0 0 0,5 1 1 16,0 0 0-16,-1 0 0 0,1-3 0 0,-1 1-1 16,3-1-1-16,0-1 3 0,1 1-1 15,-3-1 1-15,1 2-2 0,1 1 1 16,-2-2 0-16,-1-1-1 0,-3-2 1 16,3 0 1-16,-3 3-2 0,1-2 3 15,-2 1-2-15,3 1-3 0,-3 3 3 16,-1-3-1-16,-1 2-1 0,0 2 2 15,1-5-1-15,-7 4 0 0,2 0 2 16,-4-1-1-16,-2 3 0 0,-2-3 1 16,-2 1-1-16,-4 2-1 0,0-1 0 0,-3 1 3 15,-3 1-2-15,-5-1 0 0,3 0 0 16,-5-1-1-16,-2 2 2 0,1-4 0 16,-5-2-1-16,2 1-4 0,-6-2 6 15,6 0-6-15,-6 4 4 0,2 2 1 16,0 3-1-16,1 0-1 0,-1 0 0 0,0 0 3 15,-4 0-6-15,4 1 8 16,0 1-6-16,-2 1 2 0,0 0 0 16,-2 0 0-16,-2-1 2 0,0-1-2 15,-1 1 0-15,-3 1-2 0,4-3 3 0,0 0-1 16,0 0-1-16,0 0 2 0,0 0-2 16,1 0 0-16,-1 0 3 0,-4 0-2 15,2 0 1-15,-2 0 0 0,-3-5-2 16,1 4 2-16,0-1 2 0,-3-2-6 15,3 2 4-15,-4 2-2 0,1 0-3 0,-3 0 5 16,5 0 0-16,-5 0 1 0,-1 0-3 16,-3 0 2-16,1 0 0 15,-8 0-3-15,4 0 2 0,-1 0-4 16,-1 0 3-16,-4 0 2 0,-4 0 0 0,2 0 2 16,0 0-4-16,-4 0-2 0,0 0 7 15,-3-3-3-15,3 3 0 0,-2 0 3 16,-4 0-8-16,-3 0 3 0,1 1 1 15,-5-1-3-15,-1 0 3 0,5 0 0 16,-5-1-2-16,-1 1 1 0,-1-2 1 0,-7 2 0 16,8-1 2-16,-6 0-2 0,3-2 1 15,1-2-4-15,-2-1 5 0,-2 0-3 16,-4-2 4-16,5 1-4 16,-3-3 0-16,-2 3-2 0,2-4 0 0,-4 1 2 15,0-2 0-15,0-7 1 0,0-2 0 16,0-5-2-16,0 0 0 0,0-1 1 15,0-3 0-15,0-4 5 0,0-4-5 16,0-1 2-16,0-4-3 0,0-2-3 16,0 1 2-16,0-4 1 0,0 2 1 0,2 0-3 15,-2 2 3-15,6 3-4 0,-6 3 4 16,0 5 1-16,0 1 1 0,0 2 0 16,0 2-1-16,-6 1 1 0,6 2-2 15,-6-2 2-15,4 3-1 0,-4 0 0 16,1 0 0-16,-1 1 0 0,4 0 0 0,-4-1 1 15,4 1 0-15,-2-1 0 16,2 1-2-16,-2 0 3 0,2 7-3 16,-3-1 0-16,-1 0 2 0,4 5-1 15,-4-3 1-15,2 4 1 0,2 2-2 0,-2-2-6 16,2 7 6-16,-1-5-6 0,-1 4 5 16,4 1 3-16,-6-6-3 0,6 7 1 15,-2-1 0-15,2 1-1 0,-6 0 1 16,2 0 0-16,-2-3 0 0,-1 1-2 15,-3 0 1-15,-2 1 1 0,-1 1-3 0,-5 0 3 16,-7 3 0-16,4 0-1 0,-12 0 0 16,0 0 0-16,2 0-1 0,-2 3 0 15,0 0 2-15,-4 0 0 16,6 0 0-16,-3 0-2 0,8-1 2 0,-5 1 0 16,4-3 0-16,-4 1 1 0,4-1-2 15,-2 0 2-15,0 0-1 0,2 0 1 16,0 0-2-16,2 0 2 0,5 0-3 15,-5 0 2-15,4 2 0 0,-4-1 0 16,1 2 2-16,1 0 5 0,-2 1-7 0,-2 0 7 16,-2 0-7-16,0 1 0 0,-2-2 0 15,-2 2-2-15,2-1 2 0,2 1 0 16,-2 0 1-16,4-3-1 16,-1 1 0-16,1-3 0 0,4 0 0 0,4 0 1 15,1 0-1-15,-1 0 1 0,5 0-1 16,-9 0 0-16,6 0 0 0,5 0-1 15,-9-1 2-15,9 1-2 0,-1-2 2 16,-3 2-1-16,1 0 1 0,3 0 0 16,0 0-2-16,-3 0 2 0,3 0-2 0,-1 0 0 15,7 0 1-15,-2 0 0 0,2 2 0 16,4-1 0-16,-9 2 0 0,5-1-1 16,4 0 0-16,-4-1-1 0,6-1 1 15,0 0-11-15,-6 0-9 0,-7 0-22 16,-1-8-64-16,-9-4-197 0,9-6-22 0</inkml:trace>
  <inkml:trace contextRef="#ctx0" brushRef="#br2" timeOffset="174348.84">1094 8521 459 0,'0'0'74'16,"0"0"-12"-16,0 0-8 0,0 0-7 0,0 0-9 15,0 0-11-15,-32-88-3 16,26 72-1-16,0 0-3 0,0 7-1 16,6 5-5-16,-2-1-2 0,2 5-4 15,-4-1-4-15,4 1-1 0,0 0-4 0,0 12 2 16,0 12-2-16,6 12 1 0,2 11 4 16,5 5-4-16,-3 5 1 0,4 0-2 15,1 1-3-15,-3-2 1 0,5-8 0 16,-7-6 0-16,0-15-2 0,-7-12-1 15,1-9-10-15,-4-6-17 0,0 0-36 0,0-1-48 16,2-16-68-16,8-8-95 0</inkml:trace>
  <inkml:trace contextRef="#ctx0" brushRef="#br2" timeOffset="174655.94">1094 8424 577 0,'0'0'63'15,"0"0"-10"-15,-23-88-7 0,23 72-8 16,0 6-9-16,0 6-6 0,0-1-5 15,0 1-4-15,10-4-4 0,3-3-3 16,3 1-2-16,7 2-1 0,0 4-5 0,8 1-1 16,2 1 0-16,6 2-1 0,0 2 3 15,-2 5 0-15,1 4 0 0,-9 4-1 16,-3 3-2-16,-3 3-2 16,-4 4-4-16,-11 1 0 0,-6 1 0 0,-2-3 2 15,-8 0 3-15,-7-4 5 0,-9-3 1 16,-7-2 2-16,-9-1 2 0,-5-3-2 15,-1-4 9-15,1 1-5 0,3-4 4 16,7-1-6-16,6-2-3 0,5-1-3 16,5 0-2-16,7 0 0 0,5 0-4 0,5 0-5 15,2 0-1-15,0 0-11 0,0 0-22 16,9 0-47-16,15-2-146 0,9 0-55 16</inkml:trace>
  <inkml:trace contextRef="#ctx0" brushRef="#br2" timeOffset="175009.04">1703 8496 636 0,'0'0'61'15,"0"0"-11"-15,0 0-15 0,0 0-12 0,0 0-8 16,-89-65-5-16,71 61-4 0,-3 4-1 16,3 0-3-16,-3 11-3 0,2 7 1 15,1 7-2-15,3 3 1 16,3 7 5-16,4 3-3 0,1 2 3 0,3 1-2 16,4-4-1-16,0 0 0 0,4-5 1 15,3-5-1-15,3-4-1 0,2-2 0 16,7-4-1-16,-1-2 1 0,7-4-2 15,-2-4-1-15,6-3-1 0,-6-2-1 16,6-2-2-16,-7 0-3 0,-3 0-2 0,0-3-2 16,-11 2-5-16,-2-1-6 0,0 2-27 15,-6 0-53-15,0-1-146 0,0 1-21 16</inkml:trace>
  <inkml:trace contextRef="#ctx0" brushRef="#br2" timeOffset="175244.72">2057 8454 746 0,'0'0'26'0,"0"0"-9"16,0 0-14-16,0 0-9 0,0 0-11 16,0 0-33-16,0 0-96 0,0 0-136 15,0 0-3-15</inkml:trace>
  <inkml:trace contextRef="#ctx0" brushRef="#br2" timeOffset="175403.48">2088 8747 491 0,'0'0'32'0,"0"0"-9"15,0 0-8-15,0 0-13 16,0 0-6-16,0 0-13 0,0 0-85 0,0 0-127 16</inkml:trace>
  <inkml:trace contextRef="#ctx0" brushRef="#br2" timeOffset="176627.01">682 9441 550 0,'0'0'58'15,"0"0"-10"-15,0 0-6 0,0 0-9 0,0 0-8 16,0 0-4-16,0 0-2 0,0 0-3 16,-29-80-3-16,25 77-3 0,2 0-2 15,-2-1-2-15,4 4-4 0,-6 0 1 16,-7 0-2-16,3 8-2 0,-9 8 1 15,1 3-2-15,5 8 2 0,1 7-1 0,6 5 0 16,0 5 1-16,-1 3 1 0,7 2-2 16,0-2 2-16,0-3-3 0,0-6 1 15,0-5-2-15,4-5 0 16,3-4 4-16,-5-7-4 0,2 0 6 0,2-6-4 16,0-3 1-16,3 3 1 0,-1-6-1 15,-4-4 1-15,4 2 1 0,-2-3-1 16,5 0 0-16,-3 0 0 0,4 0 0 15,1-3 0-15,-7-3 1 0,2-5 0 16,3-1-4-16,-1-3 4 0,-4 3-4 0,0-2 4 16,-2-3 1-16,-1-1 0 0,1-6 1 15,-2 0-1-15,4-2 2 0,-6-2-3 16,0 1 1-16,0-3 0 0,0 0 0 16,-6-1-1-16,0 2 3 0,-3 3-4 15,-1 2 2-15,2 6 0 0,1 6-2 16,1 4 1-16,6 5-1 0,0 3-2 15,-6-5 1-15,4 2-3 0,-2 1-1 16,2-1-3-16,2 3-5 0,-4-2-8 16,4 2-19-16,-2 0-35 0,2-1-85 0,0 1-130 15,-5 0 4-15</inkml:trace>
  <inkml:trace contextRef="#ctx0" brushRef="#br2" timeOffset="177784.46">959 9457 526 0,'0'0'70'0,"0"0"-9"16,0 0-10-16,0 0-13 0,0 0-11 15,0 0-7-15,0 0-5 0,0 0-3 16,0 0-3-16,-58-67-2 0,52 65-3 0,0 2-2 16,0 0-1-16,-9 2-1 0,5 11 0 15,0 5-1-15,-1 7 0 0,5 5 1 16,0 4-1-16,4 3 2 0,-4 5-3 16,6-2 2-16,0 2 0 0,0-2 2 15,0-3-2-15,0-5 0 0,0-5-1 16,0-3 0-16,6-4 5 0,2-3-4 15,-2-5 3-15,5-2-3 0,-9-2-1 16,6-3 0-16,2-1 1 0,-2-2 1 16,5 1 0-16,-3-3-1 0,5 0 1 0,-7-2-1 15,11-4 0-15,-7-3 0 0,2 1-4 16,-1-1 5-16,-7-1-3 0,0 0 4 16,2-3 2-16,-3-1 0 0,1-2 2 15,-4-1 2-15,-2-1 0 0,0-4 0 16,-2-2 1-16,-9-8-3 0,1 1 1 0,0-3-4 15,-3-1 0-15,1 2-1 16,2 2-1-16,-3 6 0 0,3 6 0 16,2 9-1-16,8 7 0 0,-4-2-1 15,4 2-2-15,-9-2-3 0,9 2-2 0,0 3 0 16,0-1-1-16,-2 1-2 0,-2 4-5 16,2 4-11-16,-2 6-27 0,2-4-32 15,2 0-97-15,2 3-100 0</inkml:trace>
  <inkml:trace contextRef="#ctx0" brushRef="#br2" timeOffset="178220.9">1323 9365 650 0,'0'0'58'15,"0"0"-12"-15,0 0-16 0,0 0-9 16,0 0-9-16,0 0-4 0,-85 6-2 15,67 9 4-15,3 7-2 0,-3 5 1 16,3 3-2-16,-1 5-4 0,1 3 0 0,3 0 0 16,-1 0-3-16,7-1 1 0,4-2-2 15,2-2 2-15,0-3-2 16,6-4 1-16,7-3-1 0,1-3 0 0,5-5-4 16,-1-1 1-16,5-4 4 0,-4-1-4 15,-7-4 7-15,7-1-4 0,1-4-5 16,-1 0 6-16,6 0-4 0,-5-7 5 15,-1-3-1-15,2-1 1 0,-3-1 1 16,-5 1-1-16,-1-2 1 0,-6 0-1 16,-2 2 2-16,1-7-1 0,-5-2 2 0,0-3 2 15,-5-5-1-15,-5-1-2 0,-6-1 2 16,-3-1-1-16,-2-2-1 0,-4 1 0 16,5 2 0-16,-1 2-2 0,0 4-1 15,9 4-1-15,0 7 1 0,1 3-1 16,3 6-2-16,6 3 2 0,-4-1-7 0,2 2 1 15,-3 0-2-15,1 6-10 16,4 6-11-16,2 3-36 0,19 2-54 16,1 6-165-16,1-4-3 0</inkml:trace>
  <inkml:trace contextRef="#ctx0" brushRef="#br2" timeOffset="178705.62">1606 9478 471 0,'0'0'53'16,"0"0"-6"-16,0 0-6 0,0 0-4 15,0 0-1-15,0 0-3 0,0 0-6 16,0 0-5-16,0 0-5 0,0 0 0 15,-4-2-3-15,4 1-1 0,0 1 0 16,0 0-2-16,-2 0 0 0,2 0-2 0,0 0 0 16,0 0-2-16,0-2-1 0,0 2 0 15,0-1 0-15,0-6-1 0,0-5-3 16,2-4 0-16,4-4-3 0,0 0 3 16,3 2 0-16,-5 6 0 0,4-2 2 15,-4 0-3-15,2 4-1 0,-4 1 1 16,3 6 0-16,-5 3-1 0,0-2-1 15,0 2-1-15,0 0-1 0,6 0 0 16,2 11 3-16,5 9 0 0,-1 7-1 16,-4 6 1-16,-2 5 0 0,3 3-2 0,-3 0 3 15,-2 2-2-15,2-5 1 0,0-5-2 16,-4-6 1-16,3-7 1 0,1-5-2 16,-4-4-1-16,-2-6-2 0,4-1-4 15,-4-4-2-15,0 3-13 0,2 0-18 16,0 0-34-16,2 2-57 0,-4-5-148 15,0 0-2-15</inkml:trace>
  <inkml:trace contextRef="#ctx0" brushRef="#br2" timeOffset="178990.71">1544 9831 599 0,'0'0'76'15,"0"0"-15"-15,0 0-20 0,0 0-17 16,0 0-12-16,0 0-7 0,0 0-2 15,0 0-1-15,0 0 0 0,33 0-1 0,-2-6-1 16,0 0 0-16,2 2-1 0,-2 0 1 16,-2 1-3-16,-2 2 1 15,-2 1 0-15,0 0 1 0,-7 0 2 16,1 0-1-16,-5 0 1 0,-1 1-3 0,1 2 4 16,-3-1-3-16,-7 0 0 0,0-1 3 15,-4-1-4-15,0 0 6 0,0 0-3 16,2 0 0-16,2 2 2 0,-4-2-8 15,2 0 1-15,-2 0-10 0,0 1-19 16,4-1-26-16,-4 0-40 0,2 0-89 0,-2 0-87 16</inkml:trace>
  <inkml:trace contextRef="#ctx0" brushRef="#br2" timeOffset="180159.64">1893 8875 531 0,'0'0'65'16,"0"0"-10"-16,0 0-8 0,0 0-11 15,0 0-13-15,0 0-9 0,0 0-6 16,0 0-3-16,0 0-2 0,0 0 2 15,-12-3-4-15,16 29 1 0,9 12 0 16,-3 6-5-16,9 4 1 0,-1 7-3 0,3 6 1 16,-3 2 6-16,3 6-4 0,2 2 1 15,-7 3-4-15,1 2-1 0,-3 3 4 16,-1-1 0-16,-1-3 3 0,-4-3 2 16,-1-4-2-16,-3-5 3 0,2-6-4 15,-4-2-1-15,4-7 2 0,0-2-2 16,-3-3 2-16,1-3-1 0,-2-5 1 15,2-3 0-15,-4-9 1 0,0-4-3 16,2-6 2-16,-2-7 0 0,0 0 0 16,0-6 1-16,0 0 1 0,0 0 2 0,0 2-2 15,0-1 0-15,0 1 0 0,0-2-2 16,0 0-2-16,0 0-2 0,0-3-3 16,0-12-16-16,0-8-33 0,-2-9-101 15,-2 0-129-15,-2-6 11 0</inkml:trace>
  <inkml:trace contextRef="#ctx0" brushRef="#br2" timeOffset="180656.58">2497 9420 592 0,'0'0'65'0,"0"0"-12"16,0 0-14-16,0 0-16 0,0 0-6 0,0 0-6 16,-78-41-4-16,63 41-3 0,-4 4-1 15,1 7-1-15,5 5-2 0,1 3 0 16,4 5-2-16,2 4 2 0,4 4 0 15,-3 1 1-15,5 0-1 0,0-1 0 16,5-1-2-16,-1-6 1 0,12-2 0 0,-1-2 1 16,3-3 0-16,1-2 0 0,2-3-1 15,-9-5-1-15,2-2 0 16,-1-2 0-16,-3-2 2 0,0 0 1 0,3-2 1 16,3-4-1-16,-1-4 1 0,-1-6-1 15,-1-1 2-15,-3-2-1 0,-4-3 3 16,-4-1-1-16,0-3 1 0,-2-2 0 15,0-3-2-15,0-1 0 0,-4 1 0 16,-6 0-2-16,4 5 0 0,-3 2-1 16,3 7-2-16,2 6-3 0,2 6-4 0,-4 0-9 15,6 0-15-15,-6 0-20 0,4 3-27 16,-3 0-30-16,5 9-75 0,0 7-61 16</inkml:trace>
  <inkml:trace contextRef="#ctx0" brushRef="#br2" timeOffset="181029.12">2753 9438 687 0,'0'0'46'0,"0"0"-15"16,0 0-12-16,0 0-8 0,0 0-6 15,0 0-2-15,0 0 1 0,0 0-1 16,-76 35 0-16,66-12-1 0,3 1 0 15,5 2 0-15,0 0 0 0,2-2-3 0,0-1 2 16,0-3-1-16,2-3 0 0,5-6 0 16,1-2 0-16,2 1 0 15,-4-6 0-15,7 0 0 0,1-2 1 16,1-2 1-16,7 0 0 0,-5-7-2 0,2-4 0 16,-1-3 0-16,1-1 0 0,-1-2 0 15,-3 1 0-15,-1-4 1 0,-3 0 1 16,-5-1 2-16,-4 0-2 0,-2-2 2 15,0 0-1-15,-2 3 1 0,-9 1 0 16,3 2 0-16,2 6-2 0,-4 1-2 0,6 4-4 16,-1 3-2-16,3 1-3 0,-4 2-1 15,-6 3 0-15,1 8-6 0,-1 0-12 16,4 2-22-16,8 4-25 16,0-7-83-16,4 7-113 0</inkml:trace>
  <inkml:trace contextRef="#ctx0" brushRef="#br2" timeOffset="181406.27">3055 9420 663 0,'0'0'60'0,"0"0"-15"16,0 0-17-16,0 0-10 0,0 0-6 15,0 0-1-15,0 0-3 0,0 0-2 16,-39 77-2-16,33-51-1 0,0 0-2 0,3 0 1 15,3-4-2-15,0 0 0 16,0-9-1-16,9 1 0 0,1-4 0 16,-4-3 1-16,3 1 1 0,-3-5-1 15,2-3-1-15,9 0 1 0,-3 0 0 0,5-7 0 16,-1-2 0-16,-5-2 0 0,-3 0 0 16,0-3 3-16,-1-1-1 0,-3 1-1 15,-2-1 0-15,-4-5 0 0,0 2 1 16,0-7-1-16,-10 4 2 0,1 2-2 15,-1 2 2-15,6 6-2 0,-2 1-1 0,-1 4-1 16,-3 1-1-16,4 0-2 0,0 4-2 16,-3 1 0-16,-3 0-5 15,4 6-2-15,-9 8-7 0,11-4-10 16,4 5-19-16,2 2-23 0,0-5-80 0,0 5-124 16</inkml:trace>
  <inkml:trace contextRef="#ctx0" brushRef="#br2" timeOffset="181843.07">3359 9376 654 0,'0'0'61'0,"0"0"-9"15,0 0-17-15,0 0-12 0,0 0-7 16,0 0-5-16,0 0-2 0,0 0-3 16,0 0-2-16,0 0-1 0,-39 9-2 0,31 3-1 15,-5 5 0-15,3 4 1 0,4 2-2 16,4 3 2-16,-1 0-3 0,3 1 2 16,0 0-1-16,0 1 0 0,5-3 1 15,5-2-1-15,-2-3 0 0,5-5 2 16,-3-6-2-16,0-1 1 0,1-4 0 0,1-4-1 15,9 0 0-15,-3-3 0 16,3-6 1-16,0-4 0 0,-3-2 1 16,-5-2 0-16,-1 0 1 0,-4-1-2 15,3-1 2-15,-9 6 1 0,-2-5 0 0,0-2 0 16,-2-1-1-16,-9-5-1 0,3 4 0 16,-4 3 0-16,-3 1-2 0,3 5-1 15,1 4-3-15,3 5-2 0,2 1-2 16,-2 1-9-16,-3 2-12 0,-1 0-26 15,-3 6-36-15,13-1-75 0,-4-2-118 0</inkml:trace>
  <inkml:trace contextRef="#ctx0" brushRef="#br2" timeOffset="182205.02">3613 8824 767 0,'0'0'44'0,"0"0"-11"16,0 0-14-16,0 0-8 0,0 0-5 15,0 0-8-15,0 0 3 0,0 0 0 16,0 0 0-16,0 0 3 0,-10 70-3 16,16-26 0-16,5 1-2 0,1 5 2 15,4 5-1-15,-1 4 4 0,-3 5-1 16,1 2-2-16,-5 6 3 0,-2 4-4 15,2 1-1-15,-3 0 1 0,-5 0-2 16,0-7 3-16,0-4 4 0,0-8-1 16,0-8 1-16,0-10-3 0,0-12-2 0,0-5 1 15,0-10-1-15,0-7 1 0,0 2-1 16,0-8-1-16,0 0 0 0,0 0 0 16,0 1 1-16,0 1-1 0,0-2-3 15,0 1-7-15,6-1-17 0,0-7-34 16,0-8-112-16,2-5-128 0,3-4-8 15</inkml:trace>
  <inkml:trace contextRef="#ctx0" brushRef="#br2" timeOffset="182388.67">3923 9523 729 0,'0'0'27'0,"0"0"-9"0,0 0-12 16,0 0-6-16,0 0-6 0,0 0-4 16,0 0-14-16,0 0-33 0,0 0-50 15,0 0-166-15,46 2 0 16</inkml:trace>
  <inkml:trace contextRef="#ctx0" brushRef="#br2" timeOffset="182494.15">4176 9517 314 0,'0'0'-176'15</inkml:trace>
  <inkml:trace contextRef="#ctx0" brushRef="#br2" timeOffset="182660.31">4473 9487 755 0,'0'0'23'15,"0"0"-8"-15,0 0-11 0,0 0-7 16,0 0-7-16,0 0-17 0,0 0-36 16,0 0-92-16,0 0-130 0</inkml:trace>
  <inkml:trace contextRef="#ctx0" brushRef="#br2" timeOffset="182800.94">4800 9465 694 0,'0'0'65'0,"0"0"-16"15,0 0-16-15,0 0-11 0,0 0-6 0,0 0-6 16,0 0-4-16,0 0-2 0,0 0-4 16,12 2-1-16,-8-1-2 0,-4-1-5 15,7 2-17-15,-1 0-38 0,0-1-113 16,-4 1-132-16,-2-2-2 0</inkml:trace>
  <inkml:trace contextRef="#ctx0" brushRef="#br2" timeOffset="183719.88">492 10294 561 0,'0'0'63'0,"0"0"-9"15,0 0-8-15,0 0-10 0,0 0-9 16,0 0-4-16,0 0-6 0,0 0-4 15,0 0-5-15,-6-15 0 0,6 14-2 16,0-1-1-16,0-2 0 0,2-4 0 0,8-1 1 16,9-3-2-16,1 2 1 0,11 2-3 15,-2-2-2-15,4 1 1 16,7 0-1-16,1 0 3 0,7 2-1 0,3-3 1 16,13 3-1-16,3 1 0 0,5-1 0 15,4 2-4-15,13-2 1 0,4 1 0 16,-2-1 1-16,4-1 5 0,-4-1 1 15,-6-1 0-15,-6-1 0 0,-3 2 0 16,-8-1-4-16,-4 2 0 0,-8-2-1 16,-4 3-2-16,-11 0 4 0,-4 3-1 0,-12 1-1 15,-4 2 0-15,-7 1 0 0,-3 0 0 16,-1 0-1-16,-4 0 0 0,0 0-1 16,-6 0 2-16,0 0-1 0,0 0 0 15,0 0 1-15,0 0-2 0,5 0 1 16,-5 0-4-16,0 0 0 0,0 0-3 0,0 0-5 15,0 0-4-15,-11-3-7 16,1-1-12-16,-9 3-21 0,-3-1-43 16,-5 2-86-16,-15 0-103 0</inkml:trace>
  <inkml:trace contextRef="#ctx0" brushRef="#br2" timeOffset="184440.74">585 10325 476 0,'0'0'52'0,"0"0"-7"0,0 0-8 16,0 0-4-16,0 0-3 0,0 0-4 0,0 0 1 16,0 0-5-16,0 0-2 0,0 0-2 15,-35 18 0-15,31-18-2 0,4 1-2 16,0-1-1-16,-2 0-4 16,2 0-3-16,-4 0 1 0,1 0-3 0,3 0 0 15,-4 2 0-15,4-2-5 0,-6 1 1 16,4 2 0-16,-4-1 1 0,4 0 0 15,2-2 1-15,-4 0 1 0,4 0 1 16,0 0 1-16,-2 1 0 0,2-1 1 16,-5 0-1-16,5 2-1 0,0-2-1 0,-2 0 0 15,2 0-1-15,-4 0 0 0,4 0-1 16,-2 0 0-16,2 0-1 0,0 0 0 16,0 0-1-16,-4 0 1 0,4 0 0 15,0 0-1-15,0 0 1 0,4 0 0 16,2 0 1-16,7 0 0 0,3 0-1 15,9 0-2-15,6-3 0 0,2-1-1 16,4 0 2-16,-1 0 2 0,7-3 0 16,2 2 1-16,3 0-2 0,8-1 2 15,2 1-1-15,4 2 0 0,6 0-4 0,4 0 2 16,-1-2-3-16,-3 2 2 0,0-2 3 16,-4-2-1-16,-4-2 2 0,4 0-1 15,0-3 2-15,-4 0 0 0,-6-2 1 16,2 0-2-16,-9 2-2 0,-3 0-2 15,-11 3 1-15,-6 3 0 0,-9 3 3 0,-5 1 0 16,-7 1-1-16,0 1 1 0,-6 0-1 16,0-2 1-16,0 2 0 0,0 0-1 15,2 0 1-15,2 0 0 16,-4 0-1-16,0 0 0 0,0 0 0 0,0 0-2 16,2 0-1-16,-2 0-3 0,0 0-4 15,0-1-6-15,0 1-10 0,0 0-19 16,0 0-48-16,0 0-107 0,0 0-105 15</inkml:trace>
  <inkml:trace contextRef="#ctx0" brushRef="#br2" timeOffset="187407.87">1087 10396 677 0,'0'0'59'0,"0"0"-6"16,0 0-17-16,0 0-10 0,0 0-11 15,0 0-4-15,0 0-3 0,0 0-2 16,0 0-3-16,0-12-2 0,0 12-1 15,0 0 0-15,-4 3 0 0,2 14 0 0,-2 7 0 16,-2 8 0-16,4 2 3 16,-5 3-2-16,3 3 2 0,-2 2-2 15,4 2-1-15,-4 0-2 0,4 3 1 0,-2 4 1 16,4 0 0-16,-7 2 1 0,5 3-1 16,-4 0 3-16,0 1-4 0,0 0 3 15,-5-1 2-15,7 1-6 0,-6 2 6 16,2 0-4-16,-5 3-1 0,7 5 3 15,-2-1-4-15,2 3 1 0,-5-1 0 0,3-1 3 16,2 2 2-16,-4-3 0 16,1 2 2-16,9 1-4 0,-2 1-1 0,-2 0 1 15,4 1-1-15,0-1 3 16,0 0-3-16,0-4 1 0,0 1 2 0,0 0-3 16,4-3 3-16,-2-1-1 0,11 0-4 15,1-1 3-15,5 0-3 0,-5-1 2 16,3-2 0-16,1 0 1 0,-1-2 2 15,8-3-4-15,-1-1 5 0,3-1-4 16,4-2 0-16,-2-2-3 0,0 1-2 0,6-4 3 16,3 1-2-16,3-2 6 0,4-2-3 15,5 1 2-15,-9-4-3 0,9 0 3 16,-11-3 1-16,7 0-1 0,-1-1 4 16,1 0-4-16,-1-1 1 0,1-3-1 15,-3 0-1-15,3-3-4 0,-1 3 1 16,3-2-1-16,-3 1-2 0,5-1 7 15,-5 1-2-15,7 1 1 0,-1-2 2 16,7 1-2-16,-4-1-1 0,4-1 0 16,-4 0 0-16,2-2 1 0,-5-2-1 0,1 0-2 15,-5-1-1-15,5 0 2 0,-6 0 0 16,3-1 2-16,-7 1 4 0,7-1-3 16,-3 0 2-16,-1-1-4 0,1 2-1 15,-1-3 0-15,-4 1 1 0,3 1 1 16,-3-3 0-16,-2 1 0 0,-1-1-3 0,1 1 1 15,0 0-1-15,-6-1 1 16,7 0 3-16,-3-1-1 0,-4-1-2 16,4-1 1-16,-2 0-2 0,2 0 1 15,1 1 1-15,3 0 0 0,-2-1 0 0,5 1 1 16,1-2-3-16,-4-1 4 0,9-1-2 16,-2-2 0-16,1 0 2 0,3-2-3 15,0 0 0-15,1-1 2 0,3-2-1 16,-2 0 0-16,4-1-1 0,0-2 1 15,-1 1-1-15,-3 1 2 0,2-2 1 0,-2 1-2 16,-3 1 1-16,1-1-1 0,-4 1 0 16,-1 1 0-16,1 0 1 15,-3 2-2-15,1-1 3 0,-1 1-2 16,1-1 0-16,-1 0 2 0,1-2-2 0,-3 2 0 16,-2-1 0-16,3 1 1 0,-3 1-1 15,3-1-1-15,-3 1 5 0,2-2-5 16,-3 0 7-16,5 1-6 0,-2-2 1 15,-1 2-1-15,1-1 2 0,3-1-2 16,-5 2 0-16,5-1 1 0,-3 0 0 0,2 0 0 16,-3 0 1-16,3 2-1 0,3-1 0 15,-3 1 0-15,-3-1 0 0,7 3 1 16,-3-3-3-16,-1 1 1 16,3-1 0-16,3-1 0 0,-1 1 2 0,2-3-1 15,-5 0-2-15,1 1 1 0,-1-2-1 16,-1 2 1-16,-5-1 2 0,-2 2-2 15,-1-1 0-15,-3 1 0 0,0-1-1 16,-8 0 0-16,0 0 1 0,-3 0-1 16,-1-1 1-16,0 1 0 0,-4 1-1 0,-3 0 3 15,1-3-2-15,-3 1 0 0,1-1 2 16,-3 1-2-16,4-1-1 0,-1 1 2 16,-7-1-2-16,3-1 1 0,-5 1 0 15,6-2-2-15,-4 1 2 0,-1-2 0 16,5 1 1-16,-6-1-2 0,7 2 1 15,3 1 0-15,1 0 1 0,-5 0 0 16,5 2-2-16,-1-1 0 0,-1-1 1 16,5 3 0-16,-1-1 1 0,2-1 0 15,1 1-2-15,-1-2 1 0,4 3-2 0,-5 1 2 16,7 2 1-16,-2 2-1 0,-4 0 1 16,4-1-1-16,-1 1-2 0,-3 1 2 15,4 0-1-15,0 1 1 0,-3 2-1 16,3 2 1-16,0 1-1 0,2 1 3 15,0 3 0-15,4-3-2 0,-6 1 2 0,-3-3-2 16,1-1-1-16,-2 0 2 16,-3-4-2-16,-3 1 2 0,-1-1-2 15,5 1 0-15,-7 1 3 0,7 1-4 16,-7 0 7-16,3 0-7 0,-1 2 3 0,-1-1 2 16,3 1-4-16,-1-2 1 0,-3-1 0 15,3-2-3-15,-5-4 4 0,0-1 0 16,-4-1-2-16,-1-3 1 0,1 3 0 15,-4-3 1-15,2 0 0 0,-2 2 0 16,-2-5-2-16,0 0 1 0,0 0-1 0,4 0 1 16,-4 0 0-16,0 0 0 0,0 2 0 15,2-2-2-15,-2 0-1 0,0 0 0 16,0-5-2-16,-2-6 2 0,-8-5 1 16,2-2-3-16,-5-9 3 0,-1 2-5 15,1 0-1-15,-3-4 5 0,1 2-5 16,3 3 5-16,-3 0-2 0,5 4 1 15,0 2 1-15,-1 1 2 0,5 5 3 16,-2 0-3-16,-2 0 0 0,8 3 0 16,-7-2 1-16,3 5 1 0,2 3 1 0,-2-5-1 15,4 5-1-15,-2-2 1 0,-3-2-3 16,5 4 3-16,-2 0 1 0,2 0-1 16,-2-2 1-16,4 1-1 0,-2-1-1 15,2 2 1-15,0 3 0 0,-2-2 1 16,2 2 1-16,0-1-2 0,-4 0 1 15,4 1 0-15,0-2-1 0,0 2 0 0,0-1 0 16,0 1 0-16,-2-2 0 16,2 2-2-16,0 0 2 0,0 0-1 15,0 0 0-15,8 9 3 0,4 6-4 0,3 5 2 16,3-2-2-16,-3 1 0 0,-3-1 2 16,7-1 0-16,-5-2 2 0,3-2-2 15,-3 1 0-15,1-2 0 0,3 0-1 16,-1 1 0-16,-3-2 2 0,-1 3-1 15,1-3-1-15,-1 0 0 0,-1-4 1 0,0 2-2 16,-5-3 5-16,1-1-5 0,-2 1 2 16,-4-4-2-16,4 1 1 0,-6-3 2 15,0 0-1-15,0 0 0 16,0 2 0-16,5-2 2 0,-5 0-3 0,0 0 3 16,0 0-2-16,0 0 0 0,2 0 0 15,-2 0-2-15,0 0-4 0,0-9 5 16,-7-4-7-16,-1-4 8 0,0 2-1 15,-5-3 0-15,3 1 2 0,-4-1-4 16,1 1 4-16,5 7-2 0,-2-3 0 0,-3 2-1 16,5 3-3-16,-7-5 2 0,3 6 1 15,2-2 0-15,1 3 0 0,1 1 1 16,-2 0-2-16,-3 1 2 0,-1-2 0 16,6 3 0-16,-9-5 0 0,5-1 0 15,-3 0 1-15,1-3 0 0,4 4 0 16,-3-1 0-16,-1 0-3 0,7 3 3 15,-5-5 0-15,10 5-1 0,-4 4 4 16,6-2-4-16,0 4 0 0,-4-1 1 16,4 1-2-16,0 0 1 0,0-2-2 0,-2 2 1 15,2 0-1-15,-5 0 2 0,5 0 1 16,0 0 0-16,7 11-1 0,-1 5-1 16,6 6 0-16,1-1 1 0,-1 0 2 15,3 2-1-15,-3 1-1 0,0-1 0 16,3 0-3-16,-3-1 3 0,1 3-1 0,-1-2 3 15,0 1 2-15,1-3-5 0,-1 0 5 16,-4-7-4-16,-1 0 1 16,-5-5 1-16,4-4 0 0,-2 2-2 15,-2-3 0-15,2 1 1 0,-2 0-1 0,-2-5 0 16,0 0 0-16,0 0 0 0,0 1 1 16,0-1 0-16,0 2 1 0,0-2-2 15,0 1 2-15,0-1-1 0,4 2-1 16,-4-2 2-16,0 0-4 0,0 1 2 15,0-1 1-15,0 0-1 0,-12 0 3 0,-4-3-4 16,-5-1 0-16,0-2 1 0,-4-1-3 16,1 3 3-16,-3 0 4 15,0-1-4-15,2 2 0 0,4 0-1 16,3 0-4-16,5 0 6 0,5 1 0 0,-4 1 0 16,5-1 1-16,5 2-1 0,2 0-1 15,-4 0 3-15,4 0-2 0,-2-2-2 16,2 2 3-16,0 0-3 0,-4 0 0 15,4 0 0-15,-2 0-2 0,-2 0 1 16,4-1-1-16,0 1 1 0,0 0 2 0,-2 0 0 16,2 0 5-16,0-1-4 0,0 1 1 15,-4 0 0-15,4 0-3 0,-2 0 2 16,2-2-3-16,0 2 3 0,0 0-1 16,-9-3 0-16,5 0 2 0,-8-2-3 15,-3 0 1-15,3 0 0 0,0 0-1 16,3 2 0-16,3 2-2 0,-6-1 3 15,5 2 0-15,1-1 2 0,-6-1 1 16,10 2-3-16,-4-1 2 0,-1 1-5 16,7 0 2-16,0-2 0 0,0 2-3 0,-4 0 3 15,4 0-1-15,-2 0 0 0,2 0 5 16,0 0-4-16,2 5 1 0,11 4 1 16,3 3-3-16,1-1 4 0,1-2-3 15,3-1 0-15,2-3 1 0,-1 0 1 16,1-2 4-16,-4-1-4 0,-3-2-1 0,3 1 0 15,-7-1-3-15,7 0 3 16,-7 0 2-16,1 0-1 0,-3 0-1 16,-4 0 0-16,1 2-3 0,-7-2 1 15,4 0 4-15,2 1-1 0,-4-1-1 0,4 1 0 16,-6-1-2-16,6 0 2 0,-2 0 1 16,1 0 0-16,5-1 2 0,-8 0-3 15,2-1 0-15,-2 1 1 0,-2 1 0 16,4-5 0-16,-2 2-1 0,-2-2 0 15,5-4 1-15,-5-1-1 0,-5-3-2 16,-1-5 3-16,-6 4-4 0,1 2 4 16,-1 0-1-16,0 3 2 0,-1 2-2 15,7 0-1-15,2 4 0 0,2 2 1 16,2 1-1-16,0-1-1 0,0 1-2 0,0 0-6 16,-2-2-11-16,-2 2-18 0,4 0-74 15,0 0-206-15,0-6-18 0</inkml:trace>
  <inkml:trace contextRef="#ctx0" brushRef="#br3" timeOffset="193548.07">8779 16131 550 0,'0'0'63'16,"0"0"-12"-16,0 0-9 0,0 0-9 16,0 0-6-16,0 0-1 0,0 0-4 15,0 0-1-15,0 0-5 0,12-79-3 16,-16 70-1-16,0 1-5 0,0 5-2 15,-2-2-2-15,0 4-2 0,-3 0 0 16,-9 1 1-16,3 0-3 0,-3 2 0 16,-1 6-3-16,1 4 3 0,-1 3 1 15,2 5-2-15,-1 0 4 0,-1 3-4 0,5 3 0 16,1-1 1-16,1 5 0 0,6 0 0 16,-1 0 3-16,7 0-3 0,-2-1 1 15,2 0-1-15,0-3 1 0,2-2-1 16,3-1 0-16,3-1 3 0,0-2-5 15,9 0 6-15,-5-5-6 0,-2-4 2 0,3-4 0 16,3-2 1-16,-5-3 1 0,5-1-2 16,3-1 1-16,-3 0 0 15,3-8 4-15,-2-2-6 0,-3-4 4 16,0-1-4-16,-1-3 4 0,-1 1 1 0,-3-3 2 16,1 2 0-16,-4-2-2 0,-4-1 3 15,-2-3-1-15,0-2 2 0,0-2-2 16,0-2 2-16,-8 0-2 0,2 0-2 15,-7 1 2-15,5-2-3 0,-4 7 2 16,1 1-1-16,5 11-1 0,0 2-1 0,2 3 0 16,0 4-3-16,2 0-1 0,-3 0-1 15,5 3-3-15,-6 0-1 0,-2 3-2 16,-2 8-5-16,-1 4-6 16,5 2-18-16,6 4-34 0,0-3-83 0,6 4-146 15,5-6 0-15</inkml:trace>
  <inkml:trace contextRef="#ctx0" brushRef="#br3" timeOffset="194027.18">9166 16085 706 0,'0'0'56'0,"0"0"-14"0,0 0-8 16,0 0-14-16,0 0-8 0,0 0-4 0,0 0-5 15,-83-15-1-15,64 22 2 16,5 7-4-16,-3 4 1 0,7 5-2 16,0 4-1-16,1 4 2 0,-1 2 0 15,2 2 0-15,2 0-1 0,4-1 0 0,-3-3 3 16,5-3-3-16,0-5 0 0,5-1-1 16,-1-2-2-16,8-2 6 0,-2-1-3 15,3-2 4-15,3-3-6 0,3-3 3 16,-7-4 0-16,3-2-1 0,8-3 2 15,-5 0-1-15,3-6 2 0,-1-5-4 0,-1-3 5 16,0 1-7-16,-5-1 6 0,1 2 0 16,-3 0-1-16,0-3 3 15,-1 4-1-15,-7-1 0 0,0-3 1 16,-4-3 0-16,2-5 2 0,-2 0 2 0,0-3 0 16,-6-1 1-16,-2-2-2 0,-5 0-1 15,5-1-3-15,-4 1-1 0,1 2-2 16,3 2 1-16,2 7-1 0,-3 4 1 15,5 6-1-15,2 3-2 0,-4-1-1 16,2 4-1-16,-4 1-1 0,-5 1 2 0,5 4-2 16,-4 7 1-16,-1 4-2 0,7-4-3 15,0 4-4-15,4 1-12 0,2-3-15 16,-4 6-41-16,4 0-64 0,0-7-155 16,6 4 4-16</inkml:trace>
  <inkml:trace contextRef="#ctx0" brushRef="#br3" timeOffset="194703.97">9660 16146 652 0,'0'0'64'0,"0"0"-15"16,0 0-13-16,0 0-7 0,0 0-6 15,0 0-6-15,0 0 0 16,0 0-5-16,0 0-3 0,-19-81-1 0,11 75 0 16,-3 1-3-16,3 0-3 0,4 3 1 15,-8 2-3-15,1 0-1 0,-5 3 3 16,-5 9-4-16,7 3 1 0,-3 7 1 15,5 4-3-15,1 4 0 0,1 3 3 16,2 1-2-16,2 0 0 0,-1-2-1 0,3-1 0 16,4-4 0-16,0-1 1 0,0-3 1 15,6 0 2-15,7-1 2 0,-1 1-8 16,3 0 7-16,1-3-6 0,3-4 4 16,-3-4 1-16,7-1-1 0,-6-7-1 15,-1 0-1-15,3-3 0 0,-3-1 2 16,3-1 1-16,6-5-1 0,-5-4 1 15,-3 2 0-15,-9-3 2 0,5-3-4 16,-7 4 6-16,0-4-5 0,-4-1 5 16,2 5 1-16,-2-11-2 0,2 3 3 0,-4-1-3 15,0-9 0-15,-6 2-2 0,0-1 0 16,-4-2-2-16,1 0 3 0,-3 2-3 16,0 2 0-16,3 3 1 0,3 7-2 15,-4 1 0-15,6 6-2 0,-3 5-3 16,3-1-3-16,-2 2-4 0,0 2-10 0,4 0-14 15,-4 0-28-15,6 0-38 16,0-1-130-16,0 1-68 0</inkml:trace>
  <inkml:trace contextRef="#ctx0" brushRef="#br3" timeOffset="195483.95">9990 16222 712 0,'0'0'59'0,"0"0"-12"16,0 0-16-16,0 0-12 0,0 0-7 15,0 0-1-15,0 0-3 0,0 0-1 16,0 0 1-16,48-78-1 0,-42 59-2 15,4 0 3-15,-3 1 0 0,-1 6-3 16,-2-3 3-16,0 6-6 0,2-2-1 0,-4 2 2 16,3 4-3-16,-3 1 0 0,-2 4 3 15,0-1-3-15,0 1-2 0,0 0 2 16,6 7-3-16,0 8 3 0,0 8-2 16,-2 4 0-16,0 1 1 0,-4 1 2 15,7 1 1-15,-3-2-2 0,-2 0 1 16,2-1-1-16,2-1 0 0,0-1 0 15,3-3 0-15,-3-1 0 0,2-2 0 16,-2-1 1-16,1-3-2 0,-1 2 1 16,0-5-1-16,-2 1 1 0,2 3 4 0,-4-1-7 15,5 0 6-15,-1 0-6 0,-6-6 2 16,2-4-2-16,-2-1 0 0,0-4 2 16,0 0-1-16,0 0-6 0,0 2 0 15,4-2-4-15,-4 0-3 0,0 1 1 16,0-1-6-16,0 0 3 0,-4 0-2 15,-4-5 7-15,-7-3 0 0,5 2 4 16,-3-2 5-16,5 3 2 0,-4 2 3 16,3 2 2-16,-7 0 2 0,3-1 3 15,3 2-2-15,-6 0 6 0,1 0 1 0,3 0 1 16,3 0 0-16,-3 2-5 0,8-1-1 16,-2 0-4-16,6-1 7 0,0 0-8 15,0 0 2-15,-2 2-1 0,2-2-8 16,0 1 7-16,0-1-2 0,0 5-4 15,6 1 6-15,2 0-5 0,5 1 1 0,5-6 4 16,1-1-5-16,-1 0 0 0,3 0 0 16,0 0 1-16,-1-5-3 15,9 1 7-15,-6 1-3 0,0 0-6 16,-3 1 5-16,5-2 0 0,-4 0-2 0,-9 1 5 16,3 1-3-16,-3 0-1 0,-10 1 0 15,11 1 0-15,-9 0 5 0,-2 0-4 16,4 0 0-16,-6 0 1 0,0 0-6 15,0 0 5-15,4 0-1 0,-2 0-1 16,-2 0 0-16,4 0-3 0,-4 0-6 0,0 0-9 16,2 0-16-16,-2 0-49 0,5-5-108 15,-1-1-121-15</inkml:trace>
  <inkml:trace contextRef="#ctx0" brushRef="#br3" timeOffset="196244.97">10613 15651 525 0,'0'0'62'0,"0"0"-8"0,0 0-6 16,0 0-5-16,0 0-6 0,0 0-4 16,0 0-5-16,0 0-4 0,0 0-5 15,-13-59-1-15,13 53-2 0,-4 2-2 16,4-1-1-16,0 0-3 0,0 5-4 15,-2-2-1-15,2 2-3 0,0 0 0 0,-2 0-2 16,-2 2-2-16,2 15 3 0,2 10-1 16,-4 11 2-16,4 3-2 0,4 5 1 15,2 1 4-15,2 3-5 16,0 2 3-16,3 1-4 0,-3 1-1 0,2 3 3 16,-1 0-3-16,-3 4 3 0,2-7-3 15,2 3 3-15,-3-4-1 0,-1 1-1 16,-2 1 4-16,2-2-6 0,0-2 6 15,-1-1-4-15,-3-4-1 0,2 0 3 16,-4-2-3-16,6 1 3 0,-6-2-3 0,0-1 3 16,0-5 0-16,0-4-1 0,0-4 1 15,0-3-2-15,0-8 0 0,2 0 1 16,2 0 1-16,-4 2 0 0,2 4 1 16,-2-7 0-16,4 3-2 0,-4 0-2 15,0 0 8-15,0 2-2 0,2-5 3 16,-2-5-3-16,0 2-1 0,0-2-4 15,0-5-1-15,0 3 4 0,0-4-4 16,0-2 4-16,5 4 1 0,-5-8-2 16,0 0-3-16,0 0 3 0,0 0-3 0,0 2 3 15,0-1-2-15,0 0 0 0,0 2 1 16,0-3 1-16,0 2-1 0,0-1 1 16,0 1-1-16,0-2 0 0,0 3 2 15,0-3 0-15,0 0 1 0,0 0-3 16,0 0 0-16,0 2 0 0,0-2-4 15,0 0 2-15,0 0-1 0,0 0-4 16,0 0-1-16,2-5-6 0,0-7-12 16,2-5-38-16,-2-9-121 0,4 0-137 15,-6-5-18-15</inkml:trace>
  <inkml:trace contextRef="#ctx0" brushRef="#br3" timeOffset="199600.54">17602 11537 346 0,'0'0'33'0,"0"0"-7"15,0 0-12-15,0 0-6 0,0 0-6 16,0 0-2-16,0 0 0 0,0 0 0 15,0 0 0-15,12 3-2 0,-12-3 2 16,0 0-2-16,2 0-3 0,-2 0-7 16,4 2-15-16,0-2-65 0,2 2-110 0</inkml:trace>
  <inkml:trace contextRef="#ctx0" brushRef="#br3" timeOffset="200005.35">18492 11582 331 0,'0'0'49'0,"0"0"-8"15,0 0-7-15,0 0-12 0,0 0-6 16,85-14-7-16,-66 11-6 0,-7 1-2 15,7 1-2-15,-7-1-1 0,1 2-6 16,7-1-5-16,1 1-4 0,4 0-14 0,0 0-11 16,-3 0-35-16,3 1-11 0,0 1-6 15,0-1 12-15,-3 1 41 0</inkml:trace>
  <inkml:trace contextRef="#ctx0" brushRef="#br3" timeOffset="200203.73">18931 11567 20 0,'0'0'33'0,"0"0"11"0,0 0 11 15,0 0 8-15,0 0-4 0,0 0-9 16,0 0-10-16,0 0-10 0,0 0-4 15,0 0-7-15,33 2-9 0,-27-2-4 16,0 2-2-16,0-2-1 0,7 1-3 16,-9 1 1-16,6 1-1 0,3-1-1 0,-1-1 1 15,-4 2-2-15,5-1 1 0,-1-1 1 16,1 0-1-16,-5 1 2 0,-2-2-1 16,6 1 1-16,-5-1 1 0,-5 0-1 15,4 2 3-15,-6-2-1 0,0 0-1 16,0 0-1-16,6 0-3 0,0 0-3 0,0 0-4 15,3 0-6-15,-5-2-15 16,2 1-46-16,2-2-98 0</inkml:trace>
  <inkml:trace contextRef="#ctx0" brushRef="#br3" timeOffset="201534.88">19361 10136 53 0,'0'0'35'15,"0"0"1"-15,0 0 5 16,0 0 0-16,0 0 1 0,0 0-2 0,0 0-6 16,0 0-3-16,0 0-4 0,0 0-1 15,-33-30-2-15,33 28-1 0,0 2 0 16,0-1-4-16,-2-1 1 0,2 1-2 15,-5 0-1-15,5-1-2 0,-2 1 0 16,2 1-3-16,0-2-2 0,0 2 0 0,0-2-3 16,0 2 1-16,-4-1-2 0,4 1-1 15,0-2 0-15,0 2-2 0,-2-1 0 16,2 1 0-16,0-2-2 0,0 2 0 16,0-1-1-16,0 1-2 0,-4-2-1 15,4 2-4-15,0 0-2 0,0-1-4 16,0 1-6-16,0 0-4 0,0 0-8 15,0 0-10-15,0 0-9 0,0 0-4 16,0 0 0-16,0 0-5 0,0 0 7 16,0 0 5-16,0 0 7 0,0 0 16 0,0 0 6 15,0 1 2-15,0 1 2 0,0-1 3 16,0 1 6-16,0-1 7 0,0 1 7 16,0-2 9-16,0 1 7 0,0-1 10 15,0 0 9-15,0 2 0 0,0-2-2 16,0 0-8-16,0 2-8 0,0-2-7 0,0 0-6 15,0 0-7-15,0 0-3 16,0 0-2-16,0 0-2 0,0 0-1 16,0 0 1-16,0 0-2 0,4 0 3 15,-4 0 0-15,0 0 2 0,0 0 0 0,0 0 2 16,0 0 6-16,0 0 0 0,0 0 2 16,0 0 3-16,0 0-1 0,0 0-1 15,0 0-1-15,0 0-2 0,0 0-3 16,0 0-3-16,0-2-2 0,0 2 0 15,0 0-2-15,0 0 0 0,0 0 0 0,0 0-3 16,0-2 1-16,0 2-1 0,0 0 2 16,0 0-2-16,0 0 2 0,0 0 1 15,0 0 0-15,0 0 2 16,0 0 3-16,0-1-2 0,0 1 2 0,0 0-1 16,0 0-1-16,0 0 0 0,0-2 2 15,0 2-3-15,0 0-1 0,0 0-1 16,0-1-1-16,0 1-1 0,0 0 0 15,0-2-3-15,-4 2 1 0,4-1-2 16,0 1 3-16,0-2-2 0,0 2 1 0,0 0 1 16,0 0-1-16,0-1 3 0,0 1-1 15,0 0 1-15,0 0 0 0,0-1-4 16,-2 1-9-16,2 0-15 0,0 0-49 16,0 0-88-16</inkml:trace>
  <inkml:trace contextRef="#ctx0" brushRef="#br3" timeOffset="202076.92">19301 10089 150 0,'0'0'0'0,"0"0"-5"0,0 0-8 16,0 0-13-16,0 0-10 0,0 0-3 15</inkml:trace>
  <inkml:trace contextRef="#ctx0" brushRef="#br1" timeOffset="210800.3">19251 10061 407 0,'0'0'55'0,"0"0"-7"0,0 0-11 16,0 0-4-16,0 0-2 0,0 0-4 15,0 0-5-15,0 0-2 0,0 0-6 16,-12-7-2-16,12 6-2 0,-2 1-3 15,2 0-1-15,0-2-1 0,0 2-2 16,-2 0 0-16,2 0-2 0,-5 0-2 16,5 0-2-16,0 0-3 0,0 0-1 0,0 0 0 15,0 0-2-15,5 10-4 0,-1 2-5 16,2 1-6-16,0 1-6 0,0 0-4 16,0 1-11-16,1 6-8 0,-1-3-6 15,-2-3 0-15,-4 2 7 0,2 0 12 16,-2-3 16-16,2 4 11 0,-2-6 11 15,0 0 5-15,4 2 3 0,-4-2 1 16,2 0 2-16,3-1 3 0,-5 1 2 16,2-2 1-16,2 1 1 0,-4-6 3 15,0 4 1-15,2-4-3 0,2-1 0 0,-4 0-2 16,0 1-4-16,2 0-2 0,-2-1-3 16,0 0-4-16,4 1-5 0,-4 0-9 15,2-1-7-15,2 6-15 0,-4-6-12 16,2 4-31-16,5 0-30 0</inkml:trace>
  <inkml:trace contextRef="#ctx0" brushRef="#br1" timeOffset="211428.77">19346 10598 202 0,'0'0'45'16,"0"0"-7"-16,0 0-13 0,0 0-5 15,0 0-6-15,0 0-2 0,0 0-4 16,0 0-1-16,0 0-3 0,2 65 0 0,-2-54-2 16,0 1-2-16,0 0-1 0,0-1-3 15,0 1-5-15,0-1-7 0,0 1-2 16,0 6-1-16,0-8 4 16,-2 10 1-16,-2-2-3 0,-2-1-3 0,4 7-2 15,0-3 3-15,-4-1 0 0,-1 0 5 16,3-6 3-16,2 3 4 0,2-7 5 15,-4 2 3-15,4 1 2 0,0-3 7 16,0 2 5-16,0-6 8 0,0 5 4 16,0-7 0-16,0 1 1 0,0 4-2 0,4-4 1 15,-4-1-2-15,2 1 0 0,-2-1-4 16,4 1-3-16,-4-1-6 0,0 6-2 16,2-6-3-16,3 5-3 0,-3 2-2 15,-2-2 0-15,4 0-2 0,-2 3 0 16,-2 4-2-16,2-4-4 0,-2 4 2 15,4-5-5-15,-2 1 0 0,2 6 1 16,-2-3-6-16,2 2 3 0,-2 0 1 16,3-2 2-16,-5-4 2 0,2 5 4 15,2 1 3-15,-4-5 1 0,0 5 4 0,2-5 1 16,-2 0 2-16,0 0 1 0,0-1-1 16,0 1 0-16,0-1 0 0,0-1 1 15,0 1 2-15,0 0-2 0,0-1 0 16,-2 1 0-16,2-5 1 0,0 6-1 15,0-6-1-15,0 6-2 0,0 0-1 0,0 1-1 16,0-3-2-16,0 2-1 0,0-1-1 16,0 1 0-16,0 0-1 0,0-1 0 15,-4 1-1-15,4-2 0 16,0 3-2-16,-2-3-1 0,2 1-6 0,0-6-7 16,-5 5-11-16,5-4-6 0,0 0-18 15,0 7-25-15,0-8-23 0,0 1-20 16</inkml:trace>
  <inkml:trace contextRef="#ctx0" brushRef="#br1" timeOffset="211694.18">19348 11797 196 0,'0'0'53'0,"0"0"-3"0,0 0 0 0,0 0-9 16,0 0-7-16,0 0-2 0,0 0-4 15,0 0 0-15,0 0-4 0,0 0-4 16,-2 49-2-16,2-49-1 0,0 0-2 15,-4 0-4-15,4 1-3 0,0 0 0 16,0 1-3-16,0-2 0 0,0 2 0 16,0-2 0-16,0 1-1 0,0-1-1 0,0 2 0 15,0-2-1-15,0 0-2 0,0 1-1 16,0-1-2-16,0 0-1 0,0 2-2 16,0-2-2-16,0 0-3 0,4 2-9 15,-4-2-7-15,2 0-26 0,2 0-63 16,-2-2-125-16</inkml:trace>
  <inkml:trace contextRef="#ctx0" brushRef="#br1" timeOffset="214367.74">21196 10067 305 0,'0'0'53'16,"0"0"-8"-16,0 0-6 0,0 0-8 16,0 0-3-16,0 0-6 0,0 0-4 15,0 0-1-15,0 0 0 0,0 0-2 0,-20-30-4 16,20 30 0-16,-2-1-2 0,2 1-1 16,-5-1 0-16,5 1-1 0,-2-2-1 15,2 2-2-15,-4-1-1 0,4 1 0 16,-2 0-3-16,2 0 0 0,-4 0 0 15,2 0-3-15,-2 4-3 0,2 6-4 0,2 0-3 16,-4 2-5-16,2 5-9 0,-3-1-23 16,3 7-33-16,0-3-62 15,-2 0-91-15</inkml:trace>
  <inkml:trace contextRef="#ctx0" brushRef="#br1" timeOffset="214521.19">21066 10432 344 0,'0'0'42'0,"0"0"-9"16,0 0-11-16,0 0-7 0,0 0-6 15,0 0-7-15,0 0-7 0,0 0-7 16,0 0-9-16,0 0-17 0,0 84-26 16,4-72-37-16,-2 0-95 0</inkml:trace>
  <inkml:trace contextRef="#ctx0" brushRef="#br1" timeOffset="214706.45">21099 10759 124 0,'0'0'17'0,"0"0"-7"16,0 0-4-16,0 0-8 0,0 0-12 0,0 0-27 15</inkml:trace>
  <inkml:trace contextRef="#ctx0" brushRef="#br1" timeOffset="-213636.26">21143 10153 345 0,'0'0'51'16,"0"0"-5"-16,0 0-7 0,0 0-2 15,0 0-4-15,0 0-3 0,0 0 2 16,0 0-2-16,0 0-5 0,0-42-7 15,0 40-9-15,0 1-4 0,0 1-2 16,0 0-1-16,0 0 2 0,0 13-1 16,0 7-1-16,2 9-3 0,4 2 1 15,-2 1-3-15,2 0-1 0,0 2-2 0,-4-3-3 16,3 1-5-16,-3 0-6 0,2-1-4 16,-4 1-1-16,0 0-4 0,0 3-8 15,0-1-10-15,0 3-12 0,0-4-11 16,-4-1-4-16,2-2 4 0,-3-1 13 15,3-3 15-15,2-7 20 0,0 0 14 0,0-1 10 16,0-5 10-16,0 5 5 16,0-6 13-16,0 0 5 0,2 0 4 0,3-1-1 15,-5 1-5-15,2-2-5 16,2 3-5-16,-2-4-3 0,4 6-6 0,2-3-4 16,-2 0-8-16,-1 0-2 0,3 0-6 15,-2 2-1-15,-2 1 0 0,2 0-2 16,-4 4 5-16,-2-1-2 0,3 5 2 15,1-1 4-15,-2 0 0 0,-2-1 0 16,4-4 2-16,-4 1-1 0,0 2 0 0,0-1-1 16,2 1 0-16,-2 0 0 0,4-2-1 15,-4-4 1-15,2 6 1 0,-2-2-1 16,4-6 1-16,-4 6-1 0,0 0 2 16,2-7 2-16,-2 7 0 0,0-8 3 15,0 3 0-15,0-1-1 0,0 2-3 16,0 6 0-16,0-8-1 0,0 9-2 15,0-3-2-15,0-4 0 0,0 5 2 16,4 1-1-16,-4-8 1 0,0 8 0 16,0-2 1-16,0-6 3 0,0 6 0 0,0-5 2 15,0-1 1-15,-4 0-1 0,4-1 0 16,-2 1 1-16,2 0-2 0,-4-2 0 16,4 3 1-16,0-3 3 0,0 2 1 15,0-1 0-15,0 1-1 0,0-1-2 16,0-5 3-16,0 6-1 0,0-6 2 15,0 0-4-15,-2 5 4 0,2-5-1 16,0-2 1-16,0 3 1 0,0-3 0 16,0 2-3-16,0-1 0 0,0 0 1 15,-4 0-3-15,4 0 0 0,0-1 1 0,0 2-2 16,0-6-1-16,0 0 0 0,0 0-3 16,0 2 4-16,0 0-1 0,0-1 1 15,0 1 2-15,0-1-1 0,0 1 0 16,0-1-1-16,0 0 0 0,0 1 0 15,0-2 0-15,0 2-4 0,0-2-2 0,0 0-2 16,0 1-4-16,0-1-5 0,0 0-11 16,0 0-18-16,0 0-44 15,0-1-86-15,4-10-91 0</inkml:trace>
  <inkml:trace contextRef="#ctx0" brushRef="#br1" timeOffset="-211407.38">23015 10174 279 0,'0'0'57'15,"0"0"-9"-15,0 0-7 0,0 0-7 16,0 0-6-16,0 0-5 0,0 0-5 15,0 0 0-15,0 0-1 0,-18-21-1 16,18 19-1-16,-4 1-1 0,4 1 0 16,0-1 1-16,0 1 0 0,-2-2 0 15,2 2-4-15,0-1-2 0,0 1-3 0,-3-2-1 16,3 2-3-16,0 0-1 0,0 0 0 16,0 0 0-16,0 0-1 0,0 0 1 15,0 3-1-15,3 8 0 0,-1 4 0 16,2-6-2-16,2 8-1 0,-4-1 0 15,-2 1-2-15,0 0 1 0,4 1-1 0,-4 0-3 16,2 0-1-16,-2 7-3 16,4-3-1-16,-2 0 0 0,5 0-4 15,-3 1-1-15,2 0-1 0,-2 0-2 16,0 0-2-16,2-1-4 0,-4 3 2 0,3-4 0 16,-3-4 5-16,-2 1 7 0,0-6 2 15,0 2 6-15,4 4 5 0,-4-6 2 16,0 6 3-16,0-6 2 0,0 0 5 15,0 1 1-15,0 0 3 0,0 1-1 16,0-1-2-16,0 7-2 0,0-8-3 0,0 7-1 16,0-1-3-16,0-8 0 0,0 10 0 15,0-2-2-15,0 1 0 0,0 5-2 16,0-1 0-16,0-8 1 0,2 3-1 16,-2 0-1-16,4 2 1 0,-2 4-3 15,2-2-2-15,-2-1-1 0,4-2-3 16,-3 1-7-16,3 2-5 0,-2 0-18 15,2-5-47-15,-4 3-29 0,2-7-93 16</inkml:trace>
  <inkml:trace contextRef="#ctx0" brushRef="#br1" timeOffset="-211072.47">23218 11521 239 0,'0'0'25'0,"0"0"-14"16,0 0-4-16,0 0-1 0,0 0-2 15,21 77 2-15,-17-61-2 0,-2-6 3 0,-2 2 7 16,0-1 1-16,0 1 6 0,4-2 0 16,-4 1-4-16,0 1-1 0,0-7-5 15,0 1-5-15,0-2-2 0,0 3-5 16,0-2 0-16,0 2-1 0,0-7-1 15,0 4-3-15,0 2-2 0,0-1 0 0,0 1 1 16,0-6 1-16,0 0 4 0,0 0 3 16,0 1 2-16,0 1 1 15,0-1 2-15,0 1 1 0,0-1 1 16,0 1-3-16,0 0 0 0,0-1-2 0,0 1-1 16,0-1 1-16,0 1-4 0,0-1-4 15,0-1-9-15,0 0-17 0,0 2-33 16,0-2-57-16,0 0-79 0</inkml:trace>
  <inkml:trace contextRef="#ctx0" brushRef="#br1" timeOffset="-208644.67">24779 10119 315 0,'0'0'55'0,"0"0"-9"0,0 0-5 15,0 0-8-15,0 0 1 0,0 0-4 16,0 0 1-16,0 0-1 0,0 0-6 15,-5-22-5-15,5 21-3 0,0-1-6 16,0 0-4-16,-2 1-2 0,2-1-2 16,0 1-2-16,0-1-1 0,0 2-1 0,0 0 2 15,0 0-2-15,0 0 1 0,0 0-1 16,0 5 0-16,2 5-1 0,5 4-1 16,-3-5-2-16,2 5-2 0,-2-2-3 15,2-3-1-15,-2 5-3 0,3-1-3 16,-5-2-1-16,2 7 0 0,-4 0 2 0,2 1 3 15,-2-1 3-15,0 0 5 16,4-1 2-16,-4-3 3 0,0 5 2 16,0 0 0-16,2-1 3 0,-2-1 0 15,4-1-2-15,-2-5 3 0,-2 1 0 0,4-1 0 16,-4-1 3-16,3 2 0 0,1-2 3 16,-4 0-4-16,2 0 3 0,-2 1-5 15,0 0-4-15,2-1 0 0,-2 1-3 16,4 0-2-16,-4-1-5 0,2 1-1 15,2 0-10-15,-2 4-16 0,4 0-28 0,1 6-30 16,-1-7-36-16,0 3-69 0</inkml:trace>
  <inkml:trace contextRef="#ctx0" brushRef="#br1" timeOffset="-208410.63">24927 10849 264 0,'0'0'53'0,"0"0"-10"16,0 0-5-16,0 0-4 0,0 0-4 15,0 0-2-15,0 0-2 0,0 0-3 16,0 0-3-16,-12 80-2 0,8-71-4 0,4-4-5 16,-2-1-5-16,2 8-1 0,0-6-6 15,0 5-6-15,0 6-4 0,0-7-1 16,0 8-4-16,0-7 0 0,0 3-1 16,2 5-7-16,-2-6-1 0,0 8-1 15,0-2 0-15,0 1 5 0,0 6 7 16,0-8 1-16,-2-1 6 0,2-5-2 15,-4 0-16-15,4 5-24 0,0-6-32 16,0-1-62-16</inkml:trace>
  <inkml:trace contextRef="#ctx0" brushRef="#br1" timeOffset="-208189.99">24892 11418 319 0,'0'0'36'0,"0"0"-13"16,0 0-9-16,0 0-9 16,0 0-5-16,0 0-1 0,0 0-6 15,0 0-3-15,-14 85-2 0,14-73 0 0,0-2 0 16,0 1 6-16,0 0 3 0,4-1 0 16,-4 1 2-16,2 0-1 0,-2 0-2 15,0 0-6-15,4 0-27 0,-2 1-44 16,-2-3-96-16</inkml:trace>
  <inkml:trace contextRef="#ctx0" brushRef="#br1" timeOffset="-207989.22">24915 11744 403 0,'0'0'49'15,"0"0"-11"-15,0 0-17 0,0 0-12 16,0 0-5-16,0 0-5 0,0 0 0 15,0 0-1-15,0 0 0 0,0 0 1 16,6 17-1-16,-6-16-1 0,2 1 0 0,-2-1-1 16,4 1-4-16,-2 1-7 0,5 0-26 15,-5-2-58-15,2 3-118 16</inkml:trace>
  <inkml:trace contextRef="#ctx0" brushRef="#br1" timeOffset="-206737.25">26691 10156 350 0,'0'0'50'16,"0"0"-7"-16,0 0-7 0,0 0-4 15,0 0-3-15,0 0-2 0,0 0-2 16,0 0-1-16,0 0-4 0,0 0-3 16,0-12-2-16,0 11-5 0,0-1-2 15,0 0-1-15,0 1-1 0,0-1-1 16,0 1 1-16,0-1-1 0,0 1-1 15,0 0 3-15,0-1-2 0,0 1 2 16,-4-6 0-16,4 1 0 0,-3 2 0 16,3-1 0-16,0 5 1 0,-4-2 1 0,4 2 1 15,0-1-1-15,0-1-1 0,0 1-3 16,0 0 0-16,-2-1 0 0,2 1-4 16,0-1 1-16,0 0-2 0,0 1-2 15,0-1 1-15,0 2-3 0,0 0 1 16,0 0 2-16,0 0 2 0,0 11-2 15,0 4 1-15,6 5-1 0,1-2-1 16,-3-1-1-16,0 1 0 0,2 2-4 16,0 0-2-16,-4 2-6 0,3 1-11 15,-5 1-21-15,0 4-19 0,0-1-42 0,0 2-67 16,-11 0-79-16</inkml:trace>
  <inkml:trace contextRef="#ctx0" brushRef="#br1" timeOffset="-206349.92">26699 10678 344 0,'0'0'37'16,"0"0"-11"-16,0 0-6 15,0 0-7-15,0 0-5 0,0 0-1 16,0 0-4-16,0 0-2 0,0 0-1 0,39 69-1 16,-33-62-1-16,1 6-2 0,-1-1-1 15,-4-4-4-15,4 8-5 0,-2-1-8 16,-2-3-5-16,2 7-3 0,-4-1-1 15,0 0 1-15,0 6 0 0,0-3 4 16,0-4 11-16,0 0 15 0,0-7 13 0,-4 2 10 16,4 2 12-16,0-3 3 0,0 1 4 15,0-6 5-15,0 5-2 0,0-5 1 16,0-2-6-16,0 7-4 0,0-5-6 16,0-1-4-16,0 1-5 0,0-1-3 15,0 2-6-15,0-1-4 0,0 5-3 16,4-6-3-16,-4 0-1 0,0 6-1 15,2-5 2-15,-2 6-3 0,0 4 0 16,0-5-4-16,5 8-1 0,-5-7-5 16,0 1-3-16,0 7-7 0,0-2-15 0,0 0-15 15,0-1-49-15,0 1-51 0,0-5-83 16</inkml:trace>
  <inkml:trace contextRef="#ctx0" brushRef="#br1" timeOffset="-206014.57">26802 11519 451 0,'0'0'44'0,"0"0"-15"0,0 0-8 15,0 0-7-15,0 0-5 0,0 0 0 0,0 0 1 16,-14 79-1-16,10-67 5 0,4 0-4 16,-2 1-1-16,2 0-1 0,0 1-4 15,0 0-2-15,0-1-1 0,-5 1-1 16,5 0 0-16,0-1-1 0,0 5 0 15,-2-5-1-15,-2 2 1 0,4-5 0 0,-2-5-2 16,2 0 2-16,0-1-6 0,0 2 2 16,0 0-2-16,0 0-1 15,0-6 3-15,0 0 3 0,0 0 2 16,0 2 4-16,0-1-2 0,0 1-1 0,0 0 1 16,0-1-1-16,0 1 2 0,0-1 0 15,0 0-1-15,2 1-1 0,-2-1-3 16,0 1-4-16,0-2-5 0,4 1-4 15,-4-1-7-15,2 2-10 0,-2-2-12 16,0 0-11-16,7 3-14 0,-1-1-27 0,-4-1-34 16</inkml:trace>
  <inkml:trace contextRef="#ctx0" brushRef="#br1" timeOffset="-203695.78">28723 10083 183 0,'0'0'43'16,"0"0"-1"-16,0 0 2 0,0 0-4 16,0 0-3-16,0 0-3 0,0 0-4 0,0 0-1 15,0 0 0-15,-7-14-2 0,7 13-2 16,0 0-2-16,0-1-2 0,-2 1-3 16,2-1-3-16,0 1-2 0,0 1-2 15,-4-2-5-15,4 2-1 0,0-2-3 16,0 2-2-16,-2-1 0 0,2 1-2 15,0 0 1-15,0 0 1 0,-4 0 1 0,4 0-1 16,-2 6 2-16,-2 8-1 16,2 2-1-16,2-2 2 0,-4 6-1 15,4 0 0-15,0-1 1 0,0 6-3 0,0-7 1 16,0 0-4-16,0 0-1 0,0 0-4 16,0 1-5-16,4-1-8 0,-2-2-11 15,2-2-31-15,-2 6-63 0,-2-8-120 16</inkml:trace>
  <inkml:trace contextRef="#ctx0" brushRef="#br1" timeOffset="-202936.85">28733 10627 467 0,'0'0'52'0,"0"0"-7"0,0 0-7 15,0 0-3-15,0 0-6 0,0 0-8 16,0 0-4-16,0 0-5 0,0 0-4 15,14 36-2-15,-14-27-2 0,3 1-2 16,-3 0-1-16,0 1-1 0,0 1 0 0,0 6 0 16,0-4 0-16,0 6-1 0,0-2 0 15,0-6 0-15,0 9-1 0,0-3 0 16,0 0 0-16,-3 7 0 16,-1-3-1-16,4-6 2 0,-2 2-2 0,-2 0 1 15,2 0 1-15,0-1 0 0,-2 1 1 16,2-1 0-16,-2-5 1 0,2 6 0 15,2-6 2-15,0 1 1 0,-5-1 1 16,5 0 0-16,0 0 1 0,0 0 0 16,0 0 4-16,0 0-3 0,0 0 2 0,0-1-6 15,5 0-1-15,-3-2-2 0,2 2-3 16,2-3 1-16,-4 6-2 0,4-6-1 16,0 7-2-16,-3-2 1 0,1-3-1 15,-2 7 1-15,2 1 0 0,-4 0 1 16,2 6 0-16,-2-7 0 0,0 1-1 0,0-1 1 15,-2-5 1-15,-2 6 3 16,2-7 2-16,2 0 1 0,0 1 0 16,0-2 1-16,0 2-1 0,0 2 1 15,0 6-1-15,0-2 1 0,0-2 0 0,0 3 0 16,0-8 0-16,0 2 1 0,0 1-1 16,0 0-2-16,0-1 1 0,0-1-2 15,0 2 0-15,0-2 0 0,0 0-3 16,0-7 0-16,0 7-2 0,2-6-4 15,-2 6-3-15,0 0-8 0,0-5-5 0,0 3-3 16,0-4-4-16,0 6 9 0,0 0 7 16,0 1 5-16,0-1 7 15,0-2 1-15,-2 2 1 0,2-7 2 16,0 7 1-16,0-6 0 0,0 5 0 0,0 1-1 16,0-3-1-16,0 2 1 0,0-2-1 15,0 0 0-15,0-5 1 0,2 6 1 16,2-6 0-16,-2 1 2 0,-2-1 2 15,0-4 0-15,0 0 8 0,0 0 4 16,4 2 3-16,-4-1 6 0,0 1-2 0,0-1 1 16,0 1 0-16,2-1-4 0,-2 1-3 15,0-1-2-15,0 1-5 0,0 0-3 16,0-1-3-16,0 1-4 0,0-1-1 16,0 0-2-16,0 1-3 0,4-1-3 15,-4 1-11-15,0 0-30 0,0-1-126 16,2-1-113-16</inkml:trace>
  <inkml:trace contextRef="#ctx0" brushRef="#br3" timeOffset="-196352.13">11208 16208 511 0,'0'0'51'0,"0"0"-2"0,0 0-6 15,0 0-6-15,0 0-8 0,0 0-7 0,-35-81-3 16,29 74-2-16,1-1-1 0,-1 2-3 16,-4 0-2-16,4 2-3 0,0 1-2 15,-3 1-5-15,3 2 1 0,-6 0 0 16,-3 0-1-16,-1 2 1 0,1 7-3 15,3 3-1-15,-1 5 0 0,5 3 1 0,0 2 0 16,-3 4 0-16,5 1 0 16,0 1 0-16,4-1 2 0,-2 0-2 15,4-1 0-15,0-2-1 0,0-2 1 16,0-2 0-16,6-2 1 0,0-5 0 0,0 0-2 16,5-2 1-16,-7-4 1 0,8 3 3 15,-1-2-3-15,-3-4 4 0,6 2-4 16,-3-1 1-16,3-5 0 0,5 0-6 15,-5 0 6-15,5-3-5 0,-3-2 6 16,-5 1 0-16,1-2 0 0,1 0 0 0,-1 0-1 16,-4 0 2-16,5-2 0 0,-3-1 1 15,-4 3 0-15,0-5 2 0,-1 4 0 16,-1-4-1-16,-2-3 3 16,-2-4 2-16,0-5 1 0,0 2 2 0,-6-2-2 15,1 1-3-15,-5-3-1 0,-2 0-1 16,3 0-4-16,-1 2 1 0,2 4-3 15,2 5 0-15,4 5-1 0,-5 1 0 16,3 6-2-16,2-3-1 0,2 1-2 16,0 4-3-16,-4-1-1 0,4 1-1 0,0 0-3 15,0 0-7-15,0 0-11 0,0 0-30 16,4 10-36-16,4 0-110 0,11 5-87 16</inkml:trace>
  <inkml:trace contextRef="#ctx0" brushRef="#br3" timeOffset="-195836.2">11613 16231 635 0,'0'0'56'0,"0"0"-8"0,0 0-13 15,0 0-8-15,0 0-7 0,0 0-3 0,0 0-5 16,0 0-2-16,0 0-2 16,0 0-5-16,-54-70 0 0,42 68-1 15,4 2-1-15,-11 0 0 0,0 7-1 16,5 3 0-16,-3 4 1 0,5 2-2 0,2 4 1 16,-7 2-2-16,9 0 1 0,-2 1 1 15,1 0 0-15,3-2 0 0,4-6 0 16,-2 3-2-16,4 1 0 0,0-3 0 15,4 4 1-15,4-3 0 0,1-4 1 16,3 0 0-16,0-2-1 0,7-4-1 0,-5-1 2 16,5-1 1-16,-4-3-1 0,1 0 0 15,5-2-1-15,-3 0 2 0,7-2-1 16,-4-3 1-16,-3-3 1 16,-3-1-6-16,-3 1 5 0,1 1 2 0,-5-4-1 15,-4 5 2-15,4-6-1 0,-6 3 0 16,-2-3 1-16,0-5 1 0,0-1-3 15,0-7 1-15,-2 4-1 0,-4-3 1 16,0 3 0-16,0 1-1 0,4 6 1 16,-5 0-2-16,3 5-1 0,2 5 0 0,-4-3-1 15,6 3-1-15,-4-1-2 0,2 2-4 16,2 3-3-16,0 0-5 0,0 0-8 16,-2 0-15-16,2 0-30 0,-4 7-48 15,4 6-156-15,0 1-16 0</inkml:trace>
  <inkml:trace contextRef="#ctx0" brushRef="#br3" timeOffset="-195356.17">12020 16190 689 0,'0'0'53'15,"0"0"-14"-15,0 0-10 0,0 0-12 0,0 0-5 16,0 0-5-16,0 0-1 0,0 0-2 16,0 0-2-16,0 0-1 15,-64-23 0-15,50 40 0 0,-3 3 2 16,7 4-3-16,-3 2 1 0,3 1-1 0,2 2 1 16,2 1-2-16,4-1 2 0,2 2-1 15,0-3 1-15,0 1 3 0,4-2-9 16,6 1 8-16,2-6-7 0,3-2 0 15,-1-5 2-15,-1-4 1 0,-1-7 1 16,7-2 0-16,-1-2 1 0,7 0-1 0,-4-3 1 16,0-4 0-16,-1-3-1 0,-3-2 3 15,-3-1-1-15,-1-2-3 0,-5-1 6 16,-2 1-7-16,0 0 5 16,-2 6-1-16,-4-7 2 0,0-3-2 0,0-2 0 15,-10-5 2-15,2 2-1 0,-2 1 1 16,-1 0 1-16,-5 2 1 0,3 1-3 15,-1 2 0-15,6 6-2 0,-5 1-2 16,7 5 0-16,-4 1-2 0,1 1-2 16,3 2 0-16,-2 2-1 0,2 0-2 0,-1 0-3 15,-5 11-8-15,8-2-7 0,2 6-16 16,2 2-22-16,0-3-44 0,0 5-111 16,0-6-63-16</inkml:trace>
  <inkml:trace contextRef="#ctx0" brushRef="#br3" timeOffset="-194826.89">12467 16228 682 0,'0'0'53'15,"0"0"-11"-15,0 0-13 0,0 0-10 0,0 0-6 16,0 0-6-16,0 0-1 0,0 0-1 16,0 0-3-16,0 0-1 15,-83 9 1-15,69 6 0 0,1 5 3 16,1-1-6-16,-1 1 3 0,5 2-3 0,2-9 1 16,0 4 0-16,6 0 0 0,0 0-1 15,0 4 1-15,0-3 0 0,8-2 1 16,2 1 1-16,5 0-5 0,-3-1 5 15,7 0-5-15,-5-5 2 0,7-3 0 16,-9-3 1-16,7-2-2 0,2-3 2 0,1 0-2 16,1-3 2-16,2-3 0 0,-6-3 1 15,-1 0 2-15,-1-7-6 0,-1 1 6 16,-7 3-3-16,1-1 2 16,-4 6 2-16,-4-4 1 0,2 1-1 0,-2 0 0 15,-2-5 2-15,0-1 0 0,0-5 4 16,-6 1-1-16,-2-1 1 0,-2 0-4 15,-5-1-2-15,3 0 0 0,-3-3-2 16,-1 3-1-16,1-1-1 0,1 3-2 16,3 7 1-16,-1 1-2 0,6 5-2 0,-3 1-1 15,3 0-7-15,0 5-3 0,0 1-7 16,0 0-13-16,-7 0-37 0,3 3-58 16,6-1-168-16,-4 0 1 0</inkml:trace>
  <inkml:trace contextRef="#ctx0" brushRef="#br3" timeOffset="-193825.16">12831 15600 536 0,'0'0'56'16,"0"0"-8"-16,0 0-5 0,0 0-8 0,0 0-8 15,0 0-6-15,0 0 0 0,0 0-4 16,0 0 0-16,0 0-2 0,-19-34-3 16,17 28 1-16,-2 0-3 0,4 2-1 15,0-1 2-15,0 5-5 0,-2-2 2 16,2 2-2-16,0-1 0 0,0-1 2 15,0 0-3-15,-4 1 0 0,4 0-2 16,-2-1-1-16,2 2-1 0,0-1-1 16,0 1-1-16,0 0 1 0,0 0-1 15,0 1 0-15,0 13 2 0,0 7-2 0,0 8 3 16,2 1-2-16,4 4 0 0,4 4-1 16,-2 3 1-16,-1 2 3 0,1 6-4 15,-2 0 3-15,0 2-3 0,-2 3 0 16,-2 0-1-16,3 1 2 0,-3 1-1 15,-2-2-1-15,0 0 5 0,0-4-5 0,0-2 4 16,0 1 0-16,4-4-4 0,-4 1 4 16,0-3-1-16,2-4 1 15,0-1-3-15,-2-3 0 0,4-2-5 16,-4-1 3-16,0 0 4 0,2 0-1 0,2 0 1 16,-2 3-1-16,-2-5-1 0,4 3 1 15,-1 1 1-15,-3-6-1 0,0 2 3 16,0-3-3-16,0-2 1 0,0-6-2 15,0-1 1-15,0-6 2 0,0 1-4 16,0 2 4-16,0-11-1 0,-3 7-1 0,-1-7 3 16,4 1-4-16,0 0 1 0,0-5 0 15,0 0 1-15,0 0-2 0,0 1 6 16,0 1-6-16,0 1 3 0,0-3-1 16,0 1-3-16,0 0 9 0,0 1-9 15,0 1 2-15,0-3 0 0,0 2 1 16,0-1 4-16,0 1-4 0,0-1 0 15,0 1 1-15,0-1-5 0,0 2 4 16,0-3 0-16,0 0-9 0,0 2 11 16,0-2-3-16,0 0 0 0,0 1 0 0,0-1-5 15,0 0 5-15,0 0-1 0,0 0-1 16,0-3-4-16,0-9-4 0,0-3-8 16,7-11-22-16,-3-1-52 0,-4-5-169 15,8 0-68-15</inkml:trace>
  <inkml:trace contextRef="#ctx0" brushRef="#br3" timeOffset="-192789.85">13511 16131 563 0,'0'0'57'0,"0"0"-6"16,0 0-10-16,0 0-12 0,0 0-7 15,0 0-5-15,0 0-1 0,0 0-2 0,0 0-1 16,0 0 0-16,-50-49-3 0,38 46-2 16,1 1 1-16,-1 2-2 15,2 0-3-15,1 0-1 0,-3 2-2 0,-3 6 0 16,3 1 0-16,-4 4-2 0,1 5 2 16,3 4-1-16,3 2 1 0,3 7 0 15,0-1 0-15,0 5-3 0,6-4 4 16,-2 0-2-16,2-4 1 0,0 1 1 15,0-5-3-15,2-1 0 0,4 2-3 16,0-2 7-16,2-1-5 0,-1-1 4 0,3-2 0 16,-2-5-4-16,5 0 3 0,-7-3 1 15,6-5-2-15,-6-1 1 0,7-1 0 16,3-1-1-16,1-2 0 16,4 0 1-16,-3-5 1 0,1-2-1 0,-3-4 0 15,1-3-2-15,-3-1 3 0,1-1-4 16,-3-5 6-16,1-1-6 0,-3 2 4 15,-6-1 2-15,0 7 0 0,-4-5 3 16,0-1 1-16,0-3 0 0,-6-7 0 16,-2 2 1-16,-5 0-3 0,1 1-1 0,0 0-1 15,-1 3-5-15,-1 3 0 0,3 7 2 16,5 2-2-16,2 5 2 0,0 4-6 16,2 0-1-16,2 3-3 0,-4-2-4 15,4 2-4-15,-2 0-12 0,-5 0-17 16,3 2-36-16,-2 5-60 0,6-1-157 0,0 5 5 15</inkml:trace>
  <inkml:trace contextRef="#ctx0" brushRef="#br3" timeOffset="-192375.28">13823 16117 740 0,'0'0'49'15,"0"0"-15"-15,0 0-12 0,0 0-9 0,0 0-9 16,0 0 1-16,0 0-2 0,0 0-1 16,0 0 1-16,0 0-1 15,-79 73-1-15,67-45 0 0,-1-1-1 16,5 0 1-16,2 1 0 0,2-3-3 0,2 0 1 16,2-2 0-16,0-1 2 0,6-2-3 15,2-2 3-15,3-3-1 0,3-1-1 16,-2-4 5-16,7 2-3 0,-9-4 2 15,7-3-4-15,2-5-3 0,-3 0 1 16,9-8-1-16,0-2 4 0,-5-1 0 0,-1-2 0 16,0 0 1-16,-5-1 0 0,1-2 0 15,-3-1-1-15,-6-1 3 0,-2 4-1 16,-4-6 4-16,0 0 0 16,0-3 1-16,-6-8 0 0,-4 2-1 0,-1 2 1 15,-1 2 1-15,2 3-5 0,1 5-1 16,-1 4-2-16,6 4-3 0,-2 5 1 15,-5 0 0-15,9 2-3 0,-2 1-1 16,-2-1-1-16,0 2-5 0,6 0-2 16,-8 9-9-16,3 5-19 0,1-5-40 0,0 8-87 15,4-5-132-15</inkml:trace>
  <inkml:trace contextRef="#ctx0" brushRef="#br3" timeOffset="-191948.29">14236 16163 717 0,'0'0'46'16,"0"0"-16"-16,0 0-12 0,0 0-4 16,0 0-3-16,0 0-4 0,0 0 0 15,0 0-2-15,0 0 2 0,-70 86-2 16,64-60 0-16,2 0-3 0,2-4-2 15,2 1 0-15,0-1-1 0,8-1 0 0,2-1 2 16,-2-2-2-16,9 0 2 0,-3-1-2 16,1-2-1-16,4 2 5 15,1-1-6-15,-1-5 3 0,1-1-1 16,-3-4 0-16,2-2 2 0,-3-4 1 0,3 0-1 16,6-4 0-16,-7-6 1 0,1-2-4 15,-9-5 5-15,3 2-6 0,-3 0 5 16,-4-1 2-16,-4 0 0 0,-2 0 2 15,0-9 2-15,0 3 2 0,-8 0 1 16,-2-2 0-16,-3-2-3 0,3 0-2 0,-9 0-2 16,3 0-1-16,1 5-1 0,1 1 0 15,1 10-1-15,1-3 1 0,6 9-5 16,-1 1 0-16,5 2-1 0,2 1-3 16,-6 0-1-16,-4 0-5 0,2 4-5 15,-3 8-11-15,9-3-17 0,2 5-45 16,0 5-116-16,2-5-101 0</inkml:trace>
  <inkml:trace contextRef="#ctx0" brushRef="#br3" timeOffset="-191487.05">14865 16064 730 0,'0'0'46'0,"0"0"-12"16,0 0-10-16,0 0-9 16,0 0-5-16,0 0-3 0,-83 23-1 15,69-6-4-15,3 2 0 0,-1 4-2 0,4 3-1 16,1-4 2-16,1 4 0 0,0-1-2 16,4 0 3-16,2 3-3 0,-4-3 3 15,4 2-3-15,0-4 0 0,0 1-1 16,0-1 0-16,6-1 6 0,0-1-4 15,2 0 2-15,3-3-5 0,-3 1 0 0,4-4-3 16,3-3 6-16,-5-4-2 0,5-2 2 16,-5-3 3-16,0-3-4 15,13 0 2-15,-8-2 0 0,5-5 0 16,-1-4 1-16,-7-3 3 0,1 1-6 0,-1-6 8 16,-6 7-7-16,0-3 5 0,1 0 0 15,-7 6 2-15,2-9 1 0,-2 1 0 16,0-1 0-16,-2-7-2 0,-11 3 0 15,3-3-2-15,-3 2 0 0,-1-4-3 16,0 3-1-16,-3 0-3 0,3 3-1 0,-1-1-5 16,3 7-5-16,-1 0-10 0,-5-1-31 15,5 2-60-15,-9-6-193 0,5 6-13 16</inkml:trace>
  <inkml:trace contextRef="#ctx0" brushRef="#br3" timeOffset="-189825.64">15107 15536 455 0,'0'0'61'0,"0"0"-7"0,0 0-8 15,0 0-5-15,0 0-4 16,0 0-5-16,0 0-6 0,0 0-4 16,0 0-2-16,0 0-4 0,-21-61-1 15,21 61-4-15,0-2-1 0,0 1-4 0,0-1-3 16,0 2-2-16,0-1-2 0,0 1 1 16,0 12 0-16,6 8 0 0,0 9 1 15,3 4-2-15,-1 4 1 0,-2 2 0 16,4 2 1-16,-3 3-1 0,-1 0-1 15,2 3 4-15,-2 1-6 0,0 2 6 0,1 2-1 16,-5 3-3-16,4-3 2 0,-2 1-2 16,-4 0 1-16,2-2-1 15,-2 0 1-15,4 0 0 0,-4-1 0 16,0-1 3-16,0-2-3 0,0 0 3 0,0-5-5 16,0 0 2-16,0-5-2 0,0-1 1 15,0-2 2-15,0-1-2 0,0-1 1 16,2 2-1-16,-2 1 3 0,0-5-2 15,0 2 1-15,0-5-1 0,0-1 0 16,0-2 1-16,0-4 0 0,0-5-1 0,-2-2 2 16,2-1-2-16,0 3-3 0,0-10 2 15,0 0 0-15,0-5 2 0,0 5 3 16,0 1-4-16,0-2 1 0,0 3-2 16,0-7 2-16,0 0 0 0,0 0 4 15,0 3-3-15,0-3-2 0,0 1 2 16,0 1-7-16,0-1 7 0,0 2-1 15,0-3 2-15,0 0 0 0,0 0-3 16,0 2 4-16,0-2-5 0,0 1 1 16,0-1 2-16,0 0-3 0,0 2 3 0,0-2-4 15,0 0-1-15,0 0-2 0,0 0-1 16,0-3-11-16,0-9-30 0,-4-8-66 16,-4-4-190-16,4-5-14 0</inkml:trace>
  <inkml:trace contextRef="#ctx0" brushRef="#br3" timeOffset="-185977.75">15543 16137 599 0,'0'0'62'0,"0"0"-7"0,0 0-17 16,0 0-10-16,0 0-5 0,0 0-7 0,0 0-4 15,0 0-3-15,-35-78-3 16,28 77-4-16,-5 1 2 0,0 0-3 16,-1 3 0-16,-1 9-2 0,1 5-1 15,1 2 3-15,4 1-1 0,-3 5 2 0,5-1 0 16,4 2-2-16,-2-1 0 0,4 0-2 16,0 1 4-16,0-1-5 0,0 1 6 15,4-3-3-15,4 0-2 0,-2-5 1 16,1-4 1-16,-1-3-1 0,4 2 1 15,-8-6 2-15,11 4-3 0,-7-5-1 0,6-3 4 16,-3 0-6-16,3-3 5 0,7 0-1 16,-11 0 1-16,8-3 1 15,-5-5 1-15,1 0 2 0,0-6-2 16,-1 0-1-16,-7 3 1 0,2-1 3 0,0-6 3 16,-6 1 4-16,0-10 0 0,0 3-1 15,0 0-3-15,-6-4-2 0,0 2-3 16,-2 1-1-16,1 0-4 0,1 7 0 15,0 3 1-15,4 6 0 0,-2 4-3 16,4 0-2-16,0 5-4 0,-2-1-4 0,2 1-3 16,-4 0-5-16,4 0-10 0,0 0-29 15,0 1-42-15,0 4-145 0,4 4-59 16</inkml:trace>
  <inkml:trace contextRef="#ctx0" brushRef="#br3" timeOffset="-185527.49">15909 16109 710 0,'0'0'49'0,"0"0"-13"0,0 0-13 16,0 0-8-16,0 0-6 0,0 0-3 15,0 0-3-15,0 0 1 0,0 0-1 16,0 0-2-16,-89 31 2 0,76-10-2 0,5 0-1 15,-4 1-1-15,5-1 1 16,-3 0 0-16,8-4-1 0,2 1 2 16,0 2-2-16,0-1 0 0,0 4 1 15,2-4-1-15,8-3 2 0,-1-1-1 0,1-7 0 16,-2 1-1-16,7-3 1 0,-5-2 1 16,5 0-1-16,5-4 1 0,3 0-3 15,0-4 2-15,1-4 1 0,-1-2-1 16,-2-2 1-16,-2-1 0 0,-5-2 0 15,-2-1 2-15,-3 4-1 0,-3-3 3 0,0 0-1 16,-2-3 3-16,-4-7 0 0,0 2-2 16,0-2 3-16,-6-2-1 15,-4-1-3-15,1-1 2 0,-1 4-3 16,2 3-3-16,0 4 2 0,-3 6-1 0,5 4-2 16,6 4-1-16,-8-1-1 0,4 4-2 15,-5 1-2-15,-5 0 0 0,1 4-1 16,-3 8-5-16,8-1-4 0,1 3-15 15,5 2-31-15,2-3-53 0,0 5-179 16,7-6-9-16</inkml:trace>
  <inkml:trace contextRef="#ctx0" brushRef="#br3" timeOffset="-185090.22">16353 16012 727 0,'0'0'50'0,"0"0"-14"0,0 0-12 16,0 0-10-16,0 0-6 0,0 0-2 0,0 0-4 15,0 0 1-15,0 0 0 0,-72 53-3 16,59-30 2-16,1 3-2 0,2 0 0 16,3 1 0-16,1-1-1 0,0 1 0 15,6-2 2-15,-4-1-2 0,4-3 1 16,0 0 0-16,4-1-1 0,4-5 1 0,3-1 0 15,-1-2-1-15,0-4 1 16,3-2 0-16,1-3-1 0,-2-2 2 16,7-1 0-16,-2 0 0 0,1 0 1 15,7-7-1-15,-6-3-1 0,-5 2-1 0,3-5 2 16,-7 1 0-16,0-1 2 0,-1 2 2 16,-5-3 1-16,-2-4-2 0,-2 0 4 15,0-8 0-15,0 0 0 0,-6 0 3 16,-1 2-7-16,-5 1 0 0,2 2-1 15,-1 3-3-15,3 6 1 0,-4 4-2 0,5 1-2 16,-1 2 0-16,-2 0-2 0,-3 4 0 16,5 1-2-16,-4 0-3 15,3 0-3-15,-1 6-8 0,4 0-10 16,4 0-22-16,-2 3-40 0,4-3-125 0,0 6-84 16</inkml:trace>
  <inkml:trace contextRef="#ctx0" brushRef="#br3" timeOffset="-184611.46">16775 16077 738 0,'0'0'52'0,"0"0"-17"0,0 0-12 15,0 0-6-15,0 0-5 0,0 0-2 16,0 0-3-16,0 0-3 0,0 0-2 16,0 0-2-16,-42-39 0 0,22 48-1 0,3 5 1 15,3 4 0-15,1 2 1 0,1 3-3 16,6-1 1-16,-1 3-1 0,7-3 1 16,0 1 3-16,0-1-2 0,0-3 0 15,7 1-1-15,-1-4-1 0,4 1 2 16,-2 0 1-16,5-2-2 0,-1-1 1 15,3-3-2-15,-1-3 2 0,3-1-2 16,-3-1 0-16,1-6 1 0,1 0 1 16,3 0-1-16,1 0 1 0,-1-8 1 15,-4-1-1-15,-3 0 1 0,-4 0-2 0,3-2 1 16,-5-2 2-16,-6 4 1 0,2-9 1 16,-2-1 1-16,0-1 1 0,0-5 0 15,-8-2 2-15,-3 4-2 0,-1-4 1 16,-3 5-1-16,1-1-3 0,-3 3-1 15,3 3 0-15,1 5-3 0,5 3-3 0,-2 3 0 16,4 3-2-16,-1-1-1 0,3 2-5 16,0 1-12-16,-2-1-24 15,6 2-42-15,0-1-120 0,0 1-101 16</inkml:trace>
  <inkml:trace contextRef="#ctx0" brushRef="#br3" timeOffset="-183939.88">17149 15565 614 0,'0'0'70'0,"0"0"-10"16,0 0-11-16,0 0-13 0,0 0-7 15,0 0-6-15,0 0-4 0,0 0-2 16,0 0-1-16,-2-27-5 0,2 26-2 16,-4 0-1-16,4-1-1 0,0 1-3 0,0-1 0 15,-2 2-3-15,2 0-1 0,-5 2 0 16,5 13 0-16,-2 7-1 0,-2 10 1 16,4 3-2-16,0 0 4 0,0 2-3 15,0-2 3-15,4 1 1 0,-4-1-3 16,2 1 0-16,-2 3 0 0,5-2-1 0,-5 6 1 15,2-1 1-15,-2 5-1 16,4 0-2-16,-4 2 0 0,2 0 0 16,-2-2 1-16,0-2-1 0,2-1 1 15,2-4-1-15,-4-4 1 0,0-1 3 0,0-2-6 16,0-2 7-16,0-1-6 0,2-6 3 16,-2 1-1-16,4-3 0 0,-2 1 1 15,2 0-1-15,-4-6 1 0,3 1-4 16,-3 2 3-16,0-1-2 0,4 1 1 15,-4-2 1-15,0 2 0 0,2-9-2 0,-2 7 3 16,0-6-1-16,4 2 0 0,-4-2 2 16,0-6-2-16,0 4-1 15,0-3 3-15,0-3-1 0,2 2 0 16,-2-6-1-16,0 5 1 0,0 0-1 0,0-1 2 16,4 2 1-16,-4-6-1 0,0 0-3 15,0 0 1-15,0 6-1 0,2 0 2 16,-2-1-3-16,0 2 2 0,0-4-1 15,4 3-1-15,-4 1 1 0,0-3 0 16,0 0 1-16,0 3 1 0,0-3 0 0,0 4 0 16,0-8 2-16,0 0 0 0,0 0-1 15,0 0-2-15,0 1-3 0,0 1 1 16,0 0-2-16,0 0-3 0,0-2-3 16,0 0-7-16,0 0-12 0,0 0-23 15,0 0-61-15,2-10-175 0,0-12-27 16</inkml:trace>
  <inkml:trace contextRef="#ctx0" brushRef="#br3" timeOffset="-172183.52">17695 16088 516 0,'0'0'63'0,"0"0"-10"16,0 0-8-16,0 0-9 0,0 0-7 15,0 0-6-15,0 0-2 0,0 0 0 16,0 0-3-16,0 0-3 0,6-80 0 15,-12 69-4-15,3 2 0 0,-7-4-3 16,4 3-1-16,-2 0-2 0,1 2 2 0,1 2-3 16,-2 0-1-16,4 3-2 0,-9 0-3 15,7 3 1-15,-4 0 1 0,-9 0 0 16,3 4-2-16,-1 7 2 16,1 4 1-16,3 3-2 0,-1 5 0 0,6 4 0 15,-3 4-2-15,3 1 4 0,2 0-2 16,0 0 2-16,6-2-1 0,-2-3-1 15,2-1 0-15,0-3 1 0,0-7 0 16,0-1 0-16,2 1 2 0,4-7-2 16,0 6-2-16,0-4 0 0,0-3-1 0,3 0 3 15,-3-1-2-15,6-3 2 0,-3-1 2 16,1-3-2-16,8 0 0 0,-1 0 0 16,2-6 1-16,1-2 0 0,-3-2 1 15,1-2-2-15,-3-1 3 0,-1-3 0 16,-1-1 0-16,-1 0-1 0,-6 0-1 0,1-2 0 15,-1 0 3-15,-6-3-1 16,0-2 2-16,0-2 0 0,-6 0-1 16,-3-3 0-16,-1 3-1 0,-2 1-1 15,3 2 1-15,-1 8-2 0,4 1 0 0,4 5-1 16,-5 2 0-16,1 0-1 0,4 4-2 16,-2 0-1-16,4 3-2 0,-2-1-3 15,-2 1 1-15,2 0-6 0,-4 4-10 16,-1 2-15-16,3 5-39 0,2 5-52 15,2-3-172-15,0 5 0 0</inkml:trace>
  <inkml:trace contextRef="#ctx0" brushRef="#br3" timeOffset="-171699.25">17953 16047 695 0,'0'0'50'0,"0"0"-12"16,0 0-10-16,0 0-10 0,0 0-3 0,0 0-4 16,0 0-3-16,0 0-2 0,0 0-2 15,0 0 0-15,2-38-2 0,-10 38 1 16,-5 5 0-16,-1 6-2 0,4 4 1 16,-1 3 1-16,1 6-5 0,4-1 4 15,-3 1-4-15,5 2 4 0,2 1-2 16,2-3 0-16,0 4 0 0,0-8 0 15,2 1 0-15,4-3 0 0,5-3 0 16,-3-3-2-16,4-1 1 0,-3-4 1 16,3-2-1-16,5 0 1 0,-9-2-1 0,11-2-1 15,1-1 1-15,-1 0-1 0,6-7 2 16,-3-2 0-16,-3-2 2 0,0-3-1 16,-1 1-1-16,-5-1 0 0,-1-1 2 15,-2-2-1-15,-3 1 3 0,-1 3-2 16,-2-4 2-16,-4-2-1 0,0-4 1 0,0-4 0 15,-10 1 1-15,1 2 0 16,-3 1 1-16,4 3-3 0,-9 3 0 16,5 4-1-16,1 4-2 0,-1 1 0 15,2 5-3-15,-3 2 0 0,-1 1-1 0,1 1 0 16,-1 4-2-16,6 4 0 0,1-2-7 16,3 3-9-16,-2-1-26 0,6 0-51 15,0-2-196-15,6 1-23 0</inkml:trace>
  <inkml:trace contextRef="#ctx0" brushRef="#br3" timeOffset="-171228.98">18406 15999 781 0,'0'0'39'0,"0"0"-12"16,0 0-10-16,0 0-4 0,0 0-4 15,0 0-1-15,0 0-4 0,0 0-4 16,0 0 2-16,-79-23-1 0,63 37-1 16,3 5 2-16,3 4-2 0,-3 1-1 15,7 5 0-15,0 0 1 0,2 1-1 16,2 1 0-16,2-4 1 0,0 0-1 15,0-2-1-15,6-3 2 0,2 0-2 16,3-4 0-16,3-1 1 0,-2-2-2 16,3-3 1-16,4-3 1 0,-7-3-1 0,7-3 0 15,-3-3-2-15,3 0 2 0,8-5-1 16,-5-3-1-16,-3-3 3 0,2-1 0 16,-7-3 2-16,1-1 1 0,-3-2 0 15,-2-2 0-15,-1-1 1 0,-5-3 0 16,-4 0 2-16,0-2 2 0,-4 0-2 15,-5-3 0-15,-1 3-2 0,2 1-2 16,-1 2 2-16,-3 3-1 0,2 6-1 16,-3 2-1-16,7 6-2 0,-2 2-4 15,0-1 1-15,-5 5-4 0,1 0-3 0,3 3-5 16,-1 8-18-16,8 1-33 0,2-1-64 16,0 4-165-16,2-5-5 0</inkml:trace>
  <inkml:trace contextRef="#ctx0" brushRef="#br3" timeOffset="-170829.52">18718 16099 633 0,'0'0'60'0,"0"0"-7"16,0 0-17-16,0 0-12 0,0 0-4 15,0 0-4-15,0 0-3 0,0 0 0 16,0 0-3-16,54-94-2 0,-42 76 2 0,-2-1-1 16,3-1 0-16,-5 1-4 0,-2 3 0 15,0 4 0-15,-4 6-1 0,-2 1 0 16,5 1 0-16,-5 4-3 16,0-1 0-16,0 1-2 0,0 3 0 0,0 15 4 15,0 9-4-15,0 13 3 0,-5-1-3 16,3 5-2-16,-2 0 2 0,2 0 3 15,-2-4-3-15,4-4 2 0,0-4-2 16,0-4-2-16,4-10 1 0,-2-3 1 16,2-5-1-16,-2-6 0 0,3 0-2 0,-5-4-3 15,0 0-4-15,0 0-2 0,0 2-7 16,2-2-9-16,-2 0-17 0,4 1-29 16,-4-1-34-16,0 0-60 0,0 0-96 15</inkml:trace>
  <inkml:trace contextRef="#ctx0" brushRef="#br3" timeOffset="-170537.36">18681 16352 633 0,'0'0'58'16,"0"0"-10"-16,0 0-15 0,0 0-9 16,0 0-6-16,0 0-4 0,0 0-5 15,0 0-1-15,0 0 0 0,0 0-2 16,18 23 0-16,1-21-4 0,6 1-1 15,-3-3-2-15,3 0 1 0,0 0 1 0,0 0-1 16,-5-3 0-16,7-2 1 0,-2 2-2 16,0-1 0-16,-2 1 0 0,-5-1-2 15,1 0 2-15,-7 2 0 16,-3 0-2-16,3-2 0 0,-8 3 1 0,2-1-1 16,-6 2 0-16,0-1-1 0,0 1 0 15,2 0-3-15,-2 0 0 0,4-2-6 16,-4 2-3-16,3 0-5 0,-3-2-11 15,2 2-25-15,-2 0-44 0,0 0-124 16,0-1-53-16</inkml:trace>
  <inkml:trace contextRef="#ctx0" brushRef="#br3" timeOffset="-168875.33">19251 15550 291 0,'0'0'58'0,"0"0"-9"0,0 0-2 16,0 0-4-16,0 0 1 0,0 0-1 16,0 0 0-16,0 0 0 0,0 0-6 15,0 0-4-15,-21-39-5 0,21 38-5 0,0 1-2 16,0-2-3-16,-2 1-2 0,2-1-7 16,-4 1 0-16,4-1-1 0,0 1-2 15,0 0 1-15,-2-1-2 0,2 0-2 16,0 1 2-16,0 1-3 0,-4-2-1 15,4 2-1-15,0 0 0 0,0 17 0 0,4 10 0 16,4 11-1-16,5 9 2 0,1 5-1 16,3 3 1-16,-3 0 3 0,-1 2-6 15,-1 0 5-15,-6 0-4 16,3-3-1-16,-5 1 2 0,-2 0-2 0,-2-2 2 16,0 1-2-16,0 0 0 0,0-3 0 15,0 4 2-15,0-7 4 0,0 2-7 16,0-3 6-16,0-2-8 0,0-5 4 15,2-2 2-15,-2-4 1 0,0-2 2 16,4-4-4-16,-2 0 0 0,2-2-3 0,-2-10 5 16,2 3-2-16,-4-2 0 0,2-7 0 15,3 7 0-15,-5-7-2 0,0-7 1 16,2 8 1-16,-2-5 1 0,0-3 1 16,4 3-1-16,-4-6-1 0,0 6-1 15,0-3 1-15,0 2 1 0,2-1-1 16,-2-4 1-16,0 0 0 0,0 0-1 15,0 2 1-15,0-1-1 0,0 1-1 16,0-2-1-16,0 0-2 0,0 0-6 16,4 0-10-16,-4 0-23 0,0-5-59 0,2-11-159 15,4-12-56-15</inkml:trace>
  <inkml:trace contextRef="#ctx0" brushRef="#br3" timeOffset="-167631.93">20028 15803 616 0,'0'0'47'0,"0"0"-9"0,0 0-11 16,0 0-8-16,0 0-2 0,0 0-3 15,0 0-2-15,0 0-4 0,0 0-2 16,-86-52-1-16,69 55-2 0,-4 8-1 15,7 3 0-15,1 2 0 0,1 4 3 16,0 4-3-16,5 3 3 0,-1 4-5 16,4 1 0-16,2 0 1 0,-2 1-2 0,4-1 3 15,0-2-3-15,0-1 2 0,4-3-2 16,2-1 1-16,2-3 0 0,-1-4 2 16,-1-4-1-16,0-2 0 0,2-5 0 15,3 0 0-15,-5-1 0 0,6-5 1 16,-1 2-1-16,1-3 3 0,5 0 1 0,-3-3 1 15,5-6 2-15,-5-3-1 16,-2 0 1-16,1-5-2 0,-5 0 0 16,5-2-2-16,-7-2 1 0,2-2 0 15,-2-3 2-15,-2-1-1 0,-4-1 0 0,0 1-1 16,0-3-2-16,0 1-2 0,-6 1-2 16,-2 4 2-16,2 3-5 0,-1 6 6 15,-3 3-3-15,8 5 0 0,-2 4-1 16,-4-1-4-16,-5 4 1 0,-1 0-1 15,-3 9 0-15,3 3-7 0,1 3-7 0,7-1-23 16,4 0-40-16,2 1-82 0,0-5-143 16</inkml:trace>
  <inkml:trace contextRef="#ctx0" brushRef="#br3" timeOffset="-167224.87">20334 15830 741 0,'0'0'42'0,"0"0"-12"0,0 0-11 16,0 0-8-16,0 0-5 0,0 0-3 15,0 0 1-15,0 0 3 0,0 0-5 16,-72 18 4-16,60 4-4 0,-1 1-2 16,3-1 2-16,4 3-2 0,1-1 0 15,3 0 1-15,2 0 0 0,0-1-1 16,7 1 1-16,1-1-2 0,0-5 1 15,2-1 0-15,-1-2-1 0,1-3 1 16,2-5 0-16,-7-3-1 0,7-1 1 16,7-2 0-16,-3-1-1 0,5 0 2 0,-3-7-2 15,-3-5 1-15,-1-2 1 0,3-1 2 16,-3-3-1-16,-1 0 0 0,-5-1-1 16,-2 0 0-16,-2-3 2 0,-4 0 1 15,0-3 1-15,-6 1 2 0,-4 0-1 16,-3-1-2-16,-1 1-1 0,-1 3-3 0,-1 1 4 15,1 5-4-15,3 6 1 0,0 1-3 16,3 5-2-16,-3 3-1 16,-7 0-1-16,7 3-1 0,-5 7-3 15,7-2 4-15,4 6-13 0,4 1-5 0,2 6-27 16,2 6-52-16,8-2-131 0,-1-6-74 16</inkml:trace>
  <inkml:trace contextRef="#ctx0" brushRef="#br3" timeOffset="-166824.86">20603 15870 650 0,'0'0'63'0,"0"0"-15"16,0 0-22-16,0 0-5 0,0 0-4 15,0 0-6-15,0 0 2 0,0 0-7 16,0 0 1-16,0 0-3 0,-74 36-1 15,65-15 0-15,1 2-2 0,2 2 0 16,2-1 0-16,4 0-2 0,0 0-1 0,4-2 1 16,2-1 0-16,2 0 2 0,5-1-3 15,-1-5 0-15,3-2 0 0,3-3 0 16,1-4 1-16,-1-3 0 0,3-3 1 16,0 0-1-16,4-6 2 0,-5-5-2 15,1-4 2-15,2-4-1 0,-7-2 1 16,3 0 0-16,-7 0 1 0,-1-2 1 15,-7 2 0-15,0-4-2 0,-2 2 3 16,-2-2-3-16,-2 1 4 0,-4 1 0 16,-3 2 0-16,-3 1 2 0,-1 5-8 0,3 4 7 15,0 1-8-15,-1 5 2 0,3 3-1 16,-4-1 0-16,1 3-3 0,1 0-1 16,-2 0 1-16,1 3-9 0,5 2-6 15,-2 1-19-15,2 0-40 0,0 0-63 16,3-2-160-16,3 1 5 0</inkml:trace>
  <inkml:trace contextRef="#ctx0" brushRef="#br3" timeOffset="-166416.16">20942 15868 723 0,'0'0'37'0,"0"0"-5"0,0 0-10 0,0 0-3 16,0 0-5-16,0 0-3 0,0 0-3 16,0 0-1-16,0 0-6 15,50-41 7-15,-36 25-6 0,1-1 5 16,-3 0 2-16,0 1-1 0,1-1 1 0,-5 0-1 16,-2 5-1-16,-2 3-2 0,3 1-1 15,-7 5 1-15,2-1-3 0,2 0-1 16,-4 4-2-16,0 0 0 0,2 10 0 15,0 8 2-15,2 11-1 0,-4 4 0 16,0 3 4-16,0 4-5 0,0 2 4 0,0-5-2 16,-4-1-3-16,4-2 2 0,0-2 0 15,0-5-1-15,0-6 0 0,0-4 1 16,4-7 0-16,-4-5-4 16,2 1 1-16,-2-3 0 0,4 1-2 0,-2 1 2 15,-2 0-5-15,0-5-6 0,0 0-4 16,0 0-8-16,0 1-14 0,4-1-21 15,-4 2-34-15,0 2-63 0,-4-1-132 16</inkml:trace>
  <inkml:trace contextRef="#ctx0" brushRef="#br3" timeOffset="-166166.74">20950 16190 652 0,'0'0'59'0,"0"0"-17"0,0 0-16 16,0 0-7-16,0 0-4 0,0 0-6 0,0 0-1 15,0 0-1-15,0 0-2 16,0 0-1-16,13 8-1 0,11-8-1 16,1 0 0-16,2 0 1 0,0 0-1 15,-2-2-2-15,2 0 0 0,-2 1 0 0,-7-1-2 16,1 2 4-16,-3-1 1 0,-3-1-4 16,9 1 0-16,-13 0 0 0,-3-1-6 15,6 0 7-15,-10 1-1 0,5-1 1 16,-1 2-2-16,-6 0-4 0,4-3-4 15,-2 2-11-15,0-1-20 0,4 1-42 0,-6 1-84 16,0 0-131-16</inkml:trace>
  <inkml:trace contextRef="#ctx0" brushRef="#br3" timeOffset="-165526.31">21513 15405 627 0,'0'0'63'16,"0"0"-10"-16,0 0-12 0,0 0-9 15,0 0-5-15,-13-77-6 0,13 72-2 16,0 1-2-16,-2-1-2 0,-2 2-1 16,4-1-4-16,-2 1-2 0,2 3-3 0,-4-2 0 15,4 2-2-15,0 0-1 0,0 0-1 16,-2 14-2-16,2 7 1 0,0 8 1 16,2 3 0-16,4 4-1 0,4 6 0 15,-1 4 0-15,-1 4-2 0,-2 2 2 16,0 1-2-16,0-1 2 0,-6 0 2 0,5 2-3 15,-5-1 3-15,0-1-3 0,-5-2 0 16,-1 0 2-16,0 0-2 16,0-2 1-16,2-2 0 0,-3-2 1 15,3-3-2-15,2-5 0 0,-2-3-1 0,2-2 1 16,2-3 1-16,0-3-3 0,0-2 3 16,0-6-3-16,0 1 7 0,0 0-5 15,2-4 4-15,-2 5-3 0,4-5-2 16,-4-10 1-16,0 9 0 0,0-7 3 15,0 0-2-15,0 8 2 0,0-8-2 0,0-1-3 16,0 4 3-16,0-9 1 0,0 0 1 16,0 0-1-16,0 0 0 0,0 1 0 15,0 1 0-15,0-1-1 16,0 0-2-16,0 1 0 0,0-1 2 0,0 1 0 16,0-1 0-16,0 1 0 0,0 0 0 15,0-2-3-15,0 1 2 0,0-1-3 16,0 2-3-16,0-2-3 0,0 0-9 15,0 1-13-15,0-1-39 0,0 0-89 16,0-4-159-16,0-11-1 0</inkml:trace>
  <inkml:trace contextRef="#ctx0" brushRef="#br3" timeOffset="-163909.99">22182 15905 591 0,'0'0'59'0,"0"0"-6"16,0 0-10-16,0 0-17 0,0 0 3 15,0 0-12-15,0 0 0 0,4-87-3 0,-8 78-4 16,2 0 0-16,-4 1-2 0,4 4-1 16,-4-3 1-16,2 5-4 0,2-1-1 15,-9 1-1-15,-1 2 1 0,1 2 0 16,-11 6-1-16,9 5-1 0,-1 3-2 15,-1 4 6-15,3 5-7 0,0 2 8 0,-1 1-5 16,5 3 0-16,-2-2 0 0,3 1-1 16,5-3 1-16,2 1-2 15,0-1 4-15,0-3-5 0,6 1 2 16,3-3 2-16,3-2-2 0,1-3-2 0,1-2 2 16,5-3-3-16,-3-1 3 0,-1-5 1 15,-1-3-2-15,5-3 1 0,-1 0 1 16,7-3 1-16,-4-5-2 0,-3-1 2 15,-1-2-2-15,-1 0 0 0,-3-5 2 16,-5-3 0-16,0-3 0 0,-3 0 0 0,-3-3 0 16,-2-2-2-16,0 0 1 0,0-2 2 15,-7-2 0-15,3 1 4 0,-6 0-5 16,2 3-5-16,-3 0 3 16,3 11-4-16,2 1 4 0,0 6-1 0,-3 1-2 15,-1 1-1-15,8 4-3 0,-2 1-4 16,-4 2-2-16,3 0-5 0,-1 3-9 15,2 3-19-15,4 3-46 0,2 6-124 16,11-1-91-16</inkml:trace>
  <inkml:trace contextRef="#ctx0" brushRef="#br3" timeOffset="-163477.15">22672 15806 689 0,'0'0'53'0,"0"0"-15"16,0 0-9-16,0 0-9 0,0 0-6 16,0 0-4-16,0 0-4 0,0 0-1 15,0 0-2-15,-62-9 0 0,41 28 4 0,3 4-5 16,3 1 5-16,1 3-4 0,2-2-1 16,5 1 0-16,1 0-1 0,6-2-1 15,0 0 0-15,0 1 2 0,8-3-2 16,5 1 1-16,3-2-2 0,-1 0 1 15,5-2-3-15,-1-2 2 0,2-5 0 0,-3-3 1 16,3-2 0-16,-4-2-2 0,-3-5 1 16,7 0 1-16,1-3 0 15,5-8 0-15,-2 1 1 0,-2-8-1 16,0 0 3-16,-7-4-2 0,1 1 1 0,-3-2-1 16,-6 0 1-16,-3-2 1 0,-5 0 1 15,0-2 0-15,0 1 0 0,-7-1-2 16,-5 1-3-16,0 1 5 0,-7 4-7 15,2 3 6-15,-1 4-4 0,-1 4-1 16,5 4 0-16,-5 3 0 0,1 3-3 0,-3 0-1 16,4 1-2-16,3 4-3 0,6-1-2 15,1 3-16-15,1 0-24 0,6-1-51 16,0 0-149-16,6 0-52 16</inkml:trace>
  <inkml:trace contextRef="#ctx0" brushRef="#br3" timeOffset="-163057.08">23172 15780 796 0,'0'0'39'16,"0"0"-12"-16,0 0-11 0,0 0-6 16,0 0-5-16,0 0-1 0,0 0-2 15,0 0-1-15,0 0 3 0,-78 26-6 16,65-2 6-16,1 1-5 0,6 0 0 0,0 1 3 15,-1-2-3-15,7-1 2 16,0 0-1-16,0-2-1 0,7-1 1 16,3-2 0-16,-2-3-3 0,7-1 3 15,-3-2-2-15,-2-4 2 0,5-2-1 0,-1-5-1 16,5-1 2-16,2 0-1 0,3-1 1 16,-3-5 1-16,-2-3-1 0,4-2 1 15,-7-1 0-15,1-2-1 16,-5-4 1-16,-2-2 2 0,1-1 1 0,-5 0 0 15,-4-4-1-15,-2 1-2 0,0-2 0 16,0 2 2-16,-6-2-6 0,-3 4 4 0,1 2-4 16,-4 5 2-16,1 4 0 15,-3 3 0-15,0 5-2 0,-5 3 1 16,-6 0-2-16,0 3 1 0,7 6-3 0,3 2 2 16,3-2-4-16,4 0-7 0,3 4-13 15,5-2-40-15,11 5-73 0,7-4-160 16,3-3-9-16</inkml:trace>
  <inkml:trace contextRef="#ctx0" brushRef="#br3" timeOffset="-162640.49">23685 15713 780 0,'0'0'38'0,"0"0"-12"16,0 0-10-16,0 0-8 0,0 0-7 15,0 0 0-15,-87 6 1 0,71 12-2 16,1 4 4-16,1 3 0 0,1 3-4 16,-3-1 5-16,8-1-6 0,-1 0 0 0,3-6-2 15,2-1 1-15,4 1 0 0,0-2 1 16,6 5 2-16,2-6-3 0,3-5 2 16,-3-6-2-16,4 0 1 0,-1-1 0 15,5-2 1-15,3-3 1 0,0 0-2 16,5-2 2-16,-3-6-2 0,0 0 2 0,1-3 2 15,-5-3-1-15,-1 2 1 16,-3 3-1-16,-5-3 0 0,0 0 2 16,-3 3-2-16,1-7 3 0,-6 7-1 15,0-4 1-15,0-7 1 0,0 1-4 0,-11-4 5 16,3 1-5-16,-4 1 3 0,-1 2-1 16,-1 1-1-16,-1 2-1 0,-3 2-1 15,-1 2 0-15,1 1-1 0,9 3 0 16,-7 1-1-16,8 4-1 0,-1-2-3 15,-3 2-2-15,8 2-6 0,-2-1-10 0,6 2-16 16,0-1-50-16,0 1-113 0,0 0-113 16</inkml:trace>
  <inkml:trace contextRef="#ctx0" brushRef="#br3" timeOffset="-161796.62">24146 15168 511 0,'0'0'62'0,"0"0"-12"15,0 0-1-15,0 0-6 0,0 0-7 0,0 0-7 16,0 0-1-16,0 0-4 0,0 0-4 16,0 0-2-16,-14-25-3 0,14 23-3 15,-3 1-1-15,3-1-3 0,0 1-3 16,-4-1-2-16,4 2-2 0,-2-2 1 15,-2 4-2-15,-4 13 6 0,2 12-5 16,-5 18 2-16,9 8-2 0,2 12-2 0,0 11 2 16,2 6-1-16,5 3 0 0,3 1 2 15,-4-2-2-15,2-4 2 0,1-7-3 16,-3-3 0-16,4-6 0 0,-2-4-1 16,3-2 2-16,-5-3-1 0,-2-5 2 15,2-3-3-15,1-5 3 0,-3-1-2 16,-2-4-1-16,-2-2 6 0,0-2-5 15,0-2 6-15,0-4-5 0,-2-7 1 16,2-10 0-16,-4 1-2 0,4-7 1 16,0 3-1-16,0-3 1 0,0-4 2 0,-3 0 1 15,3 0-4-15,0 1 2 0,0 1-1 16,0-2-2-16,0 1 3 0,0-1 1 16,-4 0-2-16,4 2-3 0,0-2 0 15,0 0-7-15,0-2 0 0,0-11-11 16,0-9-28-16,-2-5-71 0,-2-5-197 0,4-1-9 15</inkml:trace>
  <inkml:trace contextRef="#ctx0" brushRef="#br3" timeOffset="-160894.03">24917 15687 654 0,'0'0'54'0,"0"0"-16"0,0 0-11 16,0 0-6-16,0 0-3 0,0 0-3 16,0 0-2-16,0 0 2 0,0 0-5 15,-27-92-2-15,19 80 0 0,-2 3-6 0,1 3 2 16,-3 3 1-16,-7 1-3 0,1 2 1 16,-3 0-2-16,0 9-3 0,3 3 3 15,-1 6-2-15,1 2 2 0,3 5 0 16,1 2-1-16,3 1 0 0,-1 3 1 15,6-1-1-15,4 1 1 0,-3-2 3 0,5 1-4 16,0-3 5-16,5-1-5 0,3-3 1 16,-2-4 0-16,4 0 1 15,3-4-2-15,-7-4-1 0,4-1 2 16,1-1-1-16,3-1 1 0,5 1 0 0,-1-1-1 16,1-5 0-16,2-2 1 0,-1-1 1 15,5-3 0-15,-4-5 2 0,4 0 0 16,-1-3 1-16,-3-3-2 0,0-1 1 15,-3-3-1-15,-3-2-1 0,-5-1 2 16,-2-4 2-16,-3 1 0 0,-5-3-4 0,0-2 4 16,-5 2-7-16,-7-2 6 0,0 3-1 15,-5 3-1-15,1 2-1 0,1 4-2 16,-4 2 3-16,7 5-3 16,-2 2 0-16,1 5-2 0,5 0-1 0,-4 1 1 15,-1 2 0-15,-5 0-1 0,5 0 1 16,-1 2-2-16,3 2-4 0,3 1 0 15,2 1-7-15,4-3-4 0,-2 8-10 16,4 1-20-16,6 6-46 0,6 3-116 16,7-4-101-16</inkml:trace>
  <inkml:trace contextRef="#ctx0" brushRef="#br3" timeOffset="-160364.8">25448 15679 786 0,'0'0'42'0,"0"0"-9"15,0 0-9-15,0 0-7 0,0 0-5 0,0 0-2 16,0 0-3-16,0 0-1 0,0 0-1 16,-84-42-1-16,65 52 1 0,0 0-2 15,3 5-3-15,-1 4 3 0,-1 0-3 16,7 4 0-16,-1 1 2 0,2 2-3 15,3 2 5-15,5 2-5 0,2 2 2 0,0-2 0 16,0 0-1-16,2-2 2 0,5-1-1 16,3-1-2-16,-2-2 0 0,5-1 1 15,-1-2-1-15,2-6 2 16,3-1-2-16,-3-3 1 0,-1-6-1 0,6-1 0 16,-3-4 1-16,7 0 0 0,0-4 0 15,1-4 1-15,1-5 0 0,-4 0-1 16,-3-1 1-16,1-3 0 0,-5 2 1 15,1-5-1-15,-5 1 2 0,-4-4-2 16,-3-3 4-16,-3-1-3 0,0-4-3 0,-3 1 3 16,-7 0-4-16,-2-2 6 0,-3 0 0 15,1 0 0-15,-5 3 0 0,-1 2-2 16,1 4 1-16,0 1-1 0,1 5-1 16,-1 2-1-16,3 4 0 0,-1 3 0 15,3 2 0-15,1 5 1 0,1-1-2 16,-1 1 0-16,-1 1-1 0,-5 0 0 15,5 0-2-15,-1 0-2 0,3 0-1 16,6 0-3-16,2 0-5 0,4 0-8 16,-2 0-10-16,2 0-24 0,0 0-85 0,2 0-168 15,14 0-13-15</inkml:trace>
  <inkml:trace contextRef="#ctx0" brushRef="#br0" timeOffset="-156136.18">26089 15592 559 0,'0'0'61'0,"0"0"-4"0,0 0-10 15,0 0-12-15,0 0-7 0,0 0-2 16,0 0-5-16,0 0-3 0,0 0-5 15,2-42 0-15,-2 29-2 0,0 3-2 16,-2 1 1-16,-4-1-5 0,-2 3-1 0,1 1-1 16,-5 1-2-16,-4 1 2 0,-1 4-2 15,-8 0 0-15,5 2-1 0,-5 6 1 16,4 4-2-16,-2 2 2 0,3 4 0 16,1 0 0-16,0 2 0 0,7 2 0 15,2-2 2-15,-3 4-1 0,7 0-2 16,0 0 1-16,2 2-4 0,2 1 4 15,2 1-2-15,0-1 2 0,2 0 4 16,4-1-5-16,0 0 3 0,4 0-4 16,-1-4 1-16,-1-1 0 0,4-2 3 0,1-1-4 15,3-6 1-15,-1-1 0 0,5-2 1 16,1-3 0-16,2-3-2 0,0-2 0 16,1-1 2-16,1 0-1 0,2-4 4 15,0-5-3-15,-2 0-1 0,0-3 1 16,-5-1-1-16,1 1 0 0,-5-1 1 0,-1-1 1 15,-5 3 1-15,-6-2-2 16,3-3 0-16,-7-2 1 0,4-7-3 16,-4 0 7-16,-4-2-5 0,-3-2 5 15,-1 0-2-15,-4-3-1 0,-1 2 0 0,1-1-1 16,-3 4 0-16,7 4 1 0,-4 4-2 16,1 5-1-16,1 4 1 0,4 3-2 15,-4 3 0-15,1 0-2 0,-3 2 0 16,4 0 1-16,-5 2 1 0,-3 2-2 15,7 3-2-15,-5 0-1 0,8 2-2 0,0 0-3 16,-1 1-6-16,7-3-5 0,0 6-15 16,0 3-26-16,7 3-64 0,7 4-180 15,-6-9-6-15</inkml:trace>
  <inkml:trace contextRef="#ctx0" brushRef="#br0" timeOffset="-155423.77">26552 15613 670 0,'0'0'57'0,"0"0"-14"16,0 0-11-16,0 0-8 0,0 0-2 15,0 0-4-15,0 0-3 0,0 0-1 16,0 0-3-16,0 0 1 0,25-65-3 16,-25 55-1-16,-2 6-2 0,-2 0-1 0,2-4 0 15,-2 5 1-15,1 0 0 0,-1 0-3 16,-2 0 0-16,4 1-1 0,-4-1-2 16,-2 2 1-16,1 1 0 0,-9 0 0 15,1 3-1-15,1 5-2 0,-9 5 1 16,9 2 2-16,-1 4 0 0,-1 1-1 0,5 0 0 15,-1 3-2-15,2 3 2 16,1 2 0-16,5-3-1 0,-2 2 0 16,6-1 1-16,0-2-1 0,0 1 2 15,0-1 3-15,6-3-4 0,5-1 4 0,-3 0-5 16,2-3-1-16,1 1 2 0,5-1-1 16,-1-2 1-16,1-3-1 0,1 0 0 15,5-3 1-15,-5-1 1 0,8-2-1 16,-1-2 1-16,-3-1-2 0,-2-3 1 15,-1 0 1-15,3 0-1 0,-2 0 1 0,-1-1-1 16,-3-4 0-16,-1-1-1 16,3 0 1-16,-5 0 1 0,-2-2 1 15,1 1-1-15,-3 1-1 0,2-3-1 16,-3 4 2-16,1-3 1 0,4-2-1 0,-3-2-2 16,3-3 2-16,-2 2 0 0,-1-5-3 15,-1 2 4-15,-2-4-5 0,0 0 4 16,-2-3-1-16,-4 1 0 0,2-4 2 15,-2 0-2-15,0-1 3 0,-2-1-2 16,-2 1 1-16,-8 0 1 0,-1 1-2 0,3 0 2 16,-9 3-1-16,1 2-2 0,-7 3 0 15,2 4 0-15,-6 2 0 0,3 3 0 16,-5 0 0-16,4 3-1 0,0 0-2 16,8 2 1-16,1 1-4 0,5 2-2 15,9 1-5-15,-8-1-8 0,5-1-16 16,1 1-30-16,2-1-99 0,4 0-149 15,10-1-9-15</inkml:trace>
  <inkml:trace contextRef="#ctx0" brushRef="#br0" timeOffset="-153922.62">25603 14965 502 0,'0'0'45'0,"0"0"-6"15,0 0-4-15,0 0-2 0,0 0 0 16,0 0-3-16,0 0-4 0,0 0-2 15,0 0-1-15,0 0-2 0,-24 11-1 16,24-11-2-16,0 1-1 0,-3 1-2 0,3-1-2 16,0 1 0-16,0-1-2 0,0-1-2 15,0 0-3-15,0 0-2 0,0 0-1 16,0-9-1-16,0-6 0 0,7-3 1 16,-1-2-2-16,2 1 1 0,5 1-2 15,-1-1-1-15,0 2 0 0,1 2 2 16,1 1-2-16,-1 7 2 0,-1-1-2 15,3 5 0-15,-1 3 1 0,9 1-1 16,-3 10 0-16,-1 5 1 0,2 5-1 16,-1 4-1-16,-1 2 2 0,0 4-1 0,1-2 2 15,-1 0-3-15,1-5 2 0,1-3-1 16,2-4 1-16,-2-5 1 0,3-4 0 16,-3-4 0-16,4-4 1 0,0 0-1 15,-3-6-1-15,3-3 1 0,-4-2-2 16,2-1 2-16,-3-1 0 0,-1-2-1 15,-3-2 1-15,-3 0-1 0,-1 1 1 16,1-4 1-16,-7 1-1 0,2-1-1 16,-2 1 0-16,-2 4 1 0,3 1-1 15,-5 5 0-15,-2 4-1 0,4 1 1 0,-4 4-1 16,0-2 1-16,0 2-1 0,2-1 0 16,-2 1 1-16,6 0 0 0,4 0 1 15,-1 7-1-15,3 0-1 0,-4 3 0 16,5-1 1-16,-5 2-1 0,9 3 2 15,-3-3-2-15,1 2 1 0,1-2 0 0,-1 1 1 16,1-2 1-16,1 3-2 0,1-3 0 16,3-1 0-16,-3 2-1 15,3-2 0-15,-2-1 3 0,-3-3-1 16,-1 0-1-16,-3-2 1 0,1-1-4 0,-1-1 3 16,-2-1 1-16,3 0-1 0,-3 0 3 15,2 0-2-15,-5-3 0 0,3-3 1 16,2-3-2-16,1-4 2 0,-3-3 0 15,0 0 0-15,3-4 0 0,-1 0-1 16,1 1 0-16,1 0-1 0,3 2 0 0,-5 5-1 16,-4 3 1-16,1 4-1 0,1 4 1 15,2 1-2-15,1 8 0 0,-5 7 2 16,0 5-1-16,-1 0 0 0,-3 4-1 16,-4 0 0-16,0-8-1 0,0 2 1 15,0-5-2-15,-4-4-9 0,1 1-12 16,-1 0-20-16,-2 0-61 0,6-5-185 15,-8-3-34-15</inkml:trace>
  <inkml:trace contextRef="#ctx0" brushRef="#br0" timeOffset="-153072.11">26166 14695 658 0,'0'0'62'0,"0"0"-14"0,0 0-14 15,0 0-10-15,0 0-7 0,0 0-6 16,0 0-4-16,0 0-1 0,0 0-3 15,0 0-1-15,-38-62 3 0,38 40 0 16,0-5 2-16,0 1-5 0,0-1 6 0,0 0-5 16,0-1 3-16,0-1 1 15,-4-1-2-15,0 0-1 0,0-2-2 0,2-2 1 16,-2-1-1-16,2 0 1 0,-2 4-3 16,2 6 1-16,2 12-2 0,0 7 1 15,0 6 0-15,-5-2 2 0,5 2-2 16,0-1-1-16,0-1 0 0,0 0-1 15,0 1 1-15,0-1 2 0,0 2-1 16,0-1 1-16,0 1 1 0,7 0-1 0,9 0 0 16,1 0 1-16,14 3 0 0,2-2-1 15,6 1 0-15,7-2-1 0,3 0 0 16,9 0 0-16,2 0 1 0,4 0-2 16,2-2 1-16,-2 2 0 0,-4 0 0 15,-2 0 2-15,-6 0-2 0,-7 0 0 16,-1 0 0-16,-9 0-1 0,-4 0 1 15,-13 0-1-15,-5 0 0 0,-7 2 1 16,-6-2 1-16,0 0 0 0,0 0-1 16,2 0-1-16,-2 0 1 0,4 0-2 0,-4 0 2 15,2 0-2-15,-2 0 0 0,0 0-1 16,0-2-2-16,-2-3 0 0,-10-3-2 16,-5-1 1-16,1 0 1 0,-7-2 1 15,2-1 0-15,-3-2 2 0,3 2 0 16,0 0 2-16,-2 1 1 0,3 1 0 0,5 4-1 15,3 0 1-15,4 2-2 16,3 3 2-16,-1-1 0 0,6 2 0 16,0-1 0-16,0 1-1 0,-2 0-1 15,2 0 3-15,0 0-1 0,0 0 0 0,0 11 1 16,8 2 0-16,7 4 0 0,8-2 0 16,-1 0 0-16,3-3 0 0,6-2-1 15,-4-3 0-15,4-2-2 0,-6-1 1 16,-4-1 0-16,-3 0 0 0,-5 0 0 15,-9-3 0-15,2 2-1 0,-2 0 1 0,-4 1 0 16,2 0 0-16,-2 6 0 0,0 4 0 16,-8 7 1-16,-11 4-2 15,1-3 1-15,-1 3-1 0,-4-4 1 16,5 3 0-16,3 0-1 0,-1-3-1 0,7-5-1 16,3-6-1-16,2-4-4 0,4-1-4 15,0 1-12-15,0-1-30 0,10 0-73 16,5-4-176-16,12-7-13 0</inkml:trace>
  <inkml:trace contextRef="#ctx0" brushRef="#br0" timeOffset="-151972.83">27582 13900 562 0,'0'0'74'16,"0"0"-16"-16,0 0-7 0,0 0-17 15,0 0-5-15,0 0-9 0,0 0-5 16,0 0-5-16,0 0-4 0,0 0-1 16,4-42-5-16,-15 47 4 0,3 7-6 15,-8 5 2-15,1-1 2 0,1-1-1 16,3-2 2-16,3-2-3 0,2-4 1 15,4-4-1-15,-2 2 0 0,4-5 0 16,-2 0 2-16,2 0-1 0,0 1 2 16,0 1-1-16,0-1 1 0,0-1 0 0,0 0 1 15,0 0 0-15,0 0-1 0,0 0 0 16,0-1-1-16,0-4 1 0,2-5-1 16,2 0 2-16,-4-2-3 0,0 2 2 15,0-3 0-15,0-2-4 0,-11 0 7 16,5 1-8-16,-2 4 5 0,2 4-3 0,-5 1 1 15,7 1-1-15,-8 4-1 16,-1 0 0-16,-3 5-1 0,1 9 4 16,3 4-4-16,0 4 4 0,1 2-4 15,5 2 1-15,-4 3 1 0,4-1-1 0,4 3 5 16,-3 0-7-16,5-3 3 0,0-2-3 16,0-3 1-16,7-2-1 0,-1-3 3 15,6-3-1-15,-6-2 0 0,7-7 1 16,1-4-3-16,3-2 3 0,3 0 1 15,-1-8 1-15,2-6 0 0,-3-3 0 0,1-2-1 16,-5-3 1-16,1 0 0 0,-3-6 2 16,-3 1-4-16,1-2 3 0,-4 0-2 15,-4 10 1-15,2 0-1 16,-4 7 1-16,0 6-2 0,2 0 0 0,-2 6-2 16,0-2 1-16,0 2 0 0,0 0-1 15,0 10 1-15,0 8 0 0,-2 7 1 16,2 3 0-16,0 1 0 0,0-4-1 15,0 1 1-15,9-5 0 0,1-2 0 16,0-4 0-16,9-3-2 0,-3-4 0 0,-1-2-1 16,3-3 0-16,1-3-5 0,-2 0-10 15,7 0-12-15,-9-5-30 0,-3-3-57 16,-1-3-182-16,1-5-11 16</inkml:trace>
  <inkml:trace contextRef="#ctx0" brushRef="#br0" timeOffset="-151729.11">27795 13694 650 0,'0'0'63'0,"0"0"-13"0,0 0-13 16,0 0-8-16,0 0-9 0,0 0-7 16,0 0-5-16,0 0-2 0,0 0 0 15,-9-22 0-15,9 43 0 0,0 8 1 16,4 3-3-16,3 3-3 0,-1 1 3 0,0 2-4 15,0 0 2-15,-2 0-1 16,-2 0-3-16,3-2 0 0,-5 1-1 16,2-3-1-16,-2-3-2 0,4-4 1 15,-2-7-2-15,0-5-4 0,2-1-4 0,2-7-13 16,-4 1-17-16,4-3-28 0,11-5-72 16,-3-3-145-16,7-8 13 0</inkml:trace>
  <inkml:trace contextRef="#ctx0" brushRef="#br0" timeOffset="-151571.99">27989 14015 655 0,'0'0'61'0,"0"0"-18"0,0 0-18 15,0 0-6-15,0 0-4 16,0 0-3-16,0 0-1 0,0 0-5 0,0 0-2 16,0 0-3-16,0 37-3 0,0-18-2 15,0-7-6-15,0 3-18 0,0-6-40 16,2-4-104-16,4 1-130 0</inkml:trace>
  <inkml:trace contextRef="#ctx0" brushRef="#br0" timeOffset="-151421.96">28022 13784 483 0,'0'0'26'0,"0"0"-20"0,0 0-8 16,0 0-8-16,0 0-27 0,0 0-87 15,0 0-105-15</inkml:trace>
  <inkml:trace contextRef="#ctx0" brushRef="#br0" timeOffset="-150824.41">28280 13892 575 0,'0'0'52'0,"0"0"-10"0,0 0-13 16,0 0-10-16,0 0-7 0,0 0-5 16,0 0-3-16,0 0 2 0,0 0 0 15,-78 12 1-15,55 2 2 0,6 1-1 0,-5 0-3 16,3 0 1-16,5-1 0 0,1-2-4 16,5-1 0-16,4-4-1 0,4-2 0 15,-2-1-1-15,2 1 0 0,0 4 0 16,2-2 0-16,8 4 0 0,3-5 0 15,-1-4-1-15,5 1 1 0,1-3 1 16,1 0 0-16,1-5 4 0,-1-1 3 0,-5-3 2 16,3-1 3-16,-5-3 0 15,3-1-1-15,-7 1-1 0,2 1-1 16,-1 0 0-16,-5 2-1 0,-2 2-1 0,2-2-3 16,-2 6-2-16,-2-1-1 0,0 5 1 15,0-1-1-15,0 1 1 0,0 0-2 16,0 0-1-16,0 1 0 0,0 16-1 15,-2 10 2-15,-2 13 0 0,2 4 1 16,2 6-1-16,0 5 2 0,2 0-2 0,4 2 1 16,-4-3-1-16,2-2 1 0,3-2 3 15,-7-4-5-15,0-4 4 0,0-4-3 16,-7-4-3-16,-1-5 2 0,-2-6 0 16,-3-1-1-16,1-5 1 0,-3-4-1 15,3-4 1-15,-7-6 1 0,3-3 1 16,-9-3 1-16,-6-9-1 0,0-5 0 15,2-4-1-15,-2-3 0 0,6-3 0 16,3-2-1-16,-1 0-2 0,6 3 3 16,5 0-3-16,2 10 3 0,3-1 2 0,5 8-3 15,2 3 1-15,-4-5-1 0,4 5 0 16,0 0-2-16,0-6-1 0,0 7-1 16,0-3-3-16,4 1-6 0,5 3-8 15,1-1-13-15,-2 2-29 0,7-1-52 16,1-1-186-16,7-3-16 0</inkml:trace>
  <inkml:trace contextRef="#ctx0" brushRef="#br0" timeOffset="-150229.81">28423 13916 631 0,'0'0'44'0,"0"0"-7"0,0 0 0 16,0 0-6-16,0 0-3 0,0 0-8 16,29 86-5-16,-23-58-4 0,-2-1 0 15,-4 0-5-15,2 1 2 16,-2-4-4-16,0-7-1 0,4-2 0 0,-4-4 0 16,2-7 1-16,-2 1 1 0,0-5 3 15,0 0 2-15,0 0 1 0,5 0 0 16,-5 0-2-16,6-9-2 0,-4-6-1 15,4-7-2-15,-2-2 0 0,2 0-3 16,3-2 1-16,-3 0-1 0,2 0 3 0,2 4-4 16,-1 0 1-16,-3 8 0 0,2 3-5 15,-4 3 4-15,-2 5-1 0,3 0-2 16,1 3 1-16,6 0-1 0,-2 4 2 16,13 9 0-16,-2 3 1 0,-7 4 0 15,5 1-3-15,0 2 1 0,-5-1 1 16,-2 2-1-16,5-5-1 0,-9-5 1 15,1-4 0-15,-3-2 2 0,0-5-1 16,4 0 2-16,-8-2-1 0,9-1 1 16,3 0 0-16,-1-5 0 0,1-6 2 0,-2-1-3 15,1-3 1-15,1 0 0 0,-3-2 0 16,-1-2 0-16,0 1 0 0,-1-2 0 16,-3 7 1-16,-2-1-3 0,-2 5 2 15,-2 5-1-15,4-1 0 0,-4 5 0 16,0-2-1-16,0 2 0 0,0 8-2 15,-4 7 3-15,-2 7 0 0,0 0 1 16,-1 0-2-16,5-6 1 0,2 3-3 16,-4-9 1-16,4 2-3 0,0 1-9 15,0-5-12-15,10 2-29 0,-1-6-78 0,3-4-177 16,1 0-17-16</inkml:trace>
  <inkml:trace contextRef="#ctx0" brushRef="#br0" timeOffset="-150080">28795 13799 642 0,'0'0'47'0,"0"0"-19"16,0 0-18-16,0 0-9 0,0 0-12 0,0 0-20 16,0 0-61-16,0 0-183 0,0 0-6 15</inkml:trace>
  <inkml:trace contextRef="#ctx0" brushRef="#br0" timeOffset="-149057.9">29084 13912 653 0,'0'0'45'0,"0"0"-11"0,0 0-9 15,0 0-6-15,-4 90 1 0,4-71-4 16,0-1-1-16,0-6-3 0,0 2-2 16,0-2 1-16,0-6-2 0,0 0 0 0,0 0-1 15,0-6 0-15,0 0 2 0,0 0 0 16,0 2 1-16,0-1-1 0,0 1 0 16,0-1-3-16,0 1-1 0,0-2-1 15,0 0-2-15,0 0 0 0,0 0-1 16,0 0 0-16,0 0-1 0,0 0 1 15,0-6-1-15,0-7 0 0,0-3 0 0,4-5-1 16,9 3 1-16,-1-1 0 16,3 1-2-16,3-2 1 0,3-1 0 15,0 1-1-15,3 4 1 0,-3 1-2 0,-2 4 2 16,-5 5 0-16,3 6-2 0,-3 0 3 16,1 4-3-16,-3 9 1 0,-2 3 0 15,-1 1-1-15,-3 2 0 0,0 3-1 16,-2-1-2-16,-2 0-4 0,0 0-5 15,5-1-4-15,-3-1 1 0,2-6 2 0,0-2 7 16,6-4 3-16,3-3 2 0,6-1-2 16,-1-3 2-16,3-3 0 15,2-5 3-15,-5-3 2 0,1-2-2 16,0-4 3-16,-3-1 0 0,1-2 2 0,-7-2 0 16,1 0 1-16,-5-1-1 0,-2 5 1 15,-4 0-1-15,3 5 0 0,-5 0 1 16,-5-2-7-16,3 6 5 0,-10-1-8 15,0 7 4-15,-7 3 2 0,-2 5-3 16,1 5 4-16,1 6-4 0,-2-1 0 0,7 0 2 16,-5 0-2-16,9-2 1 0,4-2 0 15,-1-1-1-15,5-6 1 0,2 1 0 16,0-5 0-16,0 3 0 0,0 1 0 16,0 1 0-16,0 0 2 0,2-5-2 15,11 0 1-15,5-2 0 0,3-4-1 16,-8 2 2-16,3-1-2 0,-8 2 1 15,-1 3 1-15,5 0-1 0,-6 10-1 16,2 10 0-16,-3 9-1 0,-5 9 1 16,0 7 0-16,0 10 1 0,-5 4-2 0,-1 5 2 15,0 0-3-15,4-2 1 0,-4-5 4 16,-5-2-5-16,3-6 2 0,0-5-3 16,-9-8 0-16,1-5 0 0,-3-8-1 15,1-5 2-15,-7-6-2 0,0-6 5 16,-2-6 2-16,2-1 2 0,-2-13 3 0,3-6 0 15,1-6 2-15,0-6-2 16,9-4-1-16,5-7-2 0,9 0-5 16,0-3 3-16,13 2-4 0,7 1 2 15,7 4 0-15,4 2-2 0,2 7 1 0,7 3 0 16,-1 4-1-16,4 3 1 0,-1 4-2 16,-3 2 1-16,-2 2 0 0,3 3 0 15,-9 2 0-15,-3 3 0 0,-5 3 1 16,-6-1 0-16,-5 1 0 0,-6 1-1 15,7-2 1-15,-7 2 1 0,-4 0-1 16,4 0 2-16,-6 0 0 0,6-1-2 16,-1-1 3-16,1 0-3 0,0 1 0 0,-4-2 0 15,2 0-2-15,-2 0 0 16,4 1 0-16,-6 2-1 0,0 0-4 0,0-1-6 16,0 1-9-16,5 0-12 0,-5-2-30 15,0 2-51-15,0-1-188 0,0 1-12 16</inkml:trace>
  <inkml:trace contextRef="#ctx0" brushRef="#br4" timeOffset="-127472.72">9862 17597 427 0,'0'0'68'0,"0"0"-9"16,0 0-5-16,0 0-2 0,0 0-7 16,0 0-4-16,0 0-4 0,0 0-8 15,0 0-7-15,0-2-3 0,4-11-7 16,-4 1-2-16,2-5 2 0,-2 5-6 0,5 0 0 15,-5-4-3-15,2 3-4 0,2-4 3 16,-2 7 1-16,-2-2 0 16,2 2-4-16,-2 3 2 0,4 2-2 15,-4 5 3-15,0-1 0 0,0 1-3 0,0-2 4 16,0 2-5-16,2-3 1 0,-2 1 0 16,0 1-2-16,0 0 2 0,4 1 3 15,-4-2-3-15,0 2-1 0,2 0 3 16,2 0 1-16,3 4 0 0,-5 4-1 15,4 7-3-15,4 2 1 0,-6 4 1 16,3 7 0-16,3 2 3 0,-2 0-2 16,-2 5 2-16,5-3-3 0,-7 6-1 15,6 0 3-15,-8 1 1 0,4-4 2 16,-1-3-2-16,-3-6-4 0,2-8 3 0,-4 2-3 16,0-2 2-16,2-3 1 0,-2 1-4 15,0-12 4-15,0 1-2 0,0 1 2 16,0 0 0-16,0 0 0 0,0-6-2 15,0 0 3-15,0 0-2 0,0 1-3 16,4 1 3-16,-4-1-3 0,0 3 0 0,0-4-1 16,0 0 2-16,0 1 3 0,0 2-10 15,-4 1-14-15,-2 3-26 0,-1 0-29 16,-1-2-19-16,-6-1-25 0,1 0-61 16,-9-4-74-16</inkml:trace>
  <inkml:trace contextRef="#ctx0" brushRef="#br4" timeOffset="-127126.83">9823 18031 700 0,'0'0'56'0,"0"0"-9"0,0 0-20 16,0 0-10-16,0 0-3 0,0 0-2 16,0 0-5-16,0 0-1 0,0 0-1 15,-19-3-9-15,19 3 5 0,0 0-1 16,0 0-2-16,13 0 9 0,5 3-5 0,9 5-1 15,0-5-2-15,4-2-5 16,2 3 8-16,0-3-1 0,4 3 1 16,1-2 1-16,-5-2-2 0,2 0-1 15,-4 0 3-15,-4 0 2 0,-9-2 0 0,1 1-1 16,-11 1-4-16,5-3 2 0,-3 2 0 16,-8-3 3-16,4 3 1 0,-6 1-5 15,0-2 0-15,0 2 2 0,0 0-1 16,0-1 3-16,0 1-3 0,0 0 0 15,0 0-3-15,0 0-3 0,0-4 1 16,0 3-2-16,0 0-14 0,0 1-26 16,0 0-73-16,-4-2-185 0,2-9-21 0</inkml:trace>
  <inkml:trace contextRef="#ctx0" brushRef="#br4" timeOffset="-126183.55">12144 17626 477 0,'0'0'52'0,"0"0"-5"0,0 0-3 0,0 0 0 16,0 0-2-16,0 0-1 0,0 0-9 15,0 0-3-15,0 0-7 0,0 0 0 16,4-35-2-16,-4 23-1 0,-4-6-4 15,2 2-6-15,-8-3-2 0,-2 2-2 16,1 2-4-16,-5 1 2 0,3 0-1 0,-1 4 0 16,1 2-2-16,-1 4 0 0,-5 1 0 15,5 3-3-15,-11 0 5 0,4 7-4 16,3 6 3-16,-1 2-2 0,1 7 0 16,3 1-1-16,1 6 3 0,1 1 2 15,3 5 0-15,2-3-3 0,1 1 0 16,3-1-1-16,2-3 1 0,2 0 0 15,0-2 2-15,0-10-1 0,0 2 1 16,6-3-4-16,3-1 2 0,3 2-1 16,0-7-5-16,-3-2 8 0,9-1-3 0,1-3-1 15,6 1 4-15,-5-1-5 0,-5-1 2 16,4-3 0-16,-1 0-2 0,1 0 1 16,6-7 2-16,-15 2 2 0,6-1 0 15,-3-2-1-15,-1-1-3 0,-1-5 1 16,-1 2 4-16,-4-1 3 0,-4-1 1 15,2 2-1-15,-4-8-1 0,0-3 4 16,0-4-1-16,-6-5 3 0,-4-3 0 16,1 3-9-16,1 2 1 0,-2-3 1 15,2 4-5-15,1 1 0 0,-3 1-1 0,10 10-1 16,-6 8 1-16,4 0 2 0,2 6-4 16,-2-2 1-16,2 3 2 0,0 2-8 15,0-2-3-15,-4 2-6 0,4 0-6 16,-2-1-15-16,2 1-35 0,0 0-71 15,0 0-153-15,0-4-12 0</inkml:trace>
  <inkml:trace contextRef="#ctx0" brushRef="#br4" timeOffset="-125476.87">14457 17550 640 0,'0'0'64'0,"0"0"-8"15,0 0-15-15,0 0-14 0,0 0-9 16,-39-79-3-16,27 66-4 0,-1 2-2 15,-1 2-1-15,1 2-5 0,-3 3 0 16,-1 1 0-16,-1 3-2 0,-7 0 7 16,0 3-7-16,2 8-2 0,-1 2 3 15,3 7-3-15,-4 0 0 0,7 4 2 0,-3 3-3 16,9 2 1-16,-3 3 3 0,3 0-1 16,5 0-2-16,1 1 2 0,2-6 0 15,4 1-1-15,0-1-2 0,10 0-1 16,-3-2-3-16,5-4 8 0,-2-4-2 15,3-2-3-15,5-7 2 0,1 1-4 0,0-2 2 16,1-1 4-16,1 0 1 0,2-3-5 16,-1-3 3-16,1 0 0 0,-2 0 1 15,4-3 2-15,-5 2-1 16,1-11 2-16,-2-2-2 0,-7-3-1 0,2-2 2 16,-1-3-4-16,-7 8 4 0,0-5 3 15,-6 0-1-15,0-5 2 0,0-9-3 16,-4 0-1-16,-4-1 1 0,-5 2-1 15,-1-3 0-15,2 3-1 0,-1 2 2 16,1 5-4-16,-1 3 1 0,1 9-1 0,4 3-1 16,6 3 2-16,-3 4-1 0,3 1-1 15,2 2-4-15,0-3-3 0,0 3-9 16,-4 0-19-16,2 0-35 16,2 0-51-16,0 0-182 0,0 0 1 0</inkml:trace>
  <inkml:trace contextRef="#ctx0" brushRef="#br4" timeOffset="-124727.75">16448 17479 612 0,'0'0'55'0,"0"0"-5"0,0 0-17 16,0 0-8-16,0 0-5 0,0 0-1 15,0 0-1-15,12-87 0 16,-12 84-3-16,0-5-1 0,-4-2-1 0,2 5-5 16,-4-4 1-16,2 0-2 0,2 5-4 15,-6-1 2-15,1 5-2 0,-5-3-2 16,-7 3 0-16,-1 0-2 0,-5 8 0 15,0 4 0-15,-2 3 2 0,2 3 0 16,5 5 1-16,-1 3-1 0,-2 2-1 0,9 4-2 16,1-3 4-16,1 0-3 0,4-2 6 15,4 1-3-15,-3-9-3 0,7 1 1 16,0-1-1-16,0 0-2 0,5 5 3 16,3-4-1-16,2-1-1 0,-2-3 4 15,7-1-3-15,1-6-2 0,5 2 6 16,0-4-3-16,2 1 0 0,-1-1 3 15,3 0-6-15,2-4 3 0,2-3-1 16,-6 0 0-16,1-1 0 0,1-8 1 16,-4 2 0-16,-9-4-2 0,7 7 1 0,-7-1 3 15,3 1 4-15,3-5-3 0,-3-5 0 16,-3-1-3-16,-3 0 1 0,1-3 1 16,-8 0 3-16,4 4 1 0,-2-3-1 15,-4-6 1-15,0-3-2 0,-10-6 0 16,4 1 1-16,-7 0 6 0,3-1-6 0,-6 0 2 15,3 2-4-15,-3 0-2 16,-1 1 0-16,3 6-5 0,-1 0 4 16,-1 5 0-16,1 4-2 0,3 4 4 15,-1 2-7-15,5 4 0 0,2 1-5 0,-5 1-6 16,5 2-10-16,-4 0-23 0,0 0-45 16,3 5-107-16,-1-1-111 0</inkml:trace>
  <inkml:trace contextRef="#ctx0" brushRef="#br4" timeOffset="-122496.59">18218 17349 544 0,'0'0'43'16,"0"0"-1"-16,0 0-7 0,0 0-8 15,0 0-3-15,0 0-1 0,0 0 5 0,0 0-2 16,0 0 0-16,-7 17-2 0,14-21-7 16,5-9-1-16,2-5-3 0,1-1-3 15,1-4 1-15,-1 1-4 0,-3 0-12 16,3-1 8-16,-3 3-4 0,1-2 5 15,-5 2 3-15,2 6-6 0,-4 1 4 0,1 5-4 16,-7 2 2-16,2 3-2 16,-2 3-4-16,0-1 2 0,0 1-2 15,4 1 1-15,0 13 1 0,2 11 2 16,0 15 14-16,1 2-8 0,-3 2 2 0,-2 4-4 16,2-3-8-16,-2 0 5 0,2-1 0 15,-2-7-1-15,-2-2 0 0,4-12-2 16,-2-5 3-16,-2-6-3 0,0-5 0 15,4-2 2-15,-4-5-5 0,0 0-4 16,0 0-3-16,0 3-7 0,0-3-15 0,0 5-19 16,0-1-30-16,-6 7-15 0,-4 0-25 15,-2-5-24-15,-1 1-4 0,-3-4 16 16,3-1 40-16</inkml:trace>
  <inkml:trace contextRef="#ctx0" brushRef="#br4" timeOffset="-122244.43">18321 17659 0 0,'-17'8'70'0,"-3"2"43"0,5 0 14 15,3-5-5-15,1-1-14 0,1-4-23 16,0-2-13-16,8 0-13 0,-4 0-15 15,1-3-11-15,3 2-6 0,-2 0-9 16,2 1-4-16,2 2-3 0,-4-3-1 16,4 3-1-16,0-1-4 0,0-3-1 0,6-3-4 15,11 3 0-15,3-2 1 0,5 4-2 16,4 2 2-16,6 0 1 0,-2 0-2 16,3 0-1-16,3 0 1 0,0 0-1 15,2 0 3-15,-1-3-2 0,-5 3-2 16,2 0 7-16,-16 0-4 0,-1 0-3 0,-3 0 4 15,-11 0-7-15,0 3 5 16,-6-3 2-16,0 0-3 0,0 0 0 16,2 0-2-16,-2 0-1 0,0 0-4 15,5 2-9-15,-5-2-16 0,0 3-37 0,-7 0-59 16,-3-2-172-16,2-1-4 0</inkml:trace>
  <inkml:trace contextRef="#ctx0" brushRef="#br4" timeOffset="-121656.74">20560 17195 741 0,'0'0'37'0,"0"0"-6"0,0 0-11 16,0 0-7-16,0 0-5 0,0 0 0 0,0 0-3 15,-2-79 2-15,2 58 1 0,0 4 0 16,0-5 0-16,0 4-2 0,2 0 1 16,4 2-1-16,-4 3-2 0,8-4 0 15,-8 9-5-15,2 3 1 0,-2 0 0 16,-2 5-1-16,0-1 1 0,5 1-2 15,1 9 2-15,0 9-3 0,0 9 3 0,0 7 0 16,-6 3 2-16,0 1-2 16,0 1 8-16,0 1 4 0,0 0-6 15,0-3 3-15,0-2-10 0,0-10 0 0,0-2 2 16,0-9 3-16,0-8-3 0,0 6-1 16,0-6-2-16,0 0-1 0,0 2 0 15,0-8-3-15,0 0-4 0,0 0-4 16,0 0-10-16,0 7-16 0,0-2-19 15,-4 3-37-15,-2 2-40 0,-8-4-93 16,1 0-37-16</inkml:trace>
  <inkml:trace contextRef="#ctx0" brushRef="#br4" timeOffset="-121373.55">20425 17520 602 0,'0'0'68'16,"0"0"-10"-16,0 0-13 0,0 0-12 15,0 0-10-15,0 0-6 0,0 0-7 16,0 0-3-16,0 0 1 0,0 0-2 15,-23-7 1-15,32 0 0 0,9 2-2 16,7-1 0-16,-2 5-3 0,8-1-2 0,0 1 2 16,2-1-2-16,4 1 2 0,-2-1-4 15,3 2 3-15,-3 0 1 0,-4 0 1 16,0 0 0-16,-11 0-2 0,-1 0 1 16,-7 0-3-16,-5 0 3 0,-1 0-2 15,-6 0 1-15,0 0 4 0,0 0-8 16,2 0 2-16,-2 0-1 0,4 0 0 15,-4 0 2-15,2 0 0 0,-2 0-1 16,2 0-2-16,-2 0-6 0,0 0-12 16,4 0-21-16,2 0-34 0,-3 0-75 0,7 0-143 15,-4-3-6-15</inkml:trace>
  <inkml:trace contextRef="#ctx0" brushRef="#br4" timeOffset="-120717.86">22933 16867 714 0,'0'0'60'0,"0"0"-18"16,0 0-15-16,0 0-10 0,0 0-8 0,0 0-4 16,0 0-2-16,0 0-2 0,-83-64-1 15,56 76 0-15,0 7 0 0,0 6 1 16,3 7-2-16,-1 4 2 0,4 6-4 16,0-3 5-16,5 4-2 0,8-6 2 15,-1 3-3-15,-1 0 4 0,10-6 6 16,0-2-5-16,0-1 5 0,10-9-10 15,3-2 3-15,-3-5-4 0,9-4-1 16,-1-2 4-16,1-4-3 0,6-3 3 16,-3 0 0-16,7-2-2 0,-6 0 1 0,4-7 0 15,-2-3 2-15,0-2 0 0,-7-3 2 16,3 0 0-16,-7-5-2 0,3-1 1 16,-5-5-10-16,-3-1 6 0,-3-2-2 15,-4-3 7-15,-2 0 0 0,0-3-2 16,-2-2 2-16,-7 0-7 0,-1-1 5 0,-2 3-2 15,-1 3 1-15,3 5-2 16,-2 3 0-16,-5 8 0 0,5 6-1 16,1 5-1-16,-7 5-1 0,1 0-2 15,-4 6-2-15,7 8-1 0,2-5-13 0,7 3-15 16,1 2-41-16,4 1-63 0,-4-1-165 16,8-3 6-16</inkml:trace>
  <inkml:trace contextRef="#ctx0" brushRef="#br4" timeOffset="-119893.66">25612 16893 743 0,'0'0'43'15,"0"0"-10"-15,0 0-11 0,0 0-7 0,0 0-6 16,0 0-1-16,29-79-5 0,-29 73-2 16,0-5 0-16,-7-3 0 0,3 7-2 15,-10 1 1-15,-5 6 1 0,-2 3-1 16,-3 11 1-16,-1 8 0 0,4 9-2 15,1 5-1-15,-3 7 3 0,8-3-1 16,1 3 2-16,1-2-3 0,3-1 0 16,2-5-1-16,6-2 3 0,2-3 8 15,0-1-5-15,0-6 5 0,6-2-11 16,2-6 0-16,5-4 2 0,1-2-2 0,7-4 5 16,2-2-3-16,-1-1 1 0,7-2 2 15,0 0-4-15,0 0 1 0,0-4-1 16,-2-4 2-16,2 1 2 0,-6-4-1 15,6-1 0-15,-9-5-9 0,-1 2 8 16,-1 0-4-16,-7-3 8 0,-1 1 4 0,-2-4-1 16,-1 0 2-16,-7-5-3 0,0 0 0 15,0-3-3-15,-7-1 0 0,-1-2-1 16,-2-2-1-16,-5 0-2 16,1 0 0-16,-5 2 0 0,1 2 0 0,-3 6-2 15,-4 1 1-15,0 6 0 0,3 3-1 16,-3 6 0-16,6 1 2 0,1 6-2 15,-1-2-4-15,4 3-5 0,-3 0-9 16,3 3-7-16,-3-2-26 0,3 6-55 16,-5-7-201-16,3 3-12 0</inkml:trace>
  <inkml:trace contextRef="#ctx0" brushRef="#br4" timeOffset="-118527.89">9474 17240 93 0,'0'0'14'0,"0"0"-4"0,0 0 2 16,0 0 2-16,0 0 8 0,0 0 3 15,0 0 6-15,0 0-4 0,0 0-6 16,-13-9-6-16,13 8-11 0,0 1 0 15,0 0-8-15,-2 0-6 0,2-3-4 0,-4 3-11 16,4-2-1-16,0 2 6 0,0-1 6 16,-2 1 14-16,2-2 9 0,0 2 15 15,0 0 5-15,-6-6 12 16,6 0 5-16,-2 1 2 0,-5-2-2 0,7 4-5 16,-4-2-7-16,2 2-8 0,-2-1-9 15,4-1-2-15,-2 2-7 0,2-2-1 16,0 5-4-16,-4-1-5 0,4 1-6 15,0-1-3-15,-2 1-5 0,2 0-11 16,-4 0-6-16,4 0-26 0,-2 0-28 0,-2 0-36 16,-1 0-83-16</inkml:trace>
  <inkml:trace contextRef="#ctx0" brushRef="#br4" timeOffset="-116024.91">9147 17650 523 0,'0'0'46'15,"0"0"-7"-15,0 0-2 0,0 0-7 0,0 0-3 16,0 0-5-16,0 0-6 16,0 0-1-16,0 0-4 0,0 0 1 15,0 2 3-15,0-2-4 0,0 0-1 0,0 0 1 16,-4 0-2-16,2 0 0 0,2 0-4 16,0 0 0-16,-4 0-6 0,4 0 2 15,-9 0 0-15,-3 0 0 0,0 0 3 16,-7 3-1-16,5 0-3 0,-5 1 0 15,-6 3-1-15,2-2 2 0,1 3 4 16,-5-2 0-16,-2-2-2 0,0-2-1 0,-4 4 3 16,-2 2 1-16,0 0-1 15,-7-1 1-15,3-3-4 0,-11 0-2 16,3 0 0-16,-5-2-1 0,-6 2 1 0,0-1 0 16,-2-3 1-16,-2 3 0 0,-4-1-1 15,0 1 3-15,-4 3-1 0,-3-2-3 16,1 1 2-16,-2-2-2 0,-5 1-1 15,3-2 3-15,-5 0-3 0,-2-1 0 16,3-1 7-16,-7 0-4 0,2 0-1 0,-2 0 0 16,-4 0-3-16,-6 3 4 0,6-3-2 15,-6 0 2-15,0-4 1 0,0-4-4 16,-4 2 0-16,-3 1 0 16,5 1 2-16,2 0 2 0,-5-3 2 0,9 3-5 15,-4-4-1-15,2 3 1 0,0 0 3 16,-2-3-1-16,2 0 4 0,-2 2-7 15,4 0 2-15,-2 2-2 0,-3 1-2 16,5 1 2-16,-2-6 3 0,4-2 1 16,0-4-2-16,1-1 0 0,1-3 0 0,2-2 2 15,2 2 1-15,0-2-4 0,3-1 2 16,3-5 0-16,1-1-1 0,3-2 2 16,3 0-1-16,-1-3 0 0,7 2 2 15,-2 1-3-15,4-1 0 0,2 1-3 16,4-2-2-16,0 1 5 0,2-2-6 15,9-3 6-15,-5 2 1 0,3-3 1 0,1-3 2 16,5-1-3-16,-5-5 2 16,5-2-4-16,-3-1 3 0,1-7-3 15,-1-1 3-15,5 0-4 0,-5 2 4 0,3-5 1 16,4 2-4-16,6 1 5 0,0 0-7 16,-1-1 3-16,3 0 1 0,0-1 0 15,-4 2 4-15,4 0 0 0,-8-2-1 16,6 0-2-16,0 1-4 0,-4-3 3 15,4 0-2-15,-5-2 1 0,3-4 2 0,-2-2-3 16,4-2 3-16,2 0 1 16,-2 2 0-16,6 0-2 0,2-1-5 15,0 1 3-15,9-2-2 0,-1-3 3 16,3-1 3-16,4-2-4 0,5 0 2 0,-1 0-2 16,6 2 3-16,0 1-3 0,0-1-3 15,8-2 3-15,5 0-3 0,5-3 4 16,3 2 2-16,10 1-2 0,2 4 1 15,7 1-2-15,1 1-3 0,2 0 2 16,3-1-1-16,-1-2 3 0,-1 0 2 0,1 2-3 16,1 1 1-16,-1 3-1 0,-4 2 1 15,3 3-3-15,-3 0 1 0,3 1 3 16,-5 2-3-16,2 1 3 0,3 0 0 16,-5 3-2-16,0 1 3 0,-2 4-2 15,-8 3 1-15,6 3 1 0,-6 5-2 16,2 0 0-16,-4 4 1 0,0 2-2 15,2 1-1-15,0 0 2 0,0 4-4 16,-2 0 5-16,0 2-4 0,-3 5 1 16,-3 2 2-16,4 2-1 0,-4 0 1 0,-1 3 0 15,3 1 0-15,-6 0 2 0,1 3-1 16,3-1-1-16,-3 1 0 0,5-1-1 16,-6 2 1-16,5 0 1 0,-5 0-1 15,0 0 1-15,-5 2-1 0,-4 0 1 16,7-4-1-16,1 1 1 0,3-4 1 0,-5 2-3 15,-5 3 3-15,3 1-2 0,-6 2 2 16,0 0-2-16,1 2-2 16,-5 1 1-16,4-4 1 0,-2 4 1 15,-2 1 1-15,2-2-2 0,-4 4 1 0,0-1-1 16,0 1-1-16,2-2 1 0,-2 2 0 16,4-1 1-16,-4 1-1 0,0-2 1 15,0 2-2-15,0-2 1 0,2 2 0 16,-2 0 0-16,0-1 0 0,0 1-1 15,-2-1 1-15,-10-2 0 0,-9 0-2 0,-8-1 1 16,0 3-2-16,-8 1 1 16,6 0 0-16,-4 5 1 0,-2 2 0 0,10 1 0 15,-4 1-1-15,6 0 0 16,9-3 2-16,-1 2 0 0,9-4 0 0,4-2 0 16,0 1 0-16,-3-2 0 0,7 1 0 15,-6-1-1-15,2 2 0 0,4-3-1 16,0 0 0-16,0 0 0 0,0 0 1 15,0 2 1-15,0-2 0 0,10 0 1 16,7 0 0-16,8-2-1 0,-7-2 1 0,7-2-2 16,-2 1 2-16,0-1 0 0,3 0-1 15,-1 0 0-15,-2 0 1 0,0 2-2 16,-1-1 3-16,-3 2-2 0,-2-2 1 16,-7 4 1-16,0-2-1 0,-1 0-1 15,-3 1 2-15,0 2-3 0,-6 0 1 16,0 0 0-16,0 0-1 0,6 0 1 15,-2 0-2-15,0 3 1 0,7 8 1 16,-5 5 0-16,0 7 0 0,0 3 0 16,-6 3-1-16,0 3 1 0,0 0-1 0,0 1 1 15,-4-3 0-15,2-2 0 0,-4-3-1 16,0-3 1-16,2-7-1 0,-3 0 0 16,7-6 4-16,-2-4-6 0,2-1 7 15,0-4-3-15,-2 5-1 0,-2-1 3 16,4 1-3-16,0 0 0 0,0-5-1 0,0 0 1 15,0 0 0-15,0 1 1 16,0-1 1-16,-2 2 0 0,2-2 0 16,0 0 1-16,0 1-2 0,-4-1-1 15,-2 0-2-15,-7-3 3 0,-1-6-4 0,-11-2 5 16,4 2-3-16,1 0-1 0,-5 0 1 16,0 0-1-16,0 0 2 0,3-2 0 15,3 0 2-15,-2 1-2 0,5-1 0 16,-3-1 0-16,11 5 0 0,-4-3 1 15,5 6 1-15,-1-2-1 0,2 0 0 16,2 3-1-16,2 0-1 0,2 3 2 16,0-2-1-16,0 2 0 0,-2 0 1 15,2-1-1-15,-5 1-1 0,3-2 0 16,2 2 0-16,0-1 0 0,0 1 0 0,-4-2 0 16,4 2-1-16,0-2 2 0,0 2-1 15,-2 0 0-15,2 0 0 0,-4 0 0 16,4 0 1-16,0 0-1 0,0 0 2 15,0 0-2-15,0 0-2 0,0 0-2 16,0 0-11-16,0 0-16 0,0 2-35 0,4 7-47 16,-2 0-174-16,-2 8-12 0</inkml:trace>
</inkml:ink>
</file>

<file path=ppt/ink/ink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9-01T20:09:12.478"/>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
  </inkml:definitions>
  <inkml:trace contextRef="#ctx0" brushRef="#br0">893 8731 376 0,'0'0'34'16,"0"0"-3"-16,0 0-1 0,0 0-3 0,0 0-3 15,0 0-4-15,0 0-1 0,0 0 1 16,0 0 0-16,-56-11-4 16,48 11-4-16,-2 2-5 0,-1 8-4 15,1 5 1-15,2 7-1 0,1 5-1 0,3 5 0 16,2 3-1-16,2 3 0 0,0 3-1 16,0-2 0-16,-4-1-1 0,4-1 1 15,0-5-2-15,4-3 2 0,-2-10-2 16,2-1 1-16,-1-1 4 0,-3-6-4 15,6 2 2-15,0-4-1 0,-2 1 0 0,2-3-1 16,3 1 3-16,-3-1 0 0,0-1 1 16,2-1 0-16,-4-3 2 15,-2 0 0-15,5-2-1 0,1 0 2 16,4-2 0-16,7-6 4 0,-7-1 0 0,1 1 4 16,-1-1-4-16,-4-3 2 0,-1-2-2 15,5-4 2-15,-6 0 0 0,2 0-1 16,-3-4 1-16,-3-1-2 0,-2-2-1 15,0-4 0-15,0-1-1 0,0-2-2 16,0-2 1-16,-7 0-1 0,-1-3 1 0,-4 4-3 16,-1-1-1-16,1 6-1 0,0 0-2 15,1 5-1-15,1 3 0 0,4 7 1 16,-1 5-2-16,5 5 0 0,2 3-1 16,0-1-1-16,0 1-2 0,-4 0-3 15,4-2-5-15,0 2-9 0,-2 0-15 16,-4 12-19-16,2 0-43 0,2 8-93 15,2-1-75-15</inkml:trace>
  <inkml:trace contextRef="#ctx0" brushRef="#br0" timeOffset="498.56">1120 8782 526 0,'0'0'57'15,"0"0"-7"-15,0 0-11 0,0 0-10 0,0 0-6 16,0 0-7-16,0 0-6 0,0 0-4 16,0 0-2-16,0 0-3 0,-12-18-1 15,2 20-1-15,-1 8 0 0,-5 8 1 16,7 7 0-16,3 4-3 0,2 7 3 15,-4 2-1-15,6 1 0 0,-2 0-2 0,2-3 1 16,-3-5-2-16,5-3 1 0,0-4 1 16,5-7 0-16,-3-2 0 15,4-1 0-15,-6-2 0 0,8 0 1 16,2-1 1-16,-7-5-2 0,3 2 2 0,4 0-3 16,-2 0 3-16,1 0-5 0,1-4 6 15,2 0-2-15,-3-1 2 0,3-3 1 16,3 0 0-16,1 0-6 0,7-8 1 15,0 0 2-15,-1-3-1 0,1 0 7 16,-9-1-3-16,-1 2 3 0,-7-4-3 0,-4-2 5 16,-2-4 0-16,0-6-1 0,0-1 3 15,-2-2-4-15,-4-3 4 0,-9-3-1 16,5 1 1-16,-2-3-3 0,3 2 1 16,-3 3 1-16,0 4 0 0,-3 5-1 15,3 6-3-15,-1 5-5 0,7 6-3 16,0 1-4-16,-2 2-5 0,1 2-11 15,-5 1-19-15,4 0-28 0,-5 6-67 16,-3 3-133-16,10-3 14 0</inkml:trace>
  <inkml:trace contextRef="#ctx0" brushRef="#br0" timeOffset="971.31">467 7504 627 0,'0'0'42'0,"0"0"-14"0,0 0-10 16,0 0-14-16,0 0-4 0,0 0 0 0,4 81 0 16,-4-31-3-16,2 4 1 0,-2 4-4 15,7 0-1-15,-5-3 2 0,2-4-7 16,-4-2 1-16,0-8-4 16,0-6-5-16,0-7-8 0,2-9-30 0,2-7-57 15,-4-8-126-15</inkml:trace>
  <inkml:trace contextRef="#ctx0" brushRef="#br0" timeOffset="1240.06">459 7586 642 0,'0'0'54'0,"0"0"-9"15,0 0-13-15,0 0-12 0,0 0-10 16,0 0-4-16,0 0-4 0,0 0-3 15,0 0 1-15,0 0-1 0,39-47 0 16,-20 62-1-16,-5 5-1 0,1 5-7 16,-5 2-2-16,-2 0-3 0,-1 3-1 15,-5 0 2-15,-2-2 0 0,0-1 2 0,0-2 2 16,-2-5 4-16,-1-7 5 0,-7-2 1 16,4-5 3-16,0-3 0 0,-3 0-1 15,5-2 0-15,-2 1-3 0,-2-1-12 16,2 1-16-16,-1-2-37 0,1 2-75 15,6-2-110-15</inkml:trace>
  <inkml:trace contextRef="#ctx0" brushRef="#br0" timeOffset="1556.88">825 7639 635 0,'0'0'48'0,"0"0"-9"0,0 0-12 15,0 0-9-15,0 0-6 0,0 0-2 16,-17-77-5-16,17 77-2 0,-4 0-1 16,-4 5-1-16,-2 10-2 0,-3 7 2 15,-1 7-2-15,12 5 1 0,-9 1-1 16,3-1 1-16,-2 3-1 0,1-4 2 15,1 1 3-15,8-2-4 0,0-5 2 16,0-6-6-16,0-2-1 0,0-4 0 16,2-3-1-16,4 0 0 0,-4-4-10 0,9-4-19 15,-9-1-42-15,10-3-102 0,7 0-96 16</inkml:trace>
  <inkml:trace contextRef="#ctx0" brushRef="#br0" timeOffset="1725.1">978 7811 581 0,'0'0'36'16,"0"0"-11"-16,0 0-18 0,0 0-20 15,0 0-17-15,0 0-40 0,0 0-130 16,0 0-43-16</inkml:trace>
  <inkml:trace contextRef="#ctx0" brushRef="#br0" timeOffset="1872.33">978 7993 511 0,'0'0'3'0,"0"0"-65"0,0 0-157 15,0 0-7-15</inkml:trace>
  <inkml:trace contextRef="#ctx0" brushRef="#br0" timeOffset="3108.1">1532 8925 390 0,'0'0'51'0,"0"0"-10"0,0 0-9 15,0 0-11-15,0 0-9 0,0 0-2 16,0 0-3-16,0 0 1 0,0 0 2 15,-6-9 5-15,6 9 6 0,-3 0 4 16,3 0 3-16,-6 0-1 0,6 0 1 0,0 0-5 16,0 0-1-16,0 0-4 0,0-3-5 15,0-9-4-15,0-5-5 0,0-6 0 16,9-1 0-16,-5 1 0 0,4-1 2 16,-2 1-1-16,4 2 0 0,-3 1 0 15,-5 5 1-15,4 6-1 0,-6 0-1 16,2 4-1-16,-2 1-1 0,0-1-1 15,0 5-2-15,0-1-1 0,0 1-1 16,4 3 1-16,-2 15-1 0,4 12 3 16,1 11-3-16,3 5 2 0,-2 1-1 0,0 1 1 15,3 1-3-15,-3-3 1 0,-2-4-3 16,-2-4 3-16,3-6-1 0,-5-5 0 16,2-8 4-16,-2-4-6 15,-2-6 1-15,0-5-8 0,0 3-7 0,0-7-8 16,0 0-14-16,0 0-18 0,0 1-32 15,0 0-59-15,0 4-99 0</inkml:trace>
  <inkml:trace contextRef="#ctx0" brushRef="#br0" timeOffset="3390.77">1517 9259 531 0,'0'0'67'0,"0"0"-13"0,0 0-13 15,0 0-13-15,0 0-12 0,0 0-8 0,0 0-4 16,0 0-3-16,0 0-2 0,0 0 1 16,-6 2 0-16,21-2 0 15,13 0-1-15,1 0 1 0,0 0-1 16,-2 0-1-16,-6 0 1 0,0 0-1 0,-3 0 0 16,-5 0 1-16,-1 1 0 0,0-1 0 15,-5 0 1-15,-1 2 0 0,-6-2 0 16,0 0-1-16,0 0-3 0,0 0-8 15,2 0-15-15,-2 0-27 0,4 0-55 16,-4 0-152-16,2-2 9 0</inkml:trace>
  <inkml:trace contextRef="#ctx0" brushRef="#br0" timeOffset="3872.89">1999 8782 609 0,'0'0'54'16,"0"0"-12"-16,0 0-10 0,0 0-13 16,0 0-8-16,0 0-5 15,0 0-3-15,0 0-2 0,0 0-1 0,0 0 3 16,-75-3 0-16,57 25 0 0,3 3 0 0,3 7-3 15,2 4-2-15,3 3 1 16,1 0-1-16,6-1 0 0,-2 0-1 16,2-3-2-16,0-3-3 0,0-2 1 15,6-4-6-15,1-3 2 0,1-2-1 0,4-3 0 16,-1-2 0-16,3-4 0 0,1-2 5 16,-3-4 0-16,2-1 6 0,5-5 0 15,4 0 1-15,0 0 0 0,-1-6 1 16,-1-3 0-16,-2-1 1 0,-5-1 1 15,0-2 2-15,-1-1 3 0,-3 4-2 0,-2 0 8 16,-5 0-3-16,1-2 4 0,-4-5-1 16,0-3-1-16,0-3-1 0,-7-4-3 15,1 2 0-15,-6-2-5 16,4-3-1-16,-3 0-3 0,-3 1 1 0,8 1-1 16,-3 1-1-16,-1 11-1 0,4 1-3 15,0 8-5-15,4 2-2 0,-3 2-15 16,5 3-21-16,0-2-33 0,0 2-73 15,-2 0-112-15</inkml:trace>
  <inkml:trace contextRef="#ctx0" brushRef="#br0" timeOffset="4456.07">2326 8236 579 0,'0'0'54'0,"0"0"-11"16,0 0-11-16,0 0-8 0,0 0-11 16,0 0-5-16,0 0-6 0,0 0-2 15,0 0-2-15,-17-21 0 0,11 39 0 0,4 12 1 16,2 7-1-16,0 7 0 0,0 3-1 16,0 1 0-16,8 6 1 0,2 0-4 15,-1 1 2-15,-1 1-6 0,4 0 2 16,1 0 0-16,-1 0 1 0,0 2 5 15,1-2-3-15,-5-1 4 0,2-2-1 0,-1-1 1 16,-7-4 4-16,4-1-4 0,0-1 6 16,-2-4-5-16,-4-1-1 0,2-2 2 15,3-3-4-15,-5-4 2 16,2-2 0-16,2-3 0 0,-2-2 0 0,4-3 1 16,-2 0-1-16,-2-1 1 0,0-7 0 15,2 2 1-15,-2-5 1 0,-2 1 0 16,5 0 1-16,-3-1 1 0,-2-1-2 15,0-5 2-15,4 1 0 0,-4-6 2 16,0 0 0-16,0 0-2 0,0 1 0 0,0 1-1 16,0-1-2-16,0 1 0 0,0 0 0 15,0-2-4-15,0 0-11 0,0 0-16 16,0-4-28-16,0-12-61 0,-4-8-139 16,2-7 11-16</inkml:trace>
  <inkml:trace contextRef="#ctx0" brushRef="#br0" timeOffset="4918.35">2696 8918 535 0,'0'0'54'15,"0"0"-5"-15,0 0-10 16,0 0-8-16,0 0-9 0,0 0-5 16,0 0-2-16,0 0-3 0,0 0-2 15,0 0-2-15,-17-55-5 0,15 52-2 0,-2 0 0 16,-2 2-1-16,-3 1 0 0,-3 7-2 16,-7 8 4-16,5 5-4 0,1 4 4 15,5 3-2-15,2 2-1 0,0 3-1 16,2-2 0-16,4 2-1 0,0-1 1 15,0-2-1-15,0-4 0 0,10 0 0 0,-2-4-5 16,3-2 6-16,-5-5-6 0,2-1-1 16,0-6 0-16,3-2 1 0,-3 1 0 15,2-5 4-15,1 0 1 16,1-1 1-16,0-1 1 0,5-8 2 0,-1-3 1 16,1-5 0-16,-5-1 1 0,-3-5-1 15,-3-1 1-15,0-3 0 0,-4-2 3 16,-2-3 1-16,0-3-1 0,0-1 0 15,0-2-1-15,-6-2-1 0,0 4-2 16,0 4 0-16,1 9 0 0,-1 7-2 0,2 6-3 16,2 6-2-16,-2 1-8 0,4 3-11 15,0 0-17-15,-2 0-28 0,-2 0-56 16,-3 9-135-16</inkml:trace>
  <inkml:trace contextRef="#ctx0" brushRef="#br0" timeOffset="5374.62">3008 8808 606 0,'0'0'40'0,"0"0"-10"0,0 0-13 0,0 0-10 15,0 0-3-15,0 0-2 16,0 0 0-16,-52 85 0 0,42-54-1 16,1 1 0-16,7 1-1 0,-4-1-1 15,6 1-1-15,-4-2-1 0,4-3 1 0,0-1 1 16,4-2 4-16,4-1-4 0,1-4 5 16,-3-7-8-16,0 0 2 0,0-7-1 15,0-1 0-15,5-1 1 0,-3-4 1 16,7 0 1-16,1-3 0 0,3-8 1 15,-5-4-5-15,5-2 4 0,-3-4-5 0,-3 0 6 16,3-3 1-16,-8-1 3 0,-1-2 2 16,-1-2 3-16,-6-1 5 0,0-4 4 15,-2 1 4-15,-4-2 1 0,-5 0-6 16,-1 3-8-16,4 5-1 0,-3 7-4 16,7 5-1-16,-2 6-3 0,2 4-2 15,2 2-4-15,2 3-3 0,0-1-7 16,0 1-2-16,0 0-8 0,0 0-17 15,0 9-33-15,0 1-76 0,0 9-125 16</inkml:trace>
  <inkml:trace contextRef="#ctx0" brushRef="#br0" timeOffset="5807.5">3351 8831 619 0,'0'0'45'16,"0"0"-16"-16,0 0-11 0,0 0-13 0,0 0-3 15,0 0-1-15,0 0 0 0,0 0-1 16,-39 90 1-16,34-62-1 0,-1 3-1 16,4-3-1-16,2 0-1 0,0-1 0 15,0-2-1-15,0-1-1 0,0-3 2 16,2-1-3-16,4-1 0 0,1-2-1 15,-3-3-4-15,2 0 2 0,-2-1-4 0,2-5 3 16,0 4-1-16,1-6 3 16,-3-3 4-16,4 0 2 0,-4-1 1 15,4-2 2-15,5 0 0 0,-5 0 1 0,5-8 0 16,-3-1 0-16,4-6 0 0,-1 0-2 16,-5-2 5-16,2-1-1 0,-1-2 2 15,-7 0 5-15,2-3 1 0,-4 1 2 16,0-3 2-16,0 0 0 0,-6-1 0 15,-1 1-3-15,-1 3-4 0,2 5-2 0,0 3 1 16,2 7-7-16,2 2-1 0,-3 2-4 16,5 3-5-16,-2 0-4 15,-10 0-11-15,4 3-25 0,-9 6-35 16,11-3-94-16,4 5-86 0</inkml:trace>
  <inkml:trace contextRef="#ctx0" brushRef="#br0" timeOffset="6170.5">3756 8836 646 0,'0'0'31'15,"0"0"-8"-15,0 0-8 0,0 0-8 16,0 0-3-16,0 0-2 0,-62 88 0 15,56-63-2-15,2 1 1 0,2 2-2 16,-3-3-1-16,5 0 0 0,0-1 2 16,0-3-3-16,0-6 2 0,5 1 1 0,1-3 0 15,-4-4-1-15,4 2 1 0,0-5-1 16,-6-3-1-16,13 0 2 0,-11-2 1 16,4 1 1-16,4-2 1 0,-2 0 0 15,5-3-1-15,1-4 1 0,-3-3 1 16,-3-2 1-16,2-4 3 0,-6-1 0 15,3-3 2-15,-3-1-1 0,-4-3-1 16,0-2 0-16,0-3-7 0,-4 2 1 16,-3-2-3-16,-1 4-1 0,0 4-5 15,4 7-8-15,-2 5-14 0,-1 3-31 0,1 5-56 16,-4 1-157-16,-3 0 0 0</inkml:trace>
  <inkml:trace contextRef="#ctx0" brushRef="#br0" timeOffset="6574.06">3853 8357 588 0,'0'0'50'0,"0"0"-5"0,0 0-8 16,0 0-11-16,0 0-5 0,0 0-5 15,0 0-3-15,0 0-5 0,0 0-6 16,0 0-2-16,-10-72 0 0,10 87-1 0,2 10 2 16,6 10-2-16,-2 5 2 0,5 2 2 15,-3 4-3-15,2 2 3 0,1 2-6 16,-1 4 0-16,-2 3 2 16,3 4-2-16,-5 3 3 0,0 1-2 0,-2-1 3 15,0-3-2-15,-4-4 2 0,0-5 3 16,0-4-3-16,0-3 3 0,0-6-4 15,0-4 0-15,0-3 0 0,0-3 0 16,0-5 2-16,0-6-3 0,2-1 1 16,-2-5 0-16,0-1-2 0,4 1 1 0,-2-3 1 15,3 0-4-15,-5-5 0 0,0 1-4 16,0-5-13-16,0 0-23 0,0 0-45 16,2 0-170-16,4 0-28 0</inkml:trace>
  <inkml:trace contextRef="#ctx0" brushRef="#br0" timeOffset="6746.75">4112 9207 677 0,'0'0'25'0,"0"0"-10"16,0 0-12-16,0 0-5 0,0 0-11 15,0 0-20-15,0 0-29 0,0 0-61 0,0 0-119 16,0 0-3-16</inkml:trace>
  <inkml:trace contextRef="#ctx0" brushRef="#br0" timeOffset="7060.27">4779 9148 647 0,'0'0'50'0,"0"0"-17"0,0 0-22 15,0 0-15-15,0 0-14 0,0 0-22 16,0 0-25-16,0 0-58 0,0 0-109 16,46-23-16-16</inkml:trace>
  <inkml:trace contextRef="#ctx0" brushRef="#br0" timeOffset="9620.45">641 9534 524 0,'0'0'56'16,"0"0"-9"-16,0 0-8 0,0 0-12 16,0 0-8-16,0 0-11 0,0 0-7 0,0 0-2 15,0 0 0-15,-13-12 1 0,15 32 1 16,9 3 0-16,-3 4 1 0,2-2-2 16,-1 0 1-16,-1-6-1 0,2-2 2 15,-4-5 0-15,3-4 3 0,-3-4 1 16,-2-2 2-16,-2 1 2 0,4-3 1 15,7-1-3-15,1-7 0 0,5-4-2 16,-5-2-2-16,3 0 0 0,-5 0-2 16,-1 1 0-16,5-1 0 0,-8 7-2 15,-1 1-1-15,-1 4 0 0,-4 2 0 0,8 0 0 16,3 6 0-16,5 6 1 0,-1 4 1 16,1 2-1-16,1-1 1 0,0-1-1 15,-1-2 1-15,3-2 0 0,-1-3 1 16,-7-5-1-16,8-1 0 0,-3-3-1 15,1-1 1-15,8-8 0 0,4-3-5 0,-4-2 2 16,6 0-1-16,-2-1 0 0,0 3 5 16,-2 0-2-16,-9 3 0 0,-1 3 0 15,-9 3-1-15,5 3 0 0,-1 0 0 16,5 4 0-16,-1 9 1 0,-3 0-2 16,3 2 1-16,-3 1 1 0,8-1 1 15,-5-3 0-15,5-1 0 0,2-4 0 16,2-2 0-16,-1-5 0 0,5 0-1 15,3-4 0-15,-3-4-1 0,2-3 0 16,0-1 1-16,-2-2 1 0,0 1-1 0,-4 0-2 16,-1 2 0-16,-5 6-1 0,-8 0-1 15,-7 4 4-15,-6 1 1 0,4 0-2 16,2 0 1-16,2 0 0 0,1 3 0 16,-5 4-1-16,2 1 1 0,0-1-1 15,-4 3 1-15,4-5 1 0,5 3 0 16,-3-6-2-16,7-2 1 0,1 0 0 15,5-7-2-15,-3-3 0 0,5-2 1 16,0-2-1-16,-3-1 0 0,1 3 2 16,4 0-1-16,-11 2 1 0,-3 6 0 0,-5 3 0 15,-6 1 1-15,0 0-1 0,0 0 0 16,0 0 0-16,6 0-1 0,-4 1 1 16,2 2-1-16,-2 3 0 0,-2-1-1 15,0-1-3-15,7 0-5 0,-7-4-20 16,0 0-36-16,0 0-114 0,6 0-101 15</inkml:trace>
  <inkml:trace contextRef="#ctx0" brushRef="#br1" timeOffset="14806.49">1089 9634 540 0,'0'0'45'0,"0"0"-5"0,0 0-2 16,0 0-8-16,0 0-5 0,0 0-7 16,0 0-6-16,0 0-5 0,0 0-2 15,0-32-2-15,0 32-2 0,0-1 1 16,0 1-2-16,5 0 0 0,-3 0 0 16,0 13 0-16,2 7 0 0,4 6 0 15,-2 3 0-15,7 1-1 0,-3 4 1 16,-2 0-1-16,5 4 1 0,-5 3 1 15,2 0 0-15,-1 3 4 0,5 2-9 16,-2 3 4-16,5 1-3 0,-3 3-1 0,-1 3 4 16,-1 1-1-16,-6 1 1 0,1-2-2 15,-3-1 4-15,0-2 0 0,-2-1-2 16,2-4 3-16,4 3-2 16,-1-3-2-16,3 2 2 0,-2 2-2 0,0 2 1 15,-1 3-1-15,3 0 1 0,-8 1-1 16,4-2 2-16,-2-3 3 0,-2 0-5 15,-2-3 4-15,0-1-3 0,0 1 0 16,0-1 2-16,-2-1-2 0,-2 2 1 16,-2 0-2-16,4 2 2 0,2-1-2 0,0 3 2 15,0-1 0-15,2-2 1 0,4 1 4 16,-2-2-3-16,-2-2 5 0,3 0-5 16,-3-1-1-16,-2 1 2 15,8 2-2-15,-4 0 2 0,-2 0-3 0,4 0 1 16,-2 1-3-16,-1-1 2 0,3 0 1 15,-2 0-4-15,-2 0 4 0,4 0-3 16,-2-1 0-16,0-1 2 0,3 3-2 16,-1-3 1-16,0 2 0 0,0 0 0 15,0 2 0-15,1-1 1 0,-1 1-2 0,-4 0 3 16,4-1 2-16,0 1-4 0,-2 0 4 16,3 0-4-16,-1 0-1 0,0 1 3 15,2-1-2-15,-8 0 1 0,9-2-1 16,1 0 0-16,-2-2-1 0,2 0 1 15,-1-3-1-15,-1-1 2 0,2 0 1 0,-3-1 0 16,1 0 0-16,2 0-2 0,-2 1 0 16,1-3 1-16,-3 2-1 0,0-1 0 15,4-1 1-15,-3 0-1 16,1 1 0-16,-2-1 1 0,0 2-2 0,1 0 2 16,-1-3 0-16,0 0-1 0,2-1 3 15,-4-1-4-15,5 0 1 0,-3-3 1 16,0 0-2-16,2 1 2 0,-2 1 0 15,5-2 0-15,-5 2 1 0,-2-3-2 16,2 0 0-16,1 0 0 0,-1 3 0 0,0-2 0 16,0 2 0-16,-2-4 0 0,2 0-1 15,-3-2 2-15,3-3 2 0,-4-1-3 16,4 0 4-16,-2-4-4 0,-2 2 0 16,2-2 1-16,-2-2-1 0,3-4 1 15,-3-2-1-15,2 1 1 0,-4-5-1 16,2 4 0-16,2-6 0 0,-4-4 1 15,2 6-1-15,-2-7 0 0,4 1 1 16,-4-1-1-16,0-4 0 0,0 0 2 16,0 0-2-16,2 2 2 0,-2-1 0 0,0 1 1 15,0-2 2-15,0 2-2 0,0-2-1 16,2 0 2-16,-2 1-2 16,0-1 0-16,0 0 0 0,4 0-2 15,-4 0-1-15,0 0 2 0,0 0-2 0,2 0 1 16,5 0-1-16,-3 0-6 0,4-3 3 15,4 1-1-15,1 1-1 0,8-1 9 16,-3 1-3-16,7 1 0 0,0 0 0 16,-2 0 0-16,1 0 0 0,1 0 1 15,2 0 0-15,4 0 0 0,-4 0-1 0,8 0 1 16,0 0 0-16,-2 0 0 0,2 0 0 16,1 1 0-16,-8 2 0 0,6-1 1 15,-3 1-2-15,-5 0 0 0,1-2 1 16,4 2 0-16,-4 2 0 0,2 0-1 15,-2-1-3-15,0 1 1 0,6-1-1 0,-2 1 1 16,0-1 3-16,-2 1 0 0,2 1 0 16,-4-2 0-16,4 1-1 0,2 0 1 15,-2-1 0-15,2 2 1 16,0-1-1-16,-2 0 0 0,2-1 0 0,-4 0-2 16,2 1 1-16,0 0 0 0,-2-1 0 15,0 1 0-15,4 0 1 0,-4-1-2 16,2 2 0-16,0 0 2 0,0 0-3 15,-2 0 2-15,4 0 0 0,-2 0 0 16,2-1 0-16,0 1 2 0,0-2-3 0,4 1 2 16,1-2 0-16,-3 0-1 0,-2-1 0 15,4 0 1-15,-4 2 0 0,0 0 0 16,-2 1 0-16,2 1-1 0,-2-2 0 16,0 3 1-16,-2-3-2 0,2 2 0 15,0-1 2-15,-2-1 1 0,2 1 1 16,0-2-2-16,2 0 0 0,-4-1 0 15,2-2-1-15,2 1 2 0,-2 0-1 16,2 2 2-16,-2 0-3 0,-4 1 0 16,0 0-3-16,0-1 4 0,2 0-1 0,-6 0 2 15,6 0-1-15,-7 0 0 0,3-1-1 16,0-2 1-16,0 1-2 0,-3-1 1 16,3 0 0-16,0 0 0 15,0 0 0-15,-4 0 0 0,-1-1 0 0,-5-1 0 16,3-1 0-16,-5 3 0 0,-1-1 1 15,3-1-2-15,-11 0 3 0,10 2-3 16,-10 0 1-16,5 0 0 0,-3 0-2 16,-6 0 1-16,0 0 1 0,0 0-2 15,0 0 1-15,2 0 0 0,-2-1-2 0,0 1 0 16,0 0-2-16,0-2-1 0,0 0-2 16,-2-3 0-16,-6-1 1 0,-3-1-3 15,3 0 0-15,-4-3-1 0,-1-3-5 16,1 3 2-16,-7-7 4 0,5 2 2 15,1 2 5-15,-1-3 0 0,1 3 1 0,-1-1 1 16,4 5 2-16,-3-2-2 0,11 5 3 16,-8-2-1-16,6 3 0 15,-1 1 2-15,-1-2 1 0,4 3 0 16,-2 0 1-16,2 0 1 0,2 3 4 0,-4-1-1 16,4 1 2-16,0-2-1 0,0 0-4 15,-2 2 3-15,2-1-1 0,0 1-1 16,0-2 0-16,-4 2-4 0,4-1 0 15,0 1-1-15,0 0-3 0,0 0 2 16,0 0 0-16,0 0-1 0,0 4 3 0,10 7-3 16,2 3 2-16,-5-5 1 0,1 2-2 15,0-1 1-15,9-1-2 0,-3 2 2 16,1-2-1-16,3-1 0 0,-5-3 0 16,-1 0-1-16,7 0-1 0,-11-2 2 15,6 3-2-15,-3-1 1 0,-3-2 3 16,4 1-4-16,-1-1 2 0,-7 2-1 15,2-4 0-15,-2 1-1 0,-4-2 1 16,0 0 0-16,0 0 1 0,2 0 1 16,-2 2 3-16,4-2-3 0,-4 0 1 0,2 1 0 15,-2-1-1-15,5 0-1 0,-5 0 1 16,0 0-1-16,0 0-1 0,2 0 1 16,-2 0-4-16,0 0 3 15,0 0 0-15,0 0-1 0,4 0 2 0,-4 1-2 16,0-1 1-16,0 2-1 0,-4 1 0 15,-5 5 0-15,-3 2-2 0,-2 5 2 0,-3 0-1 16,3 2 2-16,-1 3-2 16,-4 0 1-16,1 1-2 0,-1 0 3 15,5 0-1-15,-3-1 1 0,7-2 6 0,0-4-9 16,1-4 7-16,5-2-4 0,2-5-4 16,-2 2 8-16,4-5-5 0,0 0 1 15,0 0 2-15,0 1-1 0,-2-1-1 16,2 2-1-16,0-2 3 0,0 0 0 15,0 1-2-15,0-1 3 0,0 0-2 0,0 0-1 16,0 0-1-16,0 0-2 0,0 0-6 16,-4-4-7-16,4-4-22 0,0-4-45 15,0-5-124-15,0 5-110 16</inkml:trace>
  <inkml:trace contextRef="#ctx0" brushRef="#br1" timeOffset="16323.53">6112 15562 561 0,'0'0'45'16,"0"0"0"-16,0 0-5 0,0 0-5 0,0 0-9 16,-22-82-4-16,13 62 0 0,1 0-2 15,-4 3-3-15,1 1-1 0,3-1-3 16,-2 6-3-16,2-1-2 0,1 6-3 16,-1-1-1-16,-2 0-1 0,8 4-1 15,-13 2-3-15,3 1 1 0,-7 6-1 16,-6 8 0-16,7 4 1 0,-1 5-3 15,5 4 1-15,5 7 2 0,-1 3 0 16,4 4 0-16,4 5-2 0,2 1 1 16,0 1-3-16,0-1 4 0,0 1 2 0,8-3-3 15,2-1 3-15,-1-4-5 0,1-1 3 16,-2-1-1-16,5-6 1 0,-1-2-1 16,1-2-1-16,1-6 1 0,-6-2-1 15,3-6 2-15,-3-4 0 0,2-4 0 16,-8-2 0-16,11-4 0 0,-5 0 1 15,9-7 0-15,-3-6 2 0,5-4-2 16,-5-3 1-16,1-2-3 0,1-3 1 16,-4 0 0-16,1-3 2 0,-3 1-2 15,-4 0 1-15,-1-4 2 0,-5 1-4 0,0-4 5 16,0 0-4-16,-11-3 3 0,1-1 1 16,0-1-2-16,-3-3 4 0,1 3-2 15,1 3 1-15,1 1-1 0,2 6-1 16,-3 8 0-16,9 9-1 0,-4 2 0 15,6 7-3-15,0-1 0 0,-4 1-1 0,4 3-2 16,-2-2 1-16,2 2-3 0,0 0-1 16,-4 0 0-16,-4 7-3 0,1 1-5 15,-1 6-9-15,4-4-15 0,2-5-33 16,2 8-43-16,0-6-138 0,0 6-38 16</inkml:trace>
  <inkml:trace contextRef="#ctx0" brushRef="#br1" timeOffset="16778.4">6489 15534 731 0,'0'0'41'0,"0"0"-7"0,0 0-10 15,0 0-6-15,0 0-6 0,0 0-6 16,0 0-1-16,0 0-4 0,0 0 0 15,-50-51 0-15,36 54-1 0,-5 9 1 16,0 3 0-16,7 6-2 0,2 7 2 16,-1 2-2-16,3 6 1 0,-2 4-1 0,8 1-2 15,-5 1 1-15,3 2-1 0,4-3 5 16,0 0-5-16,4-1 3 0,3-5-3 16,-1-2-3-16,0-9 3 15,0-3-1-15,-4-4 1 0,5-8-2 0,1 2 2 16,-2-6 0-16,6 0 2 0,5-5 1 15,-1 0-1-15,7-7 1 0,-6-5-1 16,5-2 2-16,-3-1-1 0,-2-2 2 16,-1 0 0-16,-1-1 1 0,-3 2 0 15,-4-2 0-15,3-2 3 0,-3 0 0 0,-2-1 2 16,-6-3-5-16,0-1 1 0,0-5-2 16,0 0 0-16,-6-2 2 0,-2-3-2 15,1-2 2-15,-3 1-3 0,4 3 2 16,2 2-1-16,0 10-1 0,2 9 1 15,-3 7-2-15,3 1-2 0,2 0-1 0,-4 1-1 16,2 1-5-16,-4 2-7 0,0 1-9 16,-7 8-19-16,-1 5-40 0,8-4-79 15,-7 1-134-15</inkml:trace>
  <inkml:trace contextRef="#ctx0" brushRef="#br1" timeOffset="17556.43">6834 15633 576 0,'0'0'64'0,"0"0"-4"15,0 0-15-15,0 0-12 0,0 0-9 16,0 0-6-16,0 0-2 0,0 0-6 16,0 0 0-16,-2-32-2 0,8 5-1 0,-2 3 1 15,7-1-2-15,-3 1 0 0,2 1-1 16,-2-1-1-16,-1 1 2 0,1 3-1 16,-2 5 0-16,-2 6-1 15,-2 6-2-15,-2 3-4 0,0-1 3 0,0 1-3 16,0 0 1-16,4 0 2 0,-2 7-3 15,5 13 2-15,-1 8-2 0,0 9 0 0,0 4 1 16,-4 3 1-16,2 0-2 16,-1 0 3-16,1-1-2 0,-2-3 2 15,-2 0-1-15,4-7 0 0,-2-4 4 0,4-1-7 16,-2-4 6-16,-2 0-4 0,2-7 0 16,-1 0 3-16,1-7-3 0,-2 2 0 15,-2-1-1-15,2 0 2 0,2-1-2 16,-2-5-1-16,-2 5-2 0,4-5-5 15,-4 0-4-15,2 0-4 0,-2-5-6 0,0 0-3 16,0 0-5-16,0 2-2 0,0-1-2 16,0 1 0-16,0-2-1 0,-12 0 7 15,-3 0 9-15,1 0 9 16,-5 0 7-16,7-2 5 0,-7 1 3 0,5-1 2 16,1 2 4-16,-7 0 7 0,7 0 8 15,1 0 7-15,10 0 4 0,-4 0-2 16,1 2-1-16,-1-2-6 0,4 1 0 15,2-1-6-15,-4 0-4 0,4 0-3 16,0 0-5-16,-2 2-2 0,2-2-3 0,0 0-2 16,0 0-1-16,0 0 0 0,12 0 0 15,7 0 2-15,8 0-1 0,0 0-2 16,4 0 1-16,-4 2-7 0,4-1 5 16,-9 2 1-16,3 0-1 0,0 3 4 15,-11-4-1-15,1 1-2 0,-3 0 2 16,-5-3-2-16,-1 1 3 0,-2-1 0 15,2 0-2-15,-4 0 1 0,6 0-2 16,-8 0 1-16,0 0-4 0,0 0-5 16,0 0-7-16,0 0-14 0,0-6-33 0,0 0-54 15,0-4-176-15,0-1-4 0</inkml:trace>
  <inkml:trace contextRef="#ctx0" brushRef="#br1" timeOffset="18109">7495 15437 739 0,'0'0'47'0,"0"0"-8"16,0 0-14-16,0 0-7 0,0 0-6 15,0 0-5-15,0 0-1 0,0 0-1 0,0 0-3 16,0 0-2-16,-78-50 3 0,63 62-4 16,3 5 1-16,2 3 0 0,-3 2-2 15,9 6 0-15,-6 2 1 16,8 5-2-16,-2 1 2 0,4 2-3 0,0 3 1 16,0-1 1-16,0 1 0 0,6 0 3 15,0-2-4-15,0-1 2 0,2-3-5 16,-1-3 2-16,5-2 1 0,-2-4 0 15,-1-5 0-15,-3-7 1 0,2-3-1 16,-2-4 2-16,5-1 1 0,-5-3-1 0,0-1 0 16,2-2 0-16,1 0 2 0,9-5-1 15,1-5 1-15,-5-2-1 0,-1-2 1 16,-1 0 1-16,-4-3-3 0,5 2 4 16,-3-3-2-16,-2 0 1 0,3 0 1 15,-3-2-4-15,0-1 5 0,-2-1-5 16,1 1 7-16,-3-3-2 0,-2 0-2 15,-2-2 2-15,0-3 0 0,0 0 1 16,-2-3 1-16,-4-1 1 0,-1-2-1 16,-5 0 1-16,4 2 0 0,-5 4-1 0,-3 3 0 15,3 6-1-15,3 4-3 0,0 6-1 16,-3 3 0-16,-3 2-1 0,-1 4-1 16,-8 1-1-16,5 0-1 15,1 6-2-15,3 3-2 0,-1 1-7 0,5-2-5 16,5-2-12-16,-1 0-18 0,6-3-43 15,-2 1-114-15,2-1-99 0</inkml:trace>
  <inkml:trace contextRef="#ctx0" brushRef="#br1" timeOffset="26088.11">22821 9534 326 0,'0'0'38'0,"0"0"-3"16,0 0-5-16,0 0-7 0,0 0-3 16,0 0-4-16,0 0 0 0,0 0-1 15,0 0-2-15,19-21 1 0,-19 21 1 0,2-2-3 16,-2 2 1-16,0-1-1 0,0 1-1 16,4-2-1-16,-4 2-1 0,0-1-1 15,0 1-1-15,2-2-2 0,-2 2 0 16,0-2 0-16,0 2 0 0,0 0-1 15,0-1-1-15,2 1 1 0,-2 0 0 0,0 0 2 16,0 0 0-16,0 0-1 0,0-2 0 16,0 2-1-16,4 0 0 0,-4-1-1 15,0 1 2-15,0 0-3 0,0 0 1 16,0 0 0-16,0 0-1 0,0 0 0 16,0-2 1-16,0 2-1 0,0 0 0 15,0 0 0-15,2 0-3 0,-2 0 2 16,0 0 0-16,0 0 0 0,0 0 0 15,0 0 0-15,0 0 0 0,4 0-1 16,-4 0 0-16,0 0 0 0,0 0 0 0,0 0 1 16,2 0-1-16,-2 0 1 0,0 0 0 15,0 0-1-15,4 0 0 0,-4 8 1 16,0-2 0-16,0 6 1 0,0 5 0 16,0 0 0-16,0 2-1 0,-6 1 1 15,0-2-1-15,-2 0 2 0,-3 1-1 16,-1-1 1-16,0 0-1 0,1 2 1 15,-5-2 0-15,1 2 1 0,-3 0-2 16,-1-1 2-16,1 3 2 0,1-1-3 16,-6 0 2-16,7 0-4 0,-9 0 1 0,2 1 1 15,-4-1-2-15,0 2 2 0,1-2-1 16,-5 2-1-16,0-1 0 0,2 0 1 16,-4 1-1-16,-5 1 1 15,5-1-1-15,-6 1 0 0,0 0-2 0,-1 2 3 16,1 0-2-16,-4 0 2 0,-1-1-1 15,3 2 0-15,-2-4-2 0,-3 0 2 16,1 0-1-16,-3 0 2 0,-4 0 0 16,1-1-1-16,-5 1 0 0,0 0-2 15,-2 0 5-15,-4 1-5 0,2-1 5 0,-4 0-5 16,0-1 1-16,0 1 1 0,-2 0-1 16,-4-1 2-16,1 2-3 0,-1-3 2 15,0 1-2-15,0 0 1 0,1-1 0 16,-1 2-1-16,0-2 1 0,-1 2 0 15,3 1 0-15,-2 0 1 0,-2 1 0 0,1-3-1 16,-1 2 1-16,2 0 0 0,1-2 0 16,3 1 1-16,-4 0-2 0,2-2 1 15,0 2-2-15,-5-2 1 16,3 0 0-16,2 1-1 0,-3-1 6 0,1 1-5 16,4-2 4-16,-4 2-4 0,4-3 1 15,-3 1 0-15,3 0 0 0,0 1 2 16,2 0-1-16,0 0 0 0,0 1 0 15,0-1 0-15,2 1-1 0,-2 2 1 16,2-2-1-16,2 3 1 0,-4-1-1 0,0 0-1 16,2 2 1-16,-3 0-1 0,1-1 0 15,-2 1 2-15,2 0-2 0,-2 0 1 16,-2 0-1-16,2-1 0 0,0 2 0 16,1-2 0-16,-1 2 4 0,-2 1-5 15,4-1 4-15,-2 0-1 0,6 2 0 16,-2-1 4-16,2 0-5 0,2 1 2 15,0 0-2-15,0 0 0 0,0 1-1 16,5 0 1-16,-5 2-1 0,4 2 1 16,-2-1-1-16,2 1 0 0,-1-1-1 0,3-1 1 15,0 1 0-15,5-2 2 0,-1 0-2 16,1 0-1-16,5 1 4 0,-1 0-5 16,8 0 4-16,-4-2-1 0,5 0-2 15,-3 1 2-15,4 1-1 0,0 1 1 16,2 2-1-16,-2 1 0 0,2 2-2 15,-2 0 2-15,0 0 0 0,2 1 1 16,-4 1-2-16,0-1 2 0,-1 3-1 16,3-3 1-16,-4 2 2 0,-2 1-5 15,2 3 3-15,2-3-2 0,-3 0 1 0,5-2 1 16,0 1 0-16,-4-2 0 0,6 1-1 16,2-1 2-16,2 3-2 0,-4-2 2 15,4 0-2-15,-2-2 2 0,2 0-1 16,1-3 0-16,1 1 4 0,-2-1-4 15,0 1 1-15,0-1-2 0,2-2 2 0,-2 2-1 16,3-3 5-16,-1 2-4 0,0-2-2 16,4-1 1-16,1 1-4 0,-1 0 4 15,-4 2-2-15,5-1 1 16,1 0 0-16,0-1 0 0,1 2 0 0,-1-1 0 16,3 1 0-16,-3-1 1 0,0 2 5 15,1 0-7-15,-1 1 6 0,3-1-4 16,-1-2-2-16,-1 1 2 0,3-2-1 15,1 0 1-15,-5-2-1 0,7 2-1 16,-1-1 0-16,1-3 1 0,-1 1 0 0,5-3 1 16,-4 0-2-16,3 1 2 0,-1-1-1 15,2-2 1-15,0 1-1 0,-3-3 0 16,3-2-1-16,-2 0 1 0,1-4 1 16,3-4-3-16,0 2 2 0,0 0 0 15,0-4 1-15,-1 7-1 0,5 0 4 16,-2-2-4-16,-2 2 2 0,0-2-2 15,6-5 1-15,-2 1-2 0,-2 0 2 16,-1-1 0-16,1 1-3 0,4-7 3 16,-2 7-1-16,-2-6-2 0,4-1 3 0,-2 1 0 15,2-5 0-15,0 0 3 0,0 0-4 16,-4 1 1-16,4 1 0 0,-2-1-1 16,2 1 1-16,-4-1 2 0,4 1-2 15,-2-2 1-15,2 0-2 0,-5 1 0 16,5-1 2-16,-6 0-1 0,4-1 1 15,-4-7-3-15,-2-4 1 0,-3-2-1 16,5-2 0-16,-2-2-1 0,2-2-3 16,0-2 4-16,-3 0-4 0,3-4 4 15,0 0 1-15,0-3-1 0,-1 0 1 0,3 2 0 16,2 1-1-16,-2 8 0 0,4 0 2 16,0 7-1-16,0-1 0 0,0-6 0 15,0 8-1-15,0-7 1 0,4 2 1 16,-4 4-1-16,2 0 1 0,2 6 0 15,-4 5-1-15,0-4 1 0,3 1-1 0,1 0 0 16,-2 0 2-16,-2 3-2 0,0-2 0 16,0 2 0-16,4 0-2 0,-4-1 1 15,0 1-2-15,6 0 3 16,0 3 0-16,-2 9 0 0,7 5 4 0,-5 4-5 16,0 3 0-16,0 2 2 0,-4 1-5 15,5 2 5-15,-3 0-1 0,-2-2 0 16,2-7 0-16,-4 0 0 0,0 0-1 15,0-6-1-15,0 5 7 0,0-8-7 16,0-5 5-16,0 5-2 0,0-6 1 0,0 1-1 16,0 1 0-16,0-7 0 0,-4 0-1 15,4 0 1-15,0 1 0 0,0 1-2 16,0-1 1-16,0 0 1 0,0 1 0 16,0 1 1-16,4 0-2 0,4 1 0 15,7-3 0-15,3-1 0 0,3 0 1 16,4 0-1-16,0-5 0 0,-1-1 0 15,-3-1-6-15,0-3 5 0,-3 5-5 16,-5 0 7-16,-5 2 2 0,-2 1-5 16,-2 1 1-16,-4 1 0 0,0-2-3 0,0 2 2 15,2 0 1-15,-2 0-3 0,0 0-3 16,0-1-4-16,0 1-11 0,0-5-9 16,-2 1-18-16,-4-7-39 0,2-5-96 15,4-4-126-15</inkml:trace>
  <inkml:trace contextRef="#ctx0" brushRef="#br1" timeOffset="26921.73">19950 11896 688 0,'0'0'38'15,"0"0"-7"-15,0 0-15 0,0 0-5 16,0 0-5-16,-8-99-2 0,-9 78 0 15,-2 1-1-15,-1 2 0 0,-1-1 0 16,-6 4-1-16,-2 5 0 0,2 4-1 16,0 3-1-16,1 3 0 0,-1 0 0 15,-2 9 1-15,6 1-1 0,0 4 0 0,7 0 2 16,-1 2-1-16,5 1 0 0,6-3 1 16,4 3-1-16,2 1 2 0,0 3-3 15,6 6 2-15,2-1-4 0,4 0 2 16,7 1-1-16,0 1 0 0,-1 0 2 15,-3 1-3-15,3 0 3 0,-3-2-3 0,-3 1-1 16,-4-2 0-16,-3-1 0 0,-5 3 1 16,0-4 1-16,-13 0 0 0,1-1 0 15,-7-5 0-15,1-4 4 16,-5-3 3-16,-2-6 2 0,0-1 3 0,-2-4 2 16,3 0 0-16,1-8 1 0,0-3-3 15,2-2-2-15,9-1 0 0,0 2-5 16,3 0-1-16,3 4-1 0,0-1-1 15,0 0 0-15,4 4-1 0,2 2-2 16,0 3 0-16,0-1-1 0,0 1-1 0,0-2-4 16,0 1-7-16,0 0-9 0,0-4-18 15,0-2-36-15,2 2-121 0,6-3-108 16</inkml:trace>
  <inkml:trace contextRef="#ctx0" brushRef="#br1" timeOffset="27590.42">20111 11965 619 0,'0'0'57'0,"0"0"-11"0,0 0-12 16,0 0-7-16,0 0-5 0,0 0-6 15,0 0-3-15,0 0-6 0,0 0-4 0,0 0-1 16,-43-67-4-16,24 72 3 0,-2 6-1 16,3 3 1-16,3 1 0 0,1 4 0 15,-3 1-3-15,3 2 3 16,-1-1-1-16,5 0 0 0,-2 0 1 0,3 1-2 16,1-3 2-16,2-2-3 0,2-1-2 15,2-3 1-15,2-1-6 0,0 6 4 16,0-7-3-16,6 4 0 0,2-4 2 15,0-7 1-15,5 2-1 0,-3-3 3 16,-2-3 1-16,7 0 2 0,3-8 5 0,1 0-5 16,-4-5 2-16,1 1 0 0,-4 0 0 15,-3-3 4-15,-1-2 2 0,-2 4 1 16,-2-4 3-16,-2 0-1 0,-2 5 3 16,5-6-4-16,-5 7-1 0,0 5-2 15,2 0-2-15,-2 6-1 0,0-2-1 16,0 2-3-16,0-1-1 0,0 1 0 15,0 0-2-15,0 0 3 0,0 14 0 16,0-2 0-16,0 7 0 0,0 0 0 16,0-6-3-16,0 7 1 0,0-9-2 0,0-1-1 15,0 1-4-15,0-7-8 0,0 1-8 16,0-5-15-16,0 0-27 0,6 2-31 16,0-2-56-16,4 0-72 0,5 0-15 15</inkml:trace>
  <inkml:trace contextRef="#ctx0" brushRef="#br1" timeOffset="28498.56">20202 12031 624 0,'0'0'51'16,"0"0"-11"-16,0 0-12 0,0 0-6 15,0 0-5-15,0 0-4 0,0 0-2 0,0 0-5 16,0 0 0-16,19-32-1 0,-17 43-3 16,2 4 1-16,-2 0 0 0,2 2 0 15,-4 1-1-15,0-6 0 0,0 8-2 16,0-8 1-16,0-6 0 0,0 6-1 15,0-6 0-15,0 0 2 0,0 0 1 0,0-6 3 16,0 0 5-16,0 0 2 0,0 2 0 16,0-1 0-16,0-1-1 0,0 0 0 15,0 0 0-15,0 0-5 16,0-6-2-16,0-6-2 0,2 1-2 0,-2 1 1 16,2-1 0-16,2 2-4 0,-2 1 2 15,5 1-1-15,-3-1-1 0,2 3 1 16,0 0 1-16,-4 1-1 0,8 0 1 15,-5 3-1-15,-1-1 2 0,2 1-3 16,0-1 1-16,0 2-1 0,3 0-3 0,3 0 1 16,-4 8-2-16,5 5 0 0,-3 4-5 15,-8 3 1-15,2 1-2 0,-4 2 5 16,0-2 1-16,-4 0 3 0,2-6 3 16,-2-4 1-16,4-7 0 0,0-4 2 15,0 0 0-15,0 0 2 0,0 0-1 16,0 0 0-16,0-1 0 0,0-8-1 15,6-6 2-15,4-5-2 0,-1 0 1 16,-1 0-1-16,4 1 0 0,-1-1 0 16,1-1 2-16,-4 1-2 0,5 0-1 0,-5 1 0 15,4 2-4-15,-1 5 1 0,-3 1 0 16,0 5-1-16,-4 3 0 0,3 2-1 16,-5 1 0-16,10 0-2 15,1 7-1-15,-1 1-2 0,-6 2-2 0,0 4 0 16,1-3-1-16,-5 4 2 0,2-5 0 15,-4 0 1-15,2 0 1 0,-2-5 3 16,0-1 2-16,0-4 2 0,0 0 0 16,0 0 1-16,2 2-1 0,-2-1 0 15,0 1 1-15,0-1 1 0,6 3-1 0,0-3 0 16,-2 2 0-16,9-3-1 0,-5 0-1 16,7-1 1-16,3-7 0 0,-1-1 0 15,-3-3 1-15,-1-1-1 0,-1-2 2 16,2 2-1-16,-1-2 1 0,-1 0 0 15,-6 4 3-15,1 0 1 0,-1 2-1 0,-4 0 2 16,2-2-1-16,-2 7-1 0,-2-1 0 16,0 5 0-16,0-6-2 0,0 1-1 15,0 1 0-15,-2-3-2 16,-2 5 0-16,-4 0-1 0,-5 2 1 0,-3 4-1 16,1 6-1-16,3 7 1 0,-1 2-1 15,1 3 0-15,4 2 0 0,-1 0-1 16,3 0-2-16,0 0 0 0,0-4-2 15,2-4 2-15,2-1 1 0,2-3-1 16,0-2 3-16,0 7 1 0,6-5 0 0,0 1 0 16,2-3 0-16,3-2 0 0,-5-2 1 15,8 0-1-15,-5-1 0 0,3-4 0 16,7 0 0-16,-7 1 0 0,7-1-2 16,-7-1 0-16,-2 2-3 0,3 0-2 15,-7-2-2-15,0 1-3 0,-2-1-2 16,3 0-1-16,-3 0-7 0,2 2-8 15,-6-2-17-15,0 0-16 0,0 0-30 16,4 0-77-16,-4 0-74 0</inkml:trace>
  <inkml:trace contextRef="#ctx0" brushRef="#br1" timeOffset="29175.25">21610 11712 769 0,'0'0'42'15,"0"0"-10"-15,0 0-7 0,27-105-6 16,-5 77-5-16,-1-3-5 0,6 4-2 0,0 1-2 16,0 6-3-16,2 3 0 0,-9 7-3 15,-1 8 0-15,-1 4-2 0,-3 15 1 16,3 10-4-16,-9 6 1 0,-5 9-5 16,-4 0-2-16,-6 3-1 0,-11-1 2 15,-1 1-3-15,-3-3 0 0,-4-2 7 16,-2-4-3-16,0-4 10 0,0-5 0 15,1-6 0-15,-3-4 2 0,6-5 1 16,4-6 2-16,1-3 1 0,9-2 2 16,-3-1 0-16,0-5 1 0,-1-6 2 0,5-6-2 15,-2 0 1-15,3 4-2 0,5-6-4 16,2 0 2-16,0 1-5 0,0 0 3 16,2 3-2-16,5 7 0 0,-1 3-1 15,4 1-2-15,5 4 1 0,5 0 0 16,1 3-1-16,10 9 0 0,-4 3 2 15,2 2-5-15,-9 0 4 0,1-1-6 16,-6 0-2-16,-3-6-2 0,0 1-4 16,-5-4-3-16,-1-1-6 0,0 2-5 15,-4-5-26-15,2 0-40 0,-2-3-145 0,4-3-54 16</inkml:trace>
  <inkml:trace contextRef="#ctx0" brushRef="#br1" timeOffset="29587.32">22275 11585 741 0,'0'0'29'0,"0"0"-4"0,0 0-6 15,0 0-7-15,0 0 1 0,0 0-4 16,0 0-3-16,0 0 3 0,-82-55-3 15,67 60-1-15,-8 8 0 0,9 6-2 16,-1 6-1-16,-1 5 1 0,4 7-3 0,1 1 1 16,1 0-2-16,2 1-2 0,1-1 4 15,1-2-6-15,2-1 3 0,2-4-4 16,-2-8-4-16,4-3-2 16,0-8-1-16,0-1 1 0,0 0 2 0,0-6 2 15,4 3 5-15,2-5 1 0,-4-2 3 16,9-1 1-16,-3 0 0 0,4-6 1 15,3-6 2-15,1-2 1 0,-7-1 4 16,-1-2 1-16,2-1 2 0,-4 3-3 16,-4 0 0-16,-2 4-1 0,0 5-6 0,0-6 2 15,0 7-6-15,0-4 1 0,-6 2-5 16,-6 5 1-16,-5 2-9 0,1 0-18 16,-5 8-33-16,7 0-83 0,1-6-159 15,9 1-1-15</inkml:trace>
  <inkml:trace contextRef="#ctx0" brushRef="#br1" timeOffset="31785.93">22732 11187 624 0,'0'0'48'0,"0"0"-7"0,0 0-10 15,0 0-8-15,0 0-6 0,0 0-5 16,0 0-7-16,0 0-3 0,0 0-2 15,0 0-2-15,-12-17 4 0,12 52-2 16,10 15 2-16,-4 6-1 0,3 6-1 0,-1 5 1 16,2 5-3-16,-4-2 3 0,1-2-2 15,-1-4 2-15,-4-8 2 0,-2-8-5 16,0-5 4-16,0-8-4 0,0-13 3 16,0-8 0-16,0-8 0 0,0-6 1 15,0 0 2-15,0 0 2 0,0 2 1 16,0-2 1-16,-2 0 1 0,2 0-3 15,0 0 0-15,0-6-3 0,0-6 1 16,0-5 0-16,0 5-5 0,0-5 5 16,0 6-7-16,0 6 3 0,2-5 0 0,2 6 1 15,-4-1 0-15,2 2-1 0,2-2 0 16,-4 2 0-16,6-4 0 0,-4 1 0 16,5 0 1-16,-1 0-1 0,0-1 1 15,2 3-2-15,-2-2 1 0,7-2 0 16,-5 4 0-16,9 1 0 0,-3 3 0 15,5 0-1-15,1 6 0 0,1 8-1 16,2 4 1-16,-9 3-6 0,1 3 1 16,-3 0-5-16,-6 1-1 0,-6-2 2 15,0-2 2-15,0-6 3 0,-2-1 3 0,-8-3 3 16,2-6 1-16,-5 3 2 0,-5-6 2 16,-1-2 0-16,-4 0 1 0,-1 0-1 15,5-5-2-15,-2-3-1 0,3-1-3 16,-1 0 1-16,0-2 0 0,3 1-2 15,4 2-2-15,-1 1-6 0,7 2-11 0,0 2-24 16,4 2-56-16,2 1-129 0,0-2-77 16</inkml:trace>
  <inkml:trace contextRef="#ctx0" brushRef="#br1" timeOffset="31986.46">23121 11776 689 0,'0'0'11'0,"0"0"1"15,0 0-4-15,0 0-1 0,18 92-6 16,-18-66-1-16,0-8-2 0,0 4-1 16,2-9-2-16,-2 0-10 0,5 0-9 15,-5-7-27-15,0 0-40 0,0-6-111 16,2 0-58-16</inkml:trace>
  <inkml:trace contextRef="#ctx0" brushRef="#br1" timeOffset="32108.54">23146 11545 498 0,'0'0'28'0,"0"0"-13"0,0 0-6 16,0 0-7-16,0 0-10 0,0 0-29 15,0 0-97-15,0 0-106 0</inkml:trace>
  <inkml:trace contextRef="#ctx0" brushRef="#br1" timeOffset="32378.87">23274 11313 701 0,'0'0'50'0,"0"0"-17"0,0 0-11 16,0 0-7-16,0 0-5 0,0 0-1 15,0 0-2-15,0 0-1 16,0 0-3-16,47 102-1 0,-38-59-2 0,-5 4 0 16,-2 1 0-16,-2-1 1 0,0-2-2 15,-2-1-3-15,-2-3 0 0,-3-1-3 16,3-2 0-16,-2-3-8 0,0-3-5 15,2-5-13-15,-3-3-15 0,7-7-12 16,-6-2-20-16,4-4-64 0,2-7-116 0</inkml:trace>
  <inkml:trace contextRef="#ctx0" brushRef="#br1" timeOffset="32846.23">23288 11797 618 0,'0'0'38'0,"0"0"-7"0,0 0-12 0,0 0-7 15,0 0-4-15,0 0-4 0,79-47-1 16,-54 36-2-16,1 1-3 0,1-1-2 16,-2 0-2-16,-4 2 0 15,-5 2 3-15,-5-1 1 0,-1 4 3 0,-8 1 2 16,2 1 1-16,-4 2 0 0,0-2 2 15,0 2 0-15,0 0 2 0,2-1 1 16,-2 1-2-16,0 0 1 0,0 0-3 16,0 0-1-16,0 0 0 0,0 0-1 15,0 0 0-15,-2 5 3 0,2-1-5 0,-4 5-1 16,4 2 0-16,0-2-1 0,4 6-1 16,2 0 2-16,3 0 0 0,1 5 0 15,0 2 3-15,1-1-4 0,1 3 3 16,-4-1-3-16,1 0 0 0,1-2 1 15,-8-6-3-15,4 0-1 0,-6-4 2 0,0-7-1 16,0 5 2-16,0-4 0 0,0 0 2 16,-8-1-1-16,2-2 1 0,-7-2 0 15,-5 0-1-15,3 0 1 16,-5-5 1-16,3-1-1 0,3 0-1 0,1-2-1 16,5 2-4-16,-5-3-9 0,3-1-25 15,2 2-43-15,2-5-145 0,4 3-61 16</inkml:trace>
  <inkml:trace contextRef="#ctx0" brushRef="#br1" timeOffset="33854.76">24299 11565 627 0,'0'0'33'0,"0"0"-10"0,0 0-12 16,0 0-4-16,0 0-2 0,-89 2 0 15,71 13 0-15,1 3-3 0,5 3 0 16,-5 0-2-16,9 2 2 0,-1 0-2 15,3-2 0-15,2-4 0 0,2 0 0 16,2-6-1-16,0 2 3 0,0 3 1 0,2-5-2 16,4 1 2-16,1-4-3 0,1-4 1 15,2 1 0-15,3-5 1 0,1 0 0 16,-6 0-3-16,9-2 3 0,-5-5-1 16,-6 1 3-16,3-6 3 0,-1-2 5 15,-4-1 2-15,2-1 4 0,-4 0-1 16,-2 4-2-16,0-2-4 0,0 1-4 15,0 6-2-15,0 1-2 0,0 6-2 16,0-1-2-16,0 1 0 0,0-2-3 16,0 1 2-16,5 1 0 0,1-2 0 0,8 2 4 15,5 0-3-15,1 0 1 0,5 0 1 16,-4-3-1-16,0-6 1 0,3-6 2 16,1-5-1-16,-4-6-2 15,4-4 1-15,-5-2-2 0,-1-2 3 0,-11 1-1 16,3 0 1-16,-11-1-1 0,0-1 1 15,-5 2 1-15,-7-2 2 0,2 1 1 16,-9 0-1-16,3 4 3 0,-1 4-5 16,5 9 3-16,-1 7-4 0,3 5 0 15,2 5-3-15,-7 5 1 0,5 11 3 0,-3 11-5 16,7 10 6-16,2 8-4 0,0 7-1 16,4 4 3-16,0 7-4 0,0 4 3 15,0 1-2-15,4 3 2 0,-4 0 1 16,0 3-2-16,0 4 1 0,0 1 1 15,2 3-2-15,0 3 1 0,2-2-1 0,-4 1 1 16,2-7 1-16,-2-4-2 0,0-9 2 16,5-8-3-16,-5-9-1 15,0-9 2-15,0-12-2 0,2-11 1 16,-2-9 0-16,0-6-2 0,0 0-1 0,0 0-2 16,0 2-7-16,0-2-9 0,-2-6-21 15,-5-6-37-15,-5-10-97 0,-7-1-125 16</inkml:trace>
  <inkml:trace contextRef="#ctx0" brushRef="#br1" timeOffset="34019.19">24231 12102 816 0,'0'0'28'16,"0"0"-9"-16,0 0-7 0,0 0-6 15,37-79-1-15,-12 61-3 0,2 3-2 16,6 0-4-16,0 1-14 0,-2 3-23 16,-4 2-45-16,-2 5-74 0,-7 1-144 0</inkml:trace>
  <inkml:trace contextRef="#ctx0" brushRef="#br1" timeOffset="34584.51">25054 11597 790 0,'0'0'29'0,"0"0"-5"16,0 0-8-16,0 0-6 0,0 0-4 0,0 0-2 16,0 0-2-16,0 0-1 0,0 0 0 15,88-47 0-15,-75 59-1 0,1 5 1 16,-8 1-1-16,7 3 0 0,-7 0-1 16,0 4 2-16,0-1-1 0,-3 3 3 15,3 4 0-15,-2-1-1 0,-2 2 6 16,-2-4-5-16,0 1 3 0,-2-3-2 15,-8-2-1-15,-3-2 0 0,1-2-1 16,1-4 0-16,-5-2-1 0,8-4 2 16,-5-2-2-16,7-3 1 0,-8-4-1 0,-5 0-3 15,-2-1 1-15,-8-1-2 0,2-6-3 16,1-6-6-16,1 2-9 0,0-2-12 16,4-5-25-16,7-3-52 15,-3-4-168-15,15-2-30 0</inkml:trace>
  <inkml:trace contextRef="#ctx0" brushRef="#br1" timeOffset="34786.75">25087 11294 792 0,'0'0'30'0,"0"0"-11"15,0 0-9-15,0 0-7 0,0 0-5 0,0 0-4 16,0 0-6-16,0 0-13 0,0 0-34 16,0 0-52-16,-21 8-180 0,15 6-7 15</inkml:trace>
  <inkml:trace contextRef="#ctx0" brushRef="#br1" timeOffset="35058.96">25475 11157 752 0,'0'0'40'0,"0"0"-12"0,0 0-7 16,0 0-9-16,0 0-6 16,0 0-3-16,0 0-2 0,0 0 3 0,0 0-4 15,6 95 4-15,-6-49-4 0,0 4 0 16,0 0 1-16,0 2-3 0,0-1 2 15,0-1-3-15,0-3 3 0,0-3-3 16,7-3 2-16,-3-3-1 0,2-6-1 16,0-5-4-16,-2-7-12 0,2-3-13 0,1-4-33 15,-1-5-57-15,0 1-149 0,-2-4-16 16</inkml:trace>
  <inkml:trace contextRef="#ctx0" brushRef="#br1" timeOffset="35235.37">25397 11568 664 0,'0'0'40'16,"0"0"-9"-16,0 0-16 0,0 0-8 16,0 0-4-16,0 0-4 0,0 0-8 15,0 0-30-15,95-40-59 0,-81 40-178 16,7 0-16-16</inkml:trace>
  <inkml:trace contextRef="#ctx0" brushRef="#br1" timeOffset="35671.01">25946 11513 621 0,'0'0'37'0,"0"0"-7"0,0 0-9 15,0 0-10-15,0 0-3 0,0 0-2 16,-88-3-5-16,75 18 2 0,3 4-2 0,-3 2 0 16,1 0 1-16,2 2-1 0,1 0-1 15,1-2 1-15,2 2-3 0,-4-3 1 16,3-1-3-16,5-4-1 0,-2-1-3 16,2-4-2-16,2-5-2 0,0 4 3 15,0-4 0-15,0 0 5 0,2-1 5 0,4-3 2 16,7-1 1-16,5 0 2 15,1-7 1-15,2-5 5 0,-3-2 3 16,1-4 6-16,-5 0 4 0,1-4 1 16,1-1-1-16,-3 1-8 0,-3-1-3 0,-4 5-4 15,1 2-2-15,-1 8-1 0,-6 3-3 16,4 0-2-16,-4 5-1 0,0-1-1 16,0 2 0-16,0 12 0 0,-6 5-2 15,-1 8 2-15,3-4-1 0,-2-4 1 16,6 1 0-16,0-3 0 0,0-1-2 15,4 4 1-15,5-6 0 0,7-2 0 16,-1-5-3-16,3-3-6 0,7-3-16 16,-4 0-28-16,-7 0-64 0,5 0-163 15,-5-3-20-15</inkml:trace>
  <inkml:trace contextRef="#ctx0" brushRef="#br1" timeOffset="36159.51">25306 11450 481 0,'0'0'58'16,"0"0"-11"-16,0 0-6 0,0 0-4 16,0 0-6-16,0 0-4 15,0 0-5-15,0 0-2 0,0 0 0 0,0 0-2 16,31-5-5-16,-4 3-3 0,4-2-4 15,2 0-1-15,2-3-2 0,6 0-2 16,-2-1-3-16,1 2-3 0,-7 2-5 16,-8 2-8-16,-5 2-18 0,-7 0-27 15,-11 0-44-15,4 0-101 0,-6 4-70 0</inkml:trace>
  <inkml:trace contextRef="#ctx0" brushRef="#br1" timeOffset="37725.23">19456 12737 376 0,'0'0'61'0,"0"0"-7"15,0 0-6-15,0 0-10 16,0 0-3-16,0 0-1 0,0 0-3 0,0 0-4 16,0 0-5-16,-37-5-5 0,30 3-3 15,1 2 0-15,6 0-1 0,0 0 0 16,0 0-3-16,0 0-1 0,-2 0 0 15,2 0-3-15,-4 0-1 0,4 0-1 16,0 0 0-16,0 0 0 0,0 0 0 0,0 0 0 16,6 0-1-16,7-1-1 0,5 0-1 15,-3 1 0-15,3 0-2 0,3 0 2 16,2 0-2-16,3 0 0 0,1 1 2 16,0 0-1-16,0 1 1 0,2-1 0 15,0 1-1-15,2 0 0 0,2-1 0 16,0-1 0-16,0 2 2 0,4-2-1 15,3 0-1-15,-1 0 1 0,4 0-2 16,-1 0 2-16,1 0-1 0,3 0 1 16,-1 0 0-16,3 0-1 0,1 0 0 0,-1 0 1 15,8 0-1-15,-5 0 1 0,3 0 0 16,-2-2-1-16,4 1 0 0,-3-3 0 16,1 0 0-16,4 0 0 0,4-3 0 15,2 0 1-15,-2-1-1 0,6-1 1 16,-2 0 1-16,5 0-1 0,-3 0-1 15,2 1 0-15,0 0-1 0,-3 3 1 16,3-1 1-16,0 1-2 0,-6 2 2 16,2-1-2-16,-6 0 1 0,-2 1 0 15,0 2 0-15,-2-3 1 0,-4 3 0 0,1 0-1 16,1-1 1-16,2-1 0 0,2 0 0 16,2-2 1-16,4 1-2 0,0 0 2 15,0-1-1-15,4 0 1 0,0 1 0 16,5-2-1-16,-3-1-1 0,2 2-1 15,1-3 1-15,-1-1 0 0,2 0-2 0,-1 0 4 16,-1-1-4-16,-2 1 4 16,3 2-2-16,-3-1 0 0,2 2 0 15,-1 0 0-15,1 0 0 0,-2 0 0 16,1 2 1-16,-5-3-1 0,0 3-1 0,0 1-1 16,-2 0 2-16,0 0 0 0,2 0 2 15,-2-1-2-15,1 3 0 0,-1-2 0 16,0 0 0-16,0 0 0 0,2 0 0 15,0 0 2-15,4 0-1 0,1-1-1 16,-3-1 1-16,2 2-1 0,-4-2 0 0,9 2 1 16,-9-1-2-16,0 0 1 0,-2 1 0 15,2 1 0-15,-2-1 0 0,0 0 0 16,0-1 0-16,-4 1-1 0,2-1 0 16,-4 1 2-16,-2 0-2 0,0-2 1 15,-4 1-1-15,-1-2 0 0,1 1 1 16,0-1-2-16,-5 2 2 0,3-3 0 15,-3 0 2-15,-1 1-4 0,-1-2 4 16,-5 1-2-16,-1-3 0 0,-2 3 0 16,-4-1 0-16,-6 2 0 0,-4 1 0 0,-7 1 0 15,-5 2 0-15,1 0 0 0,-4-1 0 16,-4 1 1-16,1 0 0 0,-1 1 0 16,2-1-1-16,-4 1 0 0,2 1-1 15,-4 0 0-15,0-2 1 0,0 2 1 16,8-1 0-16,-4-1-1 0,3 1 0 15,-1 1-2-15,-6 0 2 0,0-2 0 16,0 2 1-16,0 0 1 0,2-1-2 16,-2 1 2-16,4 0-1 0,-4 0-1 15,2-2 0-15,-2 2-4 0,2 0 4 0,-2 0 0 16,4-1 0-16,-4 1 0 0,2 0-1 16,-2 0-4-16,5 0-1 0,-5-2-5 15,0 0-18-15,-13-1-51 0,-8-2-214 16,-7-3-27-16</inkml:trace>
  <inkml:trace contextRef="#ctx0" brushRef="#br1" timeOffset="58817.47">5131 15044 346 0,'0'0'51'0,"0"0"-5"15,0 0-5-15,0 0-1 0,0 0-3 16,0 0-2-16,0 0 0 0,0 0-6 15,-11-87-4-15,11 74-6 0,0-1-3 16,0 2-5-16,0 6-1 0,0 0-3 16,0 6-1-16,0-2-1 0,0 2-4 0,0-2-1 15,0 1-1-15,0 0-2 0,0 1 1 16,0 0-1-16,0 11 2 0,-4 8 0 16,4 12 0-16,0 3 0 0,0 6-1 15,6 4-2-15,-2 3 1 0,1 4 3 16,5 4-2-16,-8 3 3 0,8 4-2 15,-3 2 0-15,-5 4 1 0,2 0-2 16,-2 4 4-16,-2-2-1 0,0-3-2 16,0-2 4-16,0-3-4 0,0 0 2 15,4-3 0-15,-4 1-2 0,0-4 2 0,2-2-1 16,2 1 2-16,-4-8 0 0,0-1 1 16,2-4-2-16,-2-2 2 0,0-1 1 15,0-4-4-15,0 0 8 0,-2-8-8 16,2-6 4-16,0-1 1 0,0-9-3 15,0-5 0-15,0 0-1 0,0-6 0 0,0 0-1 16,0 0 0-16,0 2 1 0,0-1-3 16,0 0 0-16,0 1 0 0,0-1-5 15,0 1 1-15,0-1-6 16,0-1-17-16,0 0-35 0,0 0-55 0,-4-1-163 16</inkml:trace>
  <inkml:trace contextRef="#ctx0" brushRef="#br1" timeOffset="60610.06">5257 15035 287 0,'0'0'35'16,"0"0"-9"-16,0 0-3 0,0 0 0 15,0 0-4-15,0 0 0 0,0 0-1 16,0 0-1-16,0 0-2 0,0 0-2 15,-17-19-2-15,17 18 1 0,0 1-2 0,0-2 1 16,0 2 0-16,0-1 0 0,0 1 1 16,0-1 2-16,0-1-1 0,0 1 3 15,0-3 2-15,0 0-1 0,10-1 0 16,-1 1-4-16,1 1-3 0,-2-2-1 16,1 2 1-16,3 0-2 0,-2 0 0 15,3 0-4-15,-5 1 1 0,7 1-2 16,-3-1 0-16,0 1-1 0,1 1 0 15,7 0 1-15,1 0-1 0,4 0 1 16,0 0 0-16,2 0-2 0,-1 0 1 0,7 0 0 16,3 0-1-16,-1 0 1 0,4 0 0 15,0 0-1-15,5 0 1 0,-1 0-1 16,-4 0 2-16,3 0-2 0,1 0-1 16,3 0 2-16,-1 0-2 0,3 0 0 15,-3 0 2-15,7 0-1 0,-1 0 2 16,1 0-1-16,4-2-1 0,-2 0 0 15,4-2 0-15,-5 1 4 0,9-1-3 16,-4-2 0-16,2 1-2 0,0-1 0 16,2 2 0-16,-2 1 1 0,0-1 1 0,2 3-2 15,-2 1 0-15,0-2 0 0,-2 2-2 16,-2-1 2-16,2 1 1 0,1 0-1 16,-1-2 2-16,0 2-2 0,0-1 0 15,0 1 1-15,2 0 0 0,0-2 1 16,8 1-1-16,-2 0 0 0,0-1 1 15,5 2-1-15,-1 0 0 0,-2-2 0 16,2 2 0-16,3-1 0 0,1-1 0 16,-1 0-1-16,-3 1 1 0,2 0-2 15,-6 1 2-15,5-2 0 0,1 2 0 0,-4 0-1 16,0-1 0-16,-4-1 1 0,7-1 0 16,-5 2 1-16,-2-1-1 0,2 0 0 15,2 1 1-15,-1-1-2 0,3 2 0 16,2 0 0-16,0 0 1 0,5 0-2 15,-5 5 1-15,5 0 0 0,1-2-2 0,-1 0 4 16,-3 1-2-16,3-1 0 0,-5 2 1 16,-2 1-1-16,1-2 2 15,-1 1-2-15,-4-2 1 0,0 1 1 16,0 0-3-16,3-1 3 0,-5 1-1 0,2-1-1 16,0 0 2-16,2 0-1 0,0 0-2 15,1-1 2-15,-1 0 0 0,2 0 0 16,0 0 1-16,1 1-2 0,1-2-1 15,0 3 1-15,1-1 0 0,-3-2 1 16,2 2-1-16,-1-1 0 0,-5 0 0 0,4 2-1 16,-4-1 1-16,5 1 0 0,-3 1 0 15,-6-1 0-15,2 1 0 0,0 1 0 16,0-1 1-16,0 1-1 0,-4-2 0 16,4 1 1-16,-4-1-2 0,2 1 2 15,-6-1-1-15,6 1 0 0,-2-2 1 16,2 0 0-16,0-1 0 0,2-1-1 15,0 0 0-15,0-1 0 0,2 2 0 16,-4-1 1-16,4 3 0 0,1-1-1 16,-1 0 1-16,-2 0-1 0,6 0-1 0,0 0 2 15,-4 0-1-15,1 2 2 0,1-3 0 16,-2 1-2-16,-2 1-1 0,2-1-2 16,-2 0 2-16,2 0 1 0,-1-1 1 15,1 2 0-15,2-3-1 0,-2 2-1 16,0 1 0-16,2-2 0 0,-1 1 1 15,3 0 0-15,-4 1 0 0,4-1 0 16,3 0 0-16,-1-1-1 0,-2 0 1 16,3 1-1-16,-1 0-1 0,2-1 2 15,-1 1-1-15,3-2 1 0,-3 2 0 0,-1 0 5 16,4 2-4-16,-3-2 4 0,-1 0-5 16,0 0-1-16,5-2 1 0,-5 1 0 15,5 1 0-15,1 0 1 0,1 0-1 16,1 0-1-16,-1-2 2 0,2 1-1 15,3-2 0-15,3 2 1 0,-2-1-1 0,2 1-1 16,2-2 2-16,-3 0-2 0,3 0 1 16,-4 0 0-16,4 0 0 15,-2-2 0-15,2-1 0 0,-5-1-5 16,1-1 5-16,0 0-1 0,-2 1 0 0,-3 0 2 16,3-1-2-16,0 0-5 0,-3 1 7 15,5-1-1-15,-4-1-1 0,-1 1 2 16,3 0-3-16,-2-2 2 0,1 1 0 15,3-1-1-15,-2-1 1 0,1 1 0 16,-5-1 0-16,0 2 1 0,-3 0-1 0,0 0 1 16,-7 2-2-16,5-1 1 0,-6 1-1 15,1 1-1-15,-5 1 2 0,-2-3 0 16,0 2 0-16,-2-2 0 0,2 2 1 16,-2-1-2-16,4-1 1 0,0 2 0 15,4-1-1-15,6 1 2 0,1 0-2 0,3-2 0 16,5 2-2-16,0-1 0 15,-3-3 0-15,3 1-1 0,2 1 1 16,-7-2 0-16,1 1 0 0,-3 0 3 16,-3-2 0-16,1 1-1 0,-6-1 3 0,1-2-4 15,-3 1 2-15,4 1 0 0,-2-1-1 16,2 1 2-16,-1 1-1 0,-1-1-2 16,2 0 2-16,-4 1-2 0,5-1-3 15,-1 1-3-15,-4-1-11 0,6 1-4 16,3-3-10-16,-1 3-15 0,3-1-19 15,-1 1-51-15,-1-1-104 0,1-2-29 16</inkml:trace>
  <inkml:trace contextRef="#ctx0" brushRef="#br1" timeOffset="61483.3">20603 15021 206 0,'0'0'-6'16,"0"0"-5"-16,0 0-2 0,0 0-1 15,0 0 4-15,0 0 1 0,0 0-2 16,0 0-1-16,0 0 0 0,-4-64-3 15,4 64-2-15,0-1-21 0</inkml:trace>
  <inkml:trace contextRef="#ctx0" brushRef="#br1" timeOffset="63026.38">20572 14942 359 0,'0'0'46'0,"0"0"-9"15,0 0-4-15,0 0-5 16,0 0-3-16,0 0-1 0,0 0-3 0,0 0 0 16,0 0-2-16,0 0-5 0,-33-3-1 15,29 3-3-15,4-1-3 0,0 1-3 16,-2 0-1-16,2 0 0 0,0 0-1 15,0 0 2-15,6 0 0 0,2 4 0 16,5 2 0-16,1-1 0 0,5-1 0 0,5 1 1 16,1-1 1-16,-2-1 1 0,6-1-2 15,-2 0 1-15,0-2-1 0,6 0 1 16,0 0 2-16,2 0-2 0,0 0 0 16,2 0 0-16,3-4-1 0,-1 0 1 15,0 1-2-15,5 0 0 0,1-2 1 16,1 2-2-16,-1-1 1 0,3 1-1 15,1-2-2-15,-1 2 0 0,1-1-1 16,3-1 1-16,0 0-1 0,-3 1 1 16,3-2 0-16,0 0-1 0,3 1 0 0,-1-1 1 15,2 0 0-15,-2 0-1 0,2 0 2 16,-3 0-3-16,5 0 1 0,2 1 0 16,2 1 1-16,-2 2-1 0,4 0 0 15,-4 2-1-15,4 0 1 0,-4 0-1 16,-2 0 0-16,0 4 0 0,-2-1 0 15,-7 0 0-15,3 0 2 0,-7-2-1 16,1 2 1-16,-1-3-1 0,-1 0 0 16,-1 0 1-16,-3 0-1 0,-1 0 1 15,2-3-1-15,-2 1 0 0,1 0 0 0,1-1 0 16,-2 1 0-16,1 1 0 0,1-1 0 16,2 2 0-16,-1 0 0 0,1 0 1 15,-2-2-1-15,1 2 0 0,-1-1-1 16,3-2 2-16,-3 2-2 0,-2-2 1 15,5-1 0-15,-3 3 0 0,2-1 0 0,1 1 1 16,-3-1-1-16,5 1-1 0,-1 0 1 16,0-1 0-16,1 2 1 15,-1 0-1-15,5 0 0 0,-4 0 0 0,1 0 0 16,3 0-1-16,-3 0 1 0,3 2-1 16,-3 0 1-16,9 1 0 0,-2 0 0 15,0 1 1-15,4-3-1 0,-1-1 0 16,5 2 0-16,-6-2-1 0,8 1 1 15,-2 1 0-15,0-1 1 0,2 0-1 16,1 3 0-16,-1-1 0 0,2 0 1 0,-2 0-1 16,2 0 0-16,2 0 0 0,-2 1-1 15,-2-2 1-15,1 1 0 0,1-3-1 16,-2 2 1-16,0-2 1 0,-4 0-2 16,4 0 1-16,0 0 0 0,-4 0 0 15,-2 0 0-15,2 0 0 0,-4 0 0 16,-3 1-1-16,-7 0 1 0,-1 2-3 15,-6 1 0-15,-1-3-3 0,-13 1-2 16,-5-1-11-16,-7 1-37 0,-11-2-68 16,4 1-164-16,-6-1-3 0</inkml:trace>
  <inkml:trace contextRef="#ctx0" brushRef="#br1" timeOffset="65351.61">5240 16580 299 0,'0'0'46'15,"0"0"-1"-15,0 0-10 0,0 0-8 16,0 0-4-16,0 0-5 0,0 0-1 15,0 0-1-15,0 0 1 0,10 44 4 16,3-37 6-16,3 5 1 0,3-5-2 0,0-3-2 16,5 1-5-16,1-2-3 0,4 0-3 15,2-2-4-15,0 3 0 0,-2-4-1 16,8 1 0-16,-2 2-2 0,1 0-3 16,3 0-2-16,-4 2 0 0,2 0-2 15,3 2 2-15,-1 1 1 0,0 0-1 16,4 0 1-16,3 3-1 0,-1-3 0 15,7-4 3-15,0 0-2 0,6 1 1 16,4-3 1-16,2-1 0 0,6 2 4 16,2-3 0-16,5 0-1 0,-1 0 1 0,5-3 0 15,2-1-5-15,-1 0 0 0,3 0-2 16,0 0 0-16,0-1 0 0,1 2 0 16,3-5 0-16,0 2 0 15,-2 1-1-15,2 1 0 0,-2 0-1 0,4 0 2 16,0 1-1-16,-2 2 0 0,1-2 1 15,1 0-1-15,0 2 0 0,4 1 0 16,-2 0 1-16,3 0 0 0,-3 0-1 16,4 0 0-16,-2 0 0 0,-2 0 0 15,2 0 1-15,2 0 0 0,-4 0 0 0,2 0 0 16,2 0 0-16,-4 0 2 0,5 0 0 16,-3-2 0-16,2 0 1 0,0 2-4 15,0-1 0-15,0 1-3 0,-4 0 3 16,4 0 0-16,-6 0 0 0,4 0 1 15,-4 3 1-15,-4 2-4 0,4-1 4 0,-2-1-2 16,-2 2 0-16,2-4 0 0,0 1 0 16,2 1 1-16,0-2 1 0,0-1-2 15,2 1 2-15,-3-1-1 16,6 2 0-16,-3 0-1 0,2 1 1 0,-4 1 1 16,0-2 0-16,0 1-1 0,-5 0 0 15,3 0-1-15,0-2 0 0,-4 3-1 16,-4-1 2-16,1 1 0 0,3 1-1 15,-2 2 1-15,1-4-2 0,3 2 1 16,2 0-1-16,0-4 3 0,2 2-1 0,2 0-1 16,-2 0 2-16,4 2-2 0,2-1 1 15,0 0-1-15,0 0 2 0,1 0-1 16,-1-1 1-16,-4 0-3 16,4 2 1-16,0-1 0 0,-2 0-1 0,-2-2 1 15,-2 0 0-15,0 1-2 0,0-2 3 16,0 4-1-16,0-2 0 0,0 0 1 15,0-1-1-15,-2-1 0 0,2-1-1 16,2 0-2-16,2 0 4 0,2-3 0 16,0 0 1-16,2 2-2 0,5-1-1 0,-3 1 0 15,-2-1 0-15,5 0 1 0,-1 1-1 16,0 1 0-16,-3-3 1 0,1 3 1 16,-2 0-2-16,2-2 1 0,-1 1-1 15,-3 0 1-15,0 1 1 0,4 0-1 16,-6 0-1-16,2-4 0 0,5 4 0 15,-3-3 1-15,4 0 0 0,1 0 1 16,-1-1-1-16,0 1 0 0,-3-2-1 16,-3 2 1-16,0-1-1 0,0 1 1 15,-2-4-1-15,-2 3 0 0,-2 0 1 0,2 2 0 16,0 0 1-16,-2 1-1 0,4 1 0 16,-2-5 0-16,-2 2 1 0,-2 0-3 15,4-1 2-15,-2 0-1 0,-2-1 0 16,2-2 0-16,-4 3-2 0,-1-4 3 15,-1-1 1-15,-4 3-1 0,2 2 2 0,-1-4-3 16,-3 1 0-16,-1 0 1 0,-1 1 0 16,-3-1 1-16,3-1 0 0,-5 0-2 15,0 2 0-15,-1 1 1 0,1-3-1 16,-2-3 2-16,1 3-3 0,-1 0 3 16,0-1-3-16,2 1 1 0,-1-2 1 15,-3 3-2-15,6-1 1 0,-5 3-2 16,5-3 1-16,-6 2 0 0,3 1 3 15,-1 0-4-15,-4 2 0 0,0 2 0 16,2-2-4-16,-2 0 5 0,-6-2 3 0,9 1-2 16,-7-4 4-16,2 4-3 0,-2-1-2 15,-2 2 2-15,0 0 1 0,2-3-1 16,-2 0 4-16,0-5-7 0,4 2 2 16,0 1-3-16,0 1 3 0,2-1 2 15,2 2-1-15,-2 0 0 0,0 2 1 16,1 0-1-16,1 0 2 0,-2 1-2 15,-2 2-1-15,2-1-1 0,-4 2 1 16,0 0 2-16,2 0-2 0,0 0 2 16,-4 2 0-16,4 1-2 0,0 0 4 0,1-1-2 15,-1 0 0-15,2 1 1 0,4-1-3 16,-4-2 0-16,4 1 2 0,-3 1 0 16,3-1 0-16,-6-1-1 0,0 0-1 15,-2 0 0-15,0 0 1 0,-4 0 1 16,0 0-3-16,-4-1 1 0,-3-1 1 15,-3 1 0-15,-3-2 0 0,-1-1-1 16,-5 2 0-16,-2-4 1 0,-2 1 0 16,-4-2 0-16,0 0 1 0,-2 0-2 15,2-1 2-15,-4 2 0 0,4 0-1 0,-4 0 1 16,4 0 2-16,-2 0-2 0,2 1-1 16,0 0 0-16,0 1-1 0,-4 1 1 15,0-1-2-15,-2 0 2 0,-3 0 1 16,3 1-1-16,0 0 1 0,0 0-1 15,-3 0-2-15,7 0 3 0,-6 1-2 0,2 1 1 16,0 0 0-16,2-1-3 0,-3 0 2 16,1 2-3-16,-2-3-1 0,2 1 1 15,-7 2-1-15,1-1-1 16,-5 1-2-16,-1-2-4 0,5 0-5 0,-9 0-2 16,-3 1-6-16,6 1-14 0,-3 0-16 15,1 0-52-15,-2 1-143 0,3-1-14 16</inkml:trace>
  <inkml:trace contextRef="#ctx0" brushRef="#br1" timeOffset="66148.64">26445 14809 469 0,'0'0'36'0,"0"0"-2"0,0 0-6 0,0 0-6 16,0 0-1-16,0 0-9 0,0 0-2 15,0 0-1-15,0 0 0 0,-13-11 1 16,13 11 1-16,-4 12-3 0,2 5-1 15,2 8 0-15,0 3-2 0,0 3-1 16,-4 5 0-16,4 5 0 0,-2 3 0 0,-2 4 6 16,2 2-3-16,-2 2 4 0,1 1-4 15,1-1-3-15,-2-2 0 0,2-1-1 16,-2-1-1-16,2 1-2 0,-4-1 0 16,2 1-1-16,-3-2 4 0,5 0-1 15,-4-2 5-15,0-1 4 0,0 1-3 16,0-5 3-16,-1 0-6 0,1-5 1 15,0-3 0-15,4-2 1 0,-2-3-3 16,2 1-1-16,-2-3-1 0,2-6-1 16,2 1 1-16,0-7-1 0,0 1 0 0,-3-1-1 15,3-6 1-15,0-2 0 0,0-5-1 16,0 5 1-16,0 1-1 0,0-1 0 16,0 1 2-16,0-6-2 0,0 0 0 15,0 0-1-15,0 1 0 0,0 1-2 16,0-1 1-16,0 1-2 0,0 0-2 15,0-1-5-15,0 0-8 0,0 1-15 16,0-1-25-16,0 1-25 0,0-2-57 16,0 1-128-16</inkml:trace>
  <inkml:trace contextRef="#ctx0" brushRef="#br1" timeOffset="66681.25">25506 16238 535 0,'0'0'34'0,"0"0"1"16,0 0-4-16,0 0-6 0,0 0-5 16,0 0-6-16,0 0 2 0,0 0 0 15,0 0-2-15,0 0-1 0,-8 0-2 16,22 0-1-16,7 0-2 0,6 0-3 15,4 0 1-15,2 0-4 0,6-1-1 16,5-2-2-16,3 0 0 0,3 0 0 16,2 0 0-16,-1 0-4 0,3 0 4 0,-4 2-1 15,-3-1 1-15,3 2 3 0,-9 0-2 16,-2 0 1-16,-1 0-1 0,-7 2 0 16,-5 0 0-16,-5 0 1 0,-2-1 2 15,-7 1-1-15,3-2 0 0,-3 0 0 16,2 0 0-16,9 0 0 0,-12 0-1 15,5 0-1-15,-1 0 1 0,-5 0 1 16,0 0-2-16,-4 0-1 0,7 0 0 16,-9 0-4-16,2 0 3 0,0 0-6 15,-6 0-8-15,0 0-22 0,0 0-34 0,0-5-87 16,0-1-127-16</inkml:trace>
  <inkml:trace contextRef="#ctx0" brushRef="#br1" timeOffset="67917.84">8281 14921 506 0,'0'0'45'0,"0"0"-2"16,0 0-8-16,0 0-4 0,0 0-6 0,0 0-7 15,0 0-5-15,0 0-2 0,0 0-2 16,0 0-2-16,-21 1 2 0,15 15-5 16,0 7-1-16,4 2-2 15,2 5 0-15,0 7-2 0,0 4 3 0,6 5 1 16,-4 5-4-16,4 4 3 0,0 4-5 15,-6 3 0-15,2 0 2 0,-2 4-1 16,0-1 2-16,0 0-1 0,0 1 4 16,-2-3-2-16,-4 1-1 0,4-2 4 15,-2-1-5-15,-2-2 2 0,4-1 1 0,-4-4-3 16,1-2 3-16,-1-3-2 0,4-7 2 16,-4-1-2-16,6-6 0 0,-4-6-1 15,4-2 1-15,0-7 0 0,0 0 1 16,0 1 1-16,0-3-5 0,0 2 5 15,0-2-5-15,0-4 3 0,0-1 1 0,0 1-1 16,0 0 2-16,0-1-1 0,0-1 0 16,0 1-1-16,0-7 1 0,0 0 1 15,0-6 2-15,0 0 0 16,0 0 0-16,0 2 1 0,0 3 0 0,0 2 2 16,0-1 2-16,0 0 0 0,0-6-1 15,0 0 0-15,0 0 0 0,0 1-1 16,0-1 0-16,0 2 0 0,0-2-3 15,0 1 0-15,0-1-3 0,0 0-1 16,0 4-1-16,0-4-2 0,0 0-4 0,0-5-14 16,0-7-42-16,-4-6-131 0,0-6-114 15</inkml:trace>
  <inkml:trace contextRef="#ctx0" brushRef="#br1" timeOffset="72464.83">8901 15527 452 0,'0'0'55'0,"0"0"-6"16,0 0-11-16,0 0-8 0,0 0-4 16,0 0-5-16,0 0-2 0,-10-86-1 15,8 76-3-15,-5-2 0 0,1 4-3 16,0 2-2-16,0 0-2 0,0 3-2 15,-3 0-3-15,5 3 1 0,-6 0-3 16,-7 0 0-16,5 5-1 0,-7 7-1 16,9 4 0-16,-2 4 0 0,-5 4 0 15,9 6 0-15,0 3 0 0,-3 2 1 0,5 2-1 16,-2 2 1-16,2-3-1 0,-1-1 0 16,5-2 1-16,-2-2 1 0,4-2 2 15,0-2-3-15,0-1 4 0,6-2-5 16,7-3 0-16,-5-1 1 0,4-3-2 15,1-2 1-15,-1-6 0 0,1-1 2 0,1-3-2 16,-6 0 3-16,5-5-1 0,-1 0-1 16,-2 0 1-16,7 0 0 15,-5 0 1-15,5-9 2 0,-5 1 1 16,-3-2-5-16,5-4 3 0,-4-3 0 0,3 1-1 16,-5-4 2-16,-2-3-5 0,0-1 5 15,3-2-3-15,-5-3 4 0,-2-3 2 16,-2-1 0-16,0-5 1 0,0 0-4 15,0-1 1-15,-2 2-1 0,-2 3 0 16,-2 7-1-16,3 8 0 0,-1 2-3 0,2 8 1 16,-2 4 0-16,4 1-2 0,0 4 0 15,-2-2-4-15,2 2 0 0,-6 0-1 16,4 0-1-16,-2 10-3 16,-3 3-10-16,7 4-17 0,0 6-32 0,5-4-78 15,9 2-143-15</inkml:trace>
  <inkml:trace contextRef="#ctx0" brushRef="#br1" timeOffset="72951.19">9234 15520 559 0,'0'0'52'0,"0"0"-9"0,0 0-8 16,0 0-9-16,0 0-8 0,0 0-6 16,0 0-4-16,0 0-2 0,0 0-4 15,0 0 1-15,-48-13-2 0,38 31 3 0,2 5-2 16,-1 6 0-16,3 4-2 0,0 4 0 16,0 0-1-16,0 3 1 0,1-2 0 15,3 0 1-15,2-3 2 0,0-4-3 16,0 0 3-16,0-7-7 0,2-1 1 15,5-8-1-15,-3-2 1 0,2-6 1 0,2-1 0 16,-2-1 1-16,7-5 0 0,1 0 1 16,5 0 0-16,2-8 0 0,3-4 1 15,-5 0-1-15,0-5 1 0,-5-1-1 16,-1 0 2-16,-1-4 2 0,-4 0-4 16,-2-4 5-16,-1-1-3 0,-3-2 4 15,2-2 3-15,-4-1 1 0,0-3 0 16,-6 1-1-16,-5-4 2 0,5 3-2 15,-2 1-2-15,2 5-3 0,-1 10-2 16,1 2-1-16,0 8-1 0,6 4-2 0,0 2-2 16,0 3 0-16,-6 0-2 0,-7 3-1 15,5 9-4-15,-4 3-6 0,3 5-13 16,5 3-22-16,4 0-46 0,0 0-113 16,6-5-74-16</inkml:trace>
  <inkml:trace contextRef="#ctx0" brushRef="#br1" timeOffset="73419">9718 15530 579 0,'0'0'61'0,"0"0"-8"0,0 0-16 16,0 0-12-16,0 0-8 0,0 0-6 16,0 0-1-16,0 0-2 0,0 0-1 15,-79-11-2-15,62 25-1 0,3 4-2 0,4 5-1 16,1 3 0-16,1 4 0 0,4 3 2 16,2 1-3-16,-2-1 0 0,4 0-2 15,0-1 1-15,0-3 4 0,0-3-7 16,4-3 4-16,-2-8-5 0,4 0-1 15,5-5 0-15,-7-2 0 0,8 0 0 0,-2-5 1 16,3-2 1-16,3-1 1 0,1 0 2 16,4-4 1-16,-3-4 0 15,-3-2 2-15,1-3 3 0,-1-2-5 16,-3 0 7-16,0-2-3 0,-3-1 2 0,-3-2 5 16,-4-1-2-16,2-3 0 0,-4-2 0 15,0-1 0-15,0-2-3 0,-6 0 1 16,0 0-3-16,-1 2-2 0,-1 3 0 15,2 5-1-15,-4 6-2 0,8 5 1 16,-3 4-4-16,-3 2-1 0,0 2-2 0,-4 6-7 16,-5 8-9-16,9 1-23 0,2 5-31 15,3-6-85-15,3 2-130 0</inkml:trace>
  <inkml:trace contextRef="#ctx0" brushRef="#br1" timeOffset="74018.41">10114 15624 569 0,'0'0'62'0,"0"0"-11"15,0 0-10-15,0 0-10 0,0 0-6 16,0 0-3-16,0 0-4 0,0 0-3 15,0 0-4-15,-64-70-5 0,62 68-2 0,2 2-4 16,-10 0 1-16,2 0-1 0,-11 11-1 16,0 4 1-16,11 8 0 0,-4 3-3 15,4 4 2-15,-3 2-1 16,5 1 0-16,0 2 5 0,4-3-6 0,-4 0 3 16,6-5-4-16,0-1 0 0,0-5 0 15,8-3-2-15,2-2 0 0,3-4-2 16,-5-5-3-16,4 0 1 0,-4-3-4 15,5-4 2-15,8 0 3 0,-3 0 1 16,5-1 4-16,-2-7 3 0,-3-1 1 0,-1-2 0 16,1-2 1-16,-1-3 1 0,-3 0 3 15,1-1-4-15,-5-1 6 0,3 1-2 16,-9 2 5-16,0-2 5 0,-2-3-3 16,-2 1 0-16,0-7-2 0,-2 2-3 15,-6-1-1-15,-3 0-1 0,-1 0-2 16,4 3 0-16,-5 2-2 0,5 7-2 15,-5 1-1-15,7 8-3 0,-6 1-4 16,1 0-5-16,1 3-13 0,-2 0-27 16,6 0-41-16,-1 2-130 0,7-2-65 0</inkml:trace>
  <inkml:trace contextRef="#ctx0" brushRef="#br1" timeOffset="74669">10482 14983 579 0,'0'0'58'0,"0"0"-8"0,0 0-10 16,0 0-10-16,0 0-5 0,0 0-2 15,0 0-6-15,0 0-2 0,0 0-4 16,0 0-3-16,-12-51-3 0,12 51-3 15,-6 0-1-15,2 7-2 0,4 11 1 16,-2 9 1-16,2 7-2 0,0 6 2 0,2 4 3 16,8 4-4-16,-2 2 4 0,5 4-4 15,-5 0-1-15,2 1 1 0,-1 2-2 16,1 1 2-16,-4 2-1 0,0 2 1 16,3 1-2-16,-9 0 2 0,2 0 4 15,4-1-4-15,-6-1 2 0,0-1-3 16,0-2-3-16,0 0 3 0,0-2 2 15,0-2 0-15,-2-6-3 0,-2-4 0 16,2-3-1-16,2-3 3 0,-5-3-1 16,5-3 2-16,-2-3 1 0,2-2-6 0,-2-1 6 15,2-8-5-15,0 0 3 0,0-6 1 16,0-6 2-16,0 6-3 0,0-5 0 16,0-1 0-16,0 0 0 0,0-6 1 15,0 0 1-15,0 0-1 0,0 1 0 16,0 3 0-16,0-4 1 0,0 1-2 15,0 1 1-15,0-1 1 0,0-1-4 16,0 0 1-16,0 1-2 0,0-1-2 16,0 0-5-16,0-4-19 0,-4-13-50 15,2-7-128-15,-2-11-106 0</inkml:trace>
  <inkml:trace contextRef="#ctx0" brushRef="#br1" timeOffset="75733.69">11100 15607 505 0,'0'0'52'16,"0"0"-5"-16,0 0-6 0,0 0-8 0,0 0-3 16,0 0-6-16,0 0-5 0,0 0-4 15,0 0-3-15,-57-77-3 0,50 75-2 16,-5 2-2-16,-3 0-2 16,1 5 0-16,-3 7-3 0,3 6 2 0,2 6-1 15,5 5 0-15,1 5 0 0,4 2 0 16,-2 2-2-16,4 0 1 0,0 0 3 15,0-2-4-15,4-1 3 0,-2-5-5 16,4-2 1-16,5-5 1 0,-3-3-1 16,0-4 0-16,5-4 1 0,-1-1-1 0,-2-2 0 15,3-4 1-15,-5-3 1 0,4 0 0 16,7-2 2-16,-2 0-1 0,5-6 2 16,-5-5 0-16,2-1 1 0,-1-3-1 15,-5-2 1-15,-1-3 3 0,-4-1-1 16,-2-3 5-16,-1-2-5 0,-3-1 5 15,-2-2-7-15,0-3 1 0,-7 0 1 16,1 1-3-16,-2-3 0 0,-4 2-2 16,3 2 1-16,-1 2-2 0,2 8 1 15,1 4-1-15,1 8-1 0,-4 4-3 0,8 2 1 16,-6 2-3-16,-9 0 0 0,5 10-3 16,1 5-8-16,1 1-10 0,4-2-30 15,6 1-41-15,0-5-159 0,0 2-43 16</inkml:trace>
  <inkml:trace contextRef="#ctx0" brushRef="#br1" timeOffset="76201.77">11572 15513 667 0,'0'0'51'0,"0"0"-10"0,0 0-16 0,0 0-7 16,0 0-7-16,0 0-4 0,-85-25-2 15,68 30-1-15,-3 9 0 0,7 2-3 16,1 8 0-16,0 3-1 0,5 3 1 16,-1 5-1-16,6 0 0 0,2 0-1 15,0 1 1-15,0-1-2 0,0-3 0 16,0-1 5-16,2-3-6 0,6-4 5 15,3-1-4-15,-3-3-3 0,4-3-1 16,1-2-1-16,-1-5 2 0,1-2 0 16,-5-3 0-16,4-5 1 0,3 0 2 0,3 0 0 15,3-6 1-15,-2-5 2 0,-3-1 1 16,-1-2 1-16,-7-3-1 0,4-1 2 16,-1-2 4-16,-3-2-4 0,-6-3 6 15,-2 0-5-15,0-4 2 0,0-2 2 16,0-2-1-16,-8-2 2 0,1 0-3 15,-5 0 1-15,4 3-2 0,-3 5-3 16,7 9-2-16,-2 3-1 0,0 7-2 16,2 5-1-16,4 0-2 0,-6 3-2 15,-7 0-4-15,5 6-11 0,0 2-12 0,1-1-34 16,3 4-49-16,4-4-171 0,0 5-4 16</inkml:trace>
  <inkml:trace contextRef="#ctx0" brushRef="#br1" timeOffset="76767.22">11938 15613 624 0,'0'0'61'0,"0"0"-16"0,0 0-15 15,0 0-10-15,0 0-4 0,0 0-3 16,0 0-6-16,0 0-2 0,-79-73-3 15,73 73 0-15,-7 0-1 0,-1 0-2 16,6 11 1-16,-9 4 0 0,5 5-3 16,6 3 6-16,-3 4-5 0,7 0 2 0,-4 2-2 15,6 0 0-15,0 0-3 0,0-2 3 16,0-1-1-16,0-2-3 0,6-3 4 16,0-3-6-16,3-1 2 0,-3-5 2 15,2-2 0-15,3-2-1 0,-3-1 0 16,4 0-1-16,-6-2 0 0,9-4 1 15,-3 3 1-15,1-4 1 0,7 0 4 16,-9 0 1-16,5-4 1 0,-3 1 1 16,-7-2 1-16,4 0 1 0,-4-3 1 15,1 1 4-15,-5-3 0 0,-2 1 1 0,0-3-3 16,0-6 2-16,0 1-5 0,0-6 4 16,-7 2-1-16,-1 0-3 0,-2-2 1 15,2-1-1-15,-3 1-2 0,3 2 0 16,0 6-2-16,4 1-1 0,-3 5-1 15,7 4-2-15,-2 2-3 0,2 3-1 0,0-1-12 16,0 1-10-16,0 0-23 0,0 0-38 16,2 0-102-16,9 4-103 0</inkml:trace>
  <inkml:trace contextRef="#ctx0" brushRef="#br1" timeOffset="77286.49">12366 15607 640 0,'0'0'61'0,"0"0"-16"0,0 0-17 16,0 0-7-16,0 0-7 0,0 0-2 15,0 0-3-15,0 0-4 0,-79-20-2 16,60 22-1-16,3 9 1 0,-1 2-2 16,3 6 2-16,1 0-3 0,1 4 0 0,4 1-2 15,2 2 2-15,-5 0-2 0,9 0-1 16,-4-1 4-16,6 0-8 0,0-3 5 16,0-5-5-16,6 0-2 0,-4-4 0 15,4-3-1-15,5 0-1 0,-9-2 1 16,8-4 2-16,0 4 1 0,1-3 2 15,1 0 1-15,-4 0-1 0,3-3 4 16,-1-1 1-16,3-1 0 0,3 0 2 16,-1-1 2-16,-1-7 0 0,-2-1 3 15,5-1-1-15,-9-2 1 0,5-1 0 0,-5 3 2 16,-2-3 1-16,-2 4-4 0,-2-3 8 16,2-8-7-16,-4 2 1 0,0-5 0 15,-4 4 0-15,-2-1 0 0,-2 0-1 16,-2 2-4-16,-3 0-1 0,5 1-4 15,-7 2 0-15,9 4-1 0,-6 2-4 0,6 3-4 16,-3 0-12-16,-1 2-31 16,8 2-51-16,-4-4-188 0,2 1-12 0</inkml:trace>
  <inkml:trace contextRef="#ctx0" brushRef="#br1" timeOffset="77913.22">12707 15132 515 0,'0'0'65'0,"0"0"-10"16,0 0-8-16,0 0-11 0,0 0-8 15,0 0-8-15,0 0-1 0,0 0 0 16,0 0-3-16,0 0-3 0,-31-37-3 15,29 35-5-15,-3 0-1 0,-1 2-1 16,0 4 0-16,0 10 2 0,-2 7-3 16,1 7 4-16,5 4-6 0,2 5 0 15,0 8-1-15,0 3-3 0,0 5 3 0,2 3-1 16,0 5 1-16,-2 1 3 0,5 2-2 16,-5 1-2-16,0 1 0 0,0-1 3 15,0 2-3-15,0 1 4 0,-5 0-2 16,1 1-2-16,0-2 3 0,2-4-2 15,-4-4 2-15,0-1-2 0,-1-3 1 0,1-4 2 16,-4 1-5-16,4-2 5 0,2-3-4 16,-3-3-1-16,1-1 1 0,2-5-2 15,-2-2 3-15,4-3 0 16,2-1-1-16,-4-1 2 0,4-10 1 0,0-9 0 16,0-4 2-16,0-8-3 0,0 3 1 15,0 1-1-15,0 1-1 0,0 1 1 16,0-6-1-16,0 0 3 0,0 0-2 15,0 0-2-15,0 0-2 0,4 0-3 16,-2 0-6-16,2-3-7 0,-2-2-8 0,2-4-18 16,-2 1-19-16,2 0-71 0,3-7-143 15</inkml:trace>
  <inkml:trace contextRef="#ctx0" brushRef="#br1" timeOffset="83211.84">13207 15804 556 0,'0'0'58'0,"0"0"-12"0,0 0-11 15,0 0-9-15,-37-94-7 0,28 79-2 16,3 3-2-16,-6 0-3 0,3 1-1 0,3 5-3 16,-6-3-1-16,4 4-3 0,3 4-1 15,-7 1-1-15,0 0-1 0,-3 6 0 16,-3 6-1-16,5 6 0 0,1 5 0 16,4 5-2-16,1 2 3 0,5 3 1 15,2 2-3-15,0 0 7 0,0-1-7 16,0-2 1-16,0-4-1 0,2-1-2 15,5-2 1-15,-1-3 2 0,0-2-1 16,2-3 0-16,-2-5 0 0,5 0-1 16,-5-6 2-16,2 0 0 0,0-1 1 0,5-4 0 15,5-1 2-15,-3 0 2 0,8-2-3 16,-7-6 2-16,1-1-3 0,-3-2-1 16,3-1 3-16,-7-2 0 15,0-2 3-15,-3-3 1 0,-1-2 0 0,0-3 1 16,-6-3-1-16,0-4-4 0,0-1 4 15,-6-1-6-15,-4-2 2 0,3 2-1 16,-1-1-3-16,0 4 1 0,-3 4 0 16,5 9 0-16,0 7-1 0,4 5-2 15,2 2 0-15,-4 0-1 0,2 0-5 0,-4 3-5 16,-1 0-8-16,3 12-13 0,2 9-28 16,2 7-55-16,2-1-145 0,15 0-28 15</inkml:trace>
  <inkml:trace contextRef="#ctx0" brushRef="#br1" timeOffset="83608.96">13492 15744 676 0,'0'0'50'0,"0"0"-12"15,0 0-9-15,0 0-11 0,0 0-6 16,0 0-5-16,0 0-4 0,0 0-2 15,0 0-1-15,-50-35-1 0,40 52 0 16,0 4 2-16,-3 3-2 0,7 0 1 0,0 4 2 16,4-3-3-16,0 1 5 0,-2 0-5 15,4-1 0-15,0-2 0 0,0-1 0 16,4-2-1-16,0-7-2 0,2 1 0 16,0-2 1-16,-1-4 1 0,3 2 1 15,-2-3 1-15,-2-6 0 0,4 2 0 16,-1-3 2-16,5 0 0 0,7-3 0 15,-7-8 1-15,9-4 0 0,-7-3-1 16,1-2 3-16,-5-1 0 0,4-2 2 16,-3-1 0-16,-5-2-2 0,-2-1 4 0,-4-4-4 15,0 1 5-15,0 1-3 0,0 2-2 16,-2 7 0-16,0 2-3 0,-2 7-1 16,2 5-2-16,-2 2-2 0,2 1 0 15,-3 1-3-15,-3 0-4 0,-4 2-5 16,6 4-9-16,-3 6-16 0,9 5-34 15,0-4-79-15,0 9-145 0</inkml:trace>
  <inkml:trace contextRef="#ctx0" brushRef="#br1" timeOffset="84113.77">13918 15715 633 0,'0'0'60'15,"0"0"-8"-15,0 0-16 0,0 0-9 16,0 0-8-16,0 0-5 0,0 0-5 16,0 0-1-16,-87-26-4 0,71 38-1 15,3 6-1-15,1 5 0 0,-1 6-1 16,7 0-1-16,0 4 4 0,0-3-5 15,6 4 3-15,-2-4-2 0,2 1-3 16,0-1 1-16,6-1 1 0,0-2 0 0,4-2-2 16,3-4 2-16,-1-2-3 0,5-5 2 15,-9-5-2-15,7-4 1 0,3-5-1 16,1 0 0-16,1-3 0 0,5-6 0 16,-4-4 1-16,-3 0 1 0,1-4 2 15,0-3-1-15,-9-1 4 0,2-3 0 16,1 0 3-16,-9-2 1 0,2-1 0 15,-4-4 0-15,-2 2-4 0,0-1 4 16,-6-1-6-16,0 3 3 0,0 0 0 16,-3 4-1-16,3 1 1 0,-2 8-3 0,2 3 1 15,-1 4-1-15,-5 2-2 0,0 3-2 16,-7 3 0-16,0 0 0 0,3 7 0 16,4-2 0-16,1 6-4 0,5-4-3 15,0 4-8-15,4 2-12 0,2-8-32 16,0 6-45-16,0-5-165 0,2 3-28 15</inkml:trace>
  <inkml:trace contextRef="#ctx0" brushRef="#br1" timeOffset="84675.67">14373 15731 688 0,'0'0'32'0,"0"0"-10"0,0 0-9 16,0 0-4-16,0 0-3 0,0 0-2 0,0 0-1 16,-89 14-1-16,74 4-1 0,3 3-1 15,0 3 5-15,3 1-5 0,-1 0 4 16,2 2-6-16,4-1-1 0,1 1 2 16,3-1-1-16,0-2 1 0,0 0-1 15,7-1-1-15,1-2-3 0,2-4 1 0,-1-2 0 16,5-1 0-16,-2-4 3 15,-1-2 1-15,3-3 1 0,1-3 0 16,-3 0 1-16,7-2-1 0,1 0 0 16,-3-3 1-16,4-6 2 0,-3-3 2 0,-3-2-3 15,-3 0 1-15,0-2 1 0,-3-2 0 16,1 0 3-16,-4-2 1 0,-2 0 1 16,1-4-1-16,-3 1 2 0,-2-2 0 15,0 2-3-15,0-2 5 0,-2 3-5 16,-5-2 2-16,-1 5-2 0,-2 2-2 15,-3 2-2-15,1 1-1 0,2 7 0 16,-1-1-5-16,3 3 2 0,-9 4-4 16,1-1-4-16,3 2-6 0,-5 0-16 15,3 5-28-15,5 1-60 0,2-1-177 0,4-1-3 16</inkml:trace>
  <inkml:trace contextRef="#ctx0" brushRef="#br1" timeOffset="86286.18">14949 15349 301 0,'0'0'54'0,"0"0"-13"0,0 0-6 15,0 0 0-15,0 0-6 0,0 0 2 16,0 0-3-16,0 0-1 0,0 0-1 16,-31-67-1-16,31 62-1 0,-4 0 2 15,2-5-3-15,2 6-1 0,-2 0-3 0,2 0-2 16,-4 0-1-16,2 1 0 0,2-2-4 16,-4 2 1-16,2 0-3 0,-2 0-1 15,2 0 0-15,-5-3-2 0,3 3 1 16,2 0-8-16,-4 1 4 0,2 1 1 15,0-1-1-15,0 1 5 0,-3 1-6 0,7 0 0 16,-6 0-3-16,0 0 4 0,-2 0-4 16,-5 9 2-16,7 3 0 15,0 9-2-15,0 4 1 0,6 4-2 16,0 4 1-16,10 5 0 0,-2 3 0 0,1 3 0 16,3 3 0-16,0 0-1 0,1 1 2 15,-1 1-4-15,1 0 4 0,-1-1 1 16,-4-2-4-16,0-1 5 0,3-1-6 15,-3 0 3-15,-2-3 1 0,0 0-4 16,1 0 2-16,-7-1 1 0,4-1 1 0,-4-1 0 16,2-1 1-16,0-3-4 0,-2 0 4 15,0-2-3-15,0 0 1 0,0-3 1 16,0 1-1-16,0 0-1 0,0 0-1 16,4 1 3-16,-2-2-3 0,-2-2 8 15,0-1-6-15,0-2 0 0,0-1 0 16,0 0 0-16,0-7 2 0,0 3-1 15,0-7-2-15,0 0 0 0,0 2 1 16,0-1-1-16,-2 7 4 0,-2-2-3 16,4-1 1-16,0-1-2 0,-2-5 2 0,0-6-2 15,2 7 0-15,0-5 2 0,0 7-3 16,0-2 2-16,0-4 1 0,0-3-3 16,0-1 2-16,0 2-1 0,0-1-1 15,0 2 2-15,0-7 1 0,0 0 0 16,0 0 1-16,0 0-2 0,0 0 1 15,0 0-2-15,0 2-1 0,0-1 2 16,0 1 0-16,0-1-1 0,0 1 2 16,0-1-1-16,0 1 1 0,0 0 1 15,0-1-4-15,0 0 2 0,0 1-1 0,0 1 1 16,0-3 3-16,0 1-4 0,0 1 1 16,0 0 1-16,0 1 1 0,0-3-1 15,0 0-1-15,0 0 1 0,0 1-1 16,0-1 0-16,0 0 1 0,0 2-1 15,0-2 0-15,0 0-1 0,0 0-3 0,0-3-1 16,-4-5-4-16,2-4-11 0,-5-3-14 16,-3-5-45-16,4-6-84 0,-2-7-145 15</inkml:trace>
  <inkml:trace contextRef="#ctx0" brushRef="#br1" timeOffset="93602.05">15592 15724 442 0,'0'0'35'0,"0"0"-6"0,0 0-10 0,0 0-5 16,0 0-3-16,0 0-4 0,0 0 0 16,-89-33 0-16,71 33-2 0,3 6 0 15,1 6-1-15,-5-2 0 16,7 5-1-16,-1 4 0 0,1 2 1 0,4 3-2 16,2 2 1-16,-1 1-4 0,5 1 0 15,-2 1-1-15,4 0 1 0,0-2 0 16,0-1-1-16,4-1 0 0,-2-2 0 15,5-2 0-15,-1-1-1 0,0-6-1 16,-4-2 2-16,8-1 1 0,-1-7 2 0,1 3 0 16,-2-3 3-16,1-3 2 0,1-1-1 15,4 0 2-15,1 0 0 0,-5-1-2 16,5-5-1-16,-3-2 1 16,-2 3-2-16,1-3 4 0,-5 1 1 0,0 0 1 15,4-6 3-15,-3 1 0 0,-1-6 3 16,2 0 0-16,-2 0 2 0,-4-3-5 15,2-2 1-15,-1-1 1 0,1-4 0 16,-4-1 3-16,2 1-9 0,-2 5 2 16,0 3-8-16,0 6 2 0,0 7-1 0,0-4-1 15,0 7-3-15,0-1-3 0,-2 2-2 16,2 3-3-16,-7 0-1 0,-3 0-2 16,-4 6-5-16,1 3-16 0,1-1-24 15,6-2-57-15,-1-3-163 0,5 5 0 16</inkml:trace>
  <inkml:trace contextRef="#ctx0" brushRef="#br1" timeOffset="94095.47">15896 15794 615 0,'0'0'48'0,"0"0"-10"16,0 0-10-16,0 0-9 0,0 0-5 16,0 0-4-16,0 0-2 0,0 0-3 15,0 0-3-15,0 0 3 0,-49-31-5 16,36 39 1-16,-1 1 0 0,1 5 0 16,7 4 2-16,-2 3-4 0,4-1 4 15,2 1-4-15,-3 0 0 0,5 2 1 16,0 2 0-16,0-3-1 0,7 0-1 15,-1-1 0-15,0-2-1 0,-2-5-2 16,-2 0 2-16,4-5 1 0,1-1 0 0,-1-1 1 16,2-1 0-16,-2-1 0 0,5-2 1 15,5-2 0-15,1-1 0 0,3 0 0 16,1-3 1-16,-2-3 0 0,-3-3 1 16,1-2 0-16,-5 0 0 0,5-3 1 15,-7 0 3-15,-4 2-3 0,0-2 4 16,-1-1 0-16,-3 3 1 0,-2-8 0 15,0 0-1-15,0 0 1 0,-2-5-6 16,-5 2 7-16,3 3-9 0,-2 5 3 16,0 0 1-16,4 6-4 0,2 4 0 0,-6-4-2 15,4 5 0-15,-3-1-1 0,5 2-1 16,-8 3-2-16,-2 0-2 0,-5 0-3 16,-3 8-9-16,5-2-10 0,1 1-25 15,6 0-51-15,4-6-131 0,0 6-50 16</inkml:trace>
  <inkml:trace contextRef="#ctx0" brushRef="#br1" timeOffset="94565.83">16279 15777 660 0,'0'0'50'0,"0"0"-11"0,0 0-12 16,0 0-6-16,0 0-8 0,0 0-3 16,0 0-1-16,0 0-5 0,0 0-1 15,-31-30-2-15,18 33-1 16,1 9-1-16,-3 5 0 0,3 2 6 0,4 4-6 16,-3 1 6-16,3 1-6 0,-2 0 0 15,8 1-1-15,-3-2-1 0,5 1 1 16,0-2-1-16,0-4 3 0,5-1-2 15,1-1 0-15,2-2 0 0,4-2 1 16,3-4-3-16,-5-2 2 0,5-2-1 0,3-2 1 16,1-3 0-16,6 0 1 0,-2 0 0 15,1-8 1-15,-3-1 1 0,2 0 0 16,-7-2 1-16,3 1 1 0,-7-2 1 16,1-2 2-16,-7 3 1 0,-4-2-2 15,2-4 3-15,-4-1-3 0,0-6 1 16,0-1-3-16,-4 2-5 0,-4-2 4 15,-5 2-5-15,5 2 5 0,-9 4-1 16,3 3-1-16,6 5-1 0,-9 2-1 16,-1 4-1-16,1 3 0 0,-6 0-2 0,9 0-2 15,-1 5-5-15,9 2-10 0,2-4-24 16,2 1-48-16,-2-2-121 0,2 1-87 16</inkml:trace>
  <inkml:trace contextRef="#ctx0" brushRef="#br1" timeOffset="95366.01">16657 15788 606 0,'0'0'50'0,"0"0"-7"0,0 0-8 15,0 0-10-15,0 0-4 16,0 0-4-16,0 0-4 0,52-78 2 0,-40 63-5 16,-4-1 2-16,3 0-1 0,1 0-3 15,0 1 1-15,-8 2-1 0,7 1 0 16,-5 6-4-16,-4 2-2 0,4 0 0 15,-6 4-1-15,4 0-1 0,3 2 0 16,-1 8 0-16,-2 9-2 0,2 2 1 0,-6 5 0 16,0 1 0-16,0 4 4 0,0-3-4 15,-6 1-1-15,2 0 5 0,-2-3-4 16,1-4 4-16,3-3-4 0,-2-1 2 16,4 0-1-16,0-6 0 0,0 6 3 15,0-5-4-15,0-2 0 0,0-1 2 16,0 1-2-16,4-1 1 0,-2 2 2 15,3 3-3-15,-3-4 0 0,2 6-1 16,-2-8-2-16,-2-4 2 0,0 0 0 16,0-5-3-16,0 5 3 0,0 0-1 0,0-1-3 15,2 2-1-15,-2-6-6 0,0 0-4 16,0 0-7-16,0 0-5 0,-2 2-3 16,-4-2-4-16,-7 0 0 0,1 0 2 15,-1 0 4-15,3 1 8 0,-2 1 7 16,-1 1 6-16,1-2 6 0,4 2 2 15,1-1 4-15,-5-1 2 0,6 1 5 16,0-2 3-16,2 2 4 0,4-2 3 16,-7 0 0-16,3 1 2 0,-2-1-2 15,2 2 3-15,4-2-3 0,-2 0-1 0,2 0-1 16,0 0-3-16,-4 1 0 0,4-1-2 16,-2 0-3-16,2 0-1 0,0 0-6 15,0 0 2-15,12 0 1 0,2-4-1 16,11-1-2-16,2 0-1 0,0 1-4 15,0-2 2-15,4 1-1 0,-6 1 1 0,2-1 2 16,-7-1-3-16,-1 3-1 0,-5 2 1 16,-1-1 1-16,-1 2 0 15,1-1-2-15,-7 1 1 0,0 0 1 16,-6 0 0-16,2 0 3 0,4 0-3 0,-2 0-2 16,3 0 1-16,-7 0-2 0,0 0-2 15,0 0-5-15,2 0-8 0,-2 0-11 16,4 0-35-16,-4 0-59 0,0 0-171 15,0-5-1-15</inkml:trace>
  <inkml:trace contextRef="#ctx0" brushRef="#br1" timeOffset="96164.26">17163 15294 456 0,'0'0'62'0,"0"0"-7"0,0 0-1 16,0 0-8-16,0 0-5 0,0 0-10 15,0 0-5-15,0 0-3 0,0 0-3 16,-6-59-3-16,6 54-3 0,0 1-5 16,0 0-3-16,0 1-1 0,0 3-1 15,0-2-3-15,0 2 0 0,0 0 0 16,0 0-2-16,0 3 2 0,4 17-2 15,-2 10 2-15,5 14-1 0,-1 6 0 16,0 5-1-16,4 4 1 0,-1 1-1 0,3 3 2 16,-4-4-2-16,3-3 2 0,-1-1 2 15,0-5-5-15,-2 0 5 0,3 0-4 16,-3 1-1-16,2 2 4 0,-5 1-4 16,-1 3 2-16,-2 0-1 0,2-1-2 15,-4 0 2-15,0-1 3 0,0-2 2 16,0-4-5-16,0-4 6 0,0-4-9 15,0-6 3-15,0-5 2 0,0-4-2 16,0-9 4-16,2-2-2 0,2-5-1 16,-2-5-1-16,-2 3 2 0,4-4-2 0,-4 3 0 15,2-4 3-15,-2-3-3 0,0 0 3 16,0 0 3-16,0 1-6 0,0 5 2 16,4-1-1-16,-4 1 0 0,0 0 1 15,0-6 2-15,0 0-2 0,0 0 1 16,0 0 0-16,3 1-5 0,-3 1 6 15,0-1-3-15,0 3 0 0,0-4 0 16,0 0-6-16,0-4-12 0,0-11-36 16,0-6-92-16,0-13-173 0,0 3-5 15</inkml:trace>
  <inkml:trace contextRef="#ctx0" brushRef="#br1" timeOffset="96719.45">17790 15826 615 0,'0'0'57'0,"0"0"-5"16,0 0-14-16,0 0-5 0,0 0-9 15,0 0-6-15,0 0-4 0,-44-82-4 16,38 77-4-16,-2 0-2 0,-3 2 0 16,3 2-2-16,-4 1 0 0,-3 3-1 15,-3 8-1-15,-1 4 1 0,0 3-2 16,5 5-1-16,0 3 5 0,1 3-3 15,3 1 5-15,6 0-6 0,-3 0 0 16,3 0-2-16,4-5 2 0,0 1 2 16,7-3-3-16,-1 0 2 0,6-5-2 0,1-3 0 15,1-1 0-15,0-2 1 0,5-2 2 16,-7-2 1-16,3-3-2 0,1-5 0 16,-1 0-2-16,4 0 2 0,-1 0 0 15,-3-7 0-15,-1 1 2 0,-1 1-1 16,-1-5 0-16,-2 1 2 0,1-4 0 15,-1-3 1-15,-2 0 2 0,3-2-3 16,-5-1-1-16,-4-2 1 0,2-2 0 16,-2-1-2-16,-2 0 1 0,0-1-3 15,0 2-4-15,-6 2 6 0,4 6-6 0,-9 0 4 16,3 4 0-16,-2 5-3 0,-3-2 0 16,5 5-2-16,0 3 1 0,-5 0-8 15,3 2-10-15,2 6-32 0,2-1-54 16,-1-4-125-16,5 2-71 0</inkml:trace>
  <inkml:trace contextRef="#ctx0" brushRef="#br1" timeOffset="97202.86">18071 15776 702 0,'0'0'49'0,"0"0"-13"15,0 0-9-15,0 0-7 0,0 0-5 16,0 0-4-16,0 0-2 0,0 0-3 0,0 0-3 16,0 0 3-16,0-26-3 0,0 26 1 15,0 0-2-15,-6 9-3 0,-1 8 3 16,-1 4 0-16,2 1-1 16,4 2 5-16,-2-8-6 0,4 4 2 0,0-1-2 15,0 1-2-15,0 3 1 0,4-3 1 16,-2-4-1-16,6 1 0 0,-2-2 0 15,7 1 0-15,-1-3 1 0,1-2-2 16,-5-2 3-16,4-3 0 0,-1-1-1 16,1-4 2-16,5 1-3 0,1-2 1 0,-1 0 1 15,-1-2 0-15,1-6 0 0,-5 1-1 16,5-4 1-16,-5 4 0 16,-2-3 2-16,-3 3-2 0,-5-2 2 15,4-8 0-15,-6 0 0 0,2-5 2 0,-2-3-1 16,-2 0 3-16,-4-1-2 0,-3 0-4 15,-3 0 1-15,2 5-6 0,-5 1 5 16,3 5-2-16,-3 3 1 0,5 4 0 16,-4 4-3-16,-1 2 1 0,3 2-3 15,-7 0-1-15,7 2-3 0,3 2-4 0,-3 6-9 16,6-5-20-16,2 5-40 0,2-2-110 16,2 3-117-16</inkml:trace>
  <inkml:trace contextRef="#ctx0" brushRef="#br1" timeOffset="97658.94">18575 15776 660 0,'0'0'57'15,"0"0"-14"-15,0 0-10 0,0 0-8 16,0 0-7-16,0 0-4 0,0 0-3 0,0 0-4 16,0 0-2-16,2-29-1 15,-2 29-3-15,-8 3 0 0,-4 9 0 0,-7 5 0 16,7 2 3-16,1 2-5 0,1 1 5 16,8-5-7-16,-2 1 7 0,4 1-4 15,0-1-1-15,0 7 0 0,0-8-5 16,4 0 5-16,-2-4 1 0,2-4 1 15,2 5-1-15,0-7 1 0,-1 1-3 16,1-1 2-16,0 0 0 0,0-1 0 16,7-2 0-16,-3-1 1 0,-2-3 0 0,11 0-1 15,-7 0 2-15,5-6-2 0,-5-3 2 16,0-1 0-16,1-6 1 0,-7 6-2 16,0-7 3-16,-6-3-3 0,0 1 1 15,0-7 1-15,-6 2 2 0,-2-1 2 16,-3 4-6-16,-1 0 2 0,-2 1-5 15,-1 3 2-15,5 5 0 0,-5 6-1 16,7 0-1-16,-4 4-3 0,1 1-3 16,-1 1-5-16,0 0-14 0,3 0-19 15,1 3-39-15,4-2-90 0,2 4-127 0</inkml:trace>
  <inkml:trace contextRef="#ctx0" brushRef="#br1" timeOffset="98149.97">18908 15716 742 0,'0'0'36'0,"0"0"-8"16,0 0-9-16,0 0-7 0,0 0-3 15,0 0 0-15,0 0-1 0,83-61 1 16,-71 53 0-16,0-2-1 0,1 0-1 0,5-2 0 16,-3-2 0-16,-3 2-1 0,1 3 2 15,-5-1-3-15,0 6 0 0,-2-2-2 16,5 0-2-16,-9 3-1 16,2 2-1-16,-4 1 0 0,0 7 0 0,2 8 1 15,2 8-1-15,-4 2 1 0,-6 3 0 16,0 1 1-16,0 3 0 0,-5-7 1 15,5 2-3-15,2-4 1 0,-2-6 5 16,2 1-5-16,4 2 6 0,0-1-7 16,0-1 0-16,0-1 2 0,0-7-2 0,4 0 1 15,-2 2 1-15,2-2-2 0,-2 0 0 16,0 3 1-16,2-4-3 0,-4 3 1 16,0-1 0-16,0-1-1 0,0 2-1 15,0-7-1-15,0 5-2 0,-4-3-1 16,4-3-5-16,0 2-3 0,0-6-8 15,-4 3-12-15,-2-3-23 0,-5 3-25 16,-7-1-38-16,10 0-44 0,-13-2-16 16,2 0-27-16</inkml:trace>
  <inkml:trace contextRef="#ctx0" brushRef="#br1" timeOffset="98391.52">18904 16055 491 0,'0'0'94'0,"0"0"-22"15,0 0-14-15,0 0-17 0,0 0-12 16,0 0-6-16,0 0-6 0,0 0-4 15,0 0-4-15,0 0-1 0,0-15-2 0,16 9-3 16,3 2 0-16,8 1-2 0,2 1 1 16,-2 2-3-16,-3-2 1 15,-1 2-2-15,2 0 3 0,-6 0 0 16,-1-1-1-16,-7 1 1 0,1 0-1 0,4-2 0 16,-3 2 1-16,-3 0 0 0,1-3 0 15,-3 1-1-15,-4 1 1 0,2-1 0 16,-4 1-3-16,4-1 0 0,-1 1-1 15,-1 1-3-15,-4 0-1 0,0-2-6 16,0 2-10-16,0 0-9 0,4-1-21 0,-4 1-20 16,6-3-59-16,-6 0-149 0</inkml:trace>
  <inkml:trace contextRef="#ctx0" brushRef="#br1" timeOffset="99667.24">19650 15095 526 0,'0'0'52'0,"0"0"-3"16,0 0-3-16,0 0-11 0,0 0-9 15,0 0-5-15,0 0-6 0,0 0-3 16,0 0-2-16,-10-18-5 0,10 18 0 0,0 0-1 16,4 11 1-16,8 10-3 0,-1 11 5 15,1 7-5-15,5 8 4 0,-3 8-5 16,0 7 1-16,3 7-2 0,-3 2-1 16,-1 3 1-16,-5 2-4 0,2 0 3 15,-1-3 4-15,-5-3-5 0,-2-5 6 16,-2-1-3-16,0-5-2 0,-2-3 4 15,-4-4-3-15,-1-2 2 0,-3-6-2 16,2-1 1-16,0-4-2 0,-5 1-2 16,3-4 3-16,-3 0-3 0,5-2 6 0,0-6-1 15,2-6 3-15,0-6-2 0,1-4-2 16,3-7 1-16,2 2 2 0,0-7 0 16,0 0 2-16,0 0-2 0,0 1-2 15,0 0-2-15,0 1 1 0,0-1 2 16,0 1-2-16,0-2 1 0,0 1-2 15,0-1-1-15,2 3 0 0,3-3-1 16,-5 0 2-16,0 0-2 0,2 0-3 16,-2 0-10-16,0-3-23 0,4-10-58 15,-2-12-204-15,4-7-18 0</inkml:trace>
  <inkml:trace contextRef="#ctx0" brushRef="#br1" timeOffset="100310.47">20469 15633 594 0,'0'0'50'0,"0"0"-5"0,0 0-10 15,0 0-8-15,-85-71-6 0,70 52-6 16,-1-1-1-16,3 2-3 0,3 5-4 16,0 2 0-16,2 5-3 0,-5 4-3 0,-3 1 1 15,5 1-1-15,-7 6 0 0,1 6-1 16,3 6 0-16,-1 5-1 0,-1 6 1 16,1 4 0-16,3 2 1 0,-1 2-3 15,5-1 1-15,2-3-1 0,0-1-2 16,4-1 7-16,-3-2-7 0,5 0 5 15,0-4-2-15,0-2-2 0,5 0 3 16,-3-2-1-16,6-1-1 0,2-2 3 16,3-1-1-16,-1-4 0 0,5-2 1 15,-5-5-1-15,7-4 2 0,1-2 0 0,3 0 0 16,6-7 0-16,2-3-2 0,-6-2 0 16,2-3-1-16,-7 0 1 0,-1-2-1 15,0-1 3-15,-11-1-1 0,2-2 0 16,-4-2 3-16,-6-1-7 0,0-2 8 15,0-3-5-15,-4 2 3 0,-4-5 6 0,-2 2-6 16,1 1 1-16,1 3-1 0,-4 5-2 16,-1 4-1-16,3 5-2 0,0 5-2 15,-1 3-2-15,-3 3-2 16,-5 1-7-16,-1 0-13 0,-11 8-29 0,10 1-50 16,2-3-185-16,11-2-6 0</inkml:trace>
  <inkml:trace contextRef="#ctx0" brushRef="#br1" timeOffset="100859.48">20812 15443 643 0,'0'0'35'0,"0"0"-4"16,0 0-8-16,0 0-5 0,0 0-3 0,0 0-6 15,0 0-3-15,0 0-2 0,0 0-3 16,-27-17 3-16,17 17-1 0,-3 7 0 16,-1 3 1-16,1 4-2 0,1 4-2 15,-1 5 4-15,-1 2-1 0,2 6 0 16,-3 2-1-16,1 4 0 0,1 1-1 15,-3 1 0-15,1-1 3 0,7 2-5 16,-4-4 3-16,7-3-3 0,3-1 0 16,2-6 0-16,9-3 0 0,7-7 1 15,1-2-2-15,1-3 3 0,7-5-2 0,0-3 0 16,-4-3-1-16,3 0-2 0,-9 0 3 16,-1 0 0-16,5-4 2 0,-7-3 1 15,3 1-2-15,-3-1 2 0,-6-4 0 16,5 4 1-16,-3-7 5 0,-2 0-2 15,0-2 2-15,3-7 1 0,-3-2-8 0,0-2 6 16,4-3-5-16,-5-4 1 0,-1-2 1 16,2-3-2-16,-6-4-2 0,0 2 2 15,0 1 1-15,0 5-3 16,-6 5 4-16,-3 6-6 0,-3 7 0 0,0 6-1 16,-5 9-1-16,1 2 0 0,-7 4-3 15,0 8 1-15,-2 4-5 0,5-3-4 16,7 2-13-16,1 2-29 0,6-5-56 15,6 3-156-15,0-3-29 0</inkml:trace>
  <inkml:trace contextRef="#ctx0" brushRef="#br1" timeOffset="101326.83">21326 15422 733 0,'0'0'26'0,"0"0"-3"16,0 0-4-16,0 0-4 0,0 0-5 0,0 0-2 15,-86-43-3-15,71 43-2 0,-3 9 0 16,-1 7-2-16,5 3-2 0,-3 7 2 16,3 3-2-16,1 4 1 0,1 3-1 15,6 0 1-15,-1 0-1 0,1-1-1 16,4-2-4-16,2-2 1 0,0-2 0 15,8-3 0-15,-1-2 3 0,3-3-4 16,2-1 3-16,-3-3-2 0,-1-7 4 16,4-2 0-16,5-4 3 0,-1-2-1 15,9-1 0-15,-4-1-1 0,1 0 1 0,-5-6 0 16,2-2 0-16,-3-2 3 0,-1-1-3 16,-3-1 3-16,0-2-4 0,-3-2 3 15,1-1-2-15,-2-4 4 0,-2-2-1 16,1-3 2-16,-5-1 1 0,2-3-1 15,-4-2 4-15,0 0 0 0,0 2 1 0,0 1-3 16,0 9-2-16,-4 2-3 0,2 7-1 16,-9 4 0-16,5-1-2 0,-4 5 0 15,-7 2-1-15,3 1-2 16,-7 1-1-16,9 5 1 0,-1 0-6 0,7 0-2 16,2-3-15-16,0 8-26 0,0-5-63 15,2 0-173-15,2 0-24 0</inkml:trace>
  <inkml:trace contextRef="#ctx0" brushRef="#br1" timeOffset="101807.44">21719 15449 694 0,'0'0'32'0,"0"0"-4"16,0 0-7-16,0 0-6 0,0 0-5 0,0 0-3 15,-78 23-2-15,59-7-2 0,7 4 0 16,-3 0-1-16,3 3-3 0,-5 3 1 16,3 1-1-16,1 2 0 0,5 1-3 15,2-1 0-15,0 1-1 0,6-2-2 16,0-2 5-16,0-4-4 0,6-2 2 15,6-5-4-15,1-1 1 0,3-5-2 16,-5-4 4-16,9-3-1 0,-1-2 1 16,6 0 2-16,-3-4 3 0,7-5 4 15,-6-2-3-15,-4 1 7 0,1-3-4 0,-3 0 3 16,-3 1 4-16,-1-3 4 0,-5 0 0 16,-2-4 1-16,-2-1 2 0,-2-2-1 15,-2-3-2-15,0-3-4 0,0-3 1 16,-6-1-4-16,0-1-1 0,4 1-3 15,-4 3-1-15,4 8-2 0,-4 3 0 0,1 7-4 16,3 2 0-16,-2 0-2 0,2 6-3 16,-2 0-6-16,-2 3-15 0,-2 0-24 15,-1 4-62-15,-1 2-185 16,8-3-14-16</inkml:trace>
  <inkml:trace contextRef="#ctx0" brushRef="#br1" timeOffset="102713.9">22036 14994 557 0,'0'0'39'0,"0"0"-3"0,0 0-7 15,0-87-3-15,4 72-4 0,0 0-5 16,-2 6-3-16,4-2 0 0,-2 2-4 0,-4 5 0 16,2-1 0-16,-2 5 1 0,0-2 1 15,0 2-1-15,0-1-2 0,0-1-1 16,4 2-2-16,-4-1-2 0,7 1 1 16,1 3-2-16,2 9-2 0,5 8 1 15,-3 7-2-15,0 8 0 0,3 8 2 16,-3 7-1-16,3 6 5 0,-3 6-3 15,1 4 0-15,-1 2-1 0,-4 0-4 16,-2 2 3-16,1-2-1 0,-3-1 0 16,-2-2-2-16,-2-1 3 0,2-2 2 0,-2-1-5 15,0-3 6-15,0-3-5 0,0 0-1 16,0 0 4-16,0-3-4 0,-2-1 4 16,0-4-3-16,2-2 1 0,-6-7 0 15,1-3 0-15,3-6-1 0,-2-7-1 16,4-6 1-16,-2-4 1 0,2-7 0 15,0 1 3-15,0-6-3 0,0 0 0 16,0 0-2-16,0 2 2 0,0 1 0 16,0-3 0-16,0 1 1 0,0 1-3 15,0-2 0-15,0 0-3 0,0 1-3 0,0-1-6 16,0 0-8-16,0 0-8 0,0 0-17 16,0 0-21-16,0-9-56 0,0-4-162 15</inkml:trace>
  <inkml:trace contextRef="#ctx0" brushRef="#br1" timeOffset="103395.5">22776 15414 586 0,'0'0'55'0,"0"0"-9"16,0 0-4-16,0 0-12 0,0 0-10 15,0 0-2-15,0 0-7 0,-34-78-3 16,34 78-3-16,0-2-1 0,0 2-4 15,-6 0 2-15,-6 4 0 0,-5 10-2 16,1 9-1-16,-3 4 2 0,5 7-2 16,-3 0 3-16,3 6-1 0,-3 0 0 15,7-1 0-15,-3-1 1 0,3-3-3 0,8-2 2 16,-2-1-3-16,4-3 2 0,4-4 3 16,4-2-6-16,5-3 6 0,-1-1-8 15,0-6 2-15,1-4 0 0,-1-1 3 16,-3-4 0-16,3-2 1 0,7-2 1 15,-5 0 0-15,7-3 0 0,-3-7 0 0,-3-1 3 16,1-3-5-16,-1-4 5 0,-3-2-4 16,1-3 3-16,-5-1 1 0,2-5 0 15,-4-1 0-15,1-4-2 16,-5-1 2-16,2 0-2 0,-4 0 1 0,0 4 1 16,0 2-3-16,0 9-2 0,-4 3 1 15,-3 2-3-15,1 7 0 0,-2-4 2 16,-2 8-3-16,1 0 1 0,1-1-2 15,-4 3-6-15,-1 1-5 0,1 1-9 16,0 0-33-16,5 0-46 0,1 0-181 0,6 0-23 16</inkml:trace>
  <inkml:trace contextRef="#ctx0" brushRef="#br1" timeOffset="103858.57">23193 15386 682 0,'0'0'32'0,"0"0"-4"16,0 0-6-16,0 0-6 0,0 0-4 16,0 0-3-16,0 0-1 0,0 0-1 15,-81 8-2-15,63 12-1 0,3 6 1 16,-1 2-3-16,-3 0 1 0,5 3-2 15,1 0-1-15,-1 1 0 0,4 0-1 16,1-2-2-16,3 1 2 0,4-2-3 16,-2-4 2-16,4-1-2 0,0-8 0 15,0-1 3-15,4 1-3 0,2-3 5 0,0 1-5 16,3-4 3-16,-3-4 2 0,6-1-2 16,-3-2 4-16,3-3-2 0,7 0 0 15,-5 0 3-15,11-6-2 0,-7-2 1 16,-3-2 3-16,-1-2-6 0,3-3 5 15,-5-2-4-15,-3-3 2 0,-1-1-1 0,2-2-1 16,-4-3 1-16,1-3-1 0,-1-3 1 16,-4-1-1-16,2-4 3 15,-2 3-3-15,0-1 2 0,-2 2 1 16,0 10-3-16,0 3 0 0,0 8 0 0,0 6-4 16,0 1 0-16,0 5 0 0,0-1-1 15,0 1 0-15,-2 0-3 0,-4 0-4 16,-2 1-11-16,-5 7-25 0,7-2-47 15,-4 0-107-15,10-3-96 0</inkml:trace>
  <inkml:trace contextRef="#ctx0" brushRef="#br1" timeOffset="104366.81">23631 15363 639 0,'0'0'41'16,"0"0"-1"-16,0 0-6 0,0 0-12 0,0 0-4 15,0 0-5-15,0 0-4 0,0 0 0 16,0 0-3-16,0 0 1 0,-4-22-2 16,-4 24-1-16,-2 9-1 0,-5 5-1 15,3 5 0-15,-1 7-2 0,3 2 1 16,-2 5-2-16,-1 1 0 0,1 2-1 15,-1 1 0-15,1-4-1 0,4-1 3 16,-3-3-2-16,9-6-1 0,-2-5-1 16,2-3 2-16,2-5 2 0,0 0-1 15,0 0 2-15,0-1-6 0,2-1 4 0,4-3-2 16,1 0 4-16,5-4-1 0,-2-1 1 16,1-2 0-16,5 0 0 0,-3-2 2 15,3-8-3-15,1 0 4 0,-5-2-5 16,0 0 2-16,-3 2-1 0,-3-3 2 15,0-2 1-15,0-3-1 0,-4-5 1 0,3-1 0 16,-3-2 1-16,-2-1 0 0,0-4-1 16,0 1-1-16,4-2 1 15,-2 3-2-15,-2 6 1 0,0 3-2 0,0 1-1 16,0 4 0-16,-6 0 1 0,-1 3-2 16,1 6-1-16,-2 3-1 0,-2-1-3 15,5 3-4-15,-7 1-9 0,8 0-14 16,-8 0-34-16,-1 1-51 0,9-1-172 15,-2 0 0-15</inkml:trace>
  <inkml:trace contextRef="#ctx0" brushRef="#br1" timeOffset="105128.16">23981 15390 431 0,'0'0'53'15,"0"0"-1"-15,0 0-6 0,0 0-3 16,0 0-2-16,0 0-8 0,0 0-4 15,0 0-8-15,0 0-3 0,35-24-3 16,-35 22-1-16,0 1-1 0,0-1-2 16,0 0 1-16,0 1-3 0,0 0 0 15,0-1-3-15,0 1 0 0,0-1-1 0,0 2-1 16,0-1 2-16,-6 1-5 0,-1 0 0 16,-5 7 0-16,-5 7-3 0,1 4 1 15,-3 5 1-15,3 1-1 0,-3 4 0 16,-1-1 0-16,1 1-3 0,2 2 4 15,3-3-3-15,1-2 2 0,5-2-2 0,-2-1-1 16,8-7 3-16,-2 0-3 0,2-5 1 16,2 3 0-16,0 3-5 15,0-5 5-15,0 6-2 0,0-8 3 16,6 0 4-16,-4 0-5 0,4-1 1 0,-2 1 1 16,2-3 1-16,1 1-1 0,-1-2 3 15,-4 1-6-15,8-3 1 0,-1 0 1 16,3-2 1-16,-4 1 2 0,5-2-1 15,5 0 0-15,1-2-1 0,1-4 2 16,-7 1-2-16,-1-2 2 0,3 1-1 0,-9 2 3 16,8-4 1-16,-7-1 0 0,3 3 2 15,-2-6-2-15,-2 0 0 0,-4 2 1 16,3-6-1-16,-3-1 2 0,4-3-2 16,-2-4 0-16,2 0 0 0,0 0-2 15,-4 1 3-15,5-1-2 0,-3 2 2 16,-2 5-1-16,4 1 0 0,-6 5 0 15,2 5 1-15,-2-8 1 0,0 8 0 16,0-6-1-16,0-6 0 0,-6 4-4 16,-2-4 1-16,-1 4 0 0,-3 3 2 0,-5-2-2 15,9 6-1-15,-4-2 0 0,-3 1-1 16,5 3 0-16,0-2 1 0,-1 2 0 16,9 2-1-16,-8-1 0 15,8 2-4-15,-4-1 1 0,2 2-1 0,4 1 0 16,-7 0-7-16,3 0-5 0,-8-2-14 15,1 0-45-15,3-2-174 0,-2 1-73 16</inkml:trace>
</inkml:ink>
</file>

<file path=ppt/ink/ink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9-01T20:12:28.509"/>
    </inkml:context>
    <inkml:brush xml:id="br0">
      <inkml:brushProperty name="width" value="0.05292" units="cm"/>
      <inkml:brushProperty name="height" value="0.05292" units="cm"/>
      <inkml:brushProperty name="color" value="#0070C0"/>
    </inkml:brush>
    <inkml:brush xml:id="br1">
      <inkml:brushProperty name="width" value="0.05292" units="cm"/>
      <inkml:brushProperty name="height" value="0.05292" units="cm"/>
      <inkml:brushProperty name="color" value="#7030A0"/>
    </inkml:brush>
  </inkml:definitions>
  <inkml:trace contextRef="#ctx0" brushRef="#br0">23654 15398 228 0,'0'0'44'0,"0"0"-14"16,0 0-9-16,0 0-4 0,0 0-1 15,0 0 1-15,0 0 4 16,0 0 1-16,0 0 2 0,-8-14 1 0,8 13-3 16,0 1 0-16,0-2-5 0,0 0-2 15,0 1 0-15,-2-1-1 0,2 1-1 16,0-1 0-16,0 1 0 0,0-1-3 15,0 1 2-15,0-5-1 0,0 0 0 16,0 1 1-16,0 0-2 0,0 5 0 0,0-6-2 16,0 2-1-16,2-1 1 0,-2 1-3 15,0 4 1-15,0-2 1 16,4-2-3-16,-4-1 2 0,2 0 0 16,-2 1-2-16,0 4 1 0,0-1 1 0,0 1-1 15,0-2-1-15,0 1-1 0,0-1 1 16,0 1-1-16,0 1 0 0,0-2-1 15,-6 2 0-15,-9 0 0 0,-1 3 2 16,-5 4-1-16,3 3-1 0,9-4 1 16,-5 3-3-16,3 0 2 0,-1 2-1 0,-2 1 1 15,5-2 1-15,-1 0-1 0,4 0-1 16,-3 1 0-16,-1 0 1 0,2 0-1 16,2 1 2-16,4-2-1 0,-9 4 0 15,5-6 0-15,4 2-1 0,-4 5 2 16,0-6-2-16,1 6 1 0,3-4-2 0,0 1 1 15,-2-2 0-15,2 3 0 16,-2-3 0-16,2 2-1 0,2 0 0 16,0-1 1-16,0 1 0 0,0 0 0 15,0-1-1-15,0 0 0 0,0-1 0 0,2 0-1 16,8 3 1-16,-8-5-1 0,7 4 0 16,1-3 2-16,-4-1-3 0,7 0 2 15,-7-1 0-15,-2-3 0 0,2 2 0 16,4-1 1-16,-3-1-1 0,-1 1 1 15,0 0 1-15,-4-4-2 0,6 4-1 0,-3-3 1 16,3 1-2-16,2 2 3 0,-10-3 1 16,8 2-2-16,-1-2 1 15,-3-1 0-15,2 1-3 0,-4-2 3 16,4 1-1-16,-4 1 1 0,5-1-1 0,-3-1 0 16,2 0 0-16,0 0 0 0,0 2 1 15,-4-2-1-15,5 0 0 0,-1 0 1 16,0 0-1-16,-4 0 1 0,4 0 0 15,5-3-1-15,-5 0 0 0,2-3 0 16,0-4 1-16,3 2 0 0,1-6 1 0,-4 0-1 16,5 0 0-16,-7-2-2 0,2-2 3 15,-2-2-1-15,1-1 0 0,-1-2 1 16,-2 6 1-16,-2 0-2 16,2 5 2-16,-4-1-1 0,0 1 0 0,0-2 0 15,0 1-1-15,-4 3 1 0,2 0 0 0,-4 2-2 16,-1 2 1-16,3 3-2 15,4 0-1-15,0 3 0 0,0 0 0 16,-6-2-1-16,4 1 0 0,-4 1-7 16,2-2-10-16,4 2-15 0,-4 0-37 0,-1 0-58 15,-1 0-163-15,0 0 1 0</inkml:trace>
  <inkml:trace contextRef="#ctx0" brushRef="#br0" timeOffset="819.73">24049 15446 458 0,'0'0'52'0,"0"0"-9"0,0 0-9 16,0 0-4-16,0 0-6 0,0 0-4 16,0 0 0-16,0 0-6 15,-8-80 2-15,3 75-4 0,1-2-3 16,0 4-1-16,2-2-2 0,-2 2-1 0,4 3 0 16,-2-3 0-16,-2 0 0 0,2 0 2 15,-2 0-3-15,4 3 1 0,0-2-2 16,0 2 1-16,-2 0 0 0,-5 0-1 15,-5 0-1-15,4 0-1 0,-9 5 0 16,5 4 0-16,-1 3 0 0,3 5-1 0,-2-1 0 16,-1 3 0-16,7-1 0 15,0-5 1-15,4 3-1 0,-2 0 0 0,2-5 0 16,-3 9 0-16,5-8 1 0,0 2-1 16,0 1 1-16,0-3 0 0,0 2-3 15,0-2 3-15,0 1-1 0,0-2-1 16,0 1 2-16,0 0-2 0,0-1 1 15,5 0 0-15,-3-1 0 0,2 1-1 16,-2 2 1-16,4-5-1 0,0 6 2 16,2-2-1-16,3-1 0 0,-3-1-1 0,0-1 1 15,3-4-1-15,-3-1 1 0,2 2 0 16,-1-3 2-16,1 2-3 0,-8-3 2 16,0 1 0-16,4-3-2 0,0 1 2 15,-1 1 0-15,7-1-1 0,-6 0 0 16,-4-1 1-16,4 2-2 0,-6-2 1 0,7 0 2 15,-1 0-2-15,0 0 2 16,0 0-1-16,-4 0 2 0,4 0-1 16,-1 0 0-16,3-2 0 0,-2 0-2 15,2-4 2-15,5-5-1 0,-3 0 2 0,-2-4-1 16,5 1 1-16,-5 1-2 0,-2-1 1 16,5 0-1-16,-3-1 0 0,0 0 1 15,-4 4 0-15,2-4 0 0,-3 0 2 16,1 5-1-16,-2-7 0 0,-2 0 0 15,0 1 1-15,-2 0-3 0,-9 2 0 0,3 2 2 16,-4 4-4-16,-3-5 1 0,3 7 1 16,-3 0-4-16,3 1 4 0,-1 3-2 15,-3-5 0-15,1 3 0 16,7-1-2-16,-8-2-1 0,1-1 3 0,9 4-1 16,-6-3-3-16,5 1-3 0,5 4-11 15,-4-2-15-15,2 1-37 0,4 3-89 16,0-6-138-16</inkml:trace>
  <inkml:trace contextRef="#ctx0" brushRef="#br0" timeOffset="5207.62">7082 17125 357 0,'0'0'43'0,"0"0"-7"0,0 0-3 16,0 0-2-16,0 0-2 0,0 0-2 16,0 0 4-16,0 0 0 0,0 0-3 15,-33 32-1-15,27-29-3 0,4-3-2 16,-5 2-1-16,3 1-2 0,4-3-3 15,-2 0 1-15,2 0-6 0,-6 0-5 0,0-5 1 16,0-4-1-16,6 0-1 0,-2 0 1 16,2-5-3-16,0-3-2 0,2 2 2 15,8-4-1-15,-8 6 0 16,6 2 0-16,5 3-2 0,-3 1 0 0,2-2-1 16,-3 5-2-16,3 1 2 0,-4-1-2 15,5 4 3-15,5 0-1 0,-3 4 0 16,3 3 1-16,-3 4-3 0,-5-2 1 15,-1 2 1-15,-5 1-1 0,4 3 2 16,-4-2 1-16,-2 4-3 0,-2 3 2 0,0 1-2 16,0 8 2-16,-6 0 10 0,-6 1-5 15,-1-1 4-15,-1 0-7 16,-1 0-7-16,-1-4 1 0,-1 2 0 0,1-5 2 16,-3-1 0-16,2 1-2 0,-1-2 2 15,-1-2 2-15,1-5 3 0,3 1 2 16,3-5-3-16,-1-3-1 0,5-1 1 15,2-4 1-15,-4 2 0 0,3-3 3 16,-1 0-1-16,0 0-2 0,-3-1-2 16,-1-12-1-16,6-2-1 0,-4-5 2 0,5-2 2 15,-1 7-5-15,6-5 3 0,0 2-2 16,0 6 0-16,0-6 4 0,4 4-1 16,3 3-2-16,1 1 2 0,-2 3-3 15,2 4-2-15,9 2 2 0,-1 1 1 16,7 1-2-16,-2 7 3 0,4 2-2 15,-7 4 0-15,3 2 2 0,-3 0-2 0,-1 2 2 16,-1-1-1-16,-1 1 2 16,-1-1-2-16,-1-2 1 0,-1 0-3 15,-6-4 0-15,7-4 0 0,-5 0 3 0,-2-1-1 16,7-2 2-16,5-1-1 0,-9-1-1 16,9-1 1-16,1-1-1 0,-7 0 0 15,7 0 0-15,-11-1-3 0,2-4 0 16,-1 1-10-16,-7 1-16 0,4-4-42 15,-2 4-68-15,-2-7-158 0,4-5 7 0</inkml:trace>
  <inkml:trace contextRef="#ctx0" brushRef="#br0" timeOffset="5966.77">9511 17178 622 0,'0'0'55'0,"0"0"-13"0,0 0-14 0,0 0-7 16,0 0-3-16,0 0-5 0,-37-85-3 16,28 80-3-16,-9 1-3 0,3 4-1 15,-3 0-1-15,-7 4-2 0,0 10 1 16,4 6 1-16,1 4 0 0,-1 5 1 15,-2 4 6-15,9 4 7 0,-5 2-8 0,7 1 7 16,-1-2-15-16,7-3 0 0,2-1 1 16,4-2-1-16,0-3 3 15,2-5-2-15,6-2-1 0,5-4-1 16,3-3 4-16,1 2-6 0,6-7 5 0,-3 3 2 16,5-7-6-16,-2 0 5 0,6-5-3 15,-2-1-1-15,0 0 1 0,-3-1 0 16,1-7 0-16,-4-2 1 0,-3 0-2 15,-3-5 2-15,-1 0 3 0,-1-2-2 16,-3-2 2-16,-2-4-2 0,-1-2-1 0,-7-2 1 16,0-3-3-16,0-3 4 0,-2-4-1 15,-5 2 1-15,1-3-6 16,-4 2-10-16,1-1 8 0,3 6-7 16,-2 0 11-16,-2 7 1 0,3 9-2 0,1 1-2 15,0 7-3-15,4 2-2 0,-8-1-14 16,8 4-23-16,-5-1-43 0,1 3-127 15,6 0-91-15</inkml:trace>
  <inkml:trace contextRef="#ctx0" brushRef="#br0" timeOffset="6567.35">11623 17110 685 0,'0'0'44'0,"0"0"-12"15,0 0-10-15,0 0-7 0,0 0-6 16,0 0-3-16,-39-79-3 0,14 79-1 15,1 7 0-15,-10 10-1 0,1 9 1 16,0 6 0-16,2 6 8 0,4 6-3 0,3 1 5 16,5 2-5-16,5 2-7 0,1-2-1 15,7-1 1-15,4-4 2 16,2-7-1-16,2-5 2 0,10-3-3 0,3-2-2 16,1-10-1-16,1-1 1 0,1-5-1 15,3-5 5-15,4-2-2 0,0-2-3 16,0 0 3-16,-3-5-1 0,1-4 0 15,-2-4 2-15,-1-4 0 0,-1-6 0 16,0-1 3-16,-5-4-3 0,-2-5 4 16,-1-2-3-16,-3-1 1 0,-8-8 1 0,0 0-2 15,0-3-6-15,0 0-4 0,-4 1 4 16,-4 5-6-16,-1 2 10 0,-1 6 2 16,-2 8-3-16,3 2-1 0,-3 7-2 15,4 5-5-15,2 6-8 0,-1-2-28 16,3 2-48-16,2 2-181 0,-2-1-35 0</inkml:trace>
  <inkml:trace contextRef="#ctx0" brushRef="#br0" timeOffset="7199.87">13589 17239 638 0,'0'0'55'0,"0"0"-22"0,0 0-10 0,0 0-7 15,0 0-6-15,0 0-4 0,0 0-2 16,-78-74-2-16,59 89 3 0,-6 9 5 15,0 9-6-15,5 4 7 0,5 4-6 16,3 1-2-16,0 2 0 0,5-1-1 16,5-4-2-16,2 1 0 0,0-5 3 0,6-3-3 15,3-4 4-15,5-2-3 0,3-5-3 16,1-1 1-16,3-8-2 0,4-1 2 16,-2-7 1-16,6-2 0 0,-1-2 2 15,-1 0-3-15,2-9 0 0,-2-2 2 16,-2-3-1-16,-4-1 1 0,-1-5 1 0,-1-2 1 15,-1-1 1-15,-5-1 2 16,-1-4-2-16,-8 0 2 0,3-3-6 0,-7-4 7 16,0-3-5-16,0-1 1 15,-9-2-5-15,-3 0-6 0,0 3 4 0,-3 3-6 16,-4 8 11-16,5 7-2 0,-5 2-2 16,7 9-1-16,-7 1-5 0,11 5-6 15,-2 2-19-15,8-1-66 0,2 2-192 16,0-1-21-16</inkml:trace>
  <inkml:trace contextRef="#ctx0" brushRef="#br0" timeOffset="9021.91">16066 17471 343 0,'0'0'56'0,"0"0"-12"0,0 0-7 16,0 0 2-16,0 0-1 0,0 0 0 16,0 0 5-16,0 0-5 0,0 0 0 15,0 0-7-15,-7 18-2 16,7-18-4-16,0-3-5 0,0-10-3 0,0-7-4 16,3-4-4-16,3-1-3 0,-2 2-1 15,4-2 0-15,-2-2-2 0,1-3-8 16,-1 0 0-16,0-2-4 0,0-3 3 15,0 5 7-15,1 3 0 0,-5 7 0 16,4 3 3-16,-2 7-2 0,-4 5-1 0,2 0 0 16,-2 5-4-16,0-1 2 0,0 2 0 15,4 16-1-15,2 12 4 16,-4 15 10-16,-2 11-4 0,0 4 6 16,0 3-5-16,0-4-7 0,-6 1 3 0,0-9-4 15,4-3 2-15,-4-3-3 0,6-6 2 16,-4-3-4-16,4-14 2 0,0 0 1 15,0-8 1-15,0-6-1 0,0 4 1 16,0-7-4-16,4 1 0 0,-4-2 0 16,2 1-3-16,2 4-8 0,-2 0-10 0,2-4-27 15,-4 1-51-15,0-5-74 0,0 0-111 16</inkml:trace>
  <inkml:trace contextRef="#ctx0" brushRef="#br0" timeOffset="9267.19">15859 17752 565 0,'0'0'72'16,"0"0"-13"-16,0 0-12 0,0 0-17 16,0 0-6-16,0 0-8 0,0 0-6 15,0 0-5-15,0 0-1 0,0 0 2 0,64-25-5 16,-33 21 3-16,4 3 0 0,4-1-5 16,1 2 2-16,3-3-2 0,-4 3 0 15,-1 0 3-15,-5 0 0 0,0 0-4 16,-13 0 1-16,-1 0 0 0,-7 0 0 15,-5 0 0-15,-1 3 1 0,-6-3-3 0,0 0 0 16,0 0-1-16,2 0-3 0,2 2-1 16,-2 0-10-16,4 1-13 0,-2-1-28 15,-4-2-34-15,0 0-92 16,0 0-89-16</inkml:trace>
  <inkml:trace contextRef="#ctx0" brushRef="#br0" timeOffset="10913.36">18342 17299 541 0,'0'0'68'0,"0"0"-16"15,0 0-15-15,0 0-5 0,0 0-9 16,0 0-11-16,6-80 6 0,2 51-9 15,2 1 7-15,3-1 1 0,-5 1-4 0,0-4-2 16,5 2-2-16,-3-4-2 0,-2 1-2 16,1 3 1-16,1-2-2 0,-4 3-1 15,0 9-1-15,1 5 1 0,-5 5 0 16,2 5-3-16,-2 2-2 0,-2 3-2 16,0 3 2-16,4 18 0 0,-2 14 4 15,0 12 0-15,-2 5 2 0,0 1-2 16,0 2-2-16,0-2 12 0,0 0-2 15,0-5 4-15,-2-1-6 0,0-5-11 16,2-6 2-16,0-4 1 0,0-12 1 0,0-1 3 16,0-6-7-16,0-1-5 0,0 1-5 15,0-1-13-15,0-1-12 16,0-5-32-16,0 5-29 0,0-8-66 16,0 1-74-16,-10 1-24 0</inkml:trace>
  <inkml:trace contextRef="#ctx0" brushRef="#br0" timeOffset="11139.87">18265 17585 629 0,'0'0'74'0,"0"0"-13"0,0 0-14 16,0 0-13-16,0 0-12 0,0 0-8 0,0 0-3 15,0 0-7-15,0 0-1 0,0 0-1 16,70-37-1-16,-26 30 0 0,1 2 0 16,3 2-1-16,3 0-3 0,-1 3 2 15,0 0 3-15,-1 0-4 0,-7 0 3 16,-1 0-1-16,-12 3-3 0,-4-3 5 0,-13 0-3 15,-6 0 2-15,-6 0-1 0,0 0-1 16,0 0-1-16,2 0-2 16,-2 2 6-16,5-2-4 0,-5 0-4 15,2 0-5-15,-2 0-14 0,0 0-17 0,4 1-50 16,-4-1-112-16,6 0-101 0</inkml:trace>
  <inkml:trace contextRef="#ctx0" brushRef="#br0" timeOffset="11720.92">20572 17093 542 0,'0'0'58'0,"0"0"-8"15,0 0-14-15,0 0-9 0,0 0-10 0,0 0-5 16,0 0-2-16,0 0 0 15,0 0-2-15,0 0 1 0,-79-15 4 16,55 36-5-16,5 5 1 0,5 3 10 16,1 1-16-16,7 1 14 0,0-2-7 0,6-2-6 15,0-3 8-15,0 0-9 0,6-7-1 16,6 1-2-16,-3-3 0 0,7-1 1 16,-1-2 1-16,3-1-1 0,1-4-1 15,2 1 0-15,-1-2-2 0,5-3-1 16,2-3 3-16,-2 0 1 0,-1-6 2 0,-1-6 1 15,0-2-4-15,-7-3-1 16,3-2 0-16,-2-9 2 0,-5-2-7 0,-4-5-6 16,1-1 5-16,-5 0-5 15,-2 1 10-15,-2 3 2 0,0 4 0 0,-2 6-1 16,-9 5 1-16,-3 0-1 0,-1 7-2 16,3 2 2-16,-5 5-1 0,1 3-2 15,-7 0-5-15,3 8-7 0,1 3-13 16,7-1-24-16,7-1-43 0,1-8-178 15,4 3-24-15</inkml:trace>
  <inkml:trace contextRef="#ctx0" brushRef="#br0" timeOffset="12435.18">23106 16970 455 0,'0'0'37'0,"0"0"6"16,0 0-3-16,0 0-3 0,0 0-6 15,0 0-7-15,0 0-9 0,0 0 0 16,0 0-3-16,2-65-1 0,-14 56 1 0,-3 6 0 15,-11 1 1-15,-1 2-1 16,-4 8-3-16,-2 4 2 0,2 4-3 16,0 4-3-16,4 6 1 0,2 2-3 15,2-3 0-15,5 4 1 0,-1 0-2 0,7 0-4 16,-1-2 2-16,7 1 0 0,4-4 1 16,2 1 11-16,0 2-3 0,0-2 4 15,8-2-5-15,3-3-4 0,1-2-1 16,2-1 2-16,5-7 1 0,0 2-4 15,-3-2-2-15,1-5 0 0,-3 0 0 0,-1-5 0 16,-1 2 0-16,7-2 0 0,-7 0-1 16,5 0 2-16,1 0 0 15,-5-7 0-15,5 0 2 0,-3-4-4 16,-1-1 4-16,-2-1 0 0,1-4-2 0,-1-3 5 16,1-4-10-16,-5-4-5 0,4-2 3 15,-1-3-3-15,-5-2 11 0,0 1 1 16,-6 2 0-16,0 0 0 0,0 2-4 15,-6 5 3-15,-4 2-2 0,3 7 2 16,-1 5-2-16,2 1 1 0,-4 4-1 0,1-2-3 16,1 4 3-16,-2 0-2 0,1-3-1 15,-1 6 1-15,6-2-3 0,0 1-2 16,4 2-4-16,-2-1-13 0,2 1-23 16,0 0-68-16,0 0-185 0,0 0-12 15</inkml:trace>
  <inkml:trace contextRef="#ctx0" brushRef="#br0" timeOffset="16883.33">24605 16623 471 0,'0'0'49'0,"0"0"-7"15,0 0-1-15,0 0-5 0,0 0-10 16,0 0-10-16,0 0-4 0,0 0-6 15,0 0-1-15,-60 20 4 0,31 27-1 0,2 15 1 16,0 12 0-16,-4 6 2 0,9 4-4 16,-7-1 4-16,8-2 3 0,2-2-4 15,11-6 2-15,2-5-3 16,6-11-6-16,0-5 4 0,8-9-5 0,9-8 1 16,-1-8-1-16,7-4 0 0,-2-8-1 15,-1-3 1-15,-1-6-1 0,-5 0-1 16,-1-4-2-16,-9-1 3 0,4 4 0 15,-4-5 3-15,-2 1-1 0,5 2-5 16,-7-3-5-16,0 0-18 0,0 0-37 0,0-1-58 16,-2-10-172-16,-5-9-1 15</inkml:trace>
  <inkml:trace contextRef="#ctx0" brushRef="#br0" timeOffset="17315.56">24969 17028 553 0,'0'0'43'15,"0"0"-3"-15,0 0-12 0,0 0-7 16,0 0-8-16,0 0-6 0,0 0 1 0,95-81-4 15,-74 66 2-15,-3 2-1 16,-5-1 2-16,-1 3-2 0,-8 5 3 16,0 3-1-16,-2 2-1 0,-2 1 1 15,0 0 0-15,0 18 5 0,0 12 1 0,0 14 0 16,-2 5-4-16,-4 6 0 0,-2 2 10 16,2 3-7-16,1 0 1 0,3-1-6 15,-2-4-8-15,4-7 6 0,0-6-4 16,0-14 0-16,0-6 2 0,0-7-3 15,-8-3 1-15,-4 0 1 0,-7-6-2 0,-6-1 1 16,-4-5-1-16,-10 0 1 0,0-8-2 16,-7 0 1-16,1-1 0 0,1-1 0 15,1-3 6-15,10 3-7 0,4-4 2 16,6 4-2-16,9-3-6 0,5 1 2 16,3 5-7-16,2-4-17 0,4-12-43 15,4 1-59-15,4-10-156 0,7-5-14 16</inkml:trace>
  <inkml:trace contextRef="#ctx0" brushRef="#br0" timeOffset="17490.08">25167 16681 706 0,'0'0'40'16,"0"0"-11"-16,0 0-9 0,0 0-9 15,0 0-9-15,0 0-5 0,0 0-5 16,0 0-11-16,0 0-12 0,0 0-27 16,54-11-62-16,-48 21-160 0,-6 1-6 0</inkml:trace>
  <inkml:trace contextRef="#ctx0" brushRef="#br0" timeOffset="18420.14">25591 16753 652 0,'0'0'29'0,"0"0"-4"0,0 0-5 16,-25 87-8-16,13-51-5 0,1 0 0 15,-1 3-5-15,0-2 1 0,1 0-1 16,9-4-1-16,2-4-2 0,0-3 1 15,6-6 0-15,3-7 1 0,-3-4 0 0,10-2-2 16,-7-4 1-16,3-3 2 0,7 0-1 16,-5-5 1-16,7-6 0 15,-3-1 0-15,-3-3 0 0,-3-2-1 16,1-2 0-16,-1-4 1 0,1-2 1 0,-5-2-2 16,2 2 0-16,-2-2-2 0,3 9 2 15,-9 6 2-15,2 9 0 0,-4 3 1 16,0 0 0-16,0 0-3 0,0 0 3 15,0 0 1-15,0 14-1 0,0 5 3 16,0 8-4-16,0-4 0 0,0 1-3 0,0-6 1 16,0-5-2-16,4 1 1 0,6-4 0 15,-1 3 0-15,1-6-1 0,-2-2 1 16,-2-5 1-16,13 0-1 16,-4-3 2-16,3-8-2 0,-3-1 0 0,1-2 0 15,-1-1 2-15,-3-3-2 0,0-2 1 16,1 1-1-16,-3-4 0 0,3 1 0 15,-7 7-1-15,4 1 2 0,-8 7-1 16,-2 6 0-16,6-4 1 0,-6 5-2 16,0 0 0-16,0 13 1 0,0 11 0 0,0 6 1 15,-2-3 1-15,-2 2 1 0,-2-3-2 16,4-8-2-16,-2 0 1 0,4-4 1 16,0-5 0-16,0 2 4 0,0-7-4 15,0 1 0-15,0-5 0 0,4 0 1 16,4 0 2-16,5-9-2 0,1-4 1 0,-2-2-2 15,-1-3 1-15,-3-1 1 16,0-3 0-16,3-1-3 0,1 1 2 16,-4-5-3-16,3 7 1 0,-1-2 1 15,-4 9 0-15,0 5-1 0,-1-1-1 0,-3 6-3 16,2 0 3-16,-2 0-2 0,2 3 2 16,-2 9 2-16,4 8 0 0,0 4-1 15,1 1 0-15,-5 0 0 0,4-2 0 16,-6-5 2-16,6-1-2 0,0-4 0 15,-6-7 0-15,4 2 0 0,-4-5 0 0,0 0 1 16,0 0 1-16,2 0 0 0,-2 1 0 16,0-1 2-16,5 0-4 0,1 0 2 15,-4-1 1-15,0-10-3 16,4 4 3-16,-2-4-2 0,-2-3 0 0,5-3 0 16,-1-1 0-16,0 4-3 0,0 1 2 15,0 5 0-15,1 1 0 0,-1-1-1 16,0 5 1-16,-4 2 1 0,-2 1-2 15,4 0 2-15,2 0-2 0,3 10-1 16,-1 4 2-16,2 2 2 0,-4-1-2 0,3 2 2 16,1 0-2-16,-4-8-5 0,3 2 0 15,-1-3-4-15,2-4-14 0,11 2-26 16,-7-1-80-16,9-4-173 16,-11 1-13-16</inkml:trace>
  <inkml:trace contextRef="#ctx0" brushRef="#br0" timeOffset="18735.64">26529 16712 677 0,'0'0'46'15,"0"0"-12"-15,0 0-9 0,0 0-8 16,0 0-7-16,0 0-3 0,0 0 0 0,0 0 2 15,0 0-2-15,0 0 4 16,0 85-9-16,-4-41 2 0,2 6-2 16,-2-1-2-16,2 1 3 0,-2 3-1 15,4-5 1-15,0 4 4 0,0 0 4 0,0-2-2 16,6-1 3-16,-6-2-7 0,4-4-4 16,-4 0 3-16,2-2-4 0,-2-6 1 15,0-5 1-15,0-10-2 0,0-3-3 16,4-7-3-16,-4-5-6 0,2 0-12 15,-2-5-34-15,0 0-57 0,0 0-168 0,0-10-23 16</inkml:trace>
  <inkml:trace contextRef="#ctx0" brushRef="#br0" timeOffset="18984.98">26600 16905 585 0,'0'0'52'0,"0"0"-6"16,0 0-9-16,0 0-13 0,0 0-6 0,0 0-7 16,91-9-2-16,-71 21-2 0,-1 3-4 15,-5 0-1-15,1 3-3 16,-5-4-3-16,-4 2 0 0,-6-1 2 0,0 0-3 16,-10 5 3-16,-4-8-1 0,-11-2-2 15,-2 0 3-15,-4-5-1 0,2 0-1 16,0-3 2-16,8-2-6 0,3 0-10 15,9 0-24-15,3 0-27 0,6-5-64 16,9 2-142-16</inkml:trace>
  <inkml:trace contextRef="#ctx0" brushRef="#br0" timeOffset="19331.89">27044 16829 543 0,'0'0'21'0,"0"0"-5"16,0 0-9-16,0 0-5 0,0 0-2 15,0 0 1-15,-87-35 0 0,63 35 0 0,9 5 1 16,-1 1 1-16,3-2 4 0,9 2 4 16,-2 2 3-16,6 1 2 0,0 4-1 15,2 6-4-15,10 1-5 0,7 0-2 16,-1-1-1-16,3-1-3 0,0 0 1 15,-1-1-1-15,3 0 0 0,-2-1 0 0,-3-2 0 16,-9-1-1-16,1-6 0 0,-8-6-1 16,-2 6 2-16,0-2 1 15,-8 5 3-15,-9 2 3 0,-5-3 0 16,-7-1 1-16,0-2 0 0,-2-2-2 0,-2-4-2 16,6 0 1-16,4 0-6 0,9 0-3 15,9 0-14-15,3 0-50 0,0 0-136 16,2-10-82-16</inkml:trace>
  <inkml:trace contextRef="#ctx0" brushRef="#br0" timeOffset="19591.87">27542 16549 614 0,'0'0'52'0,"0"0"-6"16,0 0-11-16,0 0-8 0,0 0-8 0,0 0-9 15,0 0 2-15,0 0-1 0,0 0 0 16,27 45 1-16,-35-4-3 0,-7 1-4 16,-3 7-3-16,-1 1 1 0,5 0-3 15,1 0 0-15,3-3-1 0,4-3 0 16,6-3-4-16,0-5 0 0,6-7-9 0,4-7-15 15,-3-12-37-15,1-2-60 16,-2-8-171-16,2 0-3 0</inkml:trace>
  <inkml:trace contextRef="#ctx0" brushRef="#br0" timeOffset="19998.78">27439 16829 515 0,'0'0'16'0,"0"0"-4"16,95-5-7-16,-60 5-3 0,2-2-1 15,-4-3-1-15,1 0 0 16,-3-1 1-16,0 2 0 0,-9-4 2 0,3 4 4 16,-10 1 10-16,1-4 7 0,-8 4 9 15,-3 2-3-15,1-1-6 0,-6 2-6 16,0 0-5-16,0 2-1 0,0 12 0 15,0 8-3-15,-6 9-2 0,-1-2-3 16,1-2-4-16,2 0 2 0,4-6-5 0,0-1 2 16,4-1 0-16,9-7 0 0,-3-2 1 15,6-2 0-15,-1-4 0 16,-1-4 1-16,9 0 0 0,-4 0 0 16,1-7 1-16,-1-4 1 0,-5 0 1 0,-1-2 0 15,-7-4 4-15,0-3 1 0,-4-2 1 16,-2-6-1-16,0 1 0 0,-6-2-3 15,-6 3 2-15,1 4-6 0,-7 5 0 16,-1 6-1-16,-6 2-4 0,5 6 0 16,-5 3-6-16,4 0-7 0,7 6-23 0,3-3-40 15,5 0-158-15,6 1-67 0</inkml:trace>
  <inkml:trace contextRef="#ctx0" brushRef="#br0" timeOffset="20365.56">28948 16591 537 0,'0'0'39'0,"0"0"-4"16,0 0-8-16,0 0 1 0,-103-3-5 15,72 14-6-15,-2 5 1 0,2 4-6 16,2-1-4-16,-2 4-1 0,6 0-5 16,6 1-2-16,5 0 1 0,5 1-1 15,5 1 2-15,4-2 1 0,0 2-3 16,4-2 0-16,5-1 0 0,3 0-3 15,0-4 1-15,-3-1-8 0,9-1-7 16,-5-2-27-16,7-2-28 0,-3-6-63 0,0 1-140 16</inkml:trace>
  <inkml:trace contextRef="#ctx0" brushRef="#br0" timeOffset="20681.97">29151 16715 553 0,'0'0'49'0,"0"0"-2"0,0 0-8 15,0 0-6-15,-85 33-12 0,66-11-8 16,1 2-3-16,1 4-5 0,5 0 0 16,1 1-2-16,9 0-2 0,-2-3-1 15,4-4 2-15,0 0-3 0,10-4 1 16,-1-1 0-16,7-4 0 0,1-3 0 0,6-3 1 15,-3-4 1-15,1-3-2 0,0 0 1 16,-3-9-2-16,1-3-2 16,-5-5 2-16,-1-3 2 0,-7-7-1 15,0-3 2-15,-6-4-4 0,0 1-1 0,0-2-1 16,-8 3-4-16,-5 8-1 0,-1 4-4 16,-5 7-15-16,-6 5-31 0,1 3-65 15,3 4-159-15</inkml:trace>
  <inkml:trace contextRef="#ctx0" brushRef="#br0" timeOffset="21012.37">29351 16612 696 0,'0'0'40'16,"0"0"-7"-16,0 0-9 0,0 0-8 15,0 0-5-15,72 100-6 0,-59-72-2 16,-1 0-3-16,1 6 1 0,1-2 1 0,-2 1-2 16,1-1-2-16,-1-2 0 15,1-4-2-15,-7-8 0 0,0-7 1 0,-4-5 2 16,-2-6 4-16,0 0 1 16,0 0 3-16,0 0-1 0,0-2 0 0,0-13 2 15,0-9 1-15,0-6 1 0,4-4 3 16,-2 1-5-16,5-2-3 0,-1 1-3 15,2 3-3-15,4 3 0 0,-1 4 1 16,-1 4-2-16,7 2 2 0,-9 6-1 16,2 5-3-16,-1 0 0 0,-7 6-6 0,4 1-12 15,-2-4-21-15,2 4-50 0,0-1-203 16,7 1-13-16</inkml:trace>
  <inkml:trace contextRef="#ctx0" brushRef="#br0" timeOffset="21452.29">29767 16643 670 0,'0'0'41'0,"0"0"-8"0,0 0-9 0,0 0-8 16,0 0-3-16,0 0-6 0,0 0-6 16,0 0 2-16,0 0-3 0,70 66 1 15,-64-54 0-15,0 0-1 0,0-4-1 16,1-1 1-16,-5 1 1 0,2-5 1 15,-2 0 3-15,-2-3 0 0,0 0 0 0,0 0-1 16,4 1 0-16,-4-1 3 0,0 0-3 16,0 4 0-16,0-4 0 0,2 0-3 15,-2 0-1-15,0 0 0 16,0 0 0-16,0 1 0 0,0-1 1 0,0 2-2 16,0 0 0-16,0 3 1 0,0 1-2 15,0 1 2-15,0-2 1 0,0-5-1 16,0 0 2-16,0 0 1 0,0 2-2 15,0 0 2-15,0-2 0 0,0 0 1 16,6-5 4-16,0-7-1 0,3-3 3 0,-3-2 0 16,4-1-2-16,-3-1-2 0,-3 3 0 15,6-4-4-15,-2-3 0 0,5 4-3 16,-1-4 2-16,3 2 0 16,1 2 0-16,3 0-2 0,-11 7-2 0,4 1-4 15,-5 7-3-15,-1 0-8 0,-4 3-18 16,4 1-40-16,0 6-136 0,9 6-98 15</inkml:trace>
  <inkml:trace contextRef="#ctx0" brushRef="#br0" timeOffset="21779.15">30234 16772 358 0,'0'0'63'0,"0"0"-15"15,0 0-16-15,78-13-13 0,-53-1-1 0,-6-2 0 16,1-4 3-16,-3 1 3 0,-7-5 2 16,1 2-2-16,-9-1-2 0,-2 1-5 15,0 6-2-15,-7 1-3 0,-7 4-2 16,-5 5-3-16,-5 4 0 0,-3 2 0 15,0 4 1-15,-4 6 3 0,2 4 0 0,0 4 3 16,6 2-3-16,5 0-2 0,3 1-1 16,5 0-3-16,10-1-4 0,0 0 1 15,10 3-3-15,7-7-3 16,5 2-9-16,-1-2-16 0,4-4-28 0,2-6-43 16,-2-5-144-16,-5-1-44 0</inkml:trace>
  <inkml:trace contextRef="#ctx0" brushRef="#br0" timeOffset="22056.25">30674 16504 664 0,'0'0'44'0,"0"0"-15"15,0 0-7-15,0 0-6 0,0 0 4 16,0 0-7-16,-76 68-3 0,55-43-2 16,6-1-5-16,5 2-1 0,4-3-2 0,6 0-1 15,0-3-2-15,10 0-2 0,5 0-8 16,1-1-12-16,5 0-13 0,0-1-15 16,3-1-36-16,-3-2-68 0,-2-4-117 15</inkml:trace>
  <inkml:trace contextRef="#ctx0" brushRef="#br0" timeOffset="22467.53">30932 16331 570 0,'0'0'44'15,"0"0"2"-15,0 0-3 0,0 0-14 16,0 0-8-16,0 0-6 0,0 0-3 15,-33 97 0-15,27-66-8 0,-4 0 1 0,4 0-5 16,-3 1-2-16,3-4 1 0,-2 0-5 16,2-2 0-16,-1-3-2 0,1-7-3 15,2 1 0-15,2-7-3 0,2-5-2 16,0 1 2-16,0-6 1 0,-2 0 4 16,2 0 2-16,0 1 0 0,0 1 0 15,0-2 3-15,0 0 2 0,-4 2 4 16,4-2 2-16,0 1 1 0,-6 2 2 15,4 0 1-15,-5-1 0 0,1 4-2 16,2-2 0-16,2 0-3 0,-2 3-1 0,2-2-1 16,2-1-1-16,-4 1-1 0,4-5 0 15,0 6 1-15,0-1-2 16,0-1 4-16,0 2-1 0,0-6-1 16,0 0 1-16,0 0-1 0,0 1 0 0,0 3 1 15,0-4-4-15,0 1-1 0,0 1-3 0,0-1-1 16,0 5-2-16,0 0-7 15,0-1-18-15,0 9-19 0,0-10-51 16,4 2-100-16,-4 0-43 0</inkml:trace>
  <inkml:trace contextRef="#ctx0" brushRef="#br0" timeOffset="22784.53">30746 16648 655 0,'0'0'66'0,"0"0"-18"0,0 0-20 16,0 0-15-16,0 0-3 0,0 0-5 16,0 0 0-16,83-37-2 0,-56 34-1 15,6-1-1-15,0 1-1 0,4 1 0 16,7-2-2-16,-5 1 1 0,2-1 0 15,5 0 4-15,-3 1-1 0,3 2 0 0,-1-2-2 16,-6 2-1-16,-8 1-1 0,-8 0-4 16,-6 0-5-16,-11 0-3 0,0 0-6 15,-10 0-21-15,-8 0-38 0,-9 0-179 16,-6 4-36-16</inkml:trace>
  <inkml:trace contextRef="#ctx0" brushRef="#br0" timeOffset="23671.24">25703 17720 595 0,'0'0'56'0,"0"0"-4"16,0 0-6-16,0 0-16 0,0 0-4 16,0 0-6-16,0 0-5 0,0 0 3 15,0 0-7-15,0 0-1 0,12-6-2 16,-18 33-4-16,-7 1 1 0,3-4-3 0,-6 2 0 15,3-1-3-15,3 0 3 16,-3-1-2-16,9-6 0 0,2-7-1 0,-2 1-1 16,4-1 3-16,0-1-2 15,10 1-2-15,3-8-8 0,3-3-13 0,9-11-31 16,-4-1-48-16,4-6-104 0,-5-2-88 16</inkml:trace>
  <inkml:trace contextRef="#ctx0" brushRef="#br0" timeOffset="23819.31">25818 17553 620 0,'0'0'45'16,"0"0"-11"-16,0 0-12 0,0 0-14 0,0 0-5 16,0 0-6-16,0 0-11 0,0 0-31 15,0 0-47-15,0 0-122 0,7 27-53 16</inkml:trace>
  <inkml:trace contextRef="#ctx0" brushRef="#br0" timeOffset="24171.57">25926 17679 636 0,'0'0'58'0,"0"0"-4"0,0 0-18 16,0 0-14-16,0 0-11 0,16 93 2 15,-16-72-9-15,-2-5 1 0,-2-3 2 16,2-6-9-16,0-2 3 0,2-1-2 16,0-4-1-16,0 0 5 0,0 0 2 0,0 0 0 15,0 2 2-15,-4-2 2 0,4-2 4 16,0-12-1-16,4-8 2 0,0-6-5 16,9-2-7-16,-1 2 2 0,0 0-5 15,7 2-5-15,0 2 7 0,-1 3-4 16,3 4 4-16,0 5 2 0,-9 3-4 0,2 6 2 15,3 3-3-15,-3 0 0 0,1 12 3 16,-5 6-1-16,-2 6 1 16,-1 4 2-16,-3-1-3 0,-2 0 0 15,-2 1 0-15,2-1-1 0,-2 0 2 0,4-4-2 16,-2-7 0-16,2-5-6 0,-4-6-9 16,6 2-10-16,3 1-29 0,3 1-45 15,1 1-65-15,5-10-131 0</inkml:trace>
  <inkml:trace contextRef="#ctx0" brushRef="#br0" timeOffset="24538.34">26562 17630 570 0,'0'0'55'16,"0"0"-3"-16,0 0-11 0,0 0-13 15,0 0-5-15,-72-80-3 0,49 78-5 16,1 2-2-16,-1 5-2 0,2 3-3 0,3 1-4 16,3-2-2-16,7 6 1 0,4-5-1 15,4 5 2-15,0 2-3 16,6 0-3-16,6 3 2 0,3 0 5 0,6-3-2 16,1 1-3-16,3-4 0 0,-4 3-3 15,4-3 2-15,-9 3 0 0,3-1-2 16,-5 0 3-16,-4-2 1 0,-3-8 7 15,-7 7-3-15,0-6-4 0,0 4-1 16,-7 0-4-16,-3-5 6 0,-4 1-2 16,-7-2 1-16,2-3 1 0,-7 0-4 0,1 0 4 15,10 0-3-15,-3 0-4 0,9 0-12 16,3-4-25-16,0 0-63 0,6-2-172 16,0-3-25-16</inkml:trace>
  <inkml:trace contextRef="#ctx0" brushRef="#br0" timeOffset="24779.54">26765 17447 684 0,'0'0'53'0,"0"0"-12"15,0 0-4-15,0 0-11 0,0 0-2 16,0 0-3-16,0 0-9 0,0 0 1 15,-19 106-7-15,15-71 1 0,-2 0-6 0,0 0 0 16,2-3 2-16,2 0 1 0,2-3-2 16,0-4-1-16,0-2-3 0,2-8-2 15,2 2 3-15,-4-2-11 16,2-1-9-16,-2-5-17 0,0-3-31 0,0-6-42 16,0 0-80-16,0 0-102 0</inkml:trace>
  <inkml:trace contextRef="#ctx0" brushRef="#br0" timeOffset="25434.9">26687 17717 557 0,'0'0'66'0,"0"0"-4"0,0 0-11 0,0 0-13 16,0 0-9-16,0 0-7 0,0 0-8 15,97-79-2-15,-64 73-2 0,-2 0-5 16,6 0-2-16,-4 3-1 0,2 1 1 15,-2 2-3-15,-2 2 0 0,-6 7 0 16,-4 3-2-16,-3 0 2 0,-11 7-1 16,-5 2 1-16,-2 3 4 0,-7 2-3 0,-3-2 1 15,-9 2-5-15,3-3 2 0,-1 1 3 16,5-6 4-16,0-1-1 0,5-10-6 16,7-3-1-16,0-4 2 0,-4 0 4 15,4 0-6-15,0 0 3 0,0 0-3 16,6-11-3-16,7-1 7 0,3-7-2 0,-1 2 1 15,-3-2-2-15,3 0 1 0,-1-1-1 16,-1 1 0-16,3 3 1 16,-3-1-2-16,-3 3 4 0,0 2-4 15,-2 1 1-15,-3 7 0 0,3-4-3 0,-2 2 4 16,-2 5-1-16,7-2 1 0,-1 3 0 16,2 3 0-16,3 6 3 0,-3 3-1 15,-4 1-1-15,3-1 1 0,-9 0-3 16,2 3 2-16,-4 1-1 0,0 6 1 15,0-5-1-15,0-1 2 0,0-9-2 0,0-2 0 16,-4 5 0-16,4-5 2 0,0 4 1 16,0 1-1-16,4-4 0 0,2 0-7 15,2-5 3-15,7 2 0 16,4-3 2-16,1-4 2 0,-1-4-3 0,1-7 1 16,-1-3-3-16,0-4 0 0,-5 1 2 15,3 0-2-15,-5-2 1 0,-4 8 2 16,-1 0 4-16,-5 5-1 0,2 6-1 15,-2 1-1-15,-2 3-4 0,0 0 3 16,0 0 4-16,0 0-1 0,-2 7 1 0,-9 6-1 16,3 4-6-16,2-4 5 0,4-4-1 15,-2 3 2-15,4-1-1 0,4 4-2 16,8 7-8-16,-1-2-14 0,1-6-37 16,0-3-84-16,-1-5-147 0,-1-6-17 15</inkml:trace>
  <inkml:trace contextRef="#ctx0" brushRef="#br0" timeOffset="25639.83">27751 17680 622 0,'0'0'53'0,"0"0"-12"15,0 0-13-15,0 0-13 0,0 0-3 16,0 0 2-16,0 0 1 0,0 0 0 0,-91 28-2 15,70-9-5-15,3 1-1 0,3 0-7 16,3 3 2-16,6-8-1 16,0-3 0-16,6 0-1 0,0 0-1 15,6 8-4-15,6 6-8 0,7-7-18 0,10-2-50 16,2-3-80-16,6-8-135 0</inkml:trace>
  <inkml:trace contextRef="#ctx0" brushRef="#br0" timeOffset="25901.28">28119 17424 636 0,'0'0'43'0,"0"0"-7"0,0 0-4 0,0 0-7 16,0 0 0-16,0 0-2 0,0 0-5 15,-31 79 0-15,23-47-6 0,2 1 0 16,-1-1-9-16,1 3 0 0,4-3 0 15,-2 1-1-15,4-6 0 0,0 1-1 16,0 1-1-16,4 0-5 0,-4-1 3 0,0 3-10 16,0-4-16-16,0 0-24 0,-4-8-34 15,4-9-51-15,-6 0-92 16,0-6-36-16</inkml:trace>
  <inkml:trace contextRef="#ctx0" brushRef="#br0" timeOffset="26139.11">27964 17779 536 0,'0'0'68'16,"0"0"-12"-16,0 0-16 0,50-83-10 16,-30 72-16-16,5 3-2 0,2 1-5 0,4 2-2 15,2 2-2-15,2 3-3 0,2 0 1 16,1 0-1-16,-3 0 4 0,2 0-3 16,-8 0 1-16,2-1-2 0,-10 1 3 15,-3 0 7-15,-7 0-3 0,-5 0 4 16,-2 4 2-16,0 8 2 0,-4 7-2 0,0 8-1 15,-6 5-5-15,-2-1-3 0,-5-3 3 16,1-2 0-16,1-2-3 16,7-9-2-16,4 1-2 0,0-5-6 15,0-1-9-15,0 0-18 0,4-5-39 0,3-5-72 16,-3-8-137-16,2-9-14 0</inkml:trace>
  <inkml:trace contextRef="#ctx0" brushRef="#br0" timeOffset="26278.98">28493 17535 547 0,'0'0'44'15,"0"0"-10"-15,0 0-15 16,0 0-14-16,0 0-13 0,0 0-23 0,0 0-74 16,0 0-152-16,85 60 9 0</inkml:trace>
  <inkml:trace contextRef="#ctx0" brushRef="#br0" timeOffset="27015.54">28851 17618 664 0,'0'0'57'0,"0"0"-5"15,0 0-15-15,0 0-11 0,0 0-14 16,0 0-2-16,-79 82-5 0,73-62-2 15,0-8-2-15,2 3 0 0,2-6-2 16,2 4-1-16,0 4 1 0,0-6 3 16,0 1-1-16,0-4 1 0,2-5-2 0,4 1-2 15,0 3 3-15,-2-4 0 0,5-3 0 16,-1 0-1-16,4-10 1 0,1-3 1 16,-1 1-2-16,-4-1 1 0,3-4-2 15,-3 0 0-15,2 0 3 0,-2-2-4 16,1-1 1-16,-3 6 1 0,0-1 1 0,0-2-3 15,1 2 2-15,3-5-2 0,-4 8 1 16,2-3 3-16,1 6-1 16,1 1-1-16,2 0 1 0,-3 6-1 15,-1 2-1-15,8 0 0 0,-9 0 0 0,5 7 2 16,-4 7 1-16,-1 4 0 0,-5 5-3 16,2 1 1-16,-4 2 0 0,0 1 1 15,-4-4 1-15,-3 3 0 0,5-8 1 16,-4-3-3-16,4-4-1 0,2-7 3 15,-4 3-2-15,4-7 4 0,0 0-3 0,0 0-5 16,0 1 3-16,0-1 4 0,6-1-2 16,2-10 1-16,5-6 2 0,3-3-7 15,-3-1 6-15,-3-5-6 16,2 2 2-16,5-2-2 0,-5 1 4 0,3 2-3 16,-1 0 1-16,-1 3 0 0,-1 5-1 15,-6 7 5-15,-4 5-2 0,-2 3-3 16,0-1 2-16,5 1-3 0,1 7 2 15,0 6 2-15,0 6-1 0,-4 4 4 16,2-2-2-16,-2 5 1 0,3-6-4 0,-3-3 2 16,4-4 1-16,0-5 0 0,0-2-4 15,0 2 2-15,1-3 0 0,-1-1-1 16,-4-3 2-16,6 2-1 16,5-3-1-16,-1-4 1 0,7-5-2 0,-5-4 0 15,-2 1 1-15,1-3 1 0,-3-2 1 0,-2-3-1 16,1 1 2-16,1 1-3 15,-4 1-1-15,3 3 1 0,-3 5-1 16,0 2 1-16,-4 1 2 0,4-1-2 16,0 7-3-16,-1-3 0 0,1 2-4 0,-6 1-8 15,2 0-13-15,4 0-28 0,-2 0-46 16,0 0-110-16,-4 0-82 0</inkml:trace>
  <inkml:trace contextRef="#ctx0" brushRef="#br0" timeOffset="27420.66">29707 17262 585 0,'0'0'66'0,"0"0"-8"16,0 0-19-16,0 0-3 0,0 0-12 0,0 0 3 16,0 0-8-16,0 0-5 0,0 0 5 15,0 0-11-15,12-18 12 0,-16 40-9 16,-4 11-3-16,-3 9 3 0,3 1-7 15,0 6 0-15,2-2-4 0,-1 0 4 16,1-1-6-16,0-4 6 0,2-7-4 0,2 0 0 16,2-15 1-16,0-5 0 0,0-6-2 15,0-3 3-15,0 0-4 0,0 0 0 16,0-6-3-16,0 0-10 16,0 0-12-16,0 2-17 0,0-2-38 0,0 0-72 15,0 0-147-15,0-2-5 0</inkml:trace>
  <inkml:trace contextRef="#ctx0" brushRef="#br0" timeOffset="27847.85">29585 17899 558 0,'0'0'73'0,"0"0"-13"16,0 0-14-16,0 0-6 0,0 0-11 15,0 0-8-15,0 0-3 0,0 0-5 0,0 0-4 16,0 0 3-16,31-43-3 0,-31 43 0 16,-4 8 2-16,-5 7-5 0,3-1 0 15,0-1-2-15,0-2-6 0,6-6 4 16,-2 7 2-16,2-4-3 0,0-1 1 15,0 1-5-15,0-8-1 0,0 0 4 0,0 0 0 16,0 0 2-16,0 1 0 0,2-1 1 16,6-4-2-16,2-8-3 0,-1-2 4 15,-3 5 2-15,-6 5 0 16,0 4 2-16,0 0 0 0,0 0-3 0,-2 0-4 16,-5 0 7-16,-5 0-5 0,-2 0 2 15,3 2 5-15,3 3-9 0,8-1-2 16,0-4-2-16,-4 0 2 0,4 0-3 15,0 0-10-15,0 2-10 0,0 0-32 16,-2-1-62-16,2 2-183 0,-4-3-18 0</inkml:trace>
  <inkml:trace contextRef="#ctx0" brushRef="#br0" timeOffset="28734.76">31042 15938 446 0,'0'0'64'0,"0"0"-10"0,0 0-5 16,0 0-2-16,0 0-8 16,0 0-5-16,0 0-6 0,0 0-6 0,0 0 0 15,0 0-4-15,-12-68-3 0,12 59-9 16,8 3 2-16,8-2-7 0,5 2 4 15,6 6 3-15,10 0-4 0,4 12 5 16,9 5-6-16,4 8-2 0,2 7-2 16,1 14-1-16,-1 13 0 0,0 14-2 0,-8 13 1 15,-5 13 1-15,-10 8-3 0,-12 6 3 16,-9 4-4-16,-12 3-2 0,-2-2 3 16,-21-7-5-16,-10-7 6 0,-6-15 2 15,-2-9-3-15,-9-8 8 0,5-9-7 16,3-6 4-16,1-7 4 0,2-8-2 0,4-5 5 15,-3-4-3-15,3-6 3 16,0-2 2-16,6-3-2 0,2 1-1 16,4-6 2-16,5-2-5 0,8-4 3 15,-1-2 1-15,5-2-4 0,4-4-2 0,-2 2 1 16,4-5-3-16,0 0 3 0,0 0 0 16,-2 2-3-16,2-1 3 0,-4 1-1 15,4 0-1-15,-2-2 1 0,2 0 0 16,0 0 0-16,0 2-3 0,-5-2-1 15,5 2-5-15,0-2-10 0,0 0-25 0,0 1-64 16,0-1-188-16,0-10-24 0</inkml:trace>
  <inkml:trace contextRef="#ctx0" brushRef="#br1" timeOffset="50654.76">9569 13139 411 0,'0'0'56'0,"0"0"-9"0,0 0-5 16,0 0-8-16,0 0-4 0,0 0-6 0,0 0-4 15,0 0-5-15,0 0-1 0,12-32-4 16,3 35 0-16,5 8-3 0,-3 4-1 16,3 2-3-16,-1 2 0 0,0 3 3 15,-3 0-5-15,1 1 4 0,-3 2-5 16,5-2 0-16,-5-1 1 0,1-1-1 0,-3-1 0 15,1-2 1-15,-1 0 1 16,0-1-1-16,-5-5 0 0,1 0-1 16,-4-4 0-16,-2 0-2 0,4 0 1 15,-6-4-2-15,4 3-1 0,-2-2-1 0,-2-1-4 16,5 5-16-16,-5-4-23 0,2 0-46 16,-2-1-102-16,0-4-68 0</inkml:trace>
  <inkml:trace contextRef="#ctx0" brushRef="#br1" timeOffset="51247.17">10003 13171 514 0,'0'0'47'16,"0"0"-8"-16,0 0-7 0,0 0-10 15,0 0-6-15,0 0-8 0,0 0-4 16,0 0-2-16,0 0 0 0,0 0-1 0,14-32 0 16,-14 30 0-16,0 2-1 0,0 0 1 15,0 0 2-15,0 0-3 0,-6 8 3 16,-2 4-1-16,-3 8 0 0,5 1 3 16,-6 3-5-16,4 4 4 0,-5 2-7 15,-1 1 2-15,-1-1-1 0,-3-2 0 16,1 1 0-16,1-1-1 0,-1-4 0 15,3-6-1-15,5-4 1 0,3-6 1 16,2-5 2-16,4-3 0 0,0 0 2 16,0 0 2-16,0 1 1 0,-2 1 1 0,2-2-3 15,-4 0 1-15,4 0-3 0,0 0 1 16,0 0 1-16,0-5 1 0,0-3 0 16,0-5 1-16,0 1-1 0,0 5 0 15,0 3 2-15,0-2 1 0,0 0 0 16,0 0 0-16,0 1-1 0,0 5-2 0,0-1-1 15,0 1-2-15,0 0 0 16,0 0 0-16,6 0 0 0,-2 9 1 16,4 9 0-16,1 7-1 0,1 3 1 15,-2 2-2-15,3 5 1 0,-5 2-2 0,-2-1 2 16,2-1-2-16,-2-2 2 0,-2-3-1 16,-2-10 0-16,0-1-1 0,0-7 1 15,0-6 1-15,0 5-1 0,4-5 0 16,-4-1 0-16,0 0 2 0,0-5-2 15,0 0 1-15,0 0 1 0,0 2-2 0,3-1 0 16,-3 1-3-16,0 0-5 0,0-1-7 16,4-1-21-16,-4 0-34 15,0 2-79-15,0-2-129 0</inkml:trace>
  <inkml:trace contextRef="#ctx0" brushRef="#br1" timeOffset="51995.9">10061 13778 541 0,'0'0'46'16,"0"0"-5"-16,0 0-9 0,0 0-10 15,0 0-7-15,0 0-3 0,86-39-3 16,-67 26-1-16,-4 0-3 0,1-1 1 15,-1 1-1-15,-3-3 2 0,-4 0 1 16,3-4-1-16,-9-2 2 0,2-2-4 16,-4 1-1-16,0 5 0 0,0 0-1 0,0 6 0 15,0 0-3-15,-4 1 0 0,-3 2 1 16,5 0-1-16,-2 4 0 0,2 2-1 16,-4 3-2-16,-6 0 0 0,-7 8 0 15,-2 7 2-15,3 3-1 0,3 5 1 16,3 4 0-16,-1 1 1 0,5 0-2 0,2 0 3 15,0-1-3-15,6-3 1 0,0-1-1 16,0 0 2-16,6-4-1 16,2-2 3-16,0 0-2 0,5-2 0 15,3-2 0-15,5-3 1 0,0-2 1 0,6-2 0 16,2-3-1-16,4-3 1 0,-2 0 0 16,-2-2 0-16,2-5 0 0,-5-4 1 15,-1-1 0-15,0-3-1 0,-8-2 0 16,1-3 1-16,-1-3 0 0,-7-1-2 15,0-3 2-15,-3-2-3 0,-1-1 1 0,-6 3-1 16,0 5 2-16,0 4-2 0,0 6 0 16,0 1 1-16,-4 0 0 15,2 7 0-15,-5-2 0 0,3 4-2 16,2-1 0-16,-8 2 1 0,8 1-2 0,-6 0 2 16,-5 6-1-16,7 0-1 0,-4 6 2 15,8-3 0-15,-3 2-1 0,5 6 3 16,0-2-3-16,0 4 1 0,7-2 0 15,3 0-1-15,2-1 1 0,-3 0 0 16,3 0 0-16,3 0 0 0,-3 0-1 0,2 0 2 16,-1-1-1-16,-1-1 0 0,-1-4 0 15,-3-1-1-15,-2-1-1 0,-4-5 1 16,2 4-2-16,-2-2 0 16,-2-1 0-16,0 5-3 0,0-1 4 0,-10 2 2 15,-7 3 7-15,-1-6-4 0,5-2 0 16,-1-2-1-16,2-1 3 0,-1-1 0 15,3 2 3-15,4-3-4 0,-1 1-1 16,7-1-5-16,-4 0-1 0,-2 0-3 16,0 0-9-16,0 0-19 0,4 0-33 0,2 0-85 15,-5 0-135-15</inkml:trace>
  <inkml:trace contextRef="#ctx0" brushRef="#br1" timeOffset="52429.9">10923 13186 679 0,'0'0'54'0,"0"0"-14"0,0 0-9 16,0 0-8-16,0 0-6 0,0 0-6 15,0 0-6-15,0 0-3 16,0 0-3-16,0 0 1 0,-13-24-1 0,13 48 0 16,0 9 5-16,2 5-5 0,2 5 4 15,-4 1-3-15,3 1-2 0,-3 1 2 16,0-1-2-16,4 2 2 0,-4 1-2 15,2-3 2-15,0-3-1 0,2 0 1 16,-2-7 0-16,-2-3 1 0,4-4-1 0,-4-9 2 16,2-1 2-16,-2-8-3 0,0-4 2 15,0 0-7-15,0-1-1 0,0 0-9 16,0-1-10-16,0 2-17 0,0-6-35 16,0 0-54-16,0 0-157 0,0 2 9 15</inkml:trace>
  <inkml:trace contextRef="#ctx0" brushRef="#br1" timeOffset="53389.06">10978 14183 399 0,'0'0'41'0,"0"0"0"0,0 0 0 0,0 0 0 16,0 0 3-16,0 0-2 0,0 0-3 16,0 0-5-16,0 0-8 0,0 0-4 15,17 0-3-15,-15 0-4 16,-2 0-4-16,0 0-3 0,0 0-3 0,0 0-2 16,0 0-2-16,0 0 2 0,0 2-2 15,0 4 1-15,0 4-1 0,0 1-1 16,-2-7 0-16,-2 7 0 0,4-6 1 15,-2-1 0-15,2 3-1 0,0-7 0 16,0 0 1-16,0 0-1 0,0 1 3 0,0-1-2 16,0 0 0-16,0 1 1 0,0-1-1 15,0 0 1-15,0 0-1 0,0 0-1 16,0 0 1-16,0-1 0 0,0 0 0 16,0-1 1-16,0 1-2 0,0-1 0 15,0 0 0-15,0 2-2 0,0-1 4 16,0 1-2-16,0 0 1 0,-4 0 1 15,4 0-1-15,-2 0 1 0,-3 0-2 16,5 0 2-16,0 0 0 0,0 0 0 16,0 0 0-16,0 0 1 0,0 0-2 0,0 0-1 15,0-5 0-15,7-1 0 0,-3-2 1 16,-2 6 1-16,4-1-1 0,-6 3 2 16,0-2 0-16,0 2-1 0,0-1 2 15,0-1-1-15,0 0 1 0,0 1 0 16,0 1-3-16,-2 0-1 0,-4 0 0 0,-5 0 1 15,3 8 0-15,2-1 2 0,-2-1-3 16,8-1 0-16,0-5 0 16,-4 0 0-16,4 0 1 0,0 1 0 15,0 1 0-15,0-1 0 0,0 1-1 0,0-1 1 16,0-1-1-16,6 0 0 0,0 0 1 16,0 0-1-16,0 0 1 0,-6 0 1 15,0 0 0-15,0 0 0 0,0 0 0 16,0 0 0-16,0-4-2 0,-4 1 1 15,0 0 0-15,-6 1-1 0,2 2 0 0,-9 6 1 16,11 0-1-16,-5 5 2 0,5-5-2 16,0-3 0-16,6 2-1 0,0-5 1 15,-4 0 1-15,4 0 1 0,0 1-2 16,0 1 0-16,0-1-1 0,10-1-1 16,3 0 3-16,-5 0-2 0,0-1 2 15,5-4-1-15,-9 2 1 0,2 2 0 16,-6 1-1-16,0-2 0 0,0 2 0 15,0-2-1-15,0 1-1 0,0 1 2 16,0-2-1-16,-4 2 1 0,-4 0-1 0,-3 0-1 16,3 0 0-16,2 2-3 0,4 1-7 15,2 0-17-15,0 2-65 0,2-1-207 16,6-2-27-16</inkml:trace>
</inkml:ink>
</file>

<file path=ppt/ink/ink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9-01T20:16:58.100"/>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7030A0"/>
    </inkml:brush>
    <inkml:brush xml:id="br2">
      <inkml:brushProperty name="width" value="0.05292" units="cm"/>
      <inkml:brushProperty name="height" value="0.05292" units="cm"/>
      <inkml:brushProperty name="color" value="#00B050"/>
    </inkml:brush>
  </inkml:definitions>
  <inkml:trace contextRef="#ctx0" brushRef="#br0">4783 4135 573 0,'0'0'61'16,"0"0"-12"-16,0 0-19 0,0 0-7 0,-33-87-4 15,29 77-3-15,-2-1-2 0,6 6-1 16,-2 1-4-16,2 4-2 0,0-2-2 16,0 2-2-16,0-2-3 0,-4 2 0 15,4-1-2-15,0 2 2 0,0 13 1 16,0 11-1-16,4 10 4 0,4 5-6 15,-2 5 2-15,3 3 0 0,1 2 2 16,-8 0-4-16,4 0 5 0,-2-3-4 16,3-4 1-16,-7-2 4 0,2-6-6 15,-2-4 7-15,4-9-6 0,-4-2 1 0,0-8 0 16,2-2 0-16,-2 1 1 0,0-6-1 16,0 1 0-16,0-6 0 0,0 0 1 15,0 0-1-15,0 1 2 0,2 1-3 16,-2-1 0-16,0 1-4 0,0-2-11 15,0 0-19-15,0 1-27 0,0-1-45 16,-4-6-85-16,-9-7-86 0</inkml:trace>
  <inkml:trace contextRef="#ctx0" brushRef="#br0" timeOffset="372.26">4721 4092 660 0,'0'0'52'16,"0"0"-18"-16,0 0-9 0,0 0-6 0,0 0-6 16,-2-82-4-16,11 70-4 15,-3 5-3-15,10 2 1 0,-1 5-3 16,10 0 1-16,3 9-2 0,3 3-1 16,-4 5 1-16,0 1-1 0,-2 2-1 0,-6 1-1 15,-1 2-1-15,-5 2-2 0,-5 1 1 16,-2 2-1-16,-6-3 3 0,0 3 2 15,-12-4-1-15,-1-2 3 0,-5-6 0 16,1-2 1-16,-8-4 2 0,13-4-1 16,-9-2 1-16,3-4 2 0,-1 0-2 0,0 0 2 15,1-2-2-15,10 0-1 0,-5-1 0 16,5 0-1-16,2 2 0 0,2-1 1 16,4 2-3-16,0-1-1 0,0 1-5 15,-2 0-7-15,2 0-9 0,0 0-22 16,0 0-32-16,0 3-84 0,0 4-115 15</inkml:trace>
  <inkml:trace contextRef="#ctx0" brushRef="#br0" timeOffset="838.22">5366 4220 590 0,'0'0'48'0,"0"0"-7"16,0 0-10-16,0 0-8 0,0 0-3 15,-37-79-4-15,29 71-2 0,2 0-2 16,-1 3-4-16,-3 1-2 0,2 0-3 15,-5 4-2-15,-5 0 0 0,-1 3-1 16,-2 9 0-16,7 4 1 0,-5 4-2 0,5 5 2 16,2 2-3-16,1 3 2 15,3 2 0-15,2 2 0 0,2-3 0 16,-1 1 1-16,5-1-2 0,0-2 2 16,0-4-1-16,5 1 1 0,5-3 3 0,2 1-5 15,-3-1 5-15,3-2-4 0,0-1-2 16,3-2 1-16,-3-1-1 0,3-3 0 15,1-4 1-15,-3-2-1 0,-1-2 2 16,-4-3-1-16,5-1 2 0,-5-1 0 16,4-1 0-16,-1 0 0 0,-1 0-1 0,3-3-1 15,-3-2 0-15,-2 2-2 0,-4 0-4 16,0 2-6-16,1-2-12 0,-3 0-22 16,2-1-42-16,2 3-123 0,-6 1-70 15</inkml:trace>
  <inkml:trace contextRef="#ctx0" brushRef="#br0" timeOffset="1120.51">5627 3983 619 0,'0'0'27'0,"0"0"-6"0,0 0-10 0,0 0-6 16,0 0-5-16,0 0-3 0,80-34-2 15,-51 33-7-15,-6-2-15 0,8 3-21 16,-4-3-47-16,0 1-75 0,-2-1-75 15</inkml:trace>
  <inkml:trace contextRef="#ctx0" brushRef="#br0" timeOffset="1552.86">5575 3866 535 0,'0'0'41'0,"0"0"0"0,0 0-6 16,0 0-6-16,0 0-8 0,0 0-7 16,-4 98-4-16,10-69-3 0,4 3-3 0,-1 5 0 15,-1 4-2-15,2 7 0 0,-1 7 1 16,1 4 6-16,-4 3 1 0,0 0 4 16,1 1 3-16,-5-4-7 15,0-3 0-15,2-4-5 0,-2-4-2 0,4-4 1 16,-2-6-2-16,2-5 1 0,-4-4-1 15,3-10-1-15,1-3 0 0,-6-5 0 16,0-7 0-16,6 6 1 0,-6-6-1 16,2 1-1-16,-2-1 1 0,0-4 0 15,0 0-1-15,0 0 2 0,0 2-1 0,0 0 1 16,0-1-1-16,0-1 1 0,0 2 0 16,0-2 0-16,2 1-1 0,4-1 0 15,1 1-1-15,5-1-1 0,0 0 1 16,1 0-1-16,5 0 1 0,-3-1 0 15,10-5 0-15,-13 3-2 0,7-2 1 0,-9 1 0 16,2 1 0-16,1-2-2 16,-3 2 1-16,-6 1-3 0,2 2-4 15,-6 0-5-15,5 0-13 0,1 0-21 16,-4 0-39-16,4 0-90 0,-6 0-109 0</inkml:trace>
  <inkml:trace contextRef="#ctx0" brushRef="#br0" timeOffset="2216.64">6022 4307 686 0,'0'0'54'0,"0"0"-12"0,0 0-14 0,0 0-8 15,10-87-8-15,-4 69-4 0,6-1 0 16,-1 2-4-16,3 2-1 0,5 2-2 16,-5-1 0-16,5 5-1 0,-7 1-1 15,7 5 0-15,-5 2-1 0,5 1 0 16,2 1-1-16,-3 7-2 0,-3 5-3 15,-3 3-2-15,-6 3 0 0,-1 3-2 16,-5-1 3-16,0 1 0 0,-11 0 0 16,-1-2 6-16,-7-3 0 0,9-2 4 15,-1-7 0-15,-1 2 3 0,4-4 2 0,4-5 0 16,-7 2 2-16,5-3 1 0,0 0 1 16,2 0-2-16,-2 0 1 0,4 0-2 15,-5-3-2-15,7 2-1 0,0 1-4 16,0-5 0-16,2-1-2 0,5 0 2 15,9 0-1-15,-1 5 1 0,3 1 0 0,3 0-2 16,-2 3 0-16,1 4-2 16,-5 1-1-16,1 2-1 0,-8-2-2 15,3 3-1-15,-5 2-1 0,-4-2 3 16,-2 5 2-16,0 3 2 0,0-1-1 0,-8 6-1 16,-3-3 0-16,-7-1 2 0,1-2 5 15,-5 1-2-15,1-3 5 0,0-1-4 16,-2-1 6-16,7-4-2 0,-1-5 3 15,3-2 2-15,6-1 1 0,-5-2 0 16,3 0-2-16,-2 0 3 0,3-2-5 0,7-1-1 16,-4-2-4-16,0 1 1 15,6 1-5-15,-4 0 3 0,4 3-2 16,0-2-2-16,0 2-1 0,0-1-10 16,-2 0-9-16,2 1-33 0,0-3-79 0,12 0-159 15,2-2-8-15</inkml:trace>
  <inkml:trace contextRef="#ctx0" brushRef="#br0" timeOffset="2640.84">6507 4330 695 0,'0'0'40'0,"0"0"-9"0,0 0-8 0,0 0-10 16,0 0-3-16,0 0-4 0,2-83 1 16,7 60-3-16,1 1 2 0,-4 0 0 15,2 1 2-15,-1 1-2 0,-3 6 1 16,0-1-2-16,-4 6 0 0,4 3 1 15,-4 2-1-15,0 4-2 0,0-2-3 16,0 2-2-16,0 0-1 0,2 3 2 16,-2 17 1-16,0 10 1 0,0 13-2 15,0 4 0-15,-2 0-1 0,-4 0 2 16,0 0 0-16,-1-3 0 0,7-2 3 0,0-3-3 16,0-6 4-16,7-6-4 0,-3-9-1 15,0-2 1-15,0-8-1 0,-2 0-2 16,4 1 2-16,-6-4-4 0,7 3-2 15,-3-4-4-15,-4 0-7 0,0 1-9 16,0-5-11-16,0 0-20 0,0 5-34 0,0-1-70 16,0 4-115-16</inkml:trace>
  <inkml:trace contextRef="#ctx0" brushRef="#br0" timeOffset="2946.44">6406 4704 624 0,'0'0'65'0,"0"0"-12"0,0 0-17 16,0 0-14-16,0 0-7 0,0 0-5 0,0 0-2 15,0 0 0-15,0 0-2 0,0 0-1 16,85-2-1-16,-58-4-2 0,-3-1 0 16,1 0-2-16,0 0 1 0,-2 2 0 15,-7 1-1-15,-1 1 0 0,-7 1 0 16,-4 1-3-16,4 1 3 0,-8 0 0 15,5-2 0-15,1 2 1 0,0-1 0 16,0 1-2-16,-6 0 0 0,0-2 0 16,0 2-2-16,0 0-2 0,0 0-9 15,2 0-15-15,2 0-30 0,-4 0-67 0,2 0-163 16,-2 0-9-16</inkml:trace>
  <inkml:trace contextRef="#ctx0" brushRef="#br0" timeOffset="3189.6">6970 4371 733 0,'0'0'36'0,"0"0"-6"0,0 0-14 16,0 0-10-16,0 0-8 0,0 0-5 0,0 0-3 16,0 0-11-16,0 0-13 15,0 0-32-15,11-9-53 0,-11 11-159 16,2 5 0-16</inkml:trace>
  <inkml:trace contextRef="#ctx0" brushRef="#br0" timeOffset="3388.44">6977 4635 586 0,'0'0'61'0,"0"0"-11"16,0 0-15-16,0 0-11 0,0 0-6 16,0 0 0-16,0 0-7 0,0 0-3 15,0 0-3-15,0 0-3 0,12 7-3 16,-6-7-3-16,0 0-5 0,1 0-18 15,-7 0-44-15,0 0-212 0,0 0-20 16</inkml:trace>
  <inkml:trace contextRef="#ctx0" brushRef="#br0" timeOffset="4312.45">7260 4400 648 0,'0'0'53'16,"0"0"-10"-16,0 0-16 0,-6-80-8 15,6 52-5-15,8 1-4 0,-2 0-1 0,6 1-3 16,-3 0-1-16,7 5-1 0,-5-1-2 16,5 6 0-16,-1 1-1 0,-3 6 0 15,0 1-1-15,-5 5-1 0,5 3-1 16,0 0-1-16,5 6-1 0,-1 9 0 15,-1 8 0-15,-3 6 0 0,-5 6 0 0,-5 1 1 16,2 5-2-16,-4 0 1 16,-6-2 0-16,-1 0 2 0,-5-3 0 15,-1-4 3-15,1-5 3 0,-2-1-3 16,-1-3 4-16,-1-5-4 0,3-1 1 0,-1-4 0 16,1-1-1-16,5-4 1 0,-4 1-2 15,5-3 1-15,-1-1 0 0,2 1 0 16,2-5 0-16,2 2 1 0,2-3 1 15,0 0 0-15,0 0 1 0,-4 0-1 16,-3 0 0-16,5-1 0 0,-4-8-1 16,0 1 1-16,0-2-1 0,4-1-1 15,2 0 1-15,0 1-2 0,0-1-4 16,0-4 5-16,2 6-4 0,6-3 4 16,-2 6-1-16,0-1 2 0,5 3-2 0,1 3-1 15,5-1-1-15,1 2-4 0,7 0 4 16,-6 5-1-16,-1 4 3 0,-1 1-4 15,-1 4 3-15,-3 0-4 0,-5-4-1 16,0 1 1-16,-1 1 1 0,-1-5 1 16,4 6 1-16,-4-6 1 0,1 0 0 0,1-2-1 15,-6-3 1-15,2 1-4 0,-4-3-9 16,0 0-14-16,0 0-41 0,0 0-87 16,2 0-134-16</inkml:trace>
  <inkml:trace contextRef="#ctx0" brushRef="#br0" timeOffset="5095.89">7936 4312 524 0,'0'0'45'0,"0"0"-6"0,0 0-9 0,0 0-4 16,0 0-1-16,0 0-1 15,0 0-1-15,12-88-2 0,-22 70-6 16,-1 1-3-16,-1 3-1 0,0 4-3 16,-1 2-2-16,5 2 0 0,-4 3-2 0,1-2-1 15,-3 4-2-15,-1 1-1 0,-3 0 2 16,-5 3-2-16,6 9 1 0,1 4 1 15,3 3-1-15,3 2 0 0,-2 4-1 16,5-3 1-16,3 3-2 0,4-3 0 16,0 1 0-16,4-1 1 0,5 0 0 0,3-2 1 15,3 0-1-15,1-2 0 0,-1-1-2 16,3-2 2-16,-3 2-1 0,1-2 1 16,-1 0 4-16,-1 0-4 0,-1-1 4 15,-3-4-3-15,0 1 0 0,-4-5-2 16,-1-3 0-16,-3 2 1 0,-2-5-1 15,0 0 3-15,0 6-3 0,0 5 0 16,-2 2-1-16,-11 2 0 0,-1-1 0 16,-5-2 2-16,1-1-1 0,-3-2 1 15,2-1 0-15,7-4 0 0,-3-1 2 0,3-2 0 16,0-1 3-16,-3 0-1 0,-1-4 3 16,1-5 0-16,1-2 0 0,1-2 0 15,7-4-1-15,0 3-4 0,6-2 1 16,0-4-2-16,0 0-5 0,2-6 4 15,8 4-4-15,-2 2 3 0,11 0 1 0,-4 3-1 16,3 0 2-16,1 4-2 16,-7 2 1-16,3 2 0 0,-9 3-1 15,0 3 0-15,-4 1 1 0,2-1-1 16,-2 0 2-16,2 1-1 0,3 0-1 0,-7 2-1 16,0-1-2-16,0 1-5 0,0-2-5 15,0 0-15-15,0-4-33 0,0 2-42 16,0-1-183-16,0 0-12 0</inkml:trace>
  <inkml:trace contextRef="#ctx0" brushRef="#br0" timeOffset="5766.43">7927 3939 715 0,'0'0'51'0,"0"0"-13"15,0 0-13-15,0 0-10 0,0 0-9 16,0 0-3-16,0 0-6 0,0 0 5 16,0 0-2-16,0 0 2 0,40-35 0 15,-26 29 0-15,-1 3-7 0,1-3 5 16,5 1-1-16,-11 2 1 0,15-3 1 0,-15 3 0 15,0 0-1-15,5-2 1 16,-9 4 0-16,2 0 1 0,-6 1-1 16,0-2 0-16,0 2 0 0,0 0 0 15,8 0-1-15,3 2 1 0,3 8 5 0,0 7-5 16,-1 3 5-16,-1 2-6 0,1 6 1 16,-1 2 0-16,0 6 0 0,3 5 2 15,-1 6-2-15,5 6 2 0,0 4-1 16,-5 4 1-16,3 1-1 0,-3 1 0 15,-6-1 4-15,3-4-3 0,-5-2 1 0,0-6-2 16,-4-4-1-16,2-3-2 16,-2-7 1-16,-2-4 0 0,2-10-1 15,-2-8 2-15,0-3-1 0,0-5 1 16,0-2-1-16,0 3 0 0,0-7 1 0,0 0 0 16,0 0 0-16,-2 4 0 0,0-1-2 15,-8 2 1-15,-2-2 0 0,-7-1 0 16,-4 0 0-16,0-2 0 0,-3 0-1 15,-1 0 1-15,0 0 0 0,0 0 0 16,-4-1 1-16,0 0-1 0,4 1 1 0,0 0-1 16,9 0 0-16,-1 0 1 15,11 0-1-15,2 0 1 0,-1 0 0 16,7 0 0-16,-4 0 1 0,2-2-1 16,-4 0-2-16,4 1 0 0,-4-1-2 0,6 2-2 15,0-2-2-15,0 2-4 0,0 0-4 16,-4-1-6-16,4 1-15 0,0-2-24 15,0 2-42-15,0-1-96 0,0 1-94 16</inkml:trace>
  <inkml:trace contextRef="#ctx0" brushRef="#br0" timeOffset="7937.51">5571 5607 497 0,'0'0'53'16,"0"0"-9"-16,0 0-7 0,0 0-8 0,0 0-6 16,0 0-6-16,0 0-2 0,0 0-4 15,0 0-3-15,0 0-3 0,-48-70-2 16,42 70-2-16,-6 0 1 0,-3 5-1 15,3 8 0-15,-3 7 1 0,3 4 0 16,0 5-1-16,5 6 2 0,1 1-1 0,0 3 1 16,2-2-1-16,4 0 1 15,0-1 4-15,0-2-6 0,0-1 3 16,6-3-3-16,0-1-3 0,0-3 1 16,5-2 1-16,-3-2 0 0,4-2-2 0,-3-2 1 15,1-3 1-15,-2-5-1 0,5-1 1 16,-7-4 0-16,2-2-1 0,3 0 2 15,1-3 0-15,2 0 1 0,-1 0-1 16,5-6 1-16,-3-4 2 0,-3-3-2 16,1-1 2-16,-1-1 1 0,-4-3-1 0,-1 0 1 15,-1-3 2-15,-4-2-1 0,-2-3 2 16,4-3-3-16,-4-1-4 0,0-5 3 16,-6-3-3-16,0-2 4 0,-7 1 1 15,1 0-2-15,-1 1 0 0,-1 3-1 16,-1 4 0-16,-1 6-1 0,3 3-1 15,5 10-1-15,2 5 0 0,-2 1-1 16,4 4 0-16,-3-1-3 0,1 3-3 16,0 0-5-16,4 5-9 0,-6 10-12 15,4-5-25-15,4 10-41 0,0 0-147 0,6 0-42 16</inkml:trace>
  <inkml:trace contextRef="#ctx0" brushRef="#br0" timeOffset="8436.89">5991 5654 619 0,'0'0'56'0,"0"0"-9"16,0 0-16-16,0 0-10 0,0 0-8 15,0 0-3-15,0 0-5 0,0 0-2 16,0 0-2-16,-44-33-1 0,34 41 0 0,-7 11 0 16,5 4-1-16,4 5 1 15,-3 6 1-15,3 3 1 0,6-1 4 16,-2 0-5-16,4 2 3 0,0-3-3 16,6 2-2-16,2-4 3 0,3-1-2 0,1-5 1 15,0-5-3-15,1-4 2 0,-5-5-1 16,7-1 1-16,-5-4 1 0,-2 0-2 15,0-4 1-15,3-1 0 0,-3 1-1 16,-4-2 1-16,9-2 1 0,-5 0 0 16,4-3-1-16,7-6 1 0,-7-1 0 0,-1-6 0 15,1 0 1-15,-6-2 0 0,4-4 1 16,-7-1 0-16,1-1 2 0,-4-2-1 16,0-3 0-16,-7-3-1 0,1-1-4 15,-4 0 4-15,-2-4-3 0,1 2 3 16,-1 2 1-16,-5 1-4 0,5 3 0 15,4 5 0-15,-1 7 0 0,-1 4-3 16,8 5 1-16,-2 5-3 0,2 0-1 16,2 3-4-16,0-1-6 0,0 1-8 15,-4 0-17-15,2 10-22 0,2 7-31 0,0 4-109 16,2 0-66-16</inkml:trace>
  <inkml:trace contextRef="#ctx0" brushRef="#br0" timeOffset="8892.4">6451 5628 638 0,'0'0'48'0,"0"0"-12"0,0 0-14 16,0 0-9-16,0 0-4 0,-78 41-3 15,66-19 1-15,3 0-2 0,-3 4 1 16,6 1-2-16,-5 2 1 0,5 1 2 0,4 2-4 16,2 0 4-16,0 1-4 15,0 1-1-15,2-1 2 0,11-2-3 16,-3 1 1-16,2-3-2 0,1-1 0 16,-3-2-1-16,7-1 2 0,-5-4-2 0,4-3 1 15,-3-3 0-15,-3-6-2 0,3-1 2 16,-5-4-2-16,0-4 1 0,9 0 1 15,-5 0 1-15,9-6 1 0,-7-6 0 16,-1-3-1-16,-1-2 0 0,-4-2 1 16,3-4 0-16,-9 0-1 0,2-3 3 0,-2-1-3 15,-2-2 1-15,0-3-1 0,-6-3 1 16,-3 0-1-16,-1-2-3 0,0 1 2 16,-7 3-4-16,5 3 4 0,-1 5 1 15,3 6-1-15,0 5 0 0,4 7-1 16,3 0-1-16,-3 4 0 0,2 1-2 15,4-2-2-15,0 4-9 0,-2-1-9 16,2 1-18-16,0 0-23 0,-4 1-35 16,4 8-98-16,0 2-70 0</inkml:trace>
  <inkml:trace contextRef="#ctx0" brushRef="#br0" timeOffset="9387.51">6935 5641 674 0,'0'0'34'16,"0"0"-8"-16,0 0-11 0,0 0-9 15,0 0-2-15,0 0-3 0,0 0 1 16,-74 82-1-16,72-57 1 0,-4 4-2 15,6 0 1-15,0 1 3 0,0 2-4 16,2 2 4-16,4-2-3 0,-2-1-1 0,4-2 0 16,3-5-1-16,-3-1 1 15,0-3-1-15,4-3 0 0,-1-1 1 0,1-2 0 16,-4-4-1-16,1-2 1 16,1-3 1-16,-2-2-1 0,3-1 0 0,-1-2 2 15,2 0 0-15,5 0 0 0,-3-5 0 16,1-6 0-16,-3-1 0 0,1-2 1 15,-1-1 2-15,-4 0 0 0,3-2 2 16,-5-1 0-16,0 6 3 0,-4-6-1 16,-2-2 1-16,0-2-2 0,0-6-4 0,-2-1 3 15,-4-1-5-15,-7 1 4 0,1-2-2 16,-7 2-1-16,1 2 0 0,-1 4-1 16,3 3-1-16,-1 4 0 0,1 2-1 15,-3 2-1-15,7 6-2 0,-1 0-3 16,5 3-2-16,-2 0-10 0,-3 1-14 15,5 2-35-15,-2 0-91 0,6 0-139 16,-3 2 6-16</inkml:trace>
  <inkml:trace contextRef="#ctx0" brushRef="#br0" timeOffset="11783.69">15896 4027 497 0,'0'0'53'0,"0"0"-9"15,0 0-6-15,0-78-4 0,0 65-6 16,0 1-2-16,0 5-7 0,0 2-4 16,0 5-7-16,0-2-6 0,0 2-1 15,0 2 0-15,0 16 3 0,-6 11 3 16,0 11-1-16,0 9 3 0,-1 4-6 15,1 3 3-15,-2 0-3 0,-2 1 2 16,1-4-4-16,-1-2 2 0,2-4-3 16,-5-2 0-16,7-5 4 0,-2-3-4 15,2-5 3-15,-1-11-2 0,3-3-2 0,4-5 1 16,-2-9-2-16,2 2 0 0,0-6-3 16,0 0-2-16,0 0-2 0,0 1-1 15,0 1-3-15,0 0-9 0,0-2-17 16,0 0-15-16,0-10-7 0,2-8 1 15,2-8 8-15,-2-4 6 0,3-5 11 0,-5-6 10 16,0-7 10-16,2-7 15 16,-2-6 1-16,0-1 6 0,0-2 8 15,4 5 6-15,-2 4 12 0,-2 8 4 16,0 8 4-16,0 11 2 0,4 6-1 0,-4 8 1 16,0 8-2-16,0 0-6 0,0 6-14 15,0-2-7-15,0 2-8 0,2-1-4 16,2 1 5-16,2 6 2 0,5 12 4 15,5 8 0-15,-1 4-4 0,3 8 0 16,1 4-3-16,2 3 0 0,3 5-3 0,1 5 2 16,-2-1-2-16,0-1 3 15,-1-1-2-15,1-5 1 0,-2-5 3 16,0-2-6-16,-3-5 4 0,-3-3-6 16,1-7 0-16,-6-1 0 0,1-9 0 0,-3-2 0 15,-4-4 0-15,-2-6 0 0,2 2-1 16,-4-5-2-16,0 0 0 0,0 0 1 15,2 2-2-15,-2-1-3 0,0 1-9 16,0-2-19-16,0 0-41 0,0 0-79 16,-6-5-145-16</inkml:trace>
  <inkml:trace contextRef="#ctx0" brushRef="#br0" timeOffset="11985.51">15801 4482 642 0,'0'0'32'0,"0"0"-6"0,0 0-11 0,0 0-4 16,0 0-7-16,0 0-1 0,0 0-1 16,95-15-4-16,-68 14-1 0,-8-1-6 15,1 2-23-15,-1 0-34 0,-7 0-104 16,5 4-114-16</inkml:trace>
  <inkml:trace contextRef="#ctx0" brushRef="#br0" timeOffset="14306.59">16372 4389 564 0,'0'0'39'0,"0"0"-6"15,0 0-12-15,0 0-6 0,0 0-6 16,-87-54-3-16,68 54-3 0,-1 0 0 16,-5 4 1-16,2 7 0 0,2 3-1 0,3 4 2 15,1 2-1-15,-1 1 1 0,5 0-1 16,5 2 1-16,2-2 1 0,-1-6-5 15,7 2 4-15,0 0-5 0,7-2 1 16,1 3 1-16,6-4-1 0,3-3-1 16,-1-6 0-16,-3 0-3 0,5-3 2 0,-3-2 1 15,1 0 0-15,5-2 1 0,-2-7 0 16,-1-2-1-16,-3-4 3 0,3-6 0 16,-3-3-3-16,-3-5 6 0,1-6-7 15,-1-3 3-15,-6-6 0 0,1-3-3 16,-7-6 3-16,0-2-2 0,0-1 2 15,-7 0-2-15,-3 4 2 0,-2 4 1 16,-3 7 0-16,3 6 4 0,-1 6-1 16,5 11 4-16,2 7-5 0,4 7 1 15,2 4-6-15,0-2 2 0,-4 2 1 0,-5 5-5 16,-1 8 6-16,2 10-3 0,2 6 0 16,4 6 3-16,2 4-1 0,2 5 1 15,4 3 0-15,2 2 0 0,4 1-1 16,1 1-1-16,-5-2-3 0,5-2 2 15,-1-1-2-15,-2-2 2 0,1-3 2 0,-1-2-4 16,-2-1 3-16,5-3-3 16,-1-4-2-16,0-4 3 0,1-4-2 15,-1-7 0-15,-4-5 0 0,5-4-1 16,-5-4 1-16,5-3 0 0,7 0-2 0,-1 0-1 16,6-7 1-16,-1-4 0 0,-5-1 1 15,-2-2 1-15,-1-2 2 0,-1-3-1 16,-3-2 2-16,-4-1 1 0,-2-3-5 15,1-2 5-15,-1 1-4 0,-2 6 3 16,-4-1 2-16,0 3 0 0,0 4 1 0,0-3 1 16,-6 2-2-16,0 6-1 15,-1-3 0-15,1 5 0 0,-4-1 0 16,0 0 1-16,-1 4-3 0,-7 0 0 16,3 3 0-16,1 1-1 0,-9 3 0 0,2 6 0 15,3 2 1-15,3 4 0 0,1 3 0 16,1 4 1-16,1 2 0 0,-1 2-1 15,7 1 5-15,4-1-6 0,-2 0 4 16,4-4-3-16,0-2-1 0,6-3 0 16,-2-5 0-16,5-3-1 0,3 0 2 0,-4-4 0 15,5 1 1-15,-1-3-1 0,1-3 0 16,5 0 0-16,-10 0 0 0,11-2 0 16,0-5 0-16,-7-1-2 0,5-4 2 15,-1 0 0-15,-3-3 1 0,-3-2 1 16,-4-3-4-16,0-3 4 0,-2-2-4 15,-2-4 5-15,-2-3 0 0,0-3-1 16,0-3 0-16,-2-6-1 0,-4-4 1 16,0-4-1-16,-2-3 2 0,2 1-4 15,-5 2 4-15,3 5-2 0,2 4 1 0,-5 9 1 16,7 11 1-16,0 4-2 0,2 9-3 16,-2 5 3-16,4 1-1 0,0 4 1 15,0-2 0-15,-2 5-2 0,2 15-1 16,-4 11 0-16,4 14 1 0,0 6 2 15,4 2-2-15,2 5 1 0,0 2-2 16,-2 0 1-16,7-2-1 0,-5-3 2 16,-4-5-1-16,8-2 1 0,-3-3 2 15,1-5-4-15,0-5 4 0,4-1-4 16,5-5 1-16,-3-4 1 0,1-4-2 0,4 0 1 16,-1-6 0-16,-3-2 0 0,-3-4 0 15,2-2 0-15,-7-3 1 0,9-2-2 16,-1 0 1-16,-1-3 1 0,5-6-1 15,-7-1 0-15,1-2 1 0,-1-1-1 16,-4-4 1-16,-2-1-1 0,1-4 1 0,-3-2-3 16,-2-3-2-16,-2-4 5 15,0-1-7-15,0 1 6 0,0-3-1 16,0 4-2-16,-6 4 2 0,4 7 0 16,-5 3-1-16,1 7 2 0,0 3 0 0,-4-2-1 15,8 5 1-15,-7 2 0 0,3 1 3 16,-6 0-3-16,-5 4 0 0,9 1 0 15,0 4-2-15,1-3 2 0,3-3 0 16,-2 6-1-16,6-4 2 0,0 4-1 16,0 2-1-16,0-4 1 0,6 1 0 0,5-5 1 15,3 1 1-15,1-2-2 0,7-2 0 16,-1 0 0-16,0-5 0 0,-1-2-2 16,5-1 1-16,0-1 0 15,-4 0 0-15,-5 3 1 0,-1 1 2 0,-7 2-2 16,-2 2-1-16,0 1 0 0,-2 0-2 15,-2 4 3-15,5 4-1 0,-5 7 1 16,-2 2 0-16,0 1 0 0,-2 6 0 16,0-1 1-16,-5-3 3 0,1 1-5 15,2-6 4-15,4 0-4 0,-2-4 0 0,2 1 1 16,0-1 0-16,0 0 0 0,0-1 0 16,0-5 0-16,2 4-1 0,2-5 0 15,-2 3 2-15,4-2-1 0,3 0 0 16,-3 0 3-16,6-5-1 0,1 0-2 15,1 0 0-15,9-7 0 0,-4-1 0 0,-3-3 1 16,3-3 0-16,-1-3-1 16,1-1 0-16,0-2-1 0,-3-2-3 15,1-1 5-15,-5-3-4 0,-4 0 3 16,-2 1 0-16,-3 5-1 0,1-2 2 0,-4 3-2 16,0 7 2-16,-4-5-1 0,1 8 0 15,3 4 0-15,-2 2-1 0,-2 0 2 16,-2 2-2-16,-2 1 0 0,-5 0 0 15,1 9 1-15,-2 7-2 0,3 6 3 16,-1 0-1-16,6 1 0 0,-1 2 0 0,3-3 0 16,0-5-1-16,2 1-1 15,2 1 5-15,0-8-6 0,0 8 5 16,0-7-3-16,0-3-1 0,0 0 1 0,2-6 0 16,4 4-1-16,-4-5 1 0,3 1 2 15,-3 0-2-15,4-3 2 0,6 0-1 16,5-4 0-16,-1-4 2 0,1-1-1 15,-5-2 1-15,-1-2 0 0,1-1-4 16,0 1 3-16,-1-3-4 0,-1 1 4 16,0 1 1-16,3 1-1 0,-5 1-1 0,2 2 0 15,-1 0-1-15,-3 4 0 0,2 0 0 16,-2 0 0-16,-2 3 0 0,3 1-1 16,-5 2 1-16,8 0 0 0,-2 0 0 15,5 8 0-15,-5 2-1 0,-2 0 1 16,0 5-1-16,1-2 2 0,-5-2-1 15,2 7-3-15,-2-1 5 0,2-6-6 16,-4 7 7-16,0-7-5 0,0-3 1 16,0 3-1-16,0-7 0 0,-4 3 1 15,2-4 0-15,2 0 1 0,-4 0 1 0,2 1-1 16,2-4 2-16,0 0 0 0,0 0 1 16,0 0-2-16,0 0-1 0,0 0 0 15,0-1 0-15,2-11 2 0,4-5-4 16,6-6 4-16,5 4-4 0,-3-3 3 15,1 1-1-15,1-3 1 0,-1-1 2 16,-3 0-2-16,3-1 2 0,-5 2-1 16,-2 1-1-16,-2 6 1 0,-4 8 1 15,-2 4 0-15,0 5 3 0,0-1-4 16,0 1-1-16,0-2-1 0,0 2-1 0,0 0 1 16,-8 3 0-16,-6 8 1 0,3 1-2 15,5 2 2-15,4-5-1 0,2 3 0 16,0 5 0-16,0-6 0 0,2 4 1 15,9-2 0-15,-9-4 2 0,8 5-2 16,-4-2 1-16,-2-4-1 0,7 4-2 0,-3 0 3 16,-2-2-1-16,4 3 1 15,-3 1 3-15,-3-1-6 0,0-2 5 16,-2 5-5-16,-2-3 1 0,0-3 0 16,0 2-2-16,0-1 1 0,-2 3 0 0,-4-2 1 15,-9 1 0-15,3-1 1 0,-7-4 0 16,1 0 2-16,-1-2 0 0,5-3 2 15,-5-1 1-15,11-1-2 0,-9-1 0 16,7 0 0-16,4 0-4 0,-5 0 2 16,5 0-2-16,4 0-6 0,-4 0-13 0,6 0-36 15,0-8-117-15,0-4-127 0</inkml:trace>
  <inkml:trace contextRef="#ctx0" brushRef="#br0" timeOffset="15295.85">18538 4022 594 0,'0'0'60'0,"0"0"-10"15,0 0-18-15,0 0-13 0,0 0-11 16,0 0-4-16,0 0 1 0,0 0 4 16,0 0 0-16,16 123 1 0,-9-66-4 0,-1 1 0 15,-4-1-1-15,4-4 0 0,-4-6-2 16,2-5-1-16,-2-7 3 0,3-12-3 16,-5-8 3-16,2-4 0 15,-2-5-1-15,0-2 3 0,0 3 7 0,0-7 0 16,0 0 0-16,0 0-1 0,-7-8-7 15,-1-9 2-15,-4-7-7 0,-1-3 4 16,1-5-2-16,0-3-3 0,1-6 1 16,1-3-1-16,2-3 0 0,-3-2-1 15,9 2 2-15,-2 3-2 0,4 5 1 0,0 2-1 16,4 7 1-16,9 3-2 0,-1 4 2 16,2 5-1-16,5 4 0 0,6 3 0 15,-2 5 0-15,6 3-1 0,-3 3-1 16,-3 0 1-16,2 8-1 0,-4 1-1 15,-5 3-1-15,-3-1-1 0,-7 1-1 16,-4 5 1-16,-2-1-1 0,0 7 3 16,-6-2 0-16,-7 1 2 0,-5-4 0 15,1-1 0-15,-8-4 2 0,0-2 0 16,-1-2 1-16,-5-3 0 0,4-2 0 0,6 0 1 16,2-4-1-16,7 1 1 0,6-1 0 15,0 0 0-15,6 0 0 0,-2 0-1 16,2 0-1-16,0 0-1 0,-5 2 0 15,5 3 0-15,0 8 1 0,7 6 1 16,5 7-2-16,3 0 3 0,7 1-2 0,3-1 0 16,2 1 1-16,0-1-2 15,4-2 1-15,-4 1 0 0,0-1 0 16,-1-1 2-16,-1 1 3 0,0-1-2 16,-2 0 2-16,0-5-3 0,-5-2 0 0,-3-4 0 15,-3-5-1-15,-6-1 1 0,2-3 0 16,3 1-1-16,-9-2-1 0,0 1 0 15,-2-3-2-15,0 0 3 0,0 0-1 16,4 0 1-16,-4 2-1 0,2-2 0 16,-2 0-4-16,4 0-2 0,-2-5-10 0,2 1-15 15,-4-7-40-15,0 4-71 0,0-10-163 16,0-5-8-16</inkml:trace>
  <inkml:trace contextRef="#ctx0" brushRef="#br0" timeOffset="17425.66">19212 4277 717 0,'0'0'48'0,"0"0"-14"16,0 0-12-16,-19-84-7 0,11 73-6 15,0 2-4-15,-9 2-2 0,3 4-1 0,-7 2-1 16,-2 1-1-16,-4 11 2 16,3 5-2-16,-3 8 0 0,2 4 0 15,2 1 1-15,0 3-1 0,7-2 1 16,-1-1 0-16,5-4-1 0,8-6-1 0,-2-8 1 16,6 1 0-16,0-4 0 0,0 3 0 15,6 1 0-15,4-4 1 0,0-5-1 16,9 0 1-16,2-3 0 0,-3 0-2 15,9-7 1-15,-2-3 0 0,-4-2-1 16,-1 0 2-16,-1-2 0 0,-5-1 1 0,-1 0-1 16,-7 3 0-16,0-2 1 15,-2 4-1-15,-2-1 0 0,1 2 0 16,1 4-1-16,-2 1 1 0,-2 4 0 16,0-2-1-16,0 2-1 0,0-1 0 0,0 1-2 15,0 0 2-15,0 0 1 0,0 3 0 16,0 10 1-16,0 0-2 0,0 6 2 15,4-2-2-15,-2-5 1 0,2 3 0 16,-2-4 0-16,4-3-1 0,1 2 1 16,-1-2 0-16,4-1 0 0,-2-2 0 0,-1-2-1 15,1 0 1-15,4-3 0 0,1 0 0 16,-1 0 2-16,2 0-2 0,3-6 0 16,-2-3 0-16,-1-2-1 0,-4-1 2 15,3-1 1-15,-9-3-1 0,6 0-1 16,-4-3 1-16,1 1-3 0,-1-2 3 15,-4-1-1-15,2 6 2 0,-2 1-2 16,2 4 1-16,-4 5 0 0,2 0 1 16,-2 0-1-16,0 0 1 0,0 0-3 15,2 1 2-15,-2 4 0 0,0-2-1 0,0 2 2 16,0 0-2-16,0-1-1 0,0 1 0 16,0-2 1-16,0 2 0 0,0 0 2 15,4 0-2-15,-1 11 0 0,3 4 0 16,-2 6-1-16,2-1 0 0,-4 1-1 15,4-1 2-15,1 1 0 0,-1-1 0 16,-4-2 3-16,2-4-3 0,2 0 0 16,-4-6 0-16,-2-3 0 0,4 3-1 15,-2-4 2-15,-2-1-1 0,5 2 1 16,-5-5 0-16,0 0 1 0,0 0 1 0,2 0 1 16,-2 0 0-16,4 0-1 0,-2-3 1 15,2-8-1-15,2-4-1 0,-4 0-1 16,2-2 0-16,-2 1-3 0,5-1 3 15,-5-1-1-15,4-5-1 0,-2 8 1 16,2-1 0-16,2 3-1 0,-3 5 1 0,3-4-1 16,-2 6 0-16,-4 3 1 15,8-2-2-15,-1 5 1 0,7 0-1 16,1 4-1-16,-1 3 1 0,-1 4 1 16,-3 1-1-16,1 1 0 0,-5 1 0 0,2 1 0 15,-4-4-1-15,-1 3 1 0,-1-1 0 16,2 2-1-16,-4-1 2 0,4 0 1 15,-2-3 0-15,-4-3 1 0,7 3-1 16,-5-3-1-16,4-1 1 0,-6-4-1 16,6 3 2-16,0-2 0 0,-4-3 0 0,11 1 1 15,-1-2-2-15,7-3 0 0,5-5 1 16,-3-3-2-16,-2-1 1 0,-1-2 0 16,-3-1 0-16,-3 0 0 0,1-3 0 15,-1 0-1-15,-6-4 2 0,-2 7-1 16,1-1 1-16,-5 3 1 0,0 0-1 15,0-5-1-15,-7 7 0 0,1-3-1 16,0 7 1-16,0 2 1 0,-3 0-1 16,-3 5 0-16,-7 0-1 0,1 5 1 15,-3 7-1-15,3 2 2 0,3 2-1 0,1 1-1 16,3 1 1-16,-1 2 0 0,6-6-1 16,-1 1 1-16,5-4-1 0,2-5-2 15,0 6 2-15,0-6 0 0,0 0 0 16,0 3 2-16,0-4-1 0,0-2-1 15,9 1 1-15,-3-4 0 0,6 0 1 16,7 0 1-16,-5-6-3 0,9-3 1 16,-8-1 0-16,-1-3-1 0,-2 2 2 15,1 3-1-15,-7-3 1 0,2 5-1 16,-2-2 1-16,1 1 2 0,-3 4-2 0,-2 0 0 16,-2 3 0-16,0 0-1 0,0 0 0 15,0 0 2-15,4 3-1 0,-4 10 1 16,0 9 0-16,0 5-1 0,0 2 1 15,2 1 1-15,2 3 2 0,0 4-4 16,3 1 3-16,-3 0-5 0,-2 1 0 0,-2 1 1 16,0-1-1-16,0 1-1 15,-6-1 1-15,-3-3 0 0,1-1 0 16,-4-4 2-16,-5-2-2 0,3-7 2 16,-1 0-2-16,-1-7 1 0,3-5 0 0,3-2 2 15,-3-3-1-15,1-4 1 0,-7-1 0 16,5 0-1-16,-9-6 3 0,9-6-1 15,-1-6 0-15,3-5-1 0,2-4-1 16,8-6 0-16,-1-3 0 0,3-3-1 16,5 1 0-16,7 0-2 0,5 1 2 0,-1 4-1 15,7 3 1-15,-3 1-1 0,1 3-2 16,4 0 2-16,0 2-3 0,2 1 4 16,-1 2 0-16,1 0 1 15,2 1-2-15,-2 0 2 0,0 0-2 0,0 2 1 16,-4 0 0-16,-1 1-1 0,-3 1 1 15,0 0 1-15,-7 0 0 0,2 0-1 16,-3 6 0-16,-7-2 0 0,2 4 1 16,-6 4-1-16,6-4 1 0,-6 4 0 15,4-1 0-15,-4 2 0 0,0 3-1 0,0-1 0 16,0 1 0-16,0-2 1 0,3 1-2 16,-3-1 0-16,0 0-2 0,0 1 1 15,0 1 0-15,0 0 1 0,0 0 1 16,-9 12-1-16,-1 6 2 0,0 5 0 15,3 1-1-15,1-7 1 0,0 0 0 16,6-6-2-16,0-1 0 0,0 2 1 16,0-3 0-16,0 0 2 0,6-2-2 15,0-2 1-15,-4-3-2 0,11 1 1 16,-5-3 1-16,9 0-1 0,3 0 0 0,-1-7 0 16,-5-3-1-16,5 0 1 0,-7-2 1 15,1-2-1-15,-5-3 2 0,2-2-2 16,-7-4 0-16,-1-3 1 0,-2-2 0 15,0 1-2-15,0 0 0 0,-9 4-1 16,1 2 1-16,2 7 1 0,-4 2-1 0,-3 3 0 16,5 3-1-16,-7 0 1 15,-1 4 1-15,1 2 0 0,-5 3 1 16,-3 8-1-16,6 4 0 0,-1 5 2 16,-1 1-2-16,5 4 1 0,1 2 0 0,1 2-2 15,0 1 1-15,5 0 1 0,1-1-1 16,6-1 1-16,0-3-2 0,0-2 2 15,0-3-2-15,10 0 2 0,-1-4 0 16,3-2-1-16,1 0 0 0,1-2 0 16,0-3 5-16,3-2-5 0,4 0 1 0,-1-4-2 15,3-2-4-15,-2-1 5 0,-1 0 0 16,5-1 2-16,0-4-2 0,-4-1 0 16,-7 3 1-16,3-3-1 0,-9 3 0 15,4-2 0-15,-3 2 0 0,1-3 0 16,2 1 0-16,-10 2 0 0,5-1 1 15,-1 3-2-15,-4-2 3 0,2 1-3 16,-4 2-1-16,0-2-2 0,0 2-4 16,0 0-3-16,2-1-3 0,-2 1-4 15,0 0-6-15,0-2-8 0,0 2-21 0,0 0-28 16,-2-1-86-16,-8 1-127 0</inkml:trace>
  <inkml:trace contextRef="#ctx0" brushRef="#br0" timeOffset="18795.88">21422 3752 518 0,'0'0'49'0,"0"0"-5"0,0 0-6 16,0 0-5-16,0 0-5 0,24-77-6 16,-22 68-3-16,-2 2-5 0,0-3-4 15,0 4-3-15,-2-2-2 0,-4-1-2 16,-6 7-1-16,-9 2-2 0,-4 8 0 0,-8 12 0 16,2 6-3-16,-2 9 3 0,0 7 0 15,0 5 0-15,2 6 3 0,4 4-3 16,2 2 2-16,7 0-1 0,5 0-1 15,5-1 2-15,8-3-2 0,0-5 1 16,2-5 0-16,15-4 0 0,1-5 0 0,3-2 1 16,6-6 4-16,6 2-6 15,-2-5 7-15,4-2-5 0,-4 0 2 16,2-5 0-16,-2-1-2 0,-6-5 0 16,-4-1-2-16,-7-4 1 0,-4-4-1 0,-3 2 1 15,-5-4 2-15,2 1 1 0,2 1 1 16,-6-3 4-16,0 0 0 0,0 0 1 15,0 0-1-15,0 0-3 0,2 0-2 16,-2 0-2-16,0 0-2 0,0 0-1 16,2 0 0-16,-2 0-3 0,0 0-3 0,0 0-6 15,4-5-19-15,-2 1-38 0,5-4-110 16,-3 2-128-16</inkml:trace>
  <inkml:trace contextRef="#ctx0" brushRef="#br0" timeOffset="21188.41">21680 4071 600 0,'0'0'52'0,"0"0"-10"15,0 0-10-15,0 0-12 0,0 0-7 16,0 0-6-16,0 0-5 0,0 0-2 16,0 0 0-16,0 0 1 0,6-17 1 0,-12 44 1 15,-4 4 0-15,3 0 1 0,3 3 0 16,-2-1 0-16,0-1-1 0,2-1-3 16,4-2 0-16,0-11 0 0,0 0 0 15,0-7 1-15,0-3-1 0,4 2 2 16,4-6-1-16,-2 2 3 0,3-2-1 15,1-3 1-15,2-1 1 0,3 0-1 16,3-8 0-16,1-4-1 0,-4-1 0 16,3-2 0-16,-5-4 1 0,1-2-1 15,0-3 1-15,-1-2-1 0,-3-3 1 0,5 0-1 16,-7 2 2-16,2 1-1 0,-8 8-2 16,5 7 0-16,-7 7 1 0,0 4-2 15,0-2 0-15,0 2-1 0,0 0-2 16,4 0 2-16,-4 3-1 0,0 14 2 15,0 7 0-15,-4 9-1 0,4-2 0 0,-3-1 1 16,3-1-2-16,0-2 3 16,0-2-2-16,3-8 0 0,3-2 0 15,0-3-2-15,0-5 2 0,2 2 0 16,3-2 0-16,-3-5 1 0,9 1 0 0,-7-3 0 16,8 0 0-16,-1-4-1 0,4-4 0 15,-3-2-1-15,-3-4 2 0,-1-1 0 16,-1-5 1-16,-3-1-1 0,-2-3 1 15,-2-2-2-15,1 0 1 0,-5 0 0 16,-2 8 0-16,4 0 0 0,-2 7 0 16,-2 5-1-16,0 0 1 0,0 6-2 15,0-1 1-15,0 1 0 0,0-2-2 16,4 0 0-16,-4 1 0 0,0 1 0 16,0 0 1-16,0 0 1 0,0 0 0 0,0 1 0 15,0 6 0-15,2 5 1 0,2 3-1 16,-4-5 0-16,6 6-1 0,-3-1 0 15,1-6 1-15,-2 6 0 0,0-4 0 16,2 1 1-16,-4-1-1 0,2-5 0 16,-2 4-1-16,4-4 1 0,-4-1 0 0,0 1-1 15,0-6 1-15,0 0 1 0,0 0-1 16,0 2 2-16,2-1-1 0,-2 1-1 16,0-1 1-16,0 1 0 0,0-1 0 15,0 0 0-15,0 1 0 0,0 6 0 16,0-2 0-16,0 0 0 0,0 0 0 15,0-6 1-15,0 0-1 0,0 0 1 16,0 1 0-16,0 1 0 0,0-1 1 16,0 1 0-16,0-1 2 0,0 1-1 15,0 0 1-15,-2-1 1 0,2 1 0 0,0-2-1 16,0 0 0-16,0 0-2 0,0 0 0 16,-4-13-1-16,4-5-1 0,0-5 0 15,0-2-1-15,0-1-1 0,0-3 1 16,4 2-1-16,2 1 1 0,3 5-1 15,-3 4-1-15,0 5 0 0,0 6 0 0,-4 3-1 16,9 0 1-16,1 3 1 0,2 0-2 16,5 10 2-16,-4 4 0 15,-3 5-2-15,0 3 2 0,-3 1 0 16,1-1 0-16,-4 3 2 0,0-4-2 0,-4-4 2 16,5-2-2-16,-3-4 0 0,-2-3 0 15,0 2-3-15,4-4 3 0,0 0 0 16,5-3 1-16,3 0 2 0,5-3-3 15,8 0 0-15,-3 0 0 0,1-8 0 16,-2-2-1-16,0-2-1 0,-1-2 2 16,1-3 1-16,-2-2 0 0,-7-3 1 15,3-1 0-15,-9-1-1 0,0 0 1 16,-4 5 0-16,-4 3 0 0,0-1 2 16,0 5-3-16,-6-3-1 0,-2 5 1 0,2 3-3 15,-11 1 2-15,3 5-1 0,-5 1 1 16,-1 4 0-16,1 7 0 0,0 3 2 15,5 2-2-15,1 4 1 0,1-1 0 16,6 3 1-16,0-1-1 0,4 2 1 16,-3 0-1-16,5-7-1 0,0 1 1 0,0 0-3 15,7 0 2-15,3 1 2 0,-4-6-1 16,2 0 2-16,-1-6-2 0,1 0-1 16,2-2 2-16,-1 0-1 15,9-3 0-15,-3-1-1 0,7 0 1 0,-5-6 0 16,-1-3 1-16,-1-4 1 0,-3-3-1 15,1-2-1-15,-7-3 3 0,-4-3-2 16,4-6 1-16,-6 0 1 0,0-3-2 16,0-4-1-16,-2-2 1 0,-4-1-3 15,2 1 3-15,-2-4 0 0,-1 3-3 0,1-3 3 16,2 5-5-16,-2 5 4 0,0 8 1 16,1 12-1-16,5 8 1 0,0 5-1 15,0-1 0-15,0 1 0 0,0-2-2 16,0 1 1-16,-2 1 0 0,-2 0-1 15,2 12 1-15,-2 11 2 0,2 9 2 0,2 4-4 16,0 3 4-16,0 5-6 0,0 0 3 16,2 2 0-16,8-2 0 15,-3 0 2-15,5-1-3 0,-2-4 2 16,7-3-3-16,-3-6 2 0,1-3-1 0,1-6 2 16,-1-6-2-16,-3-6 1 0,1-1 0 15,-1-6-2-15,0-2 2 0,5 0 1 16,2 0-2-16,3-7 1 0,-1-4 1 15,-7-2 0-15,1-2 0 0,-3-5 0 16,-1-3-1-16,-3-4-2 0,-2-2 3 16,-2-1-1-16,-4-1 2 0,0 3-1 15,0-2 0-15,0 5-2 0,0 6 1 16,-6 4 0-16,2 6 0 0,2 5 0 16,2-1-1-16,0 5 0 0,-4-2-1 0,2 2 2 15,-9 4-2-15,3 6 0 0,-4 8 2 16,3 5 0-16,5 3 0 0,-2 2 3 15,6-1-4-15,-2 0 2 0,2 1-2 16,0-3 0-16,0 0 0 0,0-5 0 16,2-4 0-16,4-2 1 0,5-4-2 0,-3-1 2 15,4 1 0-15,3-5 0 0,3-3 1 16,1-2 0-16,2 0 0 0,-1 0 1 16,-1-6-1-16,0-2 0 0,-5-2 0 15,5-2-2-15,-5-4 2 0,-4 1 0 16,-1 0 0-16,-3-3 1 0,0-2 0 15,-6-1-2-15,4-2 1 0,-4 1 0 16,0 0 0-16,0 7-1 0,-6-2 0 16,6 8 0-16,-4 3 0 0,2-3 0 15,2 5 0-15,-4-1-2 0,4 2 1 0,0 3 0 16,-2-2 0-16,2 2 2 0,0 0-2 16,-5 0 1-16,5 0-2 0,-2 0 1 15,2 0 0-15,-4 0 1 0,4 0-1 16,0 0 1-16,-2 0-1 0,2 0 1 15,0 0 0-15,0 0 1 0,0 2 0 0,6-1 0 16,7-1 0-16,7 0-1 16,-1 0 0-16,6-3-1 0,-9 0 2 15,3 0-2-15,0 3 0 0,-5 0-1 16,9 3 0-16,-9 8 1 0,-1 2-1 0,-7 4 0 16,0 2 2-16,-4 2 0 0,-2 1 0 15,0 1 3-15,-2 1-4 0,-2-7 2 16,-2-2-2-16,4-4 1 0,2-7 0 15,-4 3 1-15,4-4-1 0,0 1 0 16,6 2 1-16,0 2-2 0,0-5 0 16,5 0-2-16,-1-3-3 0,0 0-6 15,3 0-8-15,-1 0-9 0,-2-2-21 16,1-2-40-16,-3-2-130 0,2 0-82 16</inkml:trace>
  <inkml:trace contextRef="#ctx0" brushRef="#br0" timeOffset="21796.11">24105 3735 627 0,'0'0'61'0,"0"0"-11"0,0 0-20 0,0 0-11 15,0 0-7-15,0 0-10 0,0 0-3 16,0 0 0-16,0 0 1 0,0 0 4 15,-7 65 1-15,14-20-5 0,-5-3 5 16,2-1-6-16,-2-2 1 0,4-2 0 16,-2-3-3-16,2-4 1 0,-1-3-2 0,-1-9-3 15,-2 0-17-15,4-1-34 0,-2-6-81 16,-4 4-155-16</inkml:trace>
  <inkml:trace contextRef="#ctx0" brushRef="#br0" timeOffset="22770.97">23991 4081 489 0,'0'0'43'16,"0"0"-6"-16,0 0-8 0,0 0-5 16,0 0-5-16,91-38-2 0,-62 31-2 15,-2-4-5-15,4-1 0 0,-2-3-6 16,2 1 0-16,-4-1 0 0,-7 0-1 15,3 0-1-15,-9 0 1 0,-1 0-1 0,-5-1 4 16,2-2-4-16,-7 0 4 16,1 3-3-16,-2-4 0 0,-2 8 1 15,4-3-3-15,-4-2 0 0,0 4-1 16,0-1-2-16,0 6 2 0,0 3 0 0,0-2 0 16,0 0 1-16,0 0 0 0,0-5 0 15,0 7 2-15,0-1 3 0,0 0 2 16,0 5 0-16,-4-4 0 0,4 1 0 15,-2-2-2-15,-2 2-2 0,4 3-2 16,-3 0 0-16,-1 8-2 0,2 10 1 0,-4 9 3 16,2 7-2-16,4 4 2 15,0 3 4-15,0 0-5 0,0 0 4 0,0-3-3 16,4 0-2-16,-2-5-1 16,2-1 0-16,-2-5-1 0,2-8-1 0,-4-3 2 15,7-5-1-15,-5-2 0 0,2 0 1 16,-4-4 0-16,2 2-1 0,2-2 2 15,-4-2-1-15,0 1 1 0,0-4 0 16,0 5-1-16,2 0 1 0,0-1 0 16,-2 0 0-16,0-4 1 0,0 0 0 0,0 0 1 15,0 0 0-15,4 0 0 0,-4 0 2 16,0 2-1-16,0-2 0 0,0 0 2 16,0 1-3-16,0-1 1 0,0 0 0 15,0-3-3-15,0-2 0 0,0-11-1 16,0-5-3-16,2-2 2 0,-2-6 0 15,7 2 0-15,-3 4 1 0,2 8-1 16,-4 2 1-16,4 5-3 0,-2 3 0 16,-2 2-1-16,3 3-2 0,5 0 2 15,2 8 1-15,7 5 1 0,0 6 0 0,-5 3-1 16,3 1 0-16,-7 0 2 0,0-2-1 16,3-1 1-16,-5-2 0 0,-2-5 0 15,4-3-1-15,-5-2-1 0,1-4 1 16,4 1 0-16,2-5 1 0,3 0 0 15,-1-2 1-15,9-7-2 0,-6-3 1 16,-1-3 0-16,-3-2 1 0,-1 0 0 16,-4-1-1-16,-2-3 1 0,1-1 0 15,-5 0 0-15,-2-1-1 0,0 6 0 16,0 1-1-16,-2 7 1 0,-5-1 0 0,3 2 0 16,2 4 0-16,-4 1-1 0,-2 3 0 15,-5 5 0-15,-3 8 0 0,3 4 1 16,5 5-1-16,2 0 1 0,4 1 0 15,-2 0-1-15,4-2 1 0,6-1 0 16,4-2-1-16,5-3 1 0,3-1-1 0,1-4 1 16,4-2 1-16,2-2-2 0,1-2 1 15,1-2-2-15,-2 0-1 16,2-1 1-16,-8-1 1 0,-1 2 0 16,1-1 1-16,-7-1-1 0,1 2 0 0,-3-1 0 15,-6 1 0-15,2-1-1 0,0 1-1 16,-6-2-2-16,0 0-1 0,0 0-3 15,0 0-2-15,3 0-6 0,-3 0-16 16,0 0-32-16,0 0-65 0,0 0-160 16,0 0 1-16</inkml:trace>
  <inkml:trace contextRef="#ctx0" brushRef="#br0" timeOffset="23192.3">25260 4253 688 0,'0'0'46'15,"0"0"-10"-15,0 0-11 0,52-97-5 16,-40 72-7-16,-3 1-2 0,3 1-1 15,-2-1-1-15,1 2-4 0,-1-2 0 0,-2 3-3 16,3 3 0-16,1 2-2 16,-4 3 0-16,-2 7-1 0,1 2 0 15,-1 2-1-15,2 2 0 0,9 0 0 16,-1 5 1-16,3 8 1 0,-1 2-1 0,-3 5 0 16,1 0-1-16,-7 1 1 0,-1 2 1 15,-4-8 0-15,-2 3-3 0,-2-6 2 16,0 2-2-16,0 0 2 0,0-2 0 15,0 0 2-15,-2-3-1 0,-4 0 1 16,-2-1-1-16,-5 1 1 0,1-3-1 0,-1 0 1 16,-1 1-1-16,2-3 1 15,1-1-2-15,-1 0 1 0,8 0-2 16,-3-1-6-16,3-1-18 0,-4 5-31 16,4-3-54-16,2 0-131 0,-2 0-55 0</inkml:trace>
  <inkml:trace contextRef="#ctx0" brushRef="#br0" timeOffset="23507.04">25837 4024 555 0,'0'0'40'0,"0"0"0"16,0 0-9-16,0 0-10 0,0 0-9 15,0 0-1-15,0 0 0 0,0 0 0 16,0 0 1-16,0 0-2 0,-79-47-2 16,61 59-1-16,-1 3 0 0,7 2 0 15,-1 0 2-15,3 1-4 0,0-5-2 0,4 2 0 16,3-4-1-16,3 1 0 0,0 5-2 16,0-6 0-16,0 2-1 0,7-1-1 15,-1-1-2-15,2 0-2 0,0-2-2 16,5 0-4-16,-1 0-15 0,5 3-25 15,-7-4-37-15,2-1-97 0,-5-2-90 16</inkml:trace>
  <inkml:trace contextRef="#ctx0" brushRef="#br0" timeOffset="23886.7">26004 4038 553 0,'0'0'35'0,"0"0"-3"16,0 0-6-16,0 0-6 0,0 0-5 15,0 0-3-15,0 0-5 16,0 0 1-16,0 0-3 0,0 0-2 0,-43 83-1 16,43-66 0-16,4-8-1 0,-2 4 0 15,4-3 0-15,3-5 3 0,-5 2-1 16,8-4 2-16,-4 1 0 0,5-4 0 15,5 0 0-15,1-1 2 0,0-5 2 16,1-3 0-16,-5-1 1 0,-3 3 0 16,-4-2 2-16,3-3-1 0,-9 4 0 0,4-7-1 15,-2-2-2-15,-4 0-4 0,0-4 0 16,-6 3-3-16,-4 1 1 0,3 7-2 16,-3 0 0-16,-6 4-3 0,-3 3 1 15,-4 1-3-15,-2 2 1 0,1 4-1 16,3 5-4-16,0 5-10 0,9-5-30 15,2-2-46-15,7-2-193 0,3-1-15 16</inkml:trace>
  <inkml:trace contextRef="#ctx0" brushRef="#br0" timeOffset="24336.8">26250 3725 683 0,'0'0'60'0,"0"0"-13"16,0 0-16-16,0 0-8 0,0 0-7 15,0 0-7-15,0 0-3 0,0 0-4 16,0 0-3-16,-10-44 1 0,10 56 0 0,6 12 1 16,5 11 1-16,-3 8-1 15,0 4 4-15,-2 3-3 0,1 3 2 16,-3 1-1-16,2 3-3 0,-4 0 2 16,4 3-2-16,-2-3 0 0,2 1-1 0,-3-4 2 15,-1 1-2-15,-2-2 3 0,0-4 2 16,0-3-4-16,-2-6 4 0,-5-5-3 15,5-5-2-15,-2-10 1 0,2-3-1 16,-2-5 1-16,4-7-1 0,0 1 0 16,0-6 1-16,-2 0-1 0,2 0 0 0,0 1-2 15,0 1-1-15,0-1-5 0,-4-1-5 16,-2 0-10-16,-3-4-16 0,-3-7-32 16,-3-6-49-16,-3-1-121 15,3-8-50-15</inkml:trace>
  <inkml:trace contextRef="#ctx0" brushRef="#br0" timeOffset="24582.94">26195 4034 618 0,'0'0'51'16,"0"0"-11"-16,0 0-13 0,0 0-10 16,0 0-4-16,97-45-5 0,-75 45-1 15,5 3-3-15,-4 6-2 0,0 2 0 16,-5 2-4-16,-3 3 0 0,-9-4-1 15,0 1 0-15,-6 4 0 0,0 0 0 0,-12 4 2 16,-7-1-2-16,-6-1 0 16,-1-2-1-16,-5-2 1 0,-2-1-4 15,4-5-2-15,4-4-13 0,4-4-22 16,2-1-19-16,7 0-40 0,4-1-78 0,8-6-70 16</inkml:trace>
  <inkml:trace contextRef="#ctx0" brushRef="#br0" timeOffset="24851.54">26565 4130 649 0,'0'0'44'0,"0"0"-16"0,0 0-12 16,0 0-4-16,68-88-2 0,-62 73-3 0,-4 4-1 15,-2-1 0-15,0 0-1 0,0 1-2 16,-2 1 0-16,-2 5-3 0,-4 1-2 15,-5 4 1-15,-1 0-1 0,-5 4 2 16,0 8-1-16,5 3 0 0,2 4 2 16,-5 2 0-16,9 0 0 0,0 0 0 0,1-4-1 15,7-2 0-15,-4-4 1 0,4-1-2 16,4 4 0-16,3-6-1 0,1 2-2 16,4-4-3-16,-4-2-8 0,5 0-15 15,-1-1-21-15,-10-3-25 0,11 0-40 16,-7 0-146-16</inkml:trace>
  <inkml:trace contextRef="#ctx0" brushRef="#br0" timeOffset="25692.44">26953 3986 658 0,'0'0'41'0,"0"0"-2"0,0 0-11 16,0 0-10-16,0 0-6 0,0 0-5 16,0 0-3-16,-64 89-2 15,64-73-1-15,6 0-1 0,7 0 0 16,3-6 0-16,1-4 1 0,6-2-1 0,-1-4-1 16,1 0-2-16,-4 0 1 0,-5-5-1 15,1 0 1-15,-3-4 2 0,-4 0-1 16,-2 0 3-16,1-5-1 0,-3 5 2 15,-4-3 0-15,0-6-1 0,-4-1 0 16,-3 3-2-16,-1 2-1 0,2 5 1 0,0 3-1 16,-3-2 0-16,5 5 0 15,-2 2-1-15,6 1 1 0,0-2-2 16,0 2-3-16,0 0-5 0,0-4-5 0,10-3-3 16,5-3-5-16,10-2-9 0,4 0-4 15,0-4 4-15,0 0 6 0,2-2 12 16,-5-4 16-16,-1 1 9 0,-6 0 13 15,-5 0 8-15,-3-1 3 0,-9-1 0 16,-2-1-5-16,0-2-3 0,-2-1-5 16,-9 0-4-16,3 1-4 0,-2 0-6 0,1 3 1 15,3 7 0-15,4 2-3 0,-4 5 0 16,6 4-2-16,-4 2-3 0,4 3 0 16,0-1-2-16,0 1 0 0,-2 0-2 15,-2 14 2-15,-3 6 2 0,1 11 0 16,4 2 1-16,-2 5-1 0,2 2-2 15,-2 2 3-15,2 2 3 0,0 5-3 16,-2 2 6-16,-3 3-6 0,5 0 2 16,-4 2 1-16,0 2-3 0,0-2 4 15,2-1-3-15,-3-5 2 0,7-1-3 0,-2-7 2 16,2-4-3-16,0-4 2 0,2-4 3 16,3-3-6-16,1-2 5 0,0-4-4 15,0-6 1-15,0-1 1 0,1-5-2 16,-5 1 0-16,2 1-1 0,-2-2 0 15,4 2 2-15,-6-7 0 0,2 1 0 0,-2 1 2 16,0 0-1-16,0 0 3 16,0 0-2-16,0-6 0 0,0 0-1 15,0 4 0-15,0 1 1 0,0 0-1 16,0-1 1-16,0-4-2 0,-2 0-1 0,2 0 0 16,-4 3 1-16,0 0 1 0,0 1 0 15,-5-1 0-15,3-2 0 0,-6 1-1 16,-1-1 0-16,1-1 0 0,-1 0-1 15,-1 0 1-15,-5 0-2 0,7 0 1 16,-7-1 0-16,5-5 1 0,2-1-1 0,-3 0-1 16,5-4 1-16,1 0-3 15,7 3-3-15,-4-6-3 0,0 5-7 16,2-3-6-16,2 1-12 0,2 5-26 16,-4-6-50-16,4 6-177 0,0-6-17 0</inkml:trace>
  <inkml:trace contextRef="#ctx0" brushRef="#br0" timeOffset="25937.22">27042 4309 739 0,'0'0'31'0,"0"0"-4"15,0 0-9-15,0 0-8 0,91-54-4 16,-58 40-2-16,4 0-2 0,-2 2-2 16,9 0 0-16,-9 0 0 0,2 3-3 15,-6 0-2-15,-8 4-4 0,-11 0-9 0,-5 5-19 16,-7 0-27-16,0-1-50 0,0-1-170 16,0 1 5-16</inkml:trace>
  <inkml:trace contextRef="#ctx0" brushRef="#br0" timeOffset="29019.46">28365 3863 533 0,'0'0'55'0,"0"0"-7"0,0 0-9 16,0 0-10-16,0 0-6 0,0 0-6 15,0 0-4-15,0 0-3 0,0 0-1 16,-33-6-1-16,33 6 1 0,0 0-1 0,0 0-1 16,-4 0 1-16,4-2 1 15,0-1-6-15,6-1 5 0,6-2-6 16,3-4 4-16,-3 6-1 0,5-2-1 16,-5 0 1-16,-1 2-4 0,-5-1 2 0,0 3-1 15,-6 2-1-15,6 0 0 0,5 2-2 16,-3 8 1-16,4 8 4 0,-4 9-4 15,-3 3 4-15,-3 3-5 0,2 5 1 16,-4 1 1-16,0 1-2 0,0-1 2 16,0 0-2-16,0-3 0 0,0-6 1 0,0-9 0 15,0-7-1-15,-4-3 5 0,4-5-4 16,-2 3 0-16,2 0 0 0,-7 0-1 16,-5 1 2-16,-2 0 1 15,-9 2 0-15,0-4 1 0,-6-4-2 0,2-1 0 16,0-3 2-16,9 2 0 0,-1-2 1 15,11 0-1-15,-5 0-1 0,1 0 1 16,4-3-2-16,-5-1-1 0,5-1 1 16,-4-3-2-16,1 3 0 0,-1-4 1 15,6 4 0-15,0-2 1 0,-5-4-1 0,7 4 1 16,-4-5-1-16,2 4-1 0,2 1 0 16,1-3-2-16,-3 2 0 0,2-2-1 15,0 1-4-15,0 0-4 0,2 5-6 16,-2-7-10-16,4 5-19 0,0-5-27 15,0-6-45-15,10 2-103 0,0-6-57 0</inkml:trace>
  <inkml:trace contextRef="#ctx0" brushRef="#br0" timeOffset="29235.89">28270 3717 683 0,'0'0'56'0,"0"0"-11"16,0 0-12-16,0 0-10 15,0 0-5-15,0 0-8 0,0 0-3 16,0 0-2-16,0 0-4 0,-15-18-1 16,13 17-2-16,2 1-3 0,0-2-2 0,0 2-7 15,0-2-14-15,0 2-19 0,0 0-29 16,0 0-48-16,0 0-156 0,0 2-1 15</inkml:trace>
  <inkml:trace contextRef="#ctx0" brushRef="#br0" timeOffset="29704.17">28793 3427 548 0,'0'0'54'0,"0"0"-1"0,0 0 1 0,0 0-13 16,0 0-14-16,0 0-7 0,0 0-6 16,0 0-2-16,0 0-4 0,8-36-2 15,-8 34-4-15,0 2-1 0,0 0-1 16,0 3 1-16,0 17-1 0,0 12 3 15,-2 13-3-15,2 7 2 0,-4 6-2 16,2 4 2-16,-2 5 4 0,-4 0-4 16,-1 0 3-16,-7-2-2 0,3-5-3 15,-1-4 3-15,-1-4-2 0,3-5 3 16,0-9 0-16,-1-8 1 0,7-8 1 0,0-6-2 16,6-7-1-16,-2-4 0 0,2 1-1 15,0-6-1-15,0 0-1 0,0 0 0 16,0 2 1-16,0-1-1 0,0 1 2 15,0-1-1-15,0 0 0 0,0 1 0 16,0 0-1-16,0-1 1 0,0 1 1 0,0 0-2 16,0-1 0-16,-4 0 0 15,4 1-2-15,0-1 0 0,0 1-3 16,0-2-10-16,0 0-20 0,0 0-43 16,0-12-92-16,4-3-139 0</inkml:trace>
  <inkml:trace contextRef="#ctx0" brushRef="#br0" timeOffset="30169.09">29058 3991 656 0,'0'0'50'15,"0"0"-7"-15,0 0-14 0,0 0-8 0,0 0-7 16,0 0-6-16,0 0-1 0,0 0-3 16,0 0 1-16,0 0-2 0,57-34 0 15,-34 34 3-15,0 0-5 0,-2 6 2 16,-1 2-1-16,1 1-3 0,-3 2 3 15,1-1 0-15,-4 3-2 0,1 4 0 0,-8 3 0 16,1 6 0-16,-3 1 0 16,-2 5 0-16,-2 3 3 0,-2-1 0 15,0 0 2-15,-2 0 0 0,-4-2 0 16,-7-3-2-16,5-4 0 0,-8-2-1 0,-1-3 0 16,-2-6 0-16,1-4-2 0,-3-2 0 15,5-4 2-15,-3-3-1 0,-2-1 0 16,3 0 0-16,-5-1 0 0,6-3 1 15,3-2-2-15,2-2-1 0,-1-1-1 16,1 0-2-16,4-4-4 0,3 5-9 0,1-6-20 16,0-6-47-16,4-1-106 0,0-6-117 15</inkml:trace>
  <inkml:trace contextRef="#ctx0" brushRef="#br0" timeOffset="30373.6">29227 3780 721 0,'0'0'39'0,"0"0"-7"0,0 0-14 15,0 0-10-15,0 0-5 0,0 0-7 16,0 0-5-16,0 0-4 0,0 0-9 15,2-13-16-15,4 13-33 0,0 6-83 16,5 6-129-16</inkml:trace>
  <inkml:trace contextRef="#ctx0" brushRef="#br0" timeOffset="31440.65">29661 3983 509 0,'0'0'50'0,"0"0"-13"0,0 0-12 16,0 0-3-16,0 0 3 0,0 0-2 15,0 0 2-15,0 0-4 0,0 0-3 16,0 0-4-16,27-32-3 0,-27 27-4 0,0 1-1 16,-8-2-2-16,-3 0-1 15,-3 4-3-15,-5 2 1 0,-1 0-1 16,-11 6 0-16,6 5 1 0,2 4-1 16,-6 0 0-16,6 5 0 0,-6-1 0 0,9 3 0 15,-1-2 0-15,7-2 0 0,1-4-1 16,3-2 0-16,8-5-2 0,-2-2 1 15,4-1 0-15,0-4 1 0,0 2-1 16,0 1-1-16,10 0 1 0,5-2 1 16,3-1 0-16,3 0 0 0,-1-4 2 0,-1-2 0 15,4-2 1-15,-7-1 2 0,1 2 0 16,-5-1 0-16,-1-1 1 0,-1 0 0 16,-2 1 1-16,3-3-1 0,-5 4 1 15,-4 2-3-15,0-2 0 0,2 2 0 16,-4 1 1-16,2 0 0 0,-2 4 0 15,0-1-3-15,0 1-2 0,0 0 0 16,0 0 0-16,0 0 0 0,0 0 3 16,0 0-2-16,0 0 0 0,0 0 1 15,0 5-1-15,0 1 0 0,4 3 0 0,-4 0-1 16,9-3 1-16,3 2 0 0,-2-4 1 16,5 1-1-16,-1-1 0 0,3 0 0 15,5-3-1-15,1 0 1 0,-2-1 0 16,0 0 1-16,-1 0-1 0,3-6 0 15,-2 0 0-15,-3 0 0 0,1-3 1 16,-5 0 0-16,5 0 1 0,-7-3 0 16,-1 0 0-16,-1-3-1 0,-8 4 0 15,4-5-1-15,0-2 0 0,-6-1 2 16,5-7-7-16,-3 2 5 0,-2 1-3 0,0 4 2 16,0 0 1-16,0 6-2 0,0 0 1 15,0-1 1-15,0 8 1 0,0 2 0 16,0 4 1-16,0-2-2 0,0 2 1 15,0-1 0-15,0-1-1 0,0 2 1 16,0-1-2-16,-2 1 1 0,-3 0 0 0,-3 3 0 16,2 2-2-16,-4 5 2 15,1 2-2-15,7-4 1 0,-8 4 1 16,4 1 0-16,4-4 4 0,-5 7-5 16,3-1 4-16,2-4-3 0,-2 5-1 0,2-5 2 15,2 0-2-15,0-1 1 0,0 2 0 16,0 3-1-16,0-1 2 0,6 0-1 15,0 0 0-15,1-3 0 0,1 3 2 16,4 3-1-16,1-4 0 0,1 0 1 16,-1-1-2-16,3-3 0 0,-8-1 0 0,5-3 0 15,1 0 0-15,1 0 1 0,1-2-1 16,-1 0 0-16,3 0-1 0,-5-3 1 16,5 0 0-16,-1 0 1 15,-5 0-1-15,7 0 0 0,-7 0 1 0,1 0-1 16,-1-2 1-16,-6 1-1 0,1 1 1 0,-7 0 0 15,2-2 0-15,4 1 0 16,-4-1 0-16,8-2-1 0,-8 2 0 16,2-1-1-16,5-1 1 0,-5 2-1 15,2-4 0-15,0 1-2 0,3 1-2 0,-3-2-3 16,2 1-10-16,-2-1-18 0,-2 3-43 16,3-5-92-16,-7 0-127 0</inkml:trace>
  <inkml:trace contextRef="#ctx0" brushRef="#br0" timeOffset="32038.43">30083 3365 753 0,'0'0'43'0,"0"0"-7"0,0 0-12 0,0 0-8 15,0 0-6-15,0 0-3 0,0 0-2 16,0 0-2-16,0 0-1 0,-6-8 0 15,18 14-1-15,7 8 0 0,3 7 0 16,7 4 1-16,-2 4-2 0,0 3 0 16,0 2-1-16,0 4 0 0,-4 5-1 0,-1-1 3 15,1 2-2-15,-6 1 1 0,1-2 4 16,1 0-4-16,-1-2 3 0,-3-2-3 16,1-3 0-16,-1-1 0 0,-3-1-1 15,-4-1 1-15,-1-1 0 0,-7 2 1 16,0 1-2-16,-2 1 1 0,-11 0 0 15,1 4 1-15,-9-2-1 0,-4 0 2 16,-6-2-2-16,4-1 2 0,-6-3-2 16,2-3 1-16,2-3 0 0,5-5 0 15,1-5 5-15,8-3-4 0,3-4 6 0,6-3-5 16,0-3 1-16,4 0-1 0,2-3 0 16,0 0-1-16,0 0 1 0,-5 1 0 15,5-1 1-15,-2 2-3 0,2-2 2 16,-2 0-3-16,2 1 1 0,0-1 0 15,-4 0-2-15,4 2 0 0,0-2-1 0,0 0-4 16,0 0-8-16,0 0-13 16,0 0-38-16,0-6-94 0,0-8-157 15,0 2-14-15</inkml:trace>
  <inkml:trace contextRef="#ctx0" brushRef="#br0" timeOffset="37051.99">3847 5318 430 0,'0'0'43'0,"0"0"1"15,0 0-8-15,0 0-7 0,0 0-3 16,0 0-7-16,0 0-2 0,0 0-4 0,0 0 1 16,0 0-4-16,25-7 0 0,-15 4-2 15,-2 0-1-15,-1 1 2 16,1 1-4-16,-2 1 1 0,0-2-1 16,0 2-1-16,-1 0-1 0,1 0 0 0,4 0-1 15,0 0 2-15,3 2-1 0,-5-1 1 16,2 1 1-16,-1 1-1 0,3-2 4 15,-4 1-1-15,3-2 2 0,1 2-1 16,-2-2-2-16,1 0 1 0,3 0-1 16,-1 0-1-16,1 0 1 0,5 0-2 0,-7 0 0 15,9 0 0-15,-9-2-2 0,5 2 0 16,3 0 2-16,-1-2-3 0,-2 2 0 16,5 0 0-16,-5 0-2 0,8 0 2 15,1 0 0-15,3 0-1 0,-2 0 2 16,0 0-1-16,0 0 0 0,2 0 0 15,-2 0 0-15,6 0 2 0,-2 0-3 16,-2 0 0-16,8 0 2 0,-4 0-1 16,4-3 1-16,-1 2-1 0,1-2 0 15,4-1 0-15,2 0 0 0,3 0 1 0,1-1-1 16,3 1-1-16,2 1 1 0,-1-2-1 16,3 2 1-16,2 0 0 0,-2 2-1 15,4-1 1-15,0 2-1 0,-1 0 1 16,1 0 0-16,0 0-1 0,-2 0-1 15,2 0 2-15,0 0-1 0,0 0 0 16,-1 0 3-16,1 0-3 0,-4-1 1 16,4-3 0-16,-2 3-2 0,4-3 2 15,-2 3-1-15,0 1 0 0,1-1 0 16,-1 1 0-16,0-2 1 0,-4 2-1 0,2 0 1 16,-9 0-1-16,5 0 0 0,-7 0 0 15,5 0-1-15,-9 0 1 0,3 2 0 16,-3-1 1-16,5 0-2 0,-3 3 1 15,3-3 1-15,-3 1-1 0,4-2 3 16,3 0-2-16,-4 0 0 0,1 0 0 0,3 0-1 16,-3-2 0-16,3-1 2 15,-3 1-1-15,3 0-1 0,-2 0 1 16,1-1-1-16,-1 2 0 0,-3 1 1 16,5 0-1-16,-3 0 0 0,1 0 0 0,-1 0 1 15,1 1-1-15,-3 1 1 0,1-1 0 16,-1-1-1-16,1 0 1 0,4 0 0 15,-5 0 0-15,7 0 0 0,-1 0 1 16,-1 0 0-16,6-1-1 0,-2-1 1 16,3-1-1-16,-1 2-1 0,2-1 0 0,-2 0 1 15,6 1-2-15,-2-1 3 0,2 1-2 16,-2 0 2-16,0-1-2 0,2 2 0 16,-2 0 1-16,0 0 0 0,2 0-1 15,-2 2 1-15,0-1-2 0,4 0 1 16,0-1 0-16,0 2 2 0,2-2-2 15,-2 0 1-15,2 0-1 0,-2 0 0 16,0 0 1-16,3-2 0 0,1 2 1 16,-6 0 0-16,0 0-2 0,4 0 0 15,-6 0 0-15,2 0 0 0,-4 3-2 0,0 1 1 16,-3-1 1-16,3 1 0 0,0 0 0 16,-2 1 1-16,2-1-1 0,2 0 0 15,-2-3 2-15,2 2-2 0,2 0 0 16,4-1 1-16,-2 0-1 0,-2-1 1 15,8 1-1-15,-2-1 1 0,5 1-1 0,-3-1 1 16,2 0-1-16,-1 3 1 0,1-1-2 16,0 0 1-16,1 0 0 15,-1 1 0-15,2 1 1 0,-1 1-2 16,-1 0 2-16,1-1 0 0,3 1-1 0,-4-2 1 16,9-1-1-16,-2-1 1 0,-1-1 0 15,1 3 0-15,3-1 1 0,-1-2-2 16,4 2 0-16,2-2 1 0,-3-1-1 15,3 3 0-15,-2 1 1 0,-2-1-2 16,1 1 2-16,-5 1-1 0,3-1-1 0,-1 1 1 16,2-2 0-16,-7 0-1 15,3 0 2-15,-3-2-1 0,-1 3 1 16,1-3 1-16,3-1-2 0,-3 0 0 16,1 0 0-16,-3 0 0 0,1 0 0 0,-7 0 0 15,6 0 0-15,-6 0 0 0,1 0-1 16,-7 0 1-16,8 0 0 0,-6 0 0 15,-4 0 1-15,4 0-1 0,-2 0 0 16,-2 0 0-16,0 0 0 0,-2 2 0 16,4-2 0-16,-4 0-1 0,2 0 2 0,-2 0-1 15,6 0 0-15,-4-3 1 0,0-1-1 16,2 1 1-16,-3-1-1 0,1 1-1 16,-2 0 3-16,0 1-3 0,0 1 1 15,0-2-1-15,-4-1 0 0,4 3 2 16,-3-3-1-16,-1 1 0 0,2-2 0 15,-2 0 0-15,4 1 0 0,-5-2 1 16,5 1-1-16,0 1 0 0,2-1 0 16,2-1-1-16,-2 2 1 0,4-1 1 15,0 0 0-15,-4 1-1 0,2 1-1 0,0 0 1 16,0 0 0-16,-2 0 0 0,4-1 1 16,-4 3-1-16,4-2 0 0,-4 2 0 15,2-1-1-15,2-1 1 0,-4 1 1 16,0-1-1-16,4 0 0 0,0 1 0 15,0-1-3-15,0 1 3 0,1-1 0 0,-3 1 0 16,2 0 2-16,0 1-3 16,2 1 1-16,-2 0 1 0,0 0-1 15,2-1 0-15,2 1-1 0,-1-2 1 16,-1-1 0-16,0 0 0 0,-2 0 1 0,4 0 0 16,-2-1-3-16,-2 1 3 0,2-2-2 15,1 0 1-15,1 1-1 0,-6-1 1 16,8 1-4-16,-2-1 4 0,-2 1 0 15,1 1 1-15,-1-2 2 0,2 2-1 16,-4 0-3-16,-2 0 1 0,2-2-3 0,0 2 3 16,-4 0 0-16,2-1 1 15,-2-1-2-15,0 2 1 0,-2 0 0 16,0 0 0-16,-2 0 0 0,-3 2-1 16,3-1 0-16,-6-1 1 0,6 1 0 0,-5-1 1 15,3 2 0-15,2-1-1 0,-4 0 1 16,5-2-1-16,-3 3 0 0,0-2 1 15,4 1-2-15,0 1 1 0,0-1 0 16,-1 1 0-16,-3-1 0 0,4 1 0 16,-2-1-1-16,2 1 1 0,0-1 0 0,-3-1 0 15,3 0 2-15,0 0-3 0,4-1 1 16,-2 0-1-16,0 0 2 0,-2-1-1 16,6 2 0-16,-6-1 0 15,2 0-1-15,2 2 1 0,-4-1 0 0,-2 0 0 16,-1 0 1-16,3-1-1 0,0 1 1 15,0 0-1-15,-2 1 0 0,2-2 0 16,4 1 0-16,-2 0 0 0,-2 2-2 16,2-1 2-16,2 1 0 0,-5-1 1 15,-1-1 1-15,2 2-2 0,0-4 0 0,0 2 0 16,0 0 1-16,0 0 0 0,2 0-1 16,-3 0 0-16,1-2 1 0,0 2-1 15,0 0 2-15,-4-1-1 0,4 0 0 16,-2 2 0-16,-3-3 0 0,1 1 1 15,4-1 0-15,-2 1-1 0,2-1 1 0,-1-1-2 16,-3 0 2-16,0-2-1 16,2-1 0-16,-5 0-1 0,3-2 1 15,2-1 0-15,-2 0 0 0,0-2 0 16,3 1 1-16,1-1-2 0,0 2 1 0,-2 1-1 16,0 2 0-16,2 0 0 0,-3 2 0 15,-1-1-1-15,2 2 1 0,-2 0 0 16,-3 1 0-16,3 1 0 0,2-1 0 15,-8 2 1-15,7-2-2 0,-7 1 1 16,2 1 0-16,1 0 0 0,-5 1 1 0,1 1-1 16,3-1 1-16,-5 1-1 15,3-2 0-15,1 1 0 0,-1 1 0 16,4-1 0-16,-7 2 0 0,5-1-1 0,-3-1 2 16,-1 1-1-16,-1-1 1 0,1 0-1 15,-3 0-1-15,3 0 1 0,-1 2 0 16,-4 0 0-16,3 0 0 0,1 0 0 15,-5-1 0-15,3-1 0 0,-2 2 0 16,-1-1 1-16,3-1-1 0,-4-1 0 16,1 0 2-16,-1-2-3 0,0-1 2 0,0 2-2 15,1-2 1-15,-3 1 0 0,-2 2 0 16,0 0 1-16,-2-1-1 0,0 1 0 16,0-2 0-16,0 2 0 15,1 0 0-15,1 0 1 0,-2 1 0 0,2 1-2 16,2-1 1-16,0-1-1 0,3 2 1 15,-5-3 0-15,8 3 1 0,-1 0-1 16,1-2 0-16,-2 1 0 0,5-1 0 16,-3 1-1-16,1 1 1 0,1-1 0 15,-4 1 0-15,5-1 0 0,-3 2 1 0,-3-1-1 16,-1 1 0-16,-4 0-1 0,2 0 0 16,-4 0 1-16,4 0 0 0,-3 0 1 15,-1 0-1-15,0 0 1 0,0 0-2 16,4-1 0-16,-6 1 1 0,4 0-1 15,2 0 0-15,3 0-1 0,-3 0 1 0,2 0 1 16,2 0-1-16,-1 0 1 16,1 0-2-16,-2 1 1 0,-4 2 0 15,3-2-1-15,-7 1 1 0,-2-1 0 16,-3 1-3-16,-7-2 0 0,0 2 1 0,-7-2 0 16,0 1 1-16,7 1 1 0,2-1 0 15,6 1 0-15,4-2 0 0,-2 1 1 16,2-1 0-16,0 0 1 0,2 0-2 15,0 0 2-15,-2 0 0 0,-2 0-1 16,2 0 1-16,0 0-1 0,-4 0 1 0,4 0-1 16,-5 0 0-16,-1 0 1 15,4-1-1-15,0 1 0 0,0-2 0 16,4 1-1-16,-2-1 1 0,6 1 0 16,-1-1 0-16,3 2 0 0,6-2-1 0,5 2 0 15,2 0 2-15,5 0 0 0,3 0 0 16,0 0-1-16,4 0 0 0,0 0-2 15,1 0 2-15,-5 2-1 0,2 0 0 16,-5-1 0-16,-3 1 0 0,0-1 3 16,2 1-1-16,-5-1 1 0,-3 0 0 0,2 1-3 15,-3-2 1-15,-1 2-1 0,-1-2 0 16,1 0 2-16,-3 1-1 0,-2-1-1 16,3 0 1-16,-5 2-2 0,-2-1 1 15,-2-1 0-15,-2 2 0 0,3-2 4 16,-8 1 1-16,-1 1 0 0,-8-1 0 15,0-1-5-15,-7 2 0 0,-10-2 1 16,4 0-1-16,0 0 2 0,-1 0 0 16,3 0-2-16,-2 0 1 0,-2 0-2 15,2 0 1-15,-2 0 2 0,3 0-1 0,-3 0 1 16,2 0-1-16,0 0-1 0,2 0 1 16,-1 0 0-16,1-2 0 0,4 1 0 15,-8-1 0-15,9 1 0 0,-7 1-1 16,6-2 1-16,3 1-1 0,-7 1-1 15,5-2 0-15,-7 2 0 0,0 0 0 0,-4 0 0 16,4 0-2-16,1 0-1 16,-1 0-1-16,-6 0-3 0,6 0-3 15,-2 0-7-15,2 0-10 0,-4 3-31 16,-2-3-106-16,0 3-137 0,-12 0-11 0</inkml:trace>
  <inkml:trace contextRef="#ctx0" brushRef="#br0" timeOffset="46205.59">24787 4915 138 0,'0'0'23'16,"0"0"-2"-16,0 0 4 0,0 0 3 0,0 0 4 16,0 0-1-16,0 0 1 0,0 0 1 15,0 0-4-15,0 0 1 0,-48 3-4 16,48-3-2-16,0 0-3 0,-4 1-2 15,4-1-2-15,0 0 1 0,-2 0 2 16,2 0 2-16,0 0 0 0,0 0 2 0,0 0-3 16,0 0-1-16,6 0-6 15,9 0-3-15,3 0-1 0,1 0-2 16,2 0-1-16,-3 2-1 0,3-2 0 16,-2 2 1-16,3-2 0 0,3 1 0 0,-4-1 1 15,4 0 1-15,1 0-1 0,-1 1 1 16,6-1-1-16,-4 0-1 0,4 0-1 15,2 0-1-15,0 0-1 0,0 0-1 16,5 0 1-16,-3 0 0 0,0 0-2 16,0 0 1-16,2 0-1 0,-4 0 1 0,4 0 0 15,-3-1-1-15,-1-2-1 0,-2 0 2 16,-2-2-1-16,2 1 1 0,-7 1-2 16,3 0 0-16,-8 1 0 0,-5 2-1 15,-1-1 1-15,-1 1-1 0,1-2 0 16,-7 2 0-16,4 0 0 0,-4 0 0 15,7 0 2-15,-1 0-2 0,0 0 0 16,7 0 1-16,2 2-2 0,6-2 3 16,-3 0-1-16,3 0 0 0,0 0 0 15,2 0 0-15,-6-4-2 0,2 1 2 0,-1 1 0 16,-5-1-1-16,0 1 2 0,-9 0-1 16,2 2-1-16,5-1 1 0,-7 1 0 15,9-2 0-15,-3 1-2 0,1 1 1 16,2 0 1-16,-9 0-1 0,11 0 2 15,-3 0-2-15,3 0 1 0,6-2 0 0,0 1 0 16,-3 1 0-16,3-2 1 16,2 2-1-16,-6-1-1 0,6 0 1 15,-2-1-2-15,-2 0 1 0,-11 2 1 16,7 0-2-16,-3 0 1 0,3 0 1 0,-2 0-1 16,1 0 0-16,-1 0 1 0,-7 0-1 15,9 0 0-15,-2 0 0 0,-1 2 3 16,7-2-3-16,-2 0 0 0,1 0 0 15,1 0-3-15,0 0 3 0,2 0 1 16,0 0-1-16,4 0 2 0,-2 0-2 0,2 0 0 16,0-2 0-16,2 2 0 0,-2-1 0 15,-2-1 0-15,2 0-2 16,0 2 2-16,-4 0 2 0,4-1-2 16,-9 1 1-16,9-2-1 0,-4 1 0 0,0 0 0 15,2 1 0-15,-2 0 1 0,0 0-1 16,0-2 1-16,0 2-1 0,2 0-1 15,0-1 1-15,-1 1 0 0,-1-2 0 16,0 2 1-16,0 0-2 0,4-1 1 16,-4 1 0-16,0-2 0 0,4 0 1 0,-4 1 0 15,0-1-1-15,4 1 1 0,-5-1-1 16,1 1 0-16,2-2 1 0,-2 1-3 16,0 1 3-16,4 1-1 0,-4 0 0 15,0-2 1-15,4 2-1 0,0-1 0 16,-4 1 0-16,2-2 0 0,2 1 1 15,-5 1-1-15,10-2 0 0,-7 2 0 16,4 0-1-16,2-1 2 0,-2-1 0 16,2-1 0-16,-2 2-1 0,2-1 1 15,-2 2-1-15,-4-1 3 0,0 1-2 0,-2-2-1 16,4 2 0-16,-8 0-2 0,8 0 2 16,-4-2 0-16,0 2 0 0,4-1 1 15,-5-1-1-15,5 1-2 0,-4 0 2 16,0-1 0-16,-2-1 0 0,0 1 2 15,-5 1-2-15,5-1 1 0,-4 1-1 0,0-1 1 16,1-1-1-16,1 2-1 0,2 0 2 16,0 1-1-16,2-2 0 15,-1 0 2-15,3 1-1 0,-2-1-1 16,0 2 1-16,-2-2-1 0,2 1 1 0,0 0 0 16,-3-1-1-16,1 2 1 0,-10-1 0 15,5-1 1-15,-1 1 0 0,-7 1 0 16,9-2 0-16,-2 1 0 0,-7-1-1 15,9 2-1-15,-1-2 2 0,-1 1-1 16,8-2 0-16,-2 1 0 0,0 2 0 0,-1 0 0 16,-1 0-1-16,6 0-1 0,-6 0 1 15,2 0-1-15,-1 0 1 16,3 0 1-16,-2 0 0 0,0 0 1 16,-2 0-1-16,1 0 0 0,-3-1 0 0,4 1-1 15,-4-1 1-15,3 1-2 0,-3-2 1 16,4 2 0-16,0-1 0 0,-1 1 2 15,3-2-2-15,-2 2 0 0,2 0 0 16,0 0 0-16,0 0 0 0,0 0 2 16,2 0-2-16,-7 2-1 0,7-1 1 0,-2 1-2 15,-2-1 2-15,2 0-1 0,-2 1 1 16,-5-1 0-16,7-1 0 0,-6 0 2 16,-3 0 0-16,1 0-1 0,2 0 2 15,-9 0-3-15,9 0 0 0,-3 0 2 16,1 0-3-16,0 0 1 0,-1 0 0 15,-1 0-2-15,-5 0 2 0,7-1 1 16,-1 1-1-16,-5 0 0 0,7-2-1 16,-1 2-1-16,-7-1 1 0,7 1 1 15,-2-1 0-15,-1 1 2 0,1 0-2 0,1-2-1 16,-5 2 1-16,5 0-1 0,1-1 1 16,-5 1 0-16,5 0 0 0,-1 0 0 15,-3 0-1-15,4-2 1 0,-1 2 0 16,-5-2 0-16,3 2-1 0,-4-1 0 15,1 1 1-15,-1-2 1 0,3 2-1 0,3-1 0 16,-5-1 4-16,5 1-3 16,1-1 3-16,-9 1-1 0,9-1-2 15,0-1-1-15,-1 2-1 0,7-3 2 16,-4 2-2-16,3 0 1 0,-9 2-1 0,3-1 0 16,1 1 0-16,-2 0 1 0,5-2-1 15,-9 2 1-15,1 0-1 0,1-1 0 16,-3 1 1-16,1-2 0 0,-1 0 0 15,2 2 1-15,-3-1-1 0,1-1 0 16,-2 1-1-16,1-1 1 0,-3 1-1 0,2-1 2 16,-3 2-2-16,-5-1 0 0,4 1 0 15,0-1-2-15,-4 1 1 16,4-2-1-16,1 2 0 0,-7 0-6 16,0-2-5-16,0 2-10 0,0 0-23 0,0-4-44 15,-13-2-197-15,-8 0-28 0</inkml:trace>
  <inkml:trace contextRef="#ctx0" brushRef="#br1" timeOffset="150515.62">11880 5680 333 0,'0'0'45'0,"0"0"-6"0,0 0-5 16,0 0-5-16,0 0 0 0,0 0-7 16,0 0-2-16,0 0-1 0,0 0-3 15,-2-74 0-15,-5 64-1 0,7 6-1 16,-2-1-4-16,-2 2-3 0,2-2-1 0,-2 3 0 16,2-1-3-16,2 0 0 0,0 3 0 15,-6 0-2-15,0 0 0 0,-7 0 0 16,-1 0-1-16,1 6 0 0,-3 3 1 15,5 3-2-15,-1 1 0 0,0 4 1 16,1 3 1-16,3 3-1 0,0 1-1 0,2 2 1 16,-1 1-3-16,1 2 3 0,0 0 3 15,2 1-4-15,4-1 4 16,0 0-5-16,0-1 1 0,0-3 1 16,0-1-2-16,6-1 1 0,0-1-1 0,-2 0 1 15,3-2 0-15,-1 0 1 0,0-2-2 16,-2-5 2-16,2-1-1 0,1 1 1 15,-1-4-2-15,0 1 2 0,0-2 0 0,0-3 2 16,1 0-2-16,-5-3 1 16,2 1 1-16,2-3 0 0,0 0 0 0,7 0-2 15,-5 0 1-15,4-5 0 0,1-2 1 16,-1-1-1-16,0 1 0 0,-3-2 0 16,3-2 1-16,-4-1-1 0,9-2 3 15,-9-1-1-15,0-2 2 0,-1-1-1 16,-3-1 1-16,2-4 0 0,-6-2 4 15,0 1-2-15,0-3 3 0,0-1 0 16,0-2-8-16,0 1 5 0,-4-1-4 16,2 3 2-16,-4-1 3 0,1 3-3 15,-1 0-2-15,4 4 2 0,-4 6-1 0,4-1-1 16,-4 8 0-16,2-2 0 0,1 1-1 16,-1 4-2-16,4 1 0 0,0 4-2 15,0-1-2-15,0 1 1 0,0-2-2 16,-2 1-1-16,2-1 0 0,-4 2-4 15,2 0-7-15,-2 0-13 0,-2 0-26 16,4 0-35-16,-5 8-96 0,7 4-80 0</inkml:trace>
  <inkml:trace contextRef="#ctx0" brushRef="#br1" timeOffset="151199.68">12208 5748 293 0,'0'0'56'0,"0"0"-11"0,0 0-1 15,0 0-10-15,0 0 0 0,0 0-1 16,0 0-1-16,0 0 0 0,0 0 2 16,0 0-4-16,0-65-4 0,-2 54-5 0,-2 0-4 15,-2 1-3-15,0 0-4 0,4 2-1 16,-4-1-3-16,1 6-1 0,3 0-2 16,-2-1-1-16,-2 3-2 0,-2 1 1 15,-1 0-3-15,-3 8 1 0,0 8-1 16,-1 6 1-16,1 2 1 0,-1 2-2 15,7 1 2-15,-2-1-1 0,2-2 0 16,4 0 1-16,-2 1 0 0,2-1 4 16,2-1-6-16,0-1 5 0,0 0-5 15,6-1 1-15,-4 0 0 0,4-1 0 0,0 0-1 16,0-1-1-16,3 0 1 0,-3-7-1 16,0 0 1-16,2-1 2 0,3-3-2 15,-3 3 0-15,4-5 2 0,-5-1 0 16,1-2 0-16,4 0-1 0,-1-3 1 15,-3 0 0-15,8 0 0 0,-1 0 1 16,-7-1-1-16,9-6 2 0,-11 3 0 16,2-2-2-16,0-4 2 0,3 5 0 15,-3-6 0-15,2-1 1 0,-6-2 0 16,3-6 1-16,-3 1 1 0,-2-3 0 0,-2 0 2 16,0-3-2-16,0 0 2 0,-2-3-5 15,-4 1 7-15,-3-2-5 0,3 0 2 16,-6 0 1-16,1 2-2 0,3 1 1 15,0 3-4-15,-3 2 1 0,9 6-2 16,-8 3-1-16,8 5 0 0,-2 2 0 0,4 2 0 16,0 3-2-16,0-2-2 0,-2 2-4 15,2 0-1-15,-4 0-6 0,-3 5-7 16,3 2-21-16,4 9-30 16,0 0-75-16,9 4-140 0</inkml:trace>
  <inkml:trace contextRef="#ctx0" brushRef="#br1" timeOffset="151833.4">12566 5771 481 0,'0'0'47'16,"0"0"-8"-16,0 0-7 0,0 0-2 15,0 0-4-15,0 0-3 0,0 0-3 0,0 0-2 16,0 0-4-16,-12-46-2 0,12 46-3 16,0-1-1-16,0 1-2 0,-2 0-1 15,2-1-2-15,-7 1-2 0,-1 0-1 16,-2 8-1-16,-3 6 0 0,5 3 1 15,-2 4-1-15,1 2 3 0,1 1 2 0,2 0-4 16,0 2 4-16,2 0-5 16,-3-2 0-16,5 0 1 0,2-2 1 15,0-6-1-15,0 0-2 0,7-1 1 16,-1-2-1-16,0 1 0 0,0-2 0 0,0-4 0 16,1-2 2-16,-3 2-1 0,2-4 1 15,0 2-1-15,-2-4 0 0,-2 1 1 16,-2-3 0-16,7 0 0 0,-1 0 1 15,0 0-1-15,0 1 1 0,-4-1-1 16,4 0 0-16,7 0 1 0,-3-1 0 0,-2-4 1 16,1 0 0-16,-3 0-1 0,4-6 3 15,-1 0-2-15,1-5 1 0,-4-1-1 16,0-1 1-16,-2-2 0 16,1-3-1-16,-3-3 2 0,2-2-4 0,-2-1 4 15,2 0-5-15,-4 1 6 0,0 9 0 16,0 1 0-16,0 5 0 0,0 1-1 15,0 0-1-15,0 1-1 0,-4 3 0 16,2-2-1-16,-4 3 0 0,-1-1 0 16,1 2-1-16,6 3-1 0,-8-2 0 0,2 2-2 15,2 1 0-15,-5-3-1 0,5 3-3 16,2 1-2-16,-2-1-5 0,4 2-8 16,0-1-16-16,-2 1-24 0,-2 3-42 15,4 7-127-15,-2 3-37 0</inkml:trace>
  <inkml:trace contextRef="#ctx0" brushRef="#br1" timeOffset="153155.79">12924 5793 365 0,'0'0'50'0,"0"0"-3"15,0 0-12-15,0 0-4 0,0 0-8 0,0 0-2 16,0 0-1-16,0 0 0 0,0 0-1 16,0 0-1-16,-9-55-1 0,9 50-4 15,0 0 1-15,0 5-4 0,0-4 0 16,-2-1-1-16,2 1-3 0,-4-1 0 15,4 5 0-15,0-1-4 0,0 1 3 16,0-2-1-16,-2 1 0 0,2-1 2 0,-4 1-2 16,4-1-1-16,-2 0 0 15,-2 1 0-15,4-1 1 0,-2 1 2 16,2 1-3-16,0-2 2 0,-4 2-4 0,4-1 1 16,-3 1 0-16,-1-1-2 0,4 1 2 15,0-2-1-15,-2 2 1 0,-2-1 0 16,4 1-2-16,-2 0 1 0,-4 0 0 15,0 0-1-15,-7 0 0 0,1 1 2 16,-1 3-3-16,5 6 1 0,-4 0-1 0,4 2-1 16,-3 6 1-16,3 2 2 0,6 2-2 15,-2 0 2-15,2 3 3 16,-2-1-6-16,4 0 5 0,0 0-5 16,0-2 0-16,0-6 0 0,0 1 0 0,0 0 0 15,0-5 1-15,4 6 1 0,-2-1-2 16,2-6 0-16,-2 4 1 0,4-2 1 15,-4-2-1-15,4 2 2 0,-1-3-2 16,1 0 1-16,-4 0 0 0,4-1 0 16,0-2 0-16,0-1 0 0,-4 2 0 0,5-2-2 15,-1 0 2-15,-2-3 0 0,-2 0-1 16,-2-3 1-16,4 0 0 0,2 2-2 16,-4-1 2-16,9-1 3 0,-3 0-3 15,0 0 2-15,3 0-2 0,1-1-2 16,-4-2 2-16,1-2 0 0,7-1 0 15,-3-2 0-15,-1 0 2 0,-4 1-2 16,5-4 0-16,-1 1 0 0,3-4 0 16,-7 4 1-16,2-1 1 0,-4 4-1 15,-4-3 2-15,9-2 0 0,-9 3 0 0,4-5-1 16,-2 5 1-16,-2-3 1 0,0-6-1 16,2 6 5-16,-4-8-3 0,0 0 2 15,0 0-4-15,0-5 4 0,0 2-4 16,-4 0 5-16,4 8-3 0,-4-3 0 15,-2 1 0-15,2-1-2 0,-4-5 0 0,1 3 0 16,1 7 0-16,-4-1-2 16,2 2 2-16,1 3-1 0,-1-3 0 15,2 4 0-15,-4 1 0 0,-3-4-2 16,9 5 2-16,-8-5-1 0,-1 4 0 0,7 2 1 16,-6-4-1-16,3 4-3 0,3-1 2 15,-6 0-1-15,1 0 1 0,5 2 1 16,4 1-3-16,-10 0 0 0,5 3-2 15,1-2 1-15,-6 2-1 0,10 0-2 16,-9 0 0-16,3 3-5 0,6 3-10 0,-8 2-12 16,8-2-35-16,-11 4-56 0,9-2-167 15,-4 4-7-15</inkml:trace>
  <inkml:trace contextRef="#ctx0" brushRef="#br1" timeOffset="159045.49">13796 5765 351 0,'0'0'59'0,"0"0"-7"15,0 0-7-15,0 0-8 0,0 0-6 16,0 0-3-16,0 0-3 0,0 0-3 0,0 0 0 16,0 0-4-16,0-55-3 0,0 51-1 15,-6-4-3-15,2 5-4 0,2-1 1 16,-7-3 0-16,5 6-2 16,2-1 0-16,-10 1-3 0,1 1-1 0,-3 0 0 15,-5 8-2-15,5 3 1 0,-5 5 0 16,7 4-1-16,-1 4 0 0,5 3 0 15,-4 0-2-15,6 2 2 0,-3 0 4 16,5 0-5-16,2 0 5 0,2-4-5 16,0 2 1-16,0-5 0 0,2 1-1 0,2-3 0 15,2-7 0-15,-3 1 1 0,5-1 0 16,-4-2-1-16,4 3 1 0,-2-7 0 16,1 1-1-16,-1-2 1 0,4-2 1 15,-2 0 0-15,-6-3 1 0,11 1-1 16,-7-2 0-16,6 0 1 0,7 0 0 15,-4-7-1-15,3 0 0 0,-5-1 0 16,-5-2 2-16,2-2-2 0,-2-2 4 16,-1-4-3-16,-1-2 1 0,0 7 1 15,-6-5-2-15,2-2 3 0,-2-4 3 0,0-4-2 16,0-1-4-16,-6 0 3 0,2 2-9 16,-2 0 7-16,-1 2 0 0,1 9-2 15,0 0 2-15,0 7-2 0,2 5 1 16,2-5-2-16,-5 6 0 0,5-1-2 15,2 1-1-15,0 3-1 0,0-1 0 0,-6 1-1 16,0 1-4-16,0 6-6 16,-5 3-24-16,9 4-32 0,2-3-74 15,0 4-147-15</inkml:trace>
  <inkml:trace contextRef="#ctx0" brushRef="#br1" timeOffset="159547.07">14156 5692 577 0,'0'0'52'0,"0"0"-5"16,0 0-14-16,0 0-11 0,0 0-9 0,0 0-5 15,0 0-3-15,0 0-1 0,0 0-2 16,-79-12 0-16,65 28 0 0,1 6 0 15,1 2-1-15,-1 4 0 0,5 0-1 16,0 2 0-16,2 2 3 0,2 2-3 16,1 1 5-16,-1-2-5 0,4-1 0 0,0-3-1 15,0-2-1-15,4-3 1 0,3-1 0 16,-1-3 1-16,-2-2-1 0,2-1 1 16,0-5 0-16,5 0-1 0,-5-3 1 15,0-1 0-15,2-2 0 0,-1-3 1 16,-1-2 0-16,2-1 0 0,9 0 0 15,-3-7 0-15,5-5 0 0,-5-2 0 16,1-1 2-16,-5-2 0 0,2-1 2 16,1-2-2-16,-7-1 1 0,0-4 0 15,-4 0 3-15,0-2 2 0,-2-4 2 0,0-1 0 16,0-1-7-16,-2-2 2 0,-4 2-5 16,0 1 1-16,0 1 2 0,-1 4-1 15,1 3-1-15,-2 7 1 0,4 3-2 16,-2 5 0-16,6 5 0 0,-2 1-2 15,2 3 0-15,0-2-1 0,0 2-1 0,-2 0-1 16,-3 0 0-16,-3 8-3 16,4 7-7-16,-2 0-10 0,6 2-28 15,0 3-42-15,0-2-138 0,4 6-67 16</inkml:trace>
  <inkml:trace contextRef="#ctx0" brushRef="#br1" timeOffset="160053.64">14528 5724 637 0,'0'0'50'15,"0"0"-10"-15,0 0-15 0,0 0-8 16,0 0-6-16,0 0-2 0,0 0-3 15,0 0-3-15,0 0 0 0,-81-1 0 16,65 17-2-16,3 5 0 0,-3 2 0 16,7 3-2-16,-3 0 2 0,6 2 3 0,-3 3-4 15,5-1 5-15,2-1-5 0,-2 0-2 16,4-3 2-16,0 0-2 0,4-4 1 16,2-2 1-16,1-2-1 0,-5-4 0 15,4-2 0-15,4-3-2 0,-6-2 2 16,3 1 0-16,3-2 0 0,-2-3 1 15,3 0 0-15,-3-3 0 0,4 0 0 16,1 0 0-16,1 0 1 0,-1-4-1 16,-1-2 2-16,0-2-1 0,1-2 1 15,-3-2 0-15,2-4 1 0,1-2 0 0,-7 0 0 16,4-3 3-16,-5-2-3 0,-1-1 2 16,-4-4 0-16,0-1-2 0,0-1 3 15,0 0-4-15,0 1 5 0,0 1-2 16,-9 4-1-16,9 7 0 0,-6 4-2 15,2 4 0-15,2 4-1 0,-4-4-1 0,2 6-1 16,2 0-1-16,2 0-1 0,0 3 0 16,-7 0-1-16,3 0-1 15,-2 5-6-15,2 7-12 0,-2 5-20 16,0 2-46-16,6 4-120 0,-5-5-89 0</inkml:trace>
  <inkml:trace contextRef="#ctx0" brushRef="#br1" timeOffset="160649.09">14931 5692 670 0,'0'0'47'16,"0"0"-10"-16,0 0-11 0,0 0-6 15,0 0-7-15,0 0-3 0,0 0-4 16,0 0 0-16,0 0-3 0,-50-36-1 16,38 36-1-16,-5 8-2 0,5 6 2 0,-1 4 0 15,5 4-1-15,2 1 0 0,0-1 0 16,2 4-2-16,2-2 7 0,-3 2-5 16,5 0 4-16,-2 0-3 0,-2-2-2 15,4 0 1-15,0-7 0 0,0 1-1 16,0-1 0-16,0-4 1 0,0 6-2 15,0-3 1-15,0-3 1 0,4 3-2 16,3-6 1-16,-5-2-1 0,4 2-1 16,0-3 2-16,0-1 0 0,3-1 0 15,1-2 0-15,-8-2 1 0,8-1 1 0,3 0 0 16,-5-1 0-16,11-5 0 0,-5-2-1 16,-8 4 1-16,9-6 1 0,-5 0 0 15,2 1 0-15,-3-2 1 0,-1-1-1 16,-2 0 1-16,0 3 1 0,1-6 0 15,-1 0 2-15,0-2-1 0,-2 2 2 0,-2-4-1 16,-2 1-4-16,0-3 5 16,0-5-5-16,0 8 4 0,0 0-1 15,0-1-1-15,0 6 0 0,-2-6-1 16,-2 9 1-16,2-1 0 0,-2 2-2 0,-2 0-1 16,3 0 0-16,-1 5 0 0,2-4-1 15,-2 5 0-15,-2 0-2 0,6 0 0 16,0 3 1-16,-4-3-2 0,0 1-3 15,2 1-3-15,-5-1-8 0,7 2-12 16,-6-1-19-16,2-1-41 0,-2 0-150 0,4 1-72 16</inkml:trace>
  <inkml:trace contextRef="#ctx0" brushRef="#br1" timeOffset="175515.31">15838 5793 481 0,'0'0'56'0,"0"0"-11"0,0 0-4 16,0 0-7-16,0 0-5 0,0 0-5 15,0 0-6-15,-33-82-2 0,29 74-4 16,-2 0-3-16,0 1-1 0,-3 0-2 15,3 1-2-15,0 2 0 0,-2-1 1 16,2 2-4-16,1 1 1 0,3 1 1 0,-4 1-3 16,-6 0 0-16,-3 0 0 0,-1 8-4 15,1 4 4-15,1 3 0 16,1 3-1-16,1 2 1 0,0 1-1 0,-1 2-1 16,5 0 2-16,2 1 3 0,-1 0-4 15,3 0 5-15,2 1-5 0,2-1-1 16,0-1 1-16,0-2-2 0,0-4 1 15,0 0-1-15,0 1 3 0,2-3-2 16,9 6 3-16,-5-3-1 0,0-4 1 16,0-2-1-16,-2-3-1 0,3-1 2 0,-1-1-2 15,-2-3 2-15,2 0 0 0,0-2-1 16,-4-1 2-16,9-1 3 0,-5 0-3 16,2 0 1-16,5 0 0 0,-7-6-1 15,6-3 1-15,-6 3 1 0,5-6 1 16,-5-1 2-16,0 0 0 0,0-1 0 15,-1-1 2-15,-3-5-1 0,2-2-2 16,-4-8 0-16,0 3-2 0,0-1-1 16,0-1 1-16,0 1-7 0,0 3 5 15,0 5-6-15,0 0 5 0,0 8 0 0,-4 0-1 16,2 0 1-16,-3 6-1 0,5 1-1 16,0 5-1-16,0-2-1 0,0 2 0 15,0-1-1-15,0-1-2 0,0 1-3 16,-2 1-6-16,2-1-10 0,0 1-18 15,0 0-35-15,-4 0-65 0,4 0-143 16</inkml:trace>
  <inkml:trace contextRef="#ctx0" brushRef="#br1" timeOffset="175998.29">16006 5753 600 0,'0'0'48'0,"0"0"-7"0,0 0-12 15,0 0-10-15,0 0-9 16,0 0-5-16,0 0-2 0,0 0-2 16,0 0-2-16,-29-10 2 0,21 26-2 0,-5 5 1 15,7 5-2-15,-2 0 1 0,1 1 5 16,3 0-5-16,-2-1 5 0,4 0-4 15,2-8-2-15,0 0 0 0,0-1-1 16,0-5-1-16,0 5 1 0,0-8 1 16,2 0 0-16,2 0 2 0,-2-4 0 0,4 1 0 15,-1-3 0-15,-3-2 1 0,4 3 1 16,0-4 1-16,2 0 1 0,5 0-2 16,3-2 0-16,-1-6 0 0,-7 1 0 15,9-6 1-15,-9 4 2 0,2-2 1 16,-8-3 3-16,7 0 3 0,-3-2 1 15,-2 0-1-15,-2-4 1 0,-2 1-3 16,0-9-5-16,0 4 3 0,0 1-4 16,-2 1 1-16,2 6 0 0,-6 1-2 15,6 4-1-15,-4 7 0 0,4 0-1 0,0 4-2 16,0-2 1-16,-3-1-3 0,-1-2 0 16,2 1-3-16,2 1-2 0,0 3-3 15,0 0-5-15,0 0-7 16,-2 0-14-16,2 6-27 0,-4 7-37 0,4 6-89 15,0-7-88-15</inkml:trace>
  <inkml:trace contextRef="#ctx0" brushRef="#br1" timeOffset="176483.83">16363 5748 590 0,'0'0'47'16,"0"0"-9"-16,0 0-9 0,0 0-9 15,0 0-6-15,0 0-3 0,0 0-3 16,0 0-1-16,0 0-3 16,0 0 0-16,-37-27-2 0,25 34-1 0,-3 7 0 15,3 3-1-15,4 2 1 0,-3 4 2 16,3 1-2-16,2 3 1 0,0-4-5 15,4 2 2-15,-3-7-3 0,3 2 1 16,2-2 1-16,0-6-2 0,0 8 2 16,0-2 0-16,0-7 1 0,0 7 1 0,7-4 0 15,-5-5 0-15,10 3 0 0,-4-1 0 16,3-6-1-16,1 3 0 0,-4-3 1 16,5-5-2-16,-1 1 2 0,0-1 0 15,3 0 0-15,-1-7 2 0,3 0-2 16,-9 0 3-16,5-2 1 0,-7 1 2 15,0-2 0-15,0 2 2 0,-4-2 1 16,-2 0 3-16,4-3-1 0,-4-7 3 16,0 1-4-16,-4-4-1 0,2 1-1 15,-4 1-8-15,0 1 4 0,0 5-5 0,-1 1 4 16,3 5-2-16,2 5 0 0,2 1-2 16,0 3 0-16,0-2-2 0,-2-1-1 15,-2 0-4-15,2 0-4 0,-2 0-10 16,4 3-13-16,0 0-26 0,0 0-51 15,0 0-144-15,0 1-33 0</inkml:trace>
  <inkml:trace contextRef="#ctx0" brushRef="#br1" timeOffset="177059.8">16742 5778 648 0,'0'0'53'0,"0"0"-7"16,0 0-14-16,0 0-8 0,0 0-7 15,0 0-5-15,0 0-5 0,0 0-2 16,0 0-1-16,-19-43-2 0,19 43 0 16,-2-2-2-16,-4 2 0 0,-7 0 1 15,-1 8-2-15,-3 4 1 0,3 3-2 16,6 2 0-16,-3 4 1 0,3 0 0 15,0 4 4-15,2 0-4 0,-1 0 3 16,3-3-4-16,-2-4-1 0,6-1 0 16,0-5 0-16,0 2 0 0,0 5 0 0,0-2 1 15,4 5 0-15,2-4 1 0,1-6-2 16,1 0 0-16,0-1-2 0,-2-4 2 16,5 6 0-16,-3-4 1 0,-2-5 1 15,6 3-1-15,-5-2 1 0,1-3 0 16,2 1 1-16,-4-2-1 0,3-1 0 15,-3 0 0-15,6 0 1 0,3 0 0 16,-5-3-1-16,5-5 1 0,-3 0 0 16,-4-2 1-16,5 0 0 0,-5 1 2 15,2-2 1-15,-1-1-1 0,-3 0 2 0,4-2-1 16,-8 0 2-16,2 4 1 0,-2-8 0 16,-2-1 0-16,0 0-1 0,0-6-2 15,0 1 0-15,-2 2-1 0,-4 0-4 16,2 7 4-16,-2 1-6 0,0 5 2 15,3 5-1-15,-3-4-1 0,2 5-2 0,2 0-1 16,-4-1-1-16,0 2-4 16,4 0-8-16,-11-1-13 0,3-1-26 15,2 1-46-15,1-2-157 0,5 4-33 16</inkml:trace>
  <inkml:trace contextRef="#ctx0" brushRef="#br1" timeOffset="177916.25">17517 5791 576 0,'0'0'63'0,"0"0"-11"16,0 0-12-16,0 0-11 0,0 0-6 15,0 0-4-15,0 0-5 0,-35-84-4 16,33 80-3-16,0-6-1 0,-3 8-3 0,3-1-2 16,-8-2-1-16,4 5-2 0,-3 0 0 15,-5 1 1-15,2 10-1 0,-7 5 0 16,7 6 1-16,-1-1 1 0,5 3-2 15,2-1 2-15,0-2 3 0,-1-4-6 16,7 1 7-16,0 0-6 0,0-5 0 0,0 5 1 16,0-2 0-16,0-4 1 0,7 3-2 15,-1-2 0-15,0-1-1 0,0 2-2 16,0-3 2-16,3 1 1 16,-3-5 1-16,2 4 2 0,2-4 0 0,-3-2-1 15,1 1 1-15,0-3 0 0,5 0 0 16,-3-3 1-16,2 0-1 0,-3 0-1 15,5-1 1-15,-8-4-1 0,11-1 2 16,-11 1 2-16,-2-2 1 0,2-1 0 16,-2-2 1-16,3-5 0 0,-7-4 4 0,2-5 1 15,-2 0-3-15,0-3 4 0,-2-1-7 16,-5 1 2-16,1 0-1 0,0 0-3 16,0 5-2-16,0 5-2 0,4 2 1 15,-3 6-1-15,5 4 0 0,-2 1-1 16,2 4-2-16,0-2-1 0,0 2-1 15,-4-1-2-15,4 1-2 0,0 0-5 16,-2 0-8-16,-8 1-10 0,4 5-27 16,2 5-26-16,-1-2-68 0,5 5-139 15</inkml:trace>
  <inkml:trace contextRef="#ctx0" brushRef="#br1" timeOffset="178642.53">17802 5748 563 0,'0'0'55'16,"0"0"-9"-16,0 0-9 0,0 0-7 15,0 0-10-15,0 0-2 0,0 0-4 16,0 0-3-16,0 0-3 0,0 0-2 16,-12-65-2-16,8 62 0 0,1 0-4 0,3 3 0 15,-4 0-1-15,-4 0 0 0,-4 4 0 16,-7 7 0-16,7 3 1 0,1 1-1 16,-1 2-1-16,2-1 0 0,1 1-1 15,-1 3 1-15,8-2 5 0,-2-5-4 16,2 4 3-16,0 0-4 0,2-5 0 15,-5 6-2-15,5-1 1 0,0-6-2 16,0 4-1-16,5-6 0 0,-3 0-1 16,4 1 1-16,-4-2-3 0,8 3 2 15,-4-3-3-15,7 0 2 0,-7-3 3 0,2 0 0 16,1 1 5-16,1-3 1 0,-2 2-1 16,-4-4 1-16,5 0 0 0,-3-1 1 15,0 0 0-15,2 0 0 0,-4 0 3 16,3 0 1-16,1 0 2 0,-2-1 0 15,0-7 2-15,7-2 1 0,-7 2 4 16,0-6 2-16,0-1 1 0,1-5-1 16,-1-4-7-16,-4-2 0 0,-2 1-5 15,4-1 2-15,-4 0-1 0,0 8-2 16,0-2 0-16,0 2-3 0,0 4-2 0,0-4 1 16,0 7-2-16,0 6-1 0,0 1 0 15,0 4-2-15,0-1-2 0,-4-2-3 16,2-1-10-16,-2 1-8 0,2 0-19 15,2 3-29-15,0 5-66 0,0 8-149 16</inkml:trace>
  <inkml:trace contextRef="#ctx0" brushRef="#br1" timeOffset="179164.47">18116 5730 642 0,'0'0'51'0,"0"0"-7"0,0 0-12 15,0 0-8-15,0 0-4 0,0 0-5 16,0 0-2-16,0 0-1 0,0 0-2 16,-14-55-1-16,14 54-2 0,0 1-2 15,-4-2-2-15,4 1-2 0,-2 1 0 16,2-2-2-16,-7 2 1 0,1 2 0 15,-6 8-1-15,-1 7-1 0,3 3 1 16,0 1-1-16,1 0 2 0,3 2 3 16,0-2-4-16,2-5 4 0,2 0-6 15,-2-4 2-15,4 0-2 0,0 5 1 0,0-5-1 16,0 6 0-16,0-3 1 0,6 1-1 16,0-1 1-16,0-1-1 0,5-4 0 15,-5-3 0-15,0 3 0 0,4-1 2 16,-3-4-1-16,5 3 0 0,-6-4 2 15,0-3-3-15,3 2 4 0,-3-3 0 0,6 0-1 16,1 0 2-16,-7-3 0 0,8-4 0 16,-7 1 1-16,5-5 1 15,-6-1 0-15,-2 3 0 0,2-6 1 16,-3-2 1-16,1 0 1 0,-2-7-4 0,-2 1 4 16,0-1-6-16,0 1 2 0,0 7 0 15,0-3-2-15,-2 9 3 0,-2-1-4 16,1 0 0-16,-1 7 0 0,4-1-4 15,-2 2 1-15,-2 0-4 0,2 0 0 16,-2 0-3-16,4 3-4 0,-6 0-12 0,4 0-19 16,-5 5-54-16,1 1-111 0,4 1-90 15</inkml:trace>
  <inkml:trace contextRef="#ctx0" brushRef="#br1" timeOffset="179639.75">18530 5681 727 0,'0'0'37'0,"0"0"-6"16,0 0-11-16,0 0-7 0,0 0-5 15,0 0-4-15,0 0-4 0,0 0 1 16,0 0-1-16,-33-6 0 0,16 17 0 15,7 2 0-15,-1 4 0 0,3 0-1 16,2 3 0-16,0-1 1 0,0 4 1 16,-1 2-2-16,1-1 4 0,4 0-5 15,2-1 0-15,-4 1 0 0,4-1-1 0,0-7 0 16,0 1-1-16,0 0 1 0,4-6-1 16,2 6 1-16,0-4 0 0,-3-6 1 15,3 6 1-15,0-8-1 0,-4-1 2 16,8-1-1-16,-8-2 0 0,11 1 0 15,-5-2 0-15,2 0 1 0,5-2 0 16,1-6 1-16,-1-2 0 0,-1 0-1 16,3-1 4-16,-9 0-3 0,0 3 3 15,3-2 1-15,-3-2 0 0,-4 2 6 16,2-6 0-16,1-1 0 0,-7 5 1 0,2-8-1 16,-2 1-7-16,0-2 3 0,-2 1-6 15,-3 1 2-15,-3 3-1 0,-2 4-2 16,4-2-1-16,-7 3-1 0,3 2-2 15,-3 3-2-15,-3 0-4 0,-1 2-7 16,-1 0-10-16,-7 1-17 0,-2 2-42 0,0 0-112 16,-2-1-102-16</inkml:trace>
  <inkml:trace contextRef="#ctx0" brushRef="#br1" timeOffset="183541.77">19346 5760 400 0,'0'0'56'0,"0"0"-10"0,0 0-9 16,0 0-6-16,0 0 0 0,0 0-1 0,0 0-4 16,0 0-2-16,0 0-6 0,-14-42-2 15,14 37-1-15,-4 1-2 0,-3-6 1 16,5 6-3-16,2 0 1 0,-6-6 0 15,6 6-3-15,-6-5 2 0,0 0-4 16,2 4-1-16,2-1-1 0,-3 3-2 0,3 0 0 16,-6-3 1-16,4 4-3 0,-2 1 0 15,-3-1-2-15,-1 2-2 16,-2 3 2-16,-5 8-1 0,1 4 0 16,3 3 1-16,3 3 0 0,0 3-2 0,1-2 3 15,3 1-2-15,2 0 1 0,2-2 7 16,2 2-8-16,0-1 6 0,0-7-6 15,0 4 0-15,0-1 0 0,6 2-3 16,-4 5 3-16,8 0-2 0,-3-1 2 16,1-3 1-16,0 1 0 0,3-2-1 0,-3-2 1 15,4-2-1-15,1-2 1 0,-5-5 0 16,2-1 0-16,-2-4 1 0,-3-3 0 16,-3 3 0-16,4-4 0 15,6 0 2-15,1-4-2 0,5-3 3 0,-3 1-3 16,-7-4 2-16,4-1-1 0,-1-3 1 15,1-4-1-15,-4 0-1 0,1 0 2 16,-3-4 1-16,0-1 0 0,-6-2 1 16,4-3 0-16,-4-1-4 0,0-3 5 15,0 1-5-15,-4-3 5 0,-2 1 0 0,0 1-1 16,-3 2 1-16,3 3-1 0,-2 3 0 16,4 9-2-16,-2 0 0 0,4 8-1 15,-3 2-1-15,5 1 0 0,0 4 1 16,-2-5-3-16,-2 2 1 0,2 0-3 15,-2 0 0-15,4 3-3 0,0-2 0 0,-6 2-1 16,4 5-5-16,-6 4-11 0,-3 6-22 16,5 3-29-16,4-4-59 15,2 4-156-15</inkml:trace>
  <inkml:trace contextRef="#ctx0" brushRef="#br1" timeOffset="184083.44">19696 5642 663 0,'0'0'46'0,"0"0"-12"0,0 0-10 16,0 0-6-16,0 0-5 0,0 0-5 15,0 0-3-15,0 0-2 0,0 0-1 16,-62-63-1-16,47 70-1 0,-4 5 0 16,7 4-1-16,0 6 0 0,1 2-1 0,5 4 1 15,-4-1 0-15,4 3 1 0,3 0 4 16,-3 1-5-16,6-1 3 0,-4 1-4 16,4-4-1-16,0-1 0 0,0-2-1 15,4-1 2-15,2-2-2 0,1-3 2 16,-1-1 1-16,2-2-1 0,0-6 1 0,3 2 1 15,-9-5-2-15,10-2 2 16,-6 1 0-16,7-4 0 0,-5 3 2 16,-4-3-2-16,2 1 2 0,-3-2-1 15,3 0 1-15,4-2 0 0,2-1-2 0,-7-5 2 16,7-1 0-16,-6 0 1 0,5-5 2 16,-5 1-1-16,0-4 0 0,-2-4 2 15,-4-3 0-15,4-2 2 16,-4-2-2-16,0-2 1 0,0-2-3 0,-4 2 1 15,0 3 0-15,0 1-2 0,2 9-1 0,-2 2-1 16,2 6 0-16,-3 4-1 0,3 0 1 16,2 5-2-16,0-1-3 15,0 1-1-15,0 0-1 0,-4 0-1 16,-4 0-4-16,-4 5-6 0,3 3-13 0,-1 2-22 16,2 3-33-16,4 3-69 0,-3-3-130 15</inkml:trace>
  <inkml:trace contextRef="#ctx0" brushRef="#br1" timeOffset="184580.09">19989 5661 657 0,'0'0'45'0,"0"0"-10"15,0 0-11-15,0 0-7 0,0 0-3 16,0 0-5-16,0 0-2 0,0 0-2 16,0 0-1-16,0 0-2 0,-37-24-1 0,27 33 1 15,-7 6-2-15,3 5 0 0,5 2 1 16,-3 2-1-16,6 0-1 0,-5 2 2 16,9 1 3-16,-4-1-5 0,6 1 4 15,-4-2-6-15,4-1-1 0,0-8 0 16,0 3-1-16,0-1 0 0,4 0 0 15,4 4 3-15,5-4 1 0,-3-1-1 16,-2-7-2-16,5-1 0 0,-7-4-1 16,2-1 2-16,5 0 1 0,-5-4 2 15,4 1 0-15,1-1 2 0,3-5-1 0,-5-3 1 16,7-3 2-16,-5-1-1 0,-3 2 2 16,-2-2 0-16,0 0 2 0,-1-1 1 15,-1-1 0-15,-2-2 1 0,-2-2 0 16,2-3 1-16,-4-6-5 0,0-1 4 15,0 3-6-15,0-3 3 0,0 2-2 0,-6 2 0 16,2 8 0-16,-2 0-1 16,4 6 0-16,2 5-3 0,-5 1-1 15,3 1-1-15,-2-1-1 0,2 1-1 16,-2 0-1-16,4 3-2 0,0-1-4 0,-4 1-10 16,-2 0-14-16,2 0-36 0,-3 6-59 15,7 6-169-15,0 1 3 0</inkml:trace>
  <inkml:trace contextRef="#ctx0" brushRef="#br1" timeOffset="185155.22">20431 5614 737 0,'0'0'34'15,"0"0"-6"-15,0 0-9 0,0 0-6 16,0 0-3-16,0 0-4 0,0 0-1 16,0 0-1-16,0 0-2 0,0 0-1 0,-35-48-1 15,29 51-1-15,-6 10 1 0,-3 6 0 16,3 2 0-16,-1 3-3 0,5 2 2 16,2 1-1-16,-4-1 1 0,3 2-1 15,5-3 2-15,-2 1 2 0,2-8-4 16,2 2 3-16,0-2-6 0,0 1 2 15,0-1 2-15,0-1 0 0,0-2 1 16,2-5-1-16,2 4 0 0,5-2 0 16,-5-5 1-16,2 2-1 0,0-2 0 15,-4-4 1-15,0 0 0 0,9 0 1 0,-9-1-1 16,8-2 1-16,4 0-1 0,-1 0 1 16,-1-3 0-16,3-4 0 0,-3-1 1 15,3-2 0-15,1-2 0 0,-1 2 2 16,-3-4-1-16,-4 5 3 0,-1-3 0 15,-1-2-3-15,0-3 7 0,0-6-5 16,-2 2 5-16,-2 4-1 0,-2-1-3 16,0-1 2-16,0-1-3 0,0-6-1 15,0 10 1-15,-6-1-3 0,4 6 0 16,-2 0 0-16,2 1-2 0,-4 2 0 0,-1-1 1 16,1 3-2-16,0 0 1 0,-2 2-2 15,2-1-2-15,-1 3 1 0,-3-1 0 16,8 1 0-16,-4 1-1 0,2 1-4 15,4 0-5-15,-2-1-7 0,2 1-12 16,-7-2-32-16,-1 1-61 0,2-1-175 0,0 1-14 16</inkml:trace>
  <inkml:trace contextRef="#ctx0" brushRef="#br1" timeOffset="186481.5">9875 5757 520 0,'0'0'57'0,"0"0"-9"16,0 0-8-16,0 0-6 0,0 0-6 15,0 0-6-15,-31-83-2 0,22 69-2 16,3 2-2-16,0 5-2 0,0-3-4 0,-7 0-4 16,7 3 0-16,-6-1-4 0,3 4 0 15,1 4-1-15,-10 0-2 0,3 7 0 16,-3 8 0-16,1 6 0 16,3 5 0-16,1 2 0 0,7 6 0 0,0 1 1 15,4 1 2-15,2 1-3 0,0-1 3 16,0-1-3-16,0-2 0 0,6-4-1 15,2-1 0-15,2-4 2 0,-1-1-2 16,3-4 1-16,1-1-1 0,1-2-1 16,-2-7 2-16,1-2 1 0,-5 0-2 0,2-4 5 15,1 0-3-15,1-3 1 0,1 0 0 16,-1-2-1-16,0-4 2 0,3-1-1 16,-5-4 1-16,3-1 1 0,-5 1 2 15,-6-3 1-15,4-4-2 0,-6-1 1 16,0-9 0-16,0 2-1 0,-2-1 3 15,-2-1-1-15,0 0-5 0,-7-1 4 16,5 0-5-16,0 2 3 0,-2 3 1 16,2 7-3-16,-1 3 0 0,5 5 0 15,2 5-1-15,-4 1 0 0,4 3-2 0,-2-2 1 16,2 2-4-16,0 0-3 0,0-1-1 16,0 1-6-16,-4 0-9 0,4 0-14 15,0 0-33-15,0 1-32 16,0 5-86-16,4 5-97 0</inkml:trace>
  <inkml:trace contextRef="#ctx0" brushRef="#br1" timeOffset="186911.25">10094 5680 671 0,'0'0'48'0,"0"0"-13"0,0 0-15 15,0 0-5-15,0 0-9 0,0 0-4 16,0 0 0-16,0 0-2 0,0 0-1 0,-64 83 1 16,57-53 2-16,5 1-2 0,2-1 3 15,0-1-5-15,0-2 0 16,0-2 1-16,5-4-1 0,-1-6 4 16,-2-1-3-16,4-5 0 0,0 0 1 0,0 0-1 15,1-3 1-15,-1 0 2 0,-2-3-2 16,-2 1 2-16,4-4-2 0,-4 1 2 15,2 1 1-15,5-2 0 0,-3 0 2 16,4-2 0-16,-2-9 1 0,1-1 0 16,1-6 1-16,-4-1 0 0,-4-1 0 0,2-3 1 15,-4-2-5-15,0 0 4 0,0 0-4 16,-4 1 2-16,-2 1 2 0,-2 2-2 16,2 6-1-16,-1 1-2 0,1 7-1 15,6 2 0-15,-2 2-2 0,-4 0-1 16,6 0-3-16,-6 0 1 0,2 1-2 15,4 2-2-15,0 0-2 0,-2 0-8 16,-5 2-12-16,7 1-19 0,0-3-29 16,0 5-54-16,0 4-150 0,13 3 11 15</inkml:trace>
  <inkml:trace contextRef="#ctx0" brushRef="#br1" timeOffset="187378.96">10464 5686 654 0,'0'0'56'0,"0"0"-17"15,0 0-11-15,0 0-7 0,0 0-7 16,0 0-3-16,0 0-4 0,0 0-3 0,0 0-1 16,0 0-2-16,-66-9 0 0,53 24-1 15,1 3 1-15,6 2-1 0,-5 1 1 16,9 3 1-16,0 1-2 0,2-1 5 15,0 4-6-15,0-1 4 0,0-2-4 16,4 3-1-16,2-4 1 0,5 1 0 0,1-3 1 16,1-1-1-16,-3-1 1 0,2-2-2 15,1-2 2-15,-3-5-2 0,-2-1 1 16,5-4 1-16,-5-2-1 16,-2-2 1-16,5 0 0 0,-1-2-1 0,2-2 2 15,7-6 0-15,-5-2-2 0,-7 2 4 16,5-3-2-16,-6-1 1 0,0-3 2 15,1 0 0-15,-3-1-1 0,-2-6 3 16,-2-1-3-16,0-7 1 0,0 1 1 16,-2-1-4-16,-4 2 5 0,-5 1-6 0,3 3 4 15,-4 1-1-15,5 8-1 0,-1 3 0 16,2 4-2-16,0 2-2 0,-5 0 0 16,9 4-2-16,-8 1-2 0,6 1-1 15,-7 0-5-15,3 1-11 0,2 7-14 16,-6 3-35-16,5-4-52 0,1 1-163 15,6 4-6-15</inkml:trace>
  <inkml:trace contextRef="#ctx0" brushRef="#br1" timeOffset="187878.06">10852 5693 677 0,'0'0'52'0,"0"0"-9"16,0 0-15-16,0 0-8 0,0 0-7 15,0 0-6-15,0 0-4 0,0 0-2 16,0 0-3-16,-33 5 1 0,23 12 1 0,2 4-1 16,2 3 1-16,1 4 0 0,3-1-4 15,-2 2 4-15,4-1 3 0,0 0-5 16,0-2 6-16,0-3-5 0,6-2-1 15,1-3 1-15,-1-6 0 0,4 0-1 16,-2-3 0-16,1-3 1 0,3 2 0 0,-2-4 1 16,-1-2 0-16,1 1-1 0,-2-3 1 15,5 2 0-15,-5-2-1 16,4 0 2-16,-1 0 0 0,-1 0-1 16,0-5 1-16,3 0 0 0,-5 0 2 0,4-3 0 15,-5 2-1-15,1-5 2 0,-2-1-1 16,0 4 1-16,0-7 3 0,1-2-1 15,-3-1 2-15,-4-6 0 0,0 0-7 16,0-2 6-16,0 0-4 0,0 2 1 16,-4 3 1-16,-3 4-2 0,5 3-2 0,-2 5 1 15,-2 0 0-15,0 2-1 0,4 3 1 16,-9 0-3-16,9 2 0 0,-10 1-2 16,-7 1-1-16,7 0-2 0,-2 0-3 15,1 1-4-15,5 4-8 0,-5 0-15 16,9-2-41-16,2 0-102 0,-4-3-123 15</inkml:trace>
  <inkml:trace contextRef="#ctx0" brushRef="#br1" timeOffset="190423.43">7994 5715 105 0,'0'0'30'0,"0"0"2"16,0 0 0-16,0 0 1 0,0 0-4 15,0 0-3-15,0 0-4 0,0 0 3 16,0 0 0-16,0 0 3 0,0 10 0 16,0-8-2-16,0-2-5 0,0 1 1 15,0-1-5-15,0 2-4 0,0-1-2 0,0-1-3 16,0 2 0-16,0-2 2 0,0 2 0 16,0-2 1-16,0 1 2 0,0-1 1 15,0 2 5-15,0-2 3 0,0 0 2 16,0 1-1-16,0-1 1 0,0 0-1 15,0 2-2-15,0-2-2 0,0 0-4 0,0-2-5 16,0-4-4-16,-7-4-2 16,1-6 0-16,4 5 0 0,-4-5-1 15,0 2 0-15,2 5 1 0,-5-3-2 16,3 4 1-16,2 0-1 0,-2 3-1 0,-3 0-2 16,1 0 0-16,-2 4 0 0,2 1-1 15,-5 0 2-15,-1 3-1 0,-3 5-1 16,3 4 1-16,-1 0 0 0,5 3-2 15,2 3 3-15,-3 2-3 0,9 3 2 16,-4 1-2-16,6 2 2 0,0 0-1 0,0 2 1 16,0 1 5-16,0 0-5 0,2 0 4 15,4-2-3-15,-2 1-2 0,3-2 0 16,-1-4-1-16,0 1 0 16,2-3 1-16,-1-7 0 0,-1-1 1 0,0-2 0 15,2-4 0-15,3 1 0 0,-3-2 2 16,-2-3 0-16,2 0-1 0,-2-2 3 15,7 0-1-15,-1-1 0 0,1-7 0 16,-1-2 1-16,-4-3 0 0,5-2-2 16,-3 0 2-16,-6-2-1 0,2-1 1 0,1 0 0 15,-3 3 1-15,-2-3-2 0,-2-2 2 16,0-3 1-16,0-5-5 0,0 0 5 16,-2 4-5-16,-4 1 2 0,-1 8 0 15,1-1-2-15,4 8 1 0,-4-2-1 16,0 3-1-16,2 4 0 0,4 0-2 15,0 3-2-15,-3-2-1 0,-1 2-2 16,-4 0-6-16,4 0-11 0,-2 0-21 16,4 11-26-16,2-2-49 0,0 4-152 15,0-3 7-15</inkml:trace>
  <inkml:trace contextRef="#ctx0" brushRef="#br1" timeOffset="190910.16">8364 5695 645 0,'0'0'48'0,"0"0"-12"16,0 0-13-16,0 0-9 0,0 0-3 15,0 0-5-15,0 0-3 0,-85-21 1 16,74 21-5-16,-3 7 1 0,-5 7-2 15,5 2 1-15,6 4 0 0,-3 5 0 16,3 2 0-16,2 0 1 0,0 4 2 0,2-1-5 16,1-1 5-16,-1 0-4 0,4-4 1 15,0 0 1-15,0-7-2 16,0-1 1-16,4-2-2 0,-1-6 2 0,3 6 0 16,-2-6-1-16,2-1 1 0,0 1 1 15,3-3 0-15,-3 0 0 0,0-3 1 16,6 0 0-16,-3-3 2 0,7 0-1 15,-6 0 2-15,9-8-1 0,-2-2 2 16,-3-2-2-16,-2-3 1 0,1-1 0 16,-5 0 1-16,0-2 2 0,-3 5 0 0,1-4 1 15,-6-1 1-15,0-1-1 0,0-7-5 16,0 2 4-16,-6-1-6 0,-1 3 3 16,-1 1-1-16,2 5 0 0,0 4-3 15,-1 4 1-15,3 4-1 0,4 1-1 16,-6 0-1-16,4 2-3 0,-2-3-3 15,0 3-6-15,4 1-10 0,0-2-15 16,0 2-28-16,0 0-27 0,0 0-84 16,4 2-101-16</inkml:trace>
  <inkml:trace contextRef="#ctx0" brushRef="#br1" timeOffset="191387.35">8676 5718 609 0,'0'0'54'0,"0"0"-13"16,0 0-12-16,0 0-14 0,0 0-4 0,0 0-7 16,0 0-2-16,0 0-1 0,0 0-2 15,-77 9 0-15,63 10 1 0,-1 5-1 16,3 1 0-16,-1 2 1 0,5 3 4 15,-2-2-6-15,2 1 4 0,1-3-5 16,3-7 0-16,2 3 2 0,2-2-3 0,0-2 3 16,0 6-3-16,6-4 2 0,1-4-2 15,1-1 0-15,2-2 0 0,3-1 1 16,-5-3 0-16,6-3 3 0,-3-1-1 16,1-5 1-16,5 0 1 0,1 0-1 15,3-5 2-15,-5-4 1 0,-1-2-1 16,-3-1 0-16,1-3 1 0,-1 1 0 15,-6 2 3-15,1-1 0 0,-5-3 3 16,4-2 2-16,-6-5 4 0,0 1-2 16,0-1 2-16,0 0-2 0,-8 2-4 0,1-2 1 15,1 1-6-15,-4 0 2 0,2 2-3 16,-1 5 0-16,3 3-1 0,0 3-1 16,0 1-1-16,-1 1-1 15,3 4 2-15,2 0-3 0,2 3-2 0,0-2-2 16,0 2-4-16,-4 0-5 0,4 0-10 15,0 0-18-15,-2 0-35 0,2 2-71 16,0 4-135-16</inkml:trace>
  <inkml:trace contextRef="#ctx0" brushRef="#br1" timeOffset="191920.5">9102 5657 649 0,'0'0'45'0,"0"0"-11"16,0 0-15-16,0 0-9 0,0 0-5 0,0 0-2 16,0 0-3-16,0 0 1 0,-85 58-4 15,72-32 3-15,1-1 0 0,0 4-1 16,3 1 5-16,-3 1-5 0,6 1 3 15,-1 0-4-15,1 0-1 0,6 0 1 16,0 1 1-16,0-1-1 0,2 1 1 0,2-2 0 16,9-4 0-16,-5-1 0 0,3-5-1 15,-1-3 1-15,0-3 0 16,5-3 1-16,-5-2 2 0,0-5-1 0,1-2 0 16,-3-3-1-16,11 0-1 0,-5-5 1 15,5-8 0-15,-3-1 0 0,-1-1 2 16,-3-1 0-16,0-3 1 0,-1 3 1 15,-1-2 1-15,-2 0 0 0,5-1 1 16,-7 1 1-16,-2 3 6 0,-2-2 1 16,0-3 1-16,-2 1 0 0,0-7-4 0,0 0 0 15,0 0-2-15,-4 0-1 0,-2-1-5 16,0 2 3-16,-5-2-6 0,3 5 3 16,2 2 2-16,0 5-2 0,-3 1 2 15,-1 2-2-15,4 5 0 0,-2-5 0 16,1 5-2-16,-1 1-1 0,2 2 1 15,-6-1-1-15,1 2-1 0,3 1-1 16,-4 1 0-16,3 1-2 0,-3 0 0 16,-1 0-2-16,3 0-2 0,6 0-6 15,-2 1-10-15,0 2-16 0,-1 1-47 0,3-1-170 16,-2 0-49-16</inkml:trace>
  <inkml:trace contextRef="#ctx0" brushRef="#br1" timeOffset="-212555.45">20845 5862 182 0,'0'0'55'16,"0"0"-7"-16,0 0-6 0,0 0-4 0,0 0-1 16,0 0 0-16,0 0-5 0,0 0 1 15,0 0-4-15,-13 0-1 16,13 0 1-16,-2 0-2 0,2 0-2 16,-4 0-2-16,4 0-9 0,-2 0 2 0,2-2 0 15,-4 2-3-15,4-1 4 0,-2 1-6 16,2 0-4-16,-4-2 4 0,4 2-5 15,-2 0 4-15,2-1 5 0,-4 1-5 16,4 0-2-16,-2 0 0 0,-5-2-6 16,1 2 3-16,0-1-1 0,4 1 1 0,2 0-1 15,-4-1 0-15,4 1 1 0,0 0-2 16,-2 0 1-16,2 0 0 0,-4 0 0 16,4 0 1-16,-3 0 3 0,3 0-4 15,-4 0-1-15,4 0 0 0,-2 0-4 16,2 0 3-16,-4 0 0 0,4 0-1 15,-2 0-1-15,2 0 1 0,0 0 0 16,0 0-1-16,0 0 0 0,6 0 0 16,9 0-1-16,8 0 1 0,-3 0 0 15,7 0 1-15,-2 0 0 0,2 0-2 0,-7 0 2 16,7 0-2-16,-4 0 1 0,0 0 0 16,2 0 0-16,-5 0 0 0,5 0 0 15,-2 0 0-15,-9 0 0 16,5 0 0-16,-5-2 0 0,1 0 0 0,3 1 0 15,-3-2 0-15,-3 1 1 0,7-1 0 16,-9 2-1-16,1-2-1 0,-1 0 2 16,-4 1-1-16,0 2 0 0,-6 0 2 15,0-2-2-15,0 2-1 0,0 0 2 16,2 0-1-16,-2 0 1 0,4 0 0 0,-4 0-1 16,3 0 0-16,-3 0 1 0,4 0-1 15,-4-1 1-15,2 1-1 0,-2 0 0 16,0 0 1-16,0 0-1 0,0 0 2 15,4-2-2-15,-4 2 0 0,0 0 0 16,0-4-1-16,-4 1 1 0,-5-2 0 0,-3-2-1 16,2 4 0-16,-5-5 0 0,3 2 1 15,-1 3 0-15,-1-5 0 0,0 2 0 16,3 4 0-16,-3-6 0 16,1 5 1-16,5-2 0 0,-4 1-1 0,1-3 0 15,3 3-1-15,0 0 1 0,2-3 1 16,1 4 0-16,-3-1 0 0,4 1 0 15,2 0-1-15,-2-1 1 0,2 2 0 16,-2 0 1-16,-3-1 0 0,5 2 0 16,2 1 0-16,0-2 0 0,0 2-1 0,-4-2 0 15,4 1 0-15,-2-1 1 0,2 1-1 16,0 1 1-16,-2-2 0 0,2 2 1 16,0-1 0-16,0 1-1 0,-4-1 0 15,4 1 0-15,-2-2 0 0,2 2-1 16,0 0-1-16,0 0-1 0,0 0-1 15,0 0 1-15,0 0 1 0,0 0 0 16,6 6 0-16,4 3 0 0,1 0-1 16,1-1 2-16,1-2-1 0,1 0 0 15,5 2 1-15,-1-1-1 0,-7-2 0 0,5-1-1 16,-1 1 2-16,-7-2-2 0,8 3 0 16,-1-3 0-16,-5 0 1 0,5 1 0 15,-7 0 1-15,2-1 0 0,-1 1-2 16,-5-3 2-16,2 1-1 0,-4 0 0 15,4-1 1-15,-4 1-2 0,4-1 1 0,-6-1 0 16,0 0-1-16,0 0 1 0,0 0 1 16,0 2-1-16,5-2 2 15,-3 0-2-15,-2 0 2 0,4 1 0 16,-4-1-1-16,2 0 0 0,-2 0-2 0,0 0 3 16,4 0 1-16,-4 0-2 0,0 0 1 15,0 0-1-15,0 0-2 0,2 0 1 16,-2 0 0-16,0 0 1 0,0 0 1 15,0 0-3-15,0 0 0 0,0 0-1 16,0 0 1-16,0 0 0 0,0 2-1 0,-8 5 2 16,-5 4 0-16,-1 4-2 0,-3 0 2 15,-1 2 4-15,1 1-4 0,-1 0 3 16,-1 1-3-16,0-3-1 16,1 3 0-16,1-4 1 0,1 0 0 0,3-6-1 15,1 2 2-15,8-5-1 0,-2 0 0 16,-1 0-1-16,3-3 1 0,2 0 0 15,2-3 1-15,-4 0 0 0,4 0-1 16,0 1 0-16,-2 1-1 0,2-1 1 16,-4 1 0-16,4 0 0 0,0-2 1 0,-2 1-1 15,2-1 0-15,0 2-1 0,0-2 0 16,-4 1 2-16,4-1-1 0,0 0 1 16,0 2 0-16,0-2 0 0,-2 0-1 15,2 1 1-15,0-1-1 0,0 0 0 16,0 2 0-16,0-2 0 0,0 0 0 15,0 0 0-15,0 0 0 0,0 0 0 16,2 0 1-16,2-2-1 0,2-2 1 16,0-3-1-16,2 2 0 0,-1-2 0 15,-1 1-1-15,2-4 2 0,2 3-2 0,-1-1 2 16,-3 1 0-16,4 2 0 0,-8-3-1 16,7 2 0-16,-3-2 1 0,0 0-1 15,0 3 2-15,-2-3-2 0,3 1 1 16,-5 3-1-16,2-4 1 0,-2 6-1 15,0-3 0-15,2 2-1 0,-4 0 1 16,2 0 0-16,2 0 1 0,-2 0-1 16,-2 3-1-16,4-5 2 0,-2 2-1 15,-2 0-4-15,5 0 4 0,-5 3-5 16,0-1 6-16,0 1-1 0,0-2 0 0,0 1 1 16,0-1-2-16,0-4 1 0,0-1 0 15,0-3 0-15,-5 0 3 0,-1 2-3 16,-2-3 0-16,4 4 0 0,-4-4-4 15,1 5 4-15,-1 0 0 0,2 0 0 16,-4 0 1-16,1 0-1 0,1 1-1 0,-2 0 1 16,1 0 0-16,-3 0 0 0,4 1 1 15,-3 1-2-15,-1 0 1 0,4-1-1 16,-5 1-1-16,1 1 2 16,4 0-2-16,-9-1 2 0,9 2 0 0,0-1 0 15,1 0 2-15,3 2-2 0,-2-1 1 16,0-1 0-16,4 1-1 0,-4 1 0 15,6 0 1-15,0-2 0 0,0 2-1 16,-5 0 0-16,5-1-1 0,-2 1 1 16,2 0 1-16,-4-1-1 0,4 1 2 0,-2 0-2 15,2-2 1-15,-2 2-1 0,-2 0-2 16,4 0 1-16,0 0-3 0,0 0 2 16,0 0 2-16,0 0-3 0,0 0 3 15,0 0 0-15,8 3-2 0,9 3 2 16,-5 0 1-16,5 1 0 0,1 0 2 15,-1-3-3-15,-3 1 0 0,1-2-2 16,1 1 0-16,-1 0 3 0,3 0-1 16,-3-1 0-16,-3-2 0 0,3 1 0 15,-3-1 0-15,-8-1 0 0,9 2 0 0,-9-2 1 16,2 0 1-16,6 0-2 0,-5 0 3 16,-1 0-2-16,4 0-1 0,-2 0 1 15,-5 0-5-15,3 0 5 0,-6 0-1 16,0 0 0-16,0 0 1 0,4 0-1 15,-4 0-3-15,2 0 4 0,-2 0 0 16,4 0 0-16,-4 0 1 0,2 0-2 16,-2 0-1-16,4 0 0 0,-4 0 2 15,2 0-1-15,-2-2 0 0,4 2 0 16,-4 0-1-16,0 0 1 0,0 0-1 0,0 0 0 16,0 0 1-16,0 2-1 0,-4 10-1 15,-8 3 1-15,0 3 1 0,-3 2 4 16,3-3-4-16,-1-2 4 0,5-3-4 15,2-1-1-15,0-4 2 0,-1 3-1 16,1-3 0-16,0 1 0 0,4 1 1 0,-2-6-1 16,-2 4 0-16,6-4 0 0,-2 1-2 15,-3 0 2-15,3-1 0 0,2 1-1 16,-2 0 3-16,-2 1-2 16,4-5-2-16,0 0 3 0,0 0-2 0,0 1 2 15,-2 1 1-15,2-1-3 0,0 0 2 16,0-1-2-16,-4 2 1 0,4-2 0 15,0 1 1-15,0-1-1 0,0 2 1 16,0-2-1-16,0 1 0 0,-2-1 1 16,2 0-1-16,0 2 0 0,0-2-1 0,0 0 0 15,0 0 1-15,0 2-1 0,0-2 1 16,0 0-1-16,0 0-2 0,0 0 2 16,0 0-1-16,0 0-1 0,0 0-1 15,0 0 0-15,0 0-1 0,0 0-1 16,0 0 0-16,0 0 0 0,0 0-3 15,0 0 4-15,2 0 0 0,-2 0 1 16,0 0 2-16,0 0-2 0,0-2-1 16,0 2-2-16,0-2-3 0,4 2-6 15,-4-1-4-15,0-1-16 0,0 2-30 0,0 0-51 16,0 0-149-16,2 0-27 0</inkml:trace>
  <inkml:trace contextRef="#ctx0" brushRef="#br0" timeOffset="-201217.34">21841 5631 484 0,'0'0'57'0,"0"0"-9"16,0 0-8-16,0 0-8 0,0 0-7 16,0 0-3-16,0 0-2 0,0 0-2 0,0 0-2 15,0 0-2-15,15-85-1 0,-15 75-5 16,0 5-1-16,-7-2-2 0,5 3-1 16,-4 1-1-16,0 0-2 0,0 3-2 15,-7 0 1-15,-1 0 0 0,2 10 0 16,-7 2 1-16,2 3-1 0,7 1-1 15,0 6 0-15,-3 0 0 0,5 4 0 16,2 1 2-16,0 1-2 0,-1-1 2 16,5 0-2-16,-2 1-1 0,2-4 2 15,2 0 1-15,0 1 4 0,0-2-4 0,0-1 3 16,2 0-5-16,4-2 0 0,-1-2 1 16,1-2-2-16,-2-3 1 0,2-2-1 15,0 3 1-15,1-6 1 0,-1 5 0 16,4-5 0-16,-4-2 0 0,-4 2-1 15,5-5 1-15,-5-1 0 0,2 0 1 0,-2 0 0 16,4-1 0-16,-2 1 0 16,-4-2 1-16,0 0 0 0,6 0 2 15,1 0-4-15,5 0 3 0,-4-3-1 16,-2-2 1-16,1 1 0 0,1-2-1 0,-2-1 1 16,0-2 0-16,3-2 2 0,-3-3 1 15,0-3 1-15,0-1-1 0,0-2 2 16,-2-3-1-16,-1-1-6 0,1-1 6 15,-4-2-7-15,0 0 0 0,2-1 4 16,-2 1-1-16,0-1 0 0,0-1 0 0,0 1 0 16,-2 1-2-16,-5 2 2 0,3 7-2 15,2 2 1-15,-4 0 0 16,2 6-1-16,-2-4-3 0,4 7 2 16,2 2 0-16,-7-1 0 0,5 3 0 0,-2 0-1 15,2 0 0-15,2 3-1 0,-4-3 1 16,2 2-2-16,-2-1 3 0,2 0-5 15,2 2-2-15,-6 0-5 0,6 0-10 16,-7 9-10-16,3 7-22 0,2 2-46 16,2 6-94-16,0-1-105 0</inkml:trace>
  <inkml:trace contextRef="#ctx0" brushRef="#br0" timeOffset="-200640.33">22126 5592 637 0,'0'0'51'0,"0"0"-10"16,0 0-11-16,0 0-11 0,0 0-2 15,0 0-4-15,0 0-2 0,0 0-2 16,0 0-3-16,-16-52-1 0,16 51-3 15,-2 1-1-15,-2-2-1 0,2 2-3 16,-5 9 2-16,-5 8 1 0,0 9-1 0,-1 3 2 16,5 2-1-16,-2 3 0 15,6-1 0-15,-3 1 1 0,1-3-1 16,0 1 0-16,6-1 4 0,0-4-6 0,0-1 5 16,0-3-4-16,0-2-1 0,0-6 2 15,6 0-2-15,0 0 2 0,-4-5-2 16,5 3 3-16,-5-4-1 0,4-1-1 15,-2 0 0-15,-2-6 0 0,4 3 0 16,0-2 1-16,-1-1 1 0,3-1-2 0,-2-1 2 16,2 0-1-16,5 0 1 0,-3-3 0 15,2-5 1-15,-3 3 0 0,-1-6 0 16,2 0 0-16,-3-2 1 16,1-7 0-16,-2 0-1 0,0-2 0 0,-4-5-3 15,2 0 6-15,-4-1-5 0,0-3 6 16,0-1-1-16,0-1-3 0,0 0 1 15,-6 1-2-15,4 1 1 0,-4 4 0 16,2 8-1-16,2 4 0 0,-2 5 0 16,2 5 0-16,-3-4 0 0,3 5 0 0,-2-1-1 15,4 2-2-15,0 3 0 0,-2-3-2 16,-2 0 1-16,2 0-2 0,-2 1-3 16,4 2-7-16,0-1-15 0,0 1-17 15,0 0-34-15,-2 0-45 0,2 3-157 16,0 9 3-16</inkml:trace>
  <inkml:trace contextRef="#ctx0" brushRef="#br0" timeOffset="-200121.01">22432 5545 650 0,'0'0'55'15,"0"0"-11"-15,0 0-14 0,0 0-10 16,0 0-5-16,0 0-4 0,0 0-4 16,0 0 0-16,0 0-4 0,0 0-1 15,-10-36-3-15,6 38 1 0,-6 11 0 16,-3 8-1-16,1 5 1 0,4 4 0 0,-1 3-2 16,-1 2 3-16,4 0-2 0,-3 2 3 15,3-3-2-15,-4 0-1 0,6-2 4 16,0-2-5-16,2-1 6 0,2-2-4 15,0-2-1-15,0-9 1 0,2 1-1 16,4-8 2-16,-4 0-3 0,4 0 1 0,0-3 1 16,5 0-2-16,-5-3 3 0,2 1-1 15,5-4 1-15,-5 0-1 0,4 0 1 16,1-2 0-16,-3-3 1 16,4-1-1-16,-5-3 1 0,1 3-3 0,-2-6 3 15,1 0 0-15,-3-2 0 0,4-6 2 16,-4 1-3-16,0-3 1 0,1-2-3 15,-5-2 3-15,2-1-3 0,-2-3 2 16,-2 1 2-16,0-1 0 0,0 2 0 16,0 2 1-16,-2 8-1 0,-2 0-3 0,4 7 2 15,-6 1-2-15,3 1 2 0,-1 4-1 16,2-2-2-16,-2 3 0 0,2 1 0 16,-2 0-1-16,-2 2 0 15,0-1 1-15,3 1-1 0,-9 1 0 0,6 0-3 16,-7 0-2-16,5 0-5 0,-4 0-7 15,4 1-13-15,1 7-26 0,-3 2-36 16,8 6-84-16,-2-2-109 0</inkml:trace>
  <inkml:trace contextRef="#ctx0" brushRef="#br0" timeOffset="-199544.51">22738 5563 652 0,'0'0'48'0,"0"0"-12"0,0 0-12 16,0 0-6-16,0 0-6 0,0 0-5 0,0 0-2 16,0 0-3-16,0 0-2 0,-18-20 1 15,12 38-2-15,-5 10 2 0,1 1-1 16,2 2 1-16,1 3-2 0,1 1 2 15,0 0-3-15,0-2 3 0,0-1 3 16,-1-3-5-16,5-2 4 0,2-7-5 0,0-2-2 16,0 0 0-16,0-7-1 0,0 4 1 15,2-6-3-15,5-2 3 0,-1 2 1 16,0-5 2-16,0 2 1 16,2-6 0-16,9 0 1 0,-9 0 0 0,7-2 1 15,1-3-2-15,-3-5 2 0,-3 3-1 16,2-3 2-16,1 2 2 0,-7 1-2 15,4-3 1-15,-1-2 1 0,-3-1 0 16,2 1-2-16,-2-1 6 0,-2-2-3 16,3-2 5-16,-5 0 0 0,2-1-2 0,-4-2-1 15,0 0 0-15,0-7-1 0,0 2-2 16,0-2 0-16,0 3-1 0,-4 0-2 16,2 1 0-16,-3 8 0 0,-1 0-2 15,6 4 2-15,-2 6-2 0,-4-2 2 16,2 4-1-16,-2 0-2 0,-1-2 0 15,3 4-3-15,0 0 3 0,-8 1 1 16,6 0-1-16,-1 0 2 0,-1 0-1 16,2 0-1-16,0 0 1 0,4 0-1 15,2 0 0-15,-4 0 2 0,1 0-4 0,-3 0-2 16,0 0-5-16,0 0-11 0,6 0-12 16,0 0-28-16,0 0-43 0,0 0-116 15,-4 0-82-15</inkml:trace>
  <inkml:trace contextRef="#ctx0" brushRef="#br1" timeOffset="-180951.95">23323 5684 247 0,'0'0'67'16,"0"0"-10"-16,0 0-13 0,0 0-6 15,0 0-7-15,0 0-2 0,0 0-4 16,0 0-2-16,0 0-6 0,0 0-1 15,-16 0-1-15,16 0-2 0,-4 0 2 16,4 0-1-16,-2 0-1 0,-3 5 0 16,3-1-3-16,-2 1 0 0,2 0-2 15,2-5 1-15,0 0 0 0,0 0 3 0,0 1 3 16,0 1 4-16,0-1-1 0,-4 1 0 16,4-2-5-16,0 0-4 0,0 0-1 15,0-2-1-15,0-4 1 0,0-7 0 16,0-7-1-16,0 1-1 0,4-5 0 15,-4 1-3-15,6 0 1 0,-4 4-3 0,3 4 0 16,-3 1 0-16,2 5 1 16,-4 4 0-16,2 1-2 0,-2 4 0 15,0-2-2-15,0 2 0 0,0 0 0 16,4 0 0-16,-2 9 2 0,2 8 0 0,-2 7-1 16,0 4 1-16,2-1-1 0,-1 2 2 15,-3-2-2-15,0-1 1 0,0-3 0 16,4-6-1-16,-4 1 1 0,2-2 0 15,-2-2-1-15,4 6 2 0,-4-1 2 16,0 0-3-16,0 0 4 0,0-2-5 0,2-6 1 16,-2-5-1-16,0 4 1 0,0-3 0 15,0-3 1-15,0 2-1 16,0-6-1-16,0 0 0 0,0 0 0 0,0 2 1 16,4-1 0-16,-4 1 0 0,0-1-2 15,0 1-2-15,0 0-3 0,0-1-4 16,0-1-6-16,0 0-4 0,-4 1-1 15,-8 1-1-15,-3 1 3 0,-4 0 4 16,5 0 3-16,0 2 5 0,-3-3 3 16,5 1 3-16,-5 2 1 0,7-2 0 0,-3 0 2 15,7 1 0-15,0-2 2 0,0 0 2 16,4-2 1-16,0 1 2 0,-5 1 0 16,3 0 0-16,4-2 1 15,-2 0 2-15,2 0-1 0,0 0 0 0,-4 1-2 16,4-1-2-16,-2 0-2 0,2 0 1 15,0 2-1-15,0-1 0 0,6 0 0 16,9 2-2-16,5 0-2 0,5-3 1 16,0 0 0-16,-4 0 1 0,3 0-1 15,1 0 0-15,-8 0 1 0,1 0-2 0,-5 0 1 16,-1 0 0-16,1 0-2 0,-7 0 2 16,0 0-1-16,-6 0 0 0,0 0 1 15,6-1 0-15,0 1 0 0,-4-2-1 16,5 2 0-16,-7 0 0 0,0 0 0 15,0 0 0-15,2 0-2 0,-2 0-1 16,4 0-4-16,-4 0-7 0,2-1-18 16,-2 1-36-16,0 0-89 0,4-2-140 15</inkml:trace>
  <inkml:trace contextRef="#ctx0" brushRef="#br1" timeOffset="-180178.16">23507 5757 597 0,'0'0'50'0,"0"0"-6"15,0 0-9-15,0 0-13 0,0 0-4 16,0 0-4-16,0 0-2 0,15-77-1 15,-15 65 1-15,2 1-2 0,2-1 3 16,-2-5-3-16,-2 7 0 0,4-9-3 16,-4 2-1-16,0 6 0 0,2-9 0 0,-2 8-2 15,0 5-2-15,4 2 1 0,-4 5-3 16,0-2 1-16,0 2 0 0,0-1-1 16,0-1 1-16,0 0-2 15,0 1 2-15,0-1-2 0,2 2 0 0,-2 0 0 16,7 7-2-16,-3 8 3 0,4 7 0 15,-2 4 0-15,0 3 2 0,1 0-4 16,-1 0 4-16,0 1-4 0,0-1 2 16,-4-2 0-16,2 1-3 0,-1-4 6 15,-3-6-4-15,2 0 5 0,-2-4-3 0,0-2-1 16,0 2-1-16,0-8 1 0,4 4 0 16,-4-4-1-16,0-1 3 0,0 1-2 15,0-6 0-15,0 0 0 0,0 0-1 16,0 1 0-16,2 1 1 0,-2 0 0 15,0-1 0-15,0 1-2 0,0-1 0 16,0 1-2-16,0-2-1 0,0 0-3 16,0 2 0-16,0-2-1 0,0 0 1 15,0 0-1-15,0 0 0 0,-2 0 2 16,2 0 0-16,-9 0 3 0,3 0 2 0,-6 0 1 16,2 0 1-16,1 1 1 0,-3 0-1 15,10 1 2-15,-11-1-1 0,7 1 1 16,2-1-1-16,-2 1 0 0,4-1 1 15,-4 1 0-15,1 0 0 0,3-1 0 16,2-1-2-16,-2 0 3 0,2 0-2 0,0 2 2 16,0-1 1-16,0 0 0 0,0 2-1 15,0 1 0-15,11 0-1 16,-1-1-1-16,2-3-1 0,9 0 1 16,-2 0-1-16,5 0 0 0,-1 0 0 0,-6 0 1 15,-3-1-1-15,1-1 0 0,-5 2 0 16,2 0 0-16,-5 0 2 0,-3 0-2 15,-4 0-1-15,0 0 0 0,0 0-4 16,4 0 4-16,-4 0 0 0,0 0 0 16,2 0 1-16,2 0-3 0,-4 0-3 0,2 0 0 15,-2 0-9-15,4 0-17 0,-4 0-29 16,0 0-69-16,2 0-163 0,-2 0 0 16</inkml:trace>
  <inkml:trace contextRef="#ctx0" brushRef="#br1" timeOffset="-179407.35">23801 5628 609 0,'0'0'54'0,"0"0"-11"16,0 0-9-16,0 0-10 0,0 0-5 15,0 0-4-15,0 0-3 0,0 0-3 16,8-80-1-16,-4 63-1 0,-2 2-1 0,4 6 1 16,-1-6-1-16,-3 5-1 0,2 1 0 15,-2-1-1-15,-2 5 0 0,4 1-1 16,-4 4-2-16,0-2 0 0,0 2-2 15,0-2 0-15,2 2-1 0,-2 0 0 16,4 11 0-16,-4 10 1 0,2 8 1 0,-2 5-1 16,0 2 2-16,0-1-2 0,0 0 1 15,0-5-2-15,0-1 2 16,0-9 0-16,0-2 1 0,0-6 0 0,0 0-1 16,2 1 0-16,-2-1 0 0,5-2 0 15,-5 3 0-15,0-1 3 0,2 0-4 16,-2 0 5-16,0 0-3 0,0 0-2 15,0-7 1-15,0 5-1 0,0-3 0 16,0-2-1-16,0 2 1 0,0-7-1 16,0 0-2-16,0 0-1 0,0 1-1 0,0 1-3 15,0-1-3-15,0 1-1 0,0-1-4 16,0 0 2-16,0 1 0 0,-7 0 1 16,5-1 3-16,-10 2 2 15,4 1 0-15,-3-3 4 0,3 0 3 0,-2 2 1 16,1 0 5-16,7-1-3 0,-4 1 2 15,2-1-2-15,2-1 2 0,-4 1 3 16,2 0 1-16,4-2 2 0,0 0 3 16,0 0 0-16,0 0 4 0,-2 2-4 15,2-2-1-15,0 0-3 0,0 0-3 0,0 0-2 16,0 0-1-16,2 0-2 0,4 0 0 16,10 0 1-16,1 0-2 0,-5 0 0 15,7 0 1-15,-5 0-1 0,3 0 1 16,-5 0 0-16,3 0 1 0,-3 0-1 15,-6 0 0-15,7 0 1 0,-7 0-3 16,0 0 2-16,-2 0 1 0,0 0-1 16,3 0 2-16,-5 0-1 0,4 0-1 15,-6 0 0-15,0-2 0 0,0 2-2 16,4 0 0-16,-4 0-4 0,2-1-8 0,-2 1-14 16,4 0-22-16,-4-1-44 0,2 1-90 15,2-5-108-15</inkml:trace>
  <inkml:trace contextRef="#ctx0" brushRef="#br1" timeOffset="-178167.66">24105 5599 599 0,'0'0'58'0,"0"0"-9"0,0 0-10 15,0 0-13-15,0 0-5 0,0 0-7 16,0 0-2-16,0 0-4 0,0 0 1 16,0 0-3-16,2-72 1 0,4 62-1 15,-2 2 0-15,-2-3 0 0,4 2 0 16,-2-2-1-16,1 2 2 0,-1-2-2 15,-2 1-1-15,2-1-1 0,2 1-1 16,-6 3-1-16,2 3 0 0,-2 4-1 16,0-2 1-16,0 2-2 0,0-1-1 15,0 1-1-15,4 0 0 0,-4 0 2 0,2 14-2 16,-2 8 4-16,5 8-1 0,-5 2 0 16,0 2-3-16,0-2 3 0,0-3-1 15,0-1 2-15,0-8 1 0,2 0-2 16,-2-6 0-16,0-3 0 0,0 3 0 15,4-2 0-15,-4 2 1 0,0-3-1 16,2 1-1-16,2-2 1 0,-4 1-1 16,2-1 1-16,-2 0-1 0,0-6 1 15,2 7 0-15,-2-5-1 0,4 5 2 16,-2-1-2-16,-2-5 5 0,0 5-4 0,4-5 3 16,-1 0-4-16,-3-1 1 0,0-4 0 15,0 0 0-15,0 0 0 0,0 1-3 16,4 1 2-16,-4 0 0 0,0-1-2 15,0 1-1-15,0-1 0 0,0 1 0 16,0-1 0-16,0 1 0 0,0-1 0 0,0 1-1 16,0-1 2-16,0 4 0 0,-4 0 1 15,1-3 3-15,-1 6-3 0,2-5 2 16,-2 0 1-16,2 0-2 16,2-3 2-16,-2 0-1 0,2 0-1 0,0 1 1 15,-4 1 1-15,4 0-1 0,-2-2 1 16,2 1-1-16,0-1 0 0,0 2 1 15,0-2-1-15,0 1 0 0,-4-1 0 16,4 2 0-16,0-2 0 0,0 2-3 16,0-2 4-16,0 1-1 0,-2 0-1 0,2-1 3 15,0 2-3-15,0-1 2 0,0 1 0 16,0-1-1-16,0 1 1 0,0-2-1 16,0 1 1-16,0-1 1 0,0 2-1 15,0-2 1-15,0 2-1 0,0-2 1 16,0 1-2-16,0-1 0 0,0 0 0 0,0 2 3 15,0-2-3-15,0 0 1 16,0 1-1-16,0-1-2 0,0 0 2 16,0 0 0-16,0 0-2 0,0 0 2 15,0 0 1-15,0 0-2 0,-5 0 1 0,5 0 0 16,-2 0 0-16,2 0 1 0,-4 0-1 16,-2 0 2-16,0 0-1 0,0 0 0 15,1 0 0-15,5 0-1 0,0 0 0 16,0 0 1-16,-4 0 0 0,4 0 0 15,-2 0 1-15,2 1-3 0,-4-1 1 0,4 0 0 16,0 0 1-16,-2 0 2 16,2 0-2-16,0 0 2 0,0 2-1 15,0-2-1-15,2 0 2 0,4 1 0 16,9-1-3-16,-3 0 2 0,5 0-2 0,-7 0 0 16,3 0 1-16,3 0-1 0,-4-3 1 15,-1 2 1-15,-1-2-2 0,3 0 0 16,-5 0 0-16,4 0 1 0,-10 1-1 15,4 2-3-15,-6 0 5 0,0-1-2 16,0 1 1-16,5 0 1 0,-5 0-2 0,2 0 0 16,-2 0 1-16,4 0-1 0,-4 0-1 15,2 0 0-15,-2 0 0 0,0 0 0 16,4 0-1-16,-4 0 2 16,-4 0-2-16,-4 0-1 0,-11 0 2 0,-2 4 0 15,3-1 0-15,-3 2 4 0,5-2-3 16,1 0 0-16,7 0-1 0,-5-1-2 15,3 1 2-15,8-2 1 0,-4 1-1 16,6-2 0-16,0 0 0 0,0 0-3 16,-4 0 1-16,4 1-2 0,-2-1 0 0,2 0-3 15,0 2-6-15,-3-2-12 0,3 0-26 16,0 1-62-16,0 0-168 0,0-1-22 16</inkml:trace>
  <inkml:trace contextRef="#ctx0" brushRef="#br1" timeOffset="-175652.67">24760 5545 408 0,'0'0'55'16,"0"0"-5"-16,0 0-6 16,0 0-2-16,0 0 0 0,0 0-1 0,0 0-5 15,0 0-5-15,0 0-5 0,0 0-5 16,-10 4-5-16,10-4-5 0,0-4-3 15,0-9 0-15,0-3-1 0,4-1 1 16,-2 0-1-16,4 2-2 0,-2-2 1 16,2 2 0-16,-4 0 0 0,5 0-1 0,-3 5 0 15,-2-7-3-15,2 7 0 0,-2 6-1 16,-2 0 0-16,0 4-1 0,0-2 0 16,0 2-1-16,2-2-1 0,-2 1 1 15,0 1-2-15,4 0 2 0,-2 13 1 16,-2 10 0-16,7 11-1 0,-3 1 1 0,-2 1 0 15,4-3 0-15,-2-1-2 16,-2-4 1-16,2-3 1 0,2-2 0 16,-3-6 1-16,1-2-1 0,-2 2 0 15,0-7 0-15,2 9-1 0,-2-4 2 0,2-3-1 16,-4-1 0-16,2 1 2 0,-2-6-2 16,0 0-2-16,0 5 4 0,0-6-4 15,0 0 2-15,0 1-1 0,0-1 1 16,0-1 0-16,-2 1 1 0,2 1-3 15,0-6 0-15,0 0 0 0,0 0-1 16,0 1 1-16,-4 1-1 0,4-1 2 16,-6 4-1-16,4-2 0 0,-7 3 2 15,3-1 2-15,-4 0-4 0,4 0 6 16,0-3-6-16,-1 2 2 0,1-2 1 0,4 0-1 16,-6 1 0-16,2-2 0 0,1 0-2 15,-1 1 3-15,4-1 0 0,-4 1 0 16,2 0 1-16,-2-1 0 0,2-1 0 15,-1 2 2-15,-1-2-1 0,4 1 1 16,2-1-1-16,-4 0-1 0,4 0 1 0,0 0-1 16,-2 2 0-16,2-2-1 0,-4 0-1 15,4 0 0-15,0 0 1 0,0 0 0 16,4 0 1-16,8 0-2 16,9 0 1-16,4-3-2 0,-5 0 2 0,5-2-5 15,-4-1 4-15,-2 3-4 0,-5-3 4 16,-6 3-1-16,3 0 1 0,1 0 0 15,-10 1-1-15,4 2 1 0,-6 0 0 16,0-1-1-16,0 1 2 0,0 0-3 16,4-2 2-16,-4 2 0 0,2 0-2 0,-2 0 2 15,5 0 0-15,-5 0-2 0,0-1 0 16,2 1-6-16,-2 0-10 0,0-2-22 16,0 2-56-16,0-1-203 0,2-5-28 15</inkml:trace>
  <inkml:trace contextRef="#ctx0" brushRef="#br1" timeOffset="-174937.35">25033 5527 652 0,'0'0'45'0,"0"0"-9"0,0 0-10 16,0 0-7-16,0 0-3 15,33-92-2-15,-23 75-3 0,-6 6-2 16,3-3-1-16,-1-1 0 0,-2 4-1 0,-2-6 0 16,2 7-2-16,-2-1 0 0,-2 2 0 15,4 5-1-15,-4-1-1 0,0 5-2 16,0-2-1-16,0 2-2 0,0 0 0 15,0-1 1-15,0 1 0 0,2 10-1 16,3 7 2-16,-3 9-1 0,-2 1 1 0,4 3 1 16,-2 2-1-16,-2 0-1 0,0 2 2 15,0-4-2-15,0-1 1 0,4-2 0 16,-4-1 0-16,2-1-1 16,0-1 1-16,2-3 0 0,-4 2 1 0,2-2-1 15,-2 0 1-15,4-6-2 0,-4 4 2 16,0-3-1-16,2-4-2 0,-2 7 5 15,5-9-4-15,-5-4 4 0,0 5-2 16,0-7-1-16,0 1-1 0,2 1 1 16,-2-6-1-16,0 0 1 0,0 0 0 0,0 2-1 15,0-1-1-15,0 1-2 0,0-1-2 16,0-1-2-16,0 0-1 0,0 2-3 16,-7-2 0-16,1 0 2 15,-8 0 1-15,1 0 5 0,-1 0 2 0,2 0 1 16,-3 0 1-16,5 1 1 0,4-1 0 15,-1 2 0-15,7-2 1 0,0 0 1 16,0 0-1-16,-2 0 2 0,2 2-1 16,-4-2 1-16,4 0 1 0,-2 1 0 15,2-1 0-15,0 0 1 0,-4 0-2 0,4 0-2 16,0 0 2-16,4 0-4 0,11 0 1 16,1 0-1-16,11-1-1 0,-13-1 0 15,5 0 2-15,0-1-1 0,-7 2-1 16,9-1 0-16,-9 1-2 0,0-1 3 15,1 2 0-15,-5-3 1 0,5 2 0 16,-11-1-3-16,2 2-1 0,-4 0-2 0,0-1-4 16,0 1-10-16,2 0-11 15,2-2-31-15,-4 2-53 0,0-2-141 16,2-2-38-16</inkml:trace>
  <inkml:trace contextRef="#ctx0" brushRef="#br1" timeOffset="-174137.25">25397 5564 672 0,'0'0'45'16,"0"0"-18"-16,0 0-7 0,0 0-5 16,0 0-1-16,0 0-2 0,0 0-1 0,-2-87-1 15,2 74-1-15,2-3-1 0,-2 3-1 16,4-5 2-16,-4 6-2 0,2 0 2 16,-2 0-2-16,4-1 0 0,-4 1-2 15,0 6-1-15,2 2-1 0,-2 4 1 16,0-1-3-16,0 1-1 0,0-2-1 15,0 0-3-15,0 2 3 0,0 0 1 16,0 2-1-16,0 13 1 0,0 8 1 16,2 7-4-16,-2 1 4 0,0-1-2 15,4 0 1-15,-4 0 0 0,0-1 0 0,2 1 1 16,-2-3 0-16,0-3-2 0,4-6 1 16,-4 0-3-16,0-1 3 0,0-5 0 15,0 6 0-15,3-5 1 0,-3 0-1 16,0 6-1-16,0-8 2 0,0 8-1 15,0-1 1-15,4-8 5 0,-4 9-8 0,0-9 5 16,0-4-5-16,2 5 1 16,-2-5 2-16,0 0-1 0,0 0 0 15,0-6 0-15,0 0-1 0,0 0 2 16,0 2-1-16,4-1-1 0,-4 1-1 0,0 0-3 16,0-1-3-16,0 1-4 0,0-1-2 15,0 2-1-15,-4 0 2 0,-5 2 4 16,-1-2 3-16,2-3 3 0,-5 0 2 15,7 0 1-15,4 0 1 0,-4 0 1 16,0 0 0-16,0 0-1 0,-1 0 1 0,7 0-2 16,-2 0 4-16,2 0-2 0,-4 0 2 15,4 0 1-15,0 0 0 0,-2 0 1 16,2 0 2-16,-4 0-1 0,4 0 1 16,-2-2 0-16,2 2-4 0,-4 0 0 15,4-1-2-15,0 1-1 0,0-4 1 16,4 1-5-16,8 0 3 0,3-1 0 15,3 1-1-15,1 0 5 0,-5 0-4 16,-1 1 0-16,-1 1-2 0,1-1 1 16,-3 1 0-16,2 1-5 0,-5-2 5 0,-1 2-1 15,-6 0 0-15,0-1 4 0,0 1-4 16,0 0-1-16,4 0-2 0,-4 0-2 16,2-2-4-16,-2 2-9 0,4 0-3 15,-4-1-25-15,2 1-36 0,-2 0-85 16,2-2-130-16</inkml:trace>
  <inkml:trace contextRef="#ctx0" brushRef="#br1" timeOffset="-173409.65">25657 5509 652 0,'0'0'62'0,"0"0"-15"16,0 0-14-16,0 0-9 0,0 0-6 15,25-80-4-15,-21 64-4 0,2-2-2 16,-2-4-1-16,3 1-2 0,-1 0 0 15,0 1 1-15,-2 5-1 0,-2 0 1 16,4 4-2-16,-1 2 0 0,-3-2-2 0,2 7 1 16,-2 1-1-16,-2 3-1 0,0-2-1 15,0 2-1-15,0 0-1 0,4 0 1 16,-4 12 0-16,2 6 0 16,0 10 0-16,2 1 0 0,-4 3 2 0,0 1-1 15,0 1 1-15,0 0-2 0,0 1 1 16,0-3 0-16,0-1 1 0,0-3-2 15,0-2 2-15,0 0-1 0,0-9 0 16,0 2 0-16,0-1-1 0,0-5 0 16,0 6 1-16,2-5-2 0,-2 0 2 0,0-1-1 15,0 2 2-15,0-1-1 0,0 0-1 16,0-1 1-16,0 0-6 0,0-1 1 16,0-6-7-16,0 0 0 0,0-6-5 15,0 4 0-15,0 3-3 0,0-3-3 16,4 2-2-16,-4-6-2 0,0 0-1 15,0 0-6-15,0 2 0 0,0 1 7 16,-6 0 9-16,0-2 11 0,-2 2 7 16,2-1 2-16,-5-1 3 0,-1 1 5 15,6-2 3-15,4 2 5 0,2-2 3 0,-5 0 2 16,5 0 3-16,0 0-2 0,-2 1 0 16,2-1-3-16,-2 0-3 0,2 0-3 15,-4 0-3-15,4 0-4 0,0 0 0 16,0 0-3-16,0 0-1 0,6-1-1 15,1-4 0-15,7-1-3 0,3 0 3 16,-1 1-6-16,7-2 4 0,-11 2-4 16,5 0 2-16,-1 1 0 0,3 1 0 15,4-2 1-15,-7 2-3 0,-1 0-2 16,-7 2-3-16,2-1-4 0,-2 1-8 0,-3-1-10 16,1 1-18-16,-4-1-34 0,-2 2-86 15,0-1-114-15</inkml:trace>
  <inkml:trace contextRef="#ctx0" brushRef="#br1" timeOffset="-164691.53">26354 5461 326 0,'0'0'47'0,"0"0"-3"16,0 0-8-16,0 0-8 0,0 0-7 15,0 0-3-15,0 0 2 0,0 0-1 16,0 0 1-16,0 0 0 0,0-4-1 16,0 2 0-16,0 2-2 0,0 0-1 15,0 0-1-15,0-1-1 0,0 1 3 16,0 0-3-16,0 0 0 0,0-2 1 15,0 2-4-15,0 0 2 0,0-2-2 16,0-2-2-16,0 0-1 0,8-4-1 16,0-4 1-16,3 0 1 0,1-3 0 0,0-1 0 15,-1 1-2-15,-1 0 0 0,-4 2 0 16,3 2-2-16,-5 2-1 0,2-1 0 16,0 2-3-16,-4 3 2 0,0 2-3 15,-2 3 1-15,0-2-2 0,0 2 1 16,0 0-4-16,4 0 1 0,3 6 1 15,-5 11 0-15,4 8 2 0,0 7-1 16,-2 5 2-16,-2 1-2 0,2 3 3 16,3-1-3-16,-5-4 1 0,0-1 0 15,4-3 0-15,-6-3 0 0,6-4 2 0,-2-2-3 16,-2-6 1-16,2-2 0 0,-2-5 0 16,-2 1 0-16,0 2-1 0,0-9 1 15,5 2 0-15,-5-6-1 0,0 0 2 16,0 0-1-16,0 1-1 0,0 1 0 15,0 0 0-15,0-1-1 0,0 1 0 16,0-1-1-16,0 1-1 0,0-1-2 16,0 0-1-16,-5 1 2 0,-1-2 1 15,-6 2 1-15,-5-1 2 0,5 1 0 16,-7-1 0-16,1 2 0 0,-1 0 2 0,1 2-1 16,3 0 0-16,1-1 1 0,3 0-1 15,3-1 1-15,2 2 0 0,0-3 0 16,4-1 0-16,-3 2 0 0,5-3 0 15,-2 0 2-15,2 0 0 0,0 2 2 16,-4-2 0-16,4 0 0 0,0 1 0 0,6-1 0 16,11 0-2-16,6 0 0 0,8 0-2 15,0-1-1-15,-2-4 0 0,4 1 0 16,-4-1 0-16,0 0 0 16,-7 3 0-16,-5 0 0 0,-1 1 0 0,-9 1 1 15,-1 0-1-15,-6 0-1 0,0 0 0 16,0 0 0-16,2 0 0 0,-2 0 0 15,4 0 1-15,-4 0-1 0,2 0-1 16,-2 0-1-16,4 0-3 0,-4 0-7 16,2-2-10-16,-2 2-18 0,0-2-37 0,2-2-83 15,2-2-142-15</inkml:trace>
  <inkml:trace contextRef="#ctx0" brushRef="#br1" timeOffset="-163804.43">26718 5373 628 0,'0'0'61'0,"0"0"-12"0,0 0-11 16,0 0-11-16,0 0-8 0,0 0-8 15,0 0-6-15,0 0-1 0,0 0-3 0,0 0-1 16,8-28 1-16,-4 35 0 16,-2 2 0-16,2 6 0 0,2 0 1 15,-4-4-1-15,0 4 2 0,3-4-1 16,1-2 1-16,-4 0-1 0,-2-5 0 0,4 1 0 16,-4-5-1-16,0 0 2 0,0 0 1 15,2 2 0-15,-2-1 2 0,0 1-1 16,0-2-1-16,0 1 0 0,4-1 0 15,-4 0 0-15,0 2 0 0,0-2-1 16,0 0-2-16,0-2 1 0,0-4-1 0,0-6 0 16,-4 0 1-16,4-2-1 0,-2 2-1 15,2 0 2-15,-4 0-2 0,4 6 2 16,0 1 0-16,0 5-1 16,-2-6 0-16,2 2 1 0,0-3 0 0,0 3 0 15,0 4-1-15,0-1 0 0,0 1-1 16,0-2 1-16,0 1 0 0,0-1-1 15,0 0 1-15,0-4 0 0,0 2-1 16,0-1 1-16,0 0 0 0,0 5-1 16,0-1-1-16,0 1 1 0,2-2-1 0,-2 2 0 15,0 0-1-15,4 0 0 0,2 16 0 16,0 8 0-16,-4 9 2 0,5 5-1 16,-3 3 2-16,-2 2-3 0,-2 1 2 15,0-3-2-15,0-3 1 0,0-5-2 16,-2-4 2-16,2-9 0 0,0-2-1 15,0-8 0-15,0 0 1 0,0-1-1 16,2-4 1-16,-2-1 0 0,2-1 0 16,-2 1-1-16,4 0 2 0,-4 0-3 15,0-4-2-15,0 0-1 0,0 0-4 0,2 2 0 16,-2-1-4-16,0 0-6 0,0 1-8 16,4 0-12-16,-4-1-11 0,0 1-11 15,0-1-10-15,0 1-1 0,0 1 5 16,-6 0 22-16,2-2 21 0,-6 1 21 15,5-2 15-15,-7 0 6 0,0 0 8 16,10-2 8-16,-5 2 6 0,7 0 4 16,0-1 4-16,0 1-5 0,-2 0-5 15,2 0-8-15,-4 0-6 0,4 0-3 16,-2 0-3-16,2 0-1 0,-4 0 0 0,4 0-3 16,-2-2-2-16,2 2-3 0,0 0-3 15,0-3 0-15,12 0-2 0,5 0-1 16,6-2 0-16,3 3-2 0,-1-3-1 15,2 2 1-15,-2 0-3 0,-8 1 2 16,1 1 0-16,-3 1 0 0,-3-2-1 0,-2 2 0 16,-3 0-4-16,-1 0 1 0,-6 0-1 15,0 0-3-15,0 0-4 16,2 0-9-16,-2 0-13 0,0 0-22 16,0 0-26-16,0 0-66 0,0 0-122 0</inkml:trace>
  <inkml:trace contextRef="#ctx0" brushRef="#br1" timeOffset="-163123.52">26986 5498 705 0,'0'0'48'0,"0"0"-16"0,0 0-10 16,0 0-8-16,42-98-5 0,-32 77-1 16,2 0 0-16,1-1-1 0,-1 2 1 15,1-2 0-15,-1 1 1 0,-4 2-2 0,3 6 0 16,-9 6-1-16,0 4-1 0,-2 3-1 16,0-2-2-16,0 2 0 0,4 0-3 15,-2 0 0-15,2 9 0 0,2 11 0 16,2 7 1-16,-3 8 0 0,-3 1-2 15,2 3 2-15,-4 0-1 0,0-1 1 0,0-3 0 16,0-2 0-16,0-2 0 16,0-10 0-16,0-2 0 0,0 1 1 15,0-8-2-15,0 6 2 0,0-7-1 16,2 1-1-16,-2-1 2 0,0 1-1 0,0 0 0 16,4-1 2-16,-4 1-2 0,0-8 0 15,0 3-1-15,0-3 0 0,0 2 1 16,0 1-1-16,2-2 0 0,-2-5-2 15,0 0-3-15,0 0 0 0,0 2-6 16,0-1-3-16,0 1 1 0,0-1-3 0,0 4 0 16,0 0 2-16,-6-1 1 0,0 1 4 15,-3-4 5-15,-3 1 4 0,0-2 2 16,-1 0 0-16,7 0 2 16,4 0 0-16,2 0 0 0,-4 0 0 0,4 0 1 15,0 0 2-15,-2 0-1 0,2 0 1 16,-4 0-1-16,4 0 1 0,-2 0 0 15,2 0 2-15,-5 0 1 0,5 0-2 16,0 0 1-16,-2 0-1 0,2 0-3 16,0 0 1-16,2 0-3 0,15 0-1 0,2 0-1 15,-5 0 0-15,5-2 0 0,-1 1 1 16,-3-1-1-16,3 2-1 0,-9 0-2 16,-3 0 0-16,0 0-3 15,-6 0 0-15,0 0-3 0,0 0-7 0,2 0-12 16,-2 0-22-16,4 0-39 0,-4 0-99 15,2 0-101-15</inkml:trace>
  <inkml:trace contextRef="#ctx0" brushRef="#br1" timeOffset="-162706.81">27518 5390 682 0,'0'0'48'0,"0"0"-14"0,0 0-9 0,0 0-6 16,39-91-5-16,-29 74-4 0,-4 5-1 15,3-2-4-15,-3 5 3 0,-2 0-2 16,0 0-1-16,0 4 1 0,-2 2-3 15,-2 3-2-15,0-1 0 0,0 1-2 16,0 0-1-16,4 0 0 0,-2 12 1 0,3 8 1 16,-3 6 0-16,2-1 0 0,-2 1 0 15,-2 0-1-15,4-2 1 16,-4 0 0-16,0 1 0 0,0-3 1 16,0 1-1-16,0 0 0 0,0 1 1 0,2 1-3 15,-2-1 3-15,0 2-1 0,0-2 1 16,4-6-1-16,-2 1 0 0,-2-7-2 15,4 0 2-15,-4 0-1 0,0-6-3 16,2 5-4-16,-2-7-10 0,5 1-15 16,-5 1-27-16,0-6-43 0,0 0-107 0,0 3-80 15</inkml:trace>
  <inkml:trace contextRef="#ctx0" brushRef="#br1" timeOffset="-162443.04">27458 5818 638 0,'0'0'58'0,"0"0"-12"16,0 0-16-16,0 0-8 0,0 0-8 15,0 0-2-15,0 0-4 0,0 0-2 0,0 0-1 16,0 0-2-16,97-6-2 0,-70 3 2 16,-3 1-1-16,1 1-1 0,-2 1 2 15,-4 0-1-15,-1 0 0 0,-5 0 0 16,-7 0-2-16,0 0 0 0,-6 0-5 15,0 0 2-15,0 0-1 0,2 0-1 0,2 0-2 16,-4 0-4-16,2 0-8 16,-2 0-4-16,4 0-11 0,-4 0-16 15,0 0-11-15,2 0-37 0,-2 0-62 16,0 0-101-16</inkml:trace>
  <inkml:trace contextRef="#ctx0" brushRef="#br1" timeOffset="-161418.4">28249 5445 516 0,'0'0'76'0,"0"0"-11"0,0 0-10 0,0 0-14 16,0 0-13-16,0 0-8 16,0 0-8-16,0 0-4 0,0 0-2 15,60-31 0-15,-49 20 3 0,-3-1 1 16,-2 0 1-16,0 5 1 0,5-7-3 0,-3 2-1 16,-6 4 0-16,8-4 0 0,-4 0-2 15,1 4 1-15,-1-4-3 0,0 4 0 16,-4 1 0-16,4-1-1 0,-4 4-1 15,3 1-1-15,-5 3 0 0,0-1-2 16,0 1 0-16,0 0-2 0,0 0 1 0,2 1 0 16,-2 13 2-16,4 8-1 0,-4 7 1 15,0 2 0-15,0-1 1 0,0 0-3 16,0-1 3-16,0-3-4 16,0-2 3-16,0-6 0 0,0-3 0 0,0-4 0 15,0-6-1-15,0 1-1 0,0-6-2 16,0 0-2-16,0 0-3 0,0 7-2 15,0-1-1-15,0 1-4 0,0 5-1 16,0-2-2-16,-6 5-2 0,-1 3-1 16,-1-2-1-16,-2-2-2 0,-3-1-4 0,5-5-11 15,-4 1-8-15,-3-3-1 0,5-3 2 16,-9 2 16-16,9-2 13 0,-3-3 13 16,1 1 11-16,0-1 7 15,-1 0 9-15,7 0 8 0,0 0 7 0,6 0 1 16,-2 0-2-16,2 0-8 0,0 0-8 15,-4 0-5-15,4 0-5 0,-2 0 0 16,-3 0 0-16,5 0 0 0,0 0 2 16,0 0 1-16,0 0 2 0,0 0-3 15,5 0-1-15,7 3-3 0,7-2-2 0,3-1-1 16,5 0 1-16,2 0-2 0,0-1-1 16,2-2 0-16,0 2 2 0,-2-1 1 15,2 2-1-15,0 0 0 0,-6 0-4 16,-9 0-1-16,-3 2 0 0,-3-1-1 15,-8 1-1-15,4-1 1 0,-4 0-2 0,-2-1 0 16,0 0 0-16,0 0 0 16,0 2 1-16,5-2-1 0,-3 2-2 15,-2-2-4-15,0 0-7 0,0 1-14 16,4-1-31-16,-4 0-56 0,0 2-177 0,0-2 3 16</inkml:trace>
  <inkml:trace contextRef="#ctx0" brushRef="#br1" timeOffset="-160820.28">28601 5422 645 0,'0'0'60'0,"0"0"-6"15,0 0-16-15,0 0-10 0,18-84-8 16,-12 67-4-16,1-5-4 0,-1 1 0 16,0 1-2-16,0 0-3 0,0 6 1 0,1 1-7 15,-5 4 4-15,-2 4-5 0,4 0 3 16,-4 5-3-16,0-1 0 0,0 1-3 16,2 0-2-16,-2 1 6 15,4 15-4-15,-2 7 6 0,2 9-3 0,-4 1-1 16,0 0 0-16,0 1 0 0,0-2 1 15,0-4 0-15,0-6 0 0,0-3 0 16,0 1 0-16,0-2-1 0,0-1 2 16,2 0-1-16,-2-1 1 0,0-5-1 15,7 5-1-15,-7-3-1 0,0-1 0 0,0 6 0 16,0-6 0-16,0 8-1 0,0-3-2 16,0-5-2-16,-3 6-4 0,-1-8-4 15,2 2-5-15,-2-4-13 0,2-3-17 16,-4 2-25-16,2-4-20 0,-5 2-9 15,-1 0 17-15,0-4 33 0,-3 1 31 16,-3-2 35-16,3 0 20 0,9 0 11 16,-2 0 11-16,0 0-1 0,0 0-2 15,0 0-2-15,-1 0-5 0,7 0-7 16,-4 0-5-16,4 0-7 0,0 0 0 0,0 0-1 16,-2 0-3-16,2 0-4 0,0 0-5 15,0 0-2-15,2 0-1 0,4 0-3 16,7 0-1-16,5-2-3 0,3-1-2 15,4 0 1-15,-11 0-2 0,5 1-1 16,-7 1-1-16,1-1-3 0,-1 1-3 0,-6 1-6 16,1 0-10-16,-7 0-28 0,0-1-48 15,0 1-188-15,2-2-21 16</inkml:trace>
  <inkml:trace contextRef="#ctx0" brushRef="#br1" timeOffset="-160389.28">28962 5408 753 0,'0'0'42'0,"0"0"-14"15,0 0-10-15,0 0-5 0,0 0-2 16,0 0-2-16,0 0-1 0,0 0-1 15,27-82-1-15,-20 69-2 0,3 0 0 16,-4 4 0-16,0-4 0 0,-2 3-2 16,1 6 0-16,-3 1-2 0,-2 3 0 15,0-2 0-15,0 2-2 0,0-1 1 0,0 1-1 16,4 0 1-16,-4 0 0 0,2 10 1 16,-2 7 0-16,0 0 2 0,0 1-2 15,4 0 0-15,-4-6 0 0,0 8-1 16,2-3 2-16,2-6 0 0,-2 4-2 15,4 0 2-15,-1-1-1 0,1 4 1 16,-4 0-1-16,4 0 0 0,0 0 0 16,-4 2 0-16,4 3-1 0,-1 1 2 15,-3 1-1-15,4 0-1 0,-2 1 0 16,-4-8-2-16,2 0 0 0,2-5-3 0,-4-3-5 16,2 2-7-16,-2-7-18 0,0 1-21 15,0-6-35-15,0 2-66 0,-8-1-130 16</inkml:trace>
  <inkml:trace contextRef="#ctx0" brushRef="#br1" timeOffset="-160200.84">28929 5783 596 0,'0'0'71'16,"0"0"-14"-16,0 0-15 0,0 0-8 0,0 0-8 16,0 0-6-16,0 0-5 0,0 0-5 15,0 0-3-15,-8 2-2 0,10-2-3 16,6-4 0-16,9-2 0 0,4 2-2 15,-1-1-2-15,-1 1-1 0,0 2-5 16,-11 1-1-16,8 1-6 0,-1 0-11 16,-3 0-15-16,-4 0-34 0,-1 0-56 0,-7 0-159 15,0 0 1-15</inkml:trace>
  <inkml:trace contextRef="#ctx0" brushRef="#br1" timeOffset="-159438.43">29326 5510 771 0,'0'0'45'0,"0"0"-14"0,0 0-12 15,0 0-8-15,0 0-4 0,0 0 0 16,0 0-2-16,25-78-1 0,-19 68 1 15,0-1 0-15,3 0 1 0,-3 4 2 16,4-5-4-16,-8 6 0 0,5-2-1 16,-1 1-2-16,-4 3 1 0,2-2 0 15,-2 4 0-15,2-1-2 0,-2-1-1 16,-2 4 0-16,0-1 0 0,0 1 0 0,4 0 1 16,-4-2-1-16,0 2 2 0,0-2 0 15,2 2 0-15,-2-1 1 0,0 1 0 16,0 0-1-16,5-1 4 0,-5 1 0 15,2 0 1-15,-2-2-1 0,4 2-2 16,-4-1 0-16,2 1 0 0,2-5-1 0,-2 2-1 16,4 0-1-16,-4 1 0 0,2-2 0 15,-2 1 0-15,3 0 1 16,-3 0-1-16,-2 3-1 0,0-2 1 16,0 2 0-16,0-1 0 0,4 1 2 0,-4-2-3 15,2 2-1-15,-2 0 0 0,4 0-1 16,-2 6 2-16,8 9 1 0,-3 9 0 15,-1-1 0-15,-2 4-1 0,0 0 0 16,-2 0 1-16,2 1 0 0,-2-1-1 16,2-2 1-16,-4 0-1 0,3-1 2 0,1-1-2 15,-2 0 0-15,-2-6 1 0,4 2-2 16,-4-1 1-16,2-5 1 0,-2 6-2 16,0-5 0-16,0-2-2 15,0 0-5-15,0-1-3 0,0 1-4 0,-2-3-5 16,-2 2-4-16,2-7-14 0,-2 4-12 15,1-5-10-15,-1 0-5 0,2 0 18 16,2-3 14-16,-6 0 22 0,-2 0 18 16,-3 0 5-16,-1 0 15 0,6-2 10 15,4 1 3-15,-4-2 0 0,1 1-7 0,-1 1-6 16,4-1-3-16,2 2-6 0,-2 0-2 16,2 0-1-16,0 0-1 0,0 0 0 15,-4 0 1-15,4 0 0 0,0 0-2 16,4-1-3-16,13-2-1 0,12-2-5 15,6-2-3-15,2 0-1 0,2 0-4 16,1-1 0-16,-1 1-4 0,-2 1-5 16,-8-2-6-16,-6 4-13 0,-9 2-22 15,-6 2-50-15,-3 0-188 0,1 0-12 16</inkml:trace>
  <inkml:trace contextRef="#ctx0" brushRef="#br1" timeOffset="-152329.4">29915 5323 460 0,'0'0'57'0,"0"0"-1"0,0 0-9 16,0 0-6-16,0 0-7 0,0 0-6 15,0 0-8-15,0 0-4 16,0 0-5-16,21-14 0 0,-11 8 2 16,-8-1 1-16,5-1 0 0,-3-1-1 0,2 0-2 15,-4 0-3-15,2 0 0 0,-4 4-3 16,2-4 1-16,-2 5-2 0,2-1 0 15,-2 0 0-15,0 5-2 0,0-1 0 16,0 1-2-16,0-2 0 0,4 1-3 16,-4 1 0-16,0 0 1 0,0 3-1 0,0 17 2 15,0 8 1-15,0 10-1 0,-4 3 0 16,2 0-1-16,0 2 2 0,2 1-3 16,0-2 2-16,0-1-1 0,0-3 1 15,0-4 0-15,0-7 2 0,2-9-3 16,0-4 0-16,2-5-1 0,-4-4-2 15,3-1 1-15,-3-4 0 0,4 1-2 16,-2 3-1-16,2-1-4 0,-2 0-3 16,-2-3-7-16,0 0-5 0,0 0-2 15,0 0-2-15,0 0 4 0,0 0 4 0,-6 0 9 16,-3 0 7-16,1-3 5 0,-2 1 1 16,-3-1 2-16,11 1-1 0,-4 2 4 15,0 0 1-15,0 0 2 0,0 0 4 16,4 0 0-16,2 0 4 0,-5 0 2 15,5 0 0-15,0 0-1 0,-2 0-1 16,2 0-3-16,-4 0 2 0,4 0-5 16,-2 0-4-16,2 0-2 0,0 0-4 15,-4 0 3-15,4 0-3 0,0 0 3 16,12 0-2-16,3 2-1 0,8 3 1 0,-3-2-1 16,1 1-1-16,-2 1 1 0,-7-2 1 15,7 2-2-15,-11-2 3 0,2-2 0 16,0 2-2-16,-5-2 1 0,1 1-2 15,-6-2 1-15,0 0 1 0,0 0 0 16,0 0 0-16,2 2-6 0,-2-2-10 0,4 0-20 16,-4 0-38-16,0-5-80 0,0-1-145 15</inkml:trace>
  <inkml:trace contextRef="#ctx0" brushRef="#br1" timeOffset="-151621.29">30134 5437 594 0,'0'0'51'16,"0"0"-8"-16,0 0-13 0,0 0-9 15,0 0-6-15,0 0-4 0,0 0-1 16,21-82 0-16,-17 73 3 0,-2-2 0 16,-2 2-2-16,2 0 0 0,3 5-2 15,-5-7-3-15,2 7 1 0,-2-1 0 0,0 0-2 16,0 5 1-16,0-2-4 0,0 2 1 16,0-1-3-16,4 0-1 0,-4-1 2 15,0 1-4-15,0-1 3 0,0 2 1 16,0-1 0-16,0 1 2 0,0-2 1 15,0 2-2-15,0-2 3 0,0 2-2 16,0-1 1-16,0 1 0 0,0-2-1 16,0 2 0-16,0 0-1 0,0-1 0 15,0 1 0-15,0 0 0 0,0-2 0 16,0 2 0-16,0 0 0 0,0-1 3 0,0 1-3 16,0 0-1-16,0 0 1 0,0-1-3 15,0 1 2-15,0 0 1 0,0-2-1 16,0 2 0-16,0 0 1 0,0-1-3 15,0-1 2-15,0 0 0 0,0 1 0 16,0-1 0-16,0 2 0 0,0-2 0 0,0 2-1 16,0-1-2-16,0 1 1 0,0 0-3 15,0 0 3-15,0 1 1 0,0 13-2 16,0 6 3-16,0 5-2 0,0 0-1 16,0 0 1-16,2-1 1 0,2-1-1 15,2 1 3-15,-4-1-3 0,9-1 0 16,-5 1 0-16,2 2 0 0,4-1 0 15,-3 2 2-15,3-2-2 0,-2-1 0 16,-1-1 0-16,-1-2-1 0,2-2 1 16,-3-6 1-16,1 2-2 0,-4 0 0 0,-2-7-1 15,0 3 1-15,4-3-2 0,-6-2-1 16,4-2-2-16,-4 1-3 0,0-4 0 16,0 0-3-16,0 0-8 0,0 2-10 15,2-2-18-15,-2 0-20 0,0 0-18 16,-2 0-21-16,-10 0-23 0,4-5-14 15,-11 1-5-15</inkml:trace>
  <inkml:trace contextRef="#ctx0" brushRef="#br1" timeOffset="-151422.8">30180 5750 386 0,'0'0'79'0,"0"0"-4"16,0 0-7-16,0 0-9 0,0 0-8 16,0 0-13-16,0 0-10 0,0 0-5 15,0 0-9-15,-12 0-5 0,12 0-3 16,0 0-3-16,2-2-1 0,8-3 0 15,4 1-1-15,-3 1-1 0,5 0 0 16,-3 1 0-16,-1 2-1 0,1-1 0 16,-1 1 0-16,0 0 0 0,-5 0-1 15,-1 0-2-15,-6 0-3 0,0 0-11 16,0 0-24-16,2 0-48 0,-2 0-145 0,0 0-64 16</inkml:trace>
  <inkml:trace contextRef="#ctx0" brushRef="#br1" timeOffset="-150996.06">30352 5343 656 0,'0'0'60'16,"0"0"-19"-16,0 0-11 0,0 0-8 16,0 0-6-16,4-80-4 0,-2 75-2 0,-2 0-2 15,4 1-1-15,-4-1 0 0,2 0-1 16,-2 2-1-16,0 3 0 0,0-1-1 16,0 1-1-16,4-1 1 0,-4-1-1 15,2 1 0-15,-2 1 0 0,4-2-1 16,-4 2 0-16,6 0 0 0,7 0-2 15,-3 3 1-15,9 6 0 0,-7 4 1 16,3 4-2-16,-3 3 0 0,5 2 1 16,-5 1-2-16,-2 5 0 0,1 1 1 15,1 0-2-15,-6 3 1 0,1-2 1 0,-1 0-2 16,-4 1 2-16,0-4-1 0,2-3 0 16,-4-6 1-16,2-1-1 0,2-6 0 15,-4 0-1-15,2 0 0 0,2-1-1 16,3-1-3-16,-7-6-4 0,2 4-10 15,4-4-13-15,-2 0-30 0,-2 2-40 16,-2-5-88-16,0 0-107 0</inkml:trace>
  <inkml:trace contextRef="#ctx0" brushRef="#br1" timeOffset="-150785.4">30434 5762 685 0,'0'0'50'0,"0"0"-15"15,0 0-12-15,0 0-8 0,0 0-7 16,0 0-4-16,0 0-2 0,0 0-2 0,0 0-1 16,0 0-1-16,33-16 0 0,-16 13-3 15,3 2 0-15,-5 1-10 0,8 0-20 16,-3 0-31-16,-5 0-64 0,6 0-162 16,-9 0 23-16</inkml:trace>
  <inkml:trace contextRef="#ctx0" brushRef="#br1" timeOffset="-150405.3">30719 5382 668 0,'0'0'44'16,"0"0"-7"-16,0 0-10 0,5-82-5 16,3 58-4-16,-2 1-1 0,2 1-5 15,3 0-1-15,-3 7-7 0,-2 2 0 0,0 5-2 16,-6 3 1-16,2 2-1 0,-2 3-2 16,0-1-2-16,0 1 0 0,5 0 1 15,-5 0-1-15,2 9 4 0,2 7-3 16,-4 6 2-16,2 1-3 0,-2-3 2 15,4 4 0-15,-2-3 1 0,2 0-1 16,-2 0 0-16,4 2 0 0,1 0 0 16,3 1 0-16,-6 2-2 0,0 1 2 15,5-1-2-15,-5 1 0 0,-2-2-1 16,-2-6-3-16,0-1-5 0,0 1-6 0,0-7-13 16,0 6-21-16,-6-4-36 0,3-5-85 15,-9 3-114-15</inkml:trace>
  <inkml:trace contextRef="#ctx0" brushRef="#br1" timeOffset="-150209.55">30730 5781 701 0,'0'0'51'0,"0"0"-18"15,0 0-11-15,0 0-10 0,0 0-4 16,0 0-3-16,0 0-1 0,0 0-2 15,0 0-1-15,0 0-1 0,74-11-2 16,-51 9 0-16,-2-1-3 0,-1 3-7 16,-1 0-17-16,-5-2-50 0,-1 2-114 0,-5-3-109 15</inkml:trace>
  <inkml:trace contextRef="#ctx0" brushRef="#br1" timeOffset="-149519.8">31406 5395 642 0,'0'0'54'0,"0"0"-14"0,0 0-13 0,0 0-8 16,0 0-2-16,0 0-4 0,0 0-4 15,0 0-1-15,0 0 0 0,-15-5-3 16,9 2 3-16,6 0-2 0,-6-3 0 16,0 0 1-16,-1-3 0 0,3-1 0 15,2 0-1-15,-2 1 0 0,2-2-1 16,-2 1 0-16,2-3-1 0,0 3 0 15,-2-4-2-15,4-6-2 0,0 7 4 16,0-9-4-16,0 10 5 0,0 2-5 16,0-3 2-16,4 9-1 0,-4-1-1 0,0 5 1 15,0-1-2-15,0 1 1 0,0-2-1 16,0 1 0-16,0 1 0 0,0 0 1 16,0 0-2-16,0 1 4 0,0 13-2 15,0 7 2-15,2 8-3 0,-2-1 1 16,0-1 1-16,2 1 1 0,2 1-2 15,2 3 0-15,-4 0 0 0,2 0-3 16,3 1 3-16,-5-2-1 0,2-1 1 16,-2-3-2-16,2-1 0 0,-4-8 1 15,2-1 0-15,-2-4-1 0,4-3 0 0,-4 2-2 16,0-7 1-16,0 1-4 0,0-6 0 16,0 0-6-16,0 0-5 0,0 1-9 15,2 1-16-15,-2-1-36 0,0 1-81 16,0-1-135-16</inkml:trace>
  <inkml:trace contextRef="#ctx0" brushRef="#br1" timeOffset="-149273.65">31257 5716 690 0,'0'0'45'0,"0"0"-9"15,0 0-11-15,0 0-6 0,0 0-5 16,0 0-4-16,0 0-3 0,0 0-2 15,0 0 2-15,0 0-1 0,6 3 0 16,15-3-2-16,4-1-3 0,-1-1-1 0,-1 1 0 16,-4 1-1-16,-1-2 0 0,-3 2 0 15,-3 0-1-15,1 0 0 0,-9 0 0 16,2 0-1-16,-6 0-5 0,0 0-8 16,0 0-11-16,2 0-17 0,-2 0-23 15,0 0-34-15,0 0-136 0,0-2-48 16</inkml:trace>
  <inkml:trace contextRef="#ctx0" brushRef="#br1" timeOffset="-148824.93">31515 5396 639 0,'0'0'64'0,"0"0"-16"0,0 0-22 16,0 0-11-16,0 0-8 0,0 0-2 15,0 0 0-15,2-83 0 0,5 68-1 0,3-5 3 16,-4 5-2-16,-2-1 3 0,2 1 1 16,1-1-1-16,3-6 3 0,-4 7-5 15,0 3 1-15,1 4-2 0,-5 3-2 16,0 3-1-16,-2 2 0 0,0-2-2 15,0 2 0-15,0 0-2 0,0-1 1 16,0 1-1-16,4 0 1 0,-2 8 0 16,2 6-2-16,2 6 6 0,-4-5-5 15,2 2 5-15,-1 1-1 0,1 2-2 16,2 7 1-16,0-1 0 0,-2 0 1 0,2 2-1 16,1 2 1-16,-3 0-1 0,2-1-1 15,-4 1 0-15,2-1-1 0,-2 0 0 16,-2-2 1-16,4 0-1 0,-4-7 0 15,2 2-2-15,-2-4 0 0,0-5-2 16,0 7 2-16,5-5-2 0,-3-4-4 0,4 2-4 16,-4-5-8-16,2-5-15 0,-2 1-23 15,-2-4-28-15,0 0-36 16,0 0-50-16,0 2-74 0</inkml:trace>
  <inkml:trace contextRef="#ctx0" brushRef="#br1" timeOffset="-148589.74">31606 5751 559 0,'0'0'74'0,"0"0"-14"0,0 0-10 16,0 0-14-16,0 0-7 0,0 0-8 16,0 0-7-16,0 0-4 0,0 0-4 0,0 0-3 15,-10 3-1-15,10-7-1 0,10-3-2 16,-1-1 1-16,1 3-2 0,4-1 1 16,-5 3-1-16,3 1 1 0,0 1-1 15,1 1 0-15,-1 0 0 0,1 0-1 16,-1 0-1-16,-6 0-3 0,-2 0-6 0,1 1-12 15,1 1-16-15,0 0-32 16,-4 0-48-16,-2-2-164 0,0 0 5 16</inkml:trace>
  <inkml:trace contextRef="#ctx0" brushRef="#br1" timeOffset="-148105.33">31794 5367 660 0,'0'0'48'0,"0"0"-18"0,0 0-13 16,0 0-5-16,0 0-2 0,0 0-4 15,9-89 3-15,-3 70-4 0,4 1 4 16,-6 0 3-16,3-1-3 0,-1 0 6 0,0 5-6 16,0 0 0-16,-2 7-1 0,-4 3-3 15,2-1-1-15,-2 5-1 0,0-2-2 16,0 2-1-16,0-1-1 16,0 1-1-16,0-2 1 0,0 2 0 0,4 0 0 15,-4 0 1-15,3 5 0 0,-3 7-2 16,6 6 4-16,-2 0-3 0,0 7 4 15,0-3-2-15,-2 3 1 0,4-1 0 16,1 2 0-16,-1 1 1 0,0 2-3 16,0 2 7-16,-2 0-3 0,0 3 2 0,1-1-2 15,-3 2-6-15,2-2 1 0,-4-1 1 16,0-1-6-16,0-5 6 0,0-7-3 16,2-3 1-16,2-6 3 0,-2-1-5 15,2 0-2-15,-2-6-1 0,2 5-5 16,-2-5-4-16,3 0-7 0,-3 0-18 0,-2-3-19 15,0 0-39-15,0 0-61 16,0 0-120-16</inkml:trace>
  <inkml:trace contextRef="#ctx0" brushRef="#br1" timeOffset="-147903.08">31848 5751 617 0,'0'0'71'0,"0"0"-20"0,0 0-18 16,0 0-9-16,0 0-8 0,0 0-3 15,0 0-7-15,0 0-2 0,0 0-1 0,0-9-2 16,10 5 0-16,3-3-1 0,1 4 3 16,1-1 1-16,3 4 0 15,-3 0-1-15,-3 0-4 0,5 0-3 16,-7 0-5-16,-6 1-9 0,2 1-15 0,-6-2-32 16,0 0-58-16,0 0-164 0,0 0-7 15</inkml:trace>
  <inkml:trace contextRef="#ctx0" brushRef="#br1" timeOffset="-147444.83">31964 5358 595 0,'0'0'57'0,"0"0"-15"0,0 0-12 16,0 0-7-16,0-85 3 0,6 61-6 16,0-1 5-16,0 0-9 0,3 0 1 15,1 3-5-15,-2 0-3 0,-1 9-1 16,-5-1-4-16,4 5 0 0,-6 4 0 15,4 2-2-15,-4 3-1 0,0-1 0 16,0 1-1-16,2 0-1 0,2 6 1 16,2 6 0-16,3 6 0 0,-3 2-1 15,0 1-1-15,-4 1 3 0,4-2-2 0,-2 0 3 16,3 2-1-16,-1-1-2 0,2 0 1 16,-2 2-1-16,1 2 1 0,5 2 0 15,-6 0-1-15,0 1 0 0,1 3 1 16,-5-2-2-16,-2 2 2 0,0-3-2 15,4-1 1-15,-4 0 0 0,0-8 0 0,0-1-1 16,0-4-3-16,0 0-4 16,0-1-3-16,0-1-6 0,0-1-8 15,0-7-16-15,2 3-22 0,-2-7-21 16,0 0-34-16,0 0-94 0,0 4-40 0</inkml:trace>
  <inkml:trace contextRef="#ctx0" brushRef="#br1" timeOffset="-147275.11">32001 5771 686 0,'0'0'65'16,"0"0"-14"-16,0 0-21 0,0 0-11 15,0 0-8-15,0 0-4 0,79-12-4 16,-52 3-4-16,-1 1 0 16,1-1-2-16,4 3 0 0,0 0-1 0,-4 3-4 15,-2 1-12-15,0-3-23 0,-9 1-52 16,-3 1-174-16,-7 0-43 0</inkml:trace>
  <inkml:trace contextRef="#ctx0" brushRef="#br1" timeOffset="-136840.36">32487 5211 194 0,'0'0'27'0,"0"0"0"0,0 0-2 15,0 0-1-15,0 0-1 0,0 0 0 16,0 0 1-16,0 0 1 0,0 0 4 16,0 25-1-16,0-22-4 0,-4 2 5 15,-2-2-3-15,6 2-1 0,0-5 4 0,0 0 0 16,0 0-2-16,-3 1 0 0,3-1-3 16,-4 1-2-16,4-1-4 0,-2 0 0 15,2 2-1-15,-4-2-1 0,-2 0-3 16,4 0-5-16,-4-9-3 0,-1 1-1 15,5-2 3-15,-2-8-4 0,4 6 3 16,0-6-3-16,-2-1 1 0,2 7 1 16,0-6 0-16,0 6-1 0,-4-1-1 15,4 1 0-15,-2 6-1 0,2 2 1 16,0 4-3-16,0-2 0 0,0 2 0 0,0-1-2 16,0 1 0-16,0-2 1 0,0 2 0 15,0 2 0-15,0 10 1 0,0 8-1 16,0 4 1-16,0-1 1 0,0-2-3 15,2-4 3-15,-2 0-3 0,4-1 2 16,-4-4 0-16,2 3 0 0,-2-4 1 0,4-7-1 16,-4 6 0-16,2-4 0 0,-2 4 1 15,3 6 0-15,1 0-1 0,-2 5 0 16,2 1 0-16,-2 1-1 16,2-1 2-16,-2 1-2 0,-2 0 1 0,4 0-1 15,-4-8 1-15,0 3 1 0,2-3-1 16,2-4 1-16,-4 0-1 0,3-7-1 15,-3-4 2-15,0 0 0 0,0 0 0 16,0 1 0-16,0 1-1 0,0-1 1 16,0 1 0-16,0 0 1 0,4-1-2 0,-4 1 1 15,0-1-1-15,0-1 1 0,0 0-1 16,0 2-1-16,0-2 0 0,-4 1 1 16,-3-1-2-16,1 0 0 0,-6 1 1 15,6 1 0-15,-3-1 0 0,-3 1 0 16,4 0 0-16,-5 1 0 0,3-1 1 15,2 0 0-15,1 0 1 0,-1 1-1 16,4-2 0-16,-2 1 1 0,4-1-1 16,2-1 1-16,-4 0 0 0,4 0 0 15,0 2 0-15,-2-2 0 0,2 0 2 0,-5 2-2 16,5-2 0-16,-2 0 1 0,2 1-1 16,0-1 0-16,-2 0 0 0,2 2 1 15,0-2 2-15,0 0 1 0,0 1 1 16,0-1 0-16,0 3 0 0,11 0-1 15,1 0-1-15,5 0-2 0,3-3-1 0,-1 0 0 16,1 0-2-16,1 0 1 16,-2 0-1-16,-5 0 0 0,9 0-1 15,-11 2 1-15,-1-1 0 0,-1 1-1 16,-4-1 7-16,-4 0-1 0,-2-1-5 0,0 0 7 16,0 0-6-16,4 2 0 0,-4 0 1 15,0-1-1-15,2 1 0 0,3-1 1 16,-5 1 0-16,0 0-6 0,0-2-2 15,0 1 0-15,0-1 5 0,0 1-1 16,0-1-5-16,0 0-5 0,0 2-7 0,0-2-13 16,0 0-24-16,0-3-36 0,0-3-63 15,0-8-142-15</inkml:trace>
  <inkml:trace contextRef="#ctx0" brushRef="#br1" timeOffset="-135963.74">32547 5270 555 0,'0'0'54'0,"0"0"-3"0,0 0-11 16,0 0-12-16,0 0-6 0,0 0-5 15,0 0-1-15,0 0-2 0,0 0-5 0,0 0-3 16,-21-41 2-16,21 28-3 0,0-6 3 16,0 1 0-16,2 0-2 0,-2-1 1 15,0 1-3-15,0 6 0 0,0-1-1 16,0 2 0-16,4 6 0 0,-4-1-2 15,0 2 0-15,0 4-2 0,0-2-2 16,0 2 1-16,0 0 1 0,0 0-2 16,0 2 2-16,2 11 0 0,0 8 0 15,5 7 0-15,-3-1-2 0,2 0 5 16,-4 2-7-16,2 0 6 0,-2 0-1 0,2 0 0 16,3 0 0-16,-1 0 5 0,-4-2 1 15,4 1-1-15,-4-1 2 0,4-2-7 16,1 1 1-16,-1-3-2 0,0 0 1 15,0-6-1-15,0-4 1 0,-2-3 0 16,-4-5 1-16,3 0-1 0,-3-5 0 0,0 0 1 16,0 0-1-16,2 1 0 0,-2 1 0 15,0-1 1-15,0 1 0 0,0-1-1 16,0 1 1-16,4-1 0 16,-4 1-1-16,0 0 0 0,2-2-1 0,-2 1 0 15,0-1 0-15,0 2-2 0,0-2-1 16,0 1-2-16,0-1-2 0,0 1-2 15,0-1 1-15,0 0 2 0,0 2 1 16,-6-1 1-16,-5 1 2 0,1 0-4 16,-2-2 0-16,3 0 1 0,3 0 0 0,-6 0 6 15,5 0 1-15,1 0 1 0,-2 0 1 16,2 1-1-16,0 1 1 0,-3-1 0 16,5 1 0-16,-2-1 1 0,4 1 0 15,2-2 0-15,-4 0 0 0,4 0 1 16,0 1-1-16,0-1 0 0,-2 0 2 15,2 1 0-15,0-1 0 0,0 0 0 16,0 2-2-16,2-2 0 0,14 0 3 16,5-2 0-16,10-3 0 0,-4 0-2 15,-4-1-5-15,1 2-2 0,-5 1 1 0,-4-1-1 16,-5 1-1-16,-4 2 1 0,0 1 1 16,-6 0 0-16,0 0 2 0,0 0-1 15,0 0 0-15,2 0 0 0,-2 0 0 16,4 0 1-16,-4 0-2 0,3 0 1 15,-3 0 0-15,0 0 0 0,4 0 0 0,-2 0-1 16,-2 0-4-16,0 0-3 16,2 0-8-16,-2 0-17 0,6-2-39 15,4-2-83-15,-1-2-153 0</inkml:trace>
  <inkml:trace contextRef="#ctx0" brushRef="#br2" timeOffset="-118088.35">32956 5147 298 0,'0'0'48'0,"0"0"0"0,0 0-8 15,0 0-4-15,0 0-4 0,0 0-6 16,0 0-1-16,0 0-4 0,0 0-1 16,0 0-1-16,21-44-1 0,-21 40-3 0,4-1-1 15,-4 0-1-15,0 5-3 0,0-1-2 16,0 1-2-16,0-2 0 0,2 1 1 16,-2-1-1-16,0 1 0 0,0-1 0 15,0 1 1-15,0-1 1 0,0 0-2 16,0 1 2-16,0 0 0 0,0-1-1 15,0 1 2-15,0-1 0 0,0 1-1 16,0-4 0-16,-2-1-1 0,-2 2 0 16,4 0 0-16,0 4-1 0,-2-1-1 15,2 1 0-15,0-2 0 0,-4 2-2 0,4-1-1 16,-2 1-1-16,2 0-2 0,-7 0 1 16,-5 0 2-16,0 6-2 0,-3 4 0 15,3 4 0-15,-1 1-2 0,5 2 3 16,-2 1-1-16,1 2 0 0,3 1 2 15,-2 0-4-15,-2 4 4 0,3-1-4 16,5-1 2-16,2 1 0 0,0-1 0 16,0 1 0-16,0 0-1 0,0 2 1 15,2 0 0-15,2-2 0 0,3-3-2 16,-1 1 3-16,0-4-2 0,0 1 2 0,-4-8-1 16,5 3 1-16,-1 0-1 0,-4-5 0 15,4 5 0-15,0-4 0 0,0-2 0 16,1-1 0-16,-1-2 0 0,-6-2 1 15,6 0 1-15,-4 0 0 0,4-3-2 16,-2 1 1-16,3-1-1 0,1 0 1 0,4 0 0 16,3 0 0-16,3-5-1 0,-1-3 0 15,-1 1 0-15,-5-2 0 0,1 2 1 16,-1-4-1-16,1 2 1 16,4-4-1-16,-3 0 1 0,-5 4 0 0,5-1 0 15,-5-2 2-15,-2-2-1 0,0 2 0 16,0-3 1-16,-1 6-2 0,-5-7 1 15,0-3 0-15,0-3 0 0,-5-3 0 16,3 0 0-16,-4 4-1 0,-4 0 1 16,2 0-2-16,-3-1 0 0,3 2 0 0,-4 2 0 15,5 4 3-15,-1-1-2 0,4 0 2 16,-4 2-2-16,-5-6-1 0,1 4-1 16,4 5 1-16,-3 0 1 0,5 5-2 15,2 2 2-15,-2-4-1 0,2 4-1 16,2 0 0-16,-3 0-1 0,5 3-2 15,0-1 0-15,0 1-3 0,0 0-3 16,-2 0-5-16,-2 0-13 0,2 0-20 16,-2 3-38-16,2 6-91 0,2-1-125 15</inkml:trace>
  <inkml:trace contextRef="#ctx0" brushRef="#br2" timeOffset="-117272.22">33378 5045 535 0,'0'0'50'0,"0"0"-3"16,0 0-5-16,0 0-13 0,0 0-6 15,0 0-5-15,0 0-3 0,0 0-1 16,0 0-1-16,10-13 0 0,-8 11-3 0,-2 0 0 16,0 1-2-16,0 1-1 0,0-2 0 15,0 2-3-15,0-1 0 0,0 1-2 16,0 0-1-16,-8 4 0 16,-2 10 0-16,-5 6-1 0,1 4 1 0,-3 5-2 15,-1 2 0-15,3 2 2 0,-6 0-2 16,9 1 2-16,-2-4-5 0,3-1 1 15,5-3-1-15,4-7-2 0,-2-1 6 16,4-5-1-16,0-1 0 0,0 6 1 16,4-2-1-16,4 2 1 0,3-2 0 0,-7-5-2 15,6-2 6-15,-4-1 0 0,-4-2 0 16,9-1 0-16,-5 4-3 0,0-4-1 16,-4-2 0-16,4 4 1 0,0-4-1 15,-3-1 1-15,3 3-1 0,0-3 3 16,-2-1-3-16,2 2 2 0,-4-3 0 15,5 2-2-15,5-2 0 0,-4 0 1 16,5 0-1-16,-3 0 1 0,0 0 0 16,1 0 1-16,1-3-1 0,-4 0 0 15,3-2 1-15,-1 2-2 0,-6 0 2 0,4-2 0 16,3 1-1-16,-5-1 3 0,6-2-3 16,-8 2 1-16,7-2 1 0,-3-3 0 15,-2 3 1-15,5-4 1 0,-5-3-2 16,-2 2 0-16,6 1 0 0,-4-3-1 15,-3 0 1-15,7-1-1 0,-8 1 0 16,4-3 1-16,-2 2 0 0,-2 3 3 16,-2-5-3-16,4 7-1 0,-4-3 0 15,0-2 0-15,0 0 3 0,-4-5-2 16,-2 2 2-16,4 6-5 0,-4-3 2 0,-4 1-2 16,1 1 1-16,-3-4-1 0,4 5 2 15,1 1-1-15,1 5 0 0,-4 0 0 16,4 0 0-16,-1 0-1 0,-1 1 2 15,0 1-2-15,2 1 0 0,-1 1 0 16,-5-1 0-16,8 2 0 0,-4-2 0 0,-1-1-3 16,-3 3 1-16,2 0 2 15,-5 1-1-15,-3 0 1 0,3 0-3 0,1 0 0 16,1 0-3-16,7 0-1 16,0 0-1-16,0 0-7 0,-5-2-7 0,1-2-18 15,-13-6-47-15,11-3-121 0,4-4-120 16</inkml:trace>
</inkml:ink>
</file>

<file path=ppt/ink/ink5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9-01T20:53:13.93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16520 452 118 0,'0'0'21'0,"0"0"7"0,0 0 0 15,0 0 3-15,0 0-5 0,0 0-6 16,0 0-3-16,0 0-3 0,0 0-1 16,-41-9-1-16,41 7-3 0,0 2 0 15,-4 0 0-15,4-1-1 0,-2 1 1 16,2 0-5-16,-4 0 0 0,-2 0-3 16,-7 0-1-16,-3 6-2 0,-13 6-1 15,2 6 0-15,-10 8-2 0,-9 9 0 0,-1 9-1 16,-5 6 1-16,-6 5 1 0,4 4-1 15,3 0 3-15,1-1 1 0,9-4 1 16,1-7 1-16,9-10 2 0,11-13-3 16,9-11 2-16,9-8-2 0,2-7 0 15,9-17 2-15,15-12-1 0,9-17 0 16,13-8-1-16,6-7 1 0,5-1 4 16,3-3 2-16,4 5-3 0,1 2 5 15,-5 5 2-15,-3 3 0 0,-1 5 1 16,-8 5-2-16,-5 5-1 0,-8 5-4 0,-2 3 3 15,-4 5-2-15,-8 6 1 0,-7 6-4 16,-7 5-1-16,-1 6 0 0,-6 1-2 16,0 0 0-16,-6 15 1 0,-13 12-4 15,-4 14-2-15,-14 11-2 0,-6 10-2 16,-5 8-1-16,-10 7 0 0,0 5 1 0,1-1 2 16,3-4 3-16,8-10 2 15,7-11 2-15,14-14 0 0,11-15 0 16,3-14-1-16,9-7 1 0,4-6 0 15,17-9 3-15,12-14 3 0,17-14-4 0,7-14 2 16,5-7-3-16,6-2 2 0,3-1 3 16,-3 3 0-16,0 7 1 0,-4 2 1 15,-8 5-1-15,-3 6-3 0,-7 9 1 16,-11 8-3-16,-12 9-2 0,-7 6 2 16,-8 5-5-16,-6 3 2 0,-8 21-1 0,-11 12-3 15,-8 17 1-15,-6 7-3 0,-6 8 0 16,-4 9 3-16,-1 5-2 0,-1 3 2 15,4-2 2-15,3-9 2 16,9-12 5-16,0-14 0 0,13-11-2 0,6-14-1 16,3-10-4-16,7-11 2 0,7-2 2 15,9-16-5-15,7-13 3 0,10-13 0 16,10-10-4-16,9-11 9 0,0-2-3 16,6-3 3-16,1 4 0 0,-1 4 0 15,0 10 1-15,-4 6 1 0,-9 11 0 0,-7 6 1 16,-14 13-4-16,-11 6-1 0,-7 6-1 15,-6 3-3-15,0 2 1 0,-16 17-2 16,-9 15-2-16,-10 18-1 0,-11 15 1 16,-6 14 2-16,-3 12-2 0,7 9 4 15,-4 5-2-15,5-4 1 0,-1-6 1 0,3-13-2 16,6-13-2-16,6-12 2 16,6-16 0-16,8-16 1 0,11-12-1 15,4-8-1-15,4-9 3 0,12-16 2 16,13-16 1-16,12-19 1 0,9-15 2 0,9-17-2 15,9-14-1-15,7-7-5 0,1-3 2 16,2 5 0-16,-1 12 6 0,-9 15 2 16,-4 10-1-16,-8 13-1 0,-7 11-1 15,-6 9 1-15,-8 9-5 0,-10 12 0 16,-13 6-2-16,-4 7-1 0,-8 12-1 16,-6 15 1-16,-19 18-4 0,-4 18 0 15,-8 14 1-15,-11 19 0 0,-4 14 5 16,-2 9 0-16,-2 1-1 0,2-3 0 15,5-9-4-15,1-14 1 0,6-14 1 0,9-16 1 16,10-16 0-16,9-19-2 0,9-13 2 16,9-16 1-16,13-25 1 0,16-25 2 15,20-34 0-15,16-26 2 0,15-26-5 16,15-15-1-16,9-2 2 0,1 10 2 16,-2 14 5-16,1 23 4 0,-7 15-1 0,-10 14 2 15,-7 14 0-15,-14 11-2 0,-8 10 1 16,-16 13-7-16,-11 11 0 0,-17 9-2 15,-8 9-3-15,-6 13 0 0,-14 16-4 16,-13 18 0-16,-12 15-4 0,-17 17-1 16,-10 21 0-16,-11 24 1 0,-1 20 5 15,-5 21 0-15,2 8 2 0,3-3-1 16,1-15-6-16,11-25 19 0,4-23 1 16,11-26 3-16,15-24-1 0,12-22-17 15,11-17 4-15,13-15 1 0,13-12 1 0,18-22-8 16,14-19-6-16,9-22 3 0,16-20 0 15,5-17 13-15,7-11 6 0,7-9-6 16,2 2-1-16,0 5 0 0,-6 13-3 16,-5 15 8-16,-5 14-4 0,-7 13 0 15,-10 15-1-15,-6 13-1 0,-13 13-4 16,-10 11 0-16,-13 11 0 0,-5 4 1 0,-9 20 1 16,-2 14 1-16,-13 21-3 15,-7 24 1-15,-11 24 2 0,-9 24-3 16,-7 18 1-16,-9 8-4 0,2-3-3 0,-6-10 16 15,2-18 2-15,3-20 2 0,9-26 3 16,11-23-16-16,10-21-1 0,13-17 1 16,12-15 1-16,14-13 2 0,21-27-11 15,17-27 3-15,14-30-3 0,13-29 1 16,16-24 17-16,10-15-8 0,11-4 5 16,2 8-2-16,-2 14-1 0,-1 18 10 15,-9 19-3-15,-7 20-2 0,-8 18 1 16,-10 16 0-16,-19 18-5 0,-17 12-4 15,-16 14-2-15,-17 12-2 0,-12 14 2 0,-22 18 0 16,-11 20-3-16,-15 17-3 0,-16 22 0 16,-4 24 1-16,-7 24 6 0,-7 21-2 15,-3 11-1-15,-6 0-3 0,2-10-1 16,4-20 16-16,11-24 3 0,10-24 2 16,12-25 0-16,15-21-15 0,16-20-2 0,13-17 3 15,8-13 0-15,21-28 4 0,14-20-11 16,21-28-2-16,14-26 3 0,8-23-2 15,13-16 18-15,0-6-5 0,2-1-1 16,-2 15-1-16,-2 15-3 0,-4 17 7 16,-6 22 0-16,-9 18-1 0,-16 17 0 15,-11 14-2-15,-18 15-4 0,-11 9 2 16,-14 10-1-16,-8 25-1 0,-17 23-2 16,-14 29-3-16,-17 27 2 0,-6 29 2 15,-8 22 0-15,-9 17-2 0,-3 6-3 0,-3-5 16 16,0-14 0-16,2-21-1 0,13-23 5 15,10-26-15-15,19-28 1 0,12-25 0 16,23-29 3-16,18-23 0 0,25-36 3 16,27-37 2-16,17-34-18 0,22-34 6 15,21-29 2-15,17-17-5 0,10-6 14 16,4 9-2-16,4 20 0 0,-6 26 9 16,-6 25 0-16,-17 23 2 0,-14 19-3 15,-23 16-4-15,-17 16-5 0,-22 15-3 16,-19 17 1-16,-18 11-1 0,-17 11 1 0,-11 21-1 15,-20 18-3-15,-18 19-2 0,-17 23-7 16,-19 26 0-16,-19 27 1 0,-7 33 2 16,-11 26 5-16,-2 17-2 0,0 2-3 15,4-12 13-15,8-21 4 0,15-30-1 16,19-32 5-16,20-35-13 0,21-32-5 0,22-26 3 16,15-24 0-16,12-34 3 15,28-33 3-15,24-36-9 0,16-34-4 16,18-28 3-16,11-20-3 0,13-11 14 15,-4 6 0-15,6 17 1 0,-4 22 4 0,-11 26 0 16,-9 23 3-16,-16 20-1 0,-13 16-4 16,-20 21 2-16,-16 13 0 0,-12 16 0 15,-15 8-1-15,-8 8-1 0,-8 14-7 16,-17 18-6-16,-18 23-2 0,-11 26-2 16,-22 33 0-16,-11 34 1 0,-16 35 4 0,-7 24 0 15,-2 16-2-15,3-7 11 0,6-12 1 16,12-28 1-16,12-29 6 0,15-33-15 15,21-34-3-15,16-33 0 0,20-27 2 16,18-24 1-16,24-37 5 0,27-34 4 16,12-36-4-16,28-34-8 0,11-33 0 15,20-24 3-15,9-10-4 0,3 2 11 16,-2 14 1-16,-1 24-2 0,-12 24 4 16,-6 27 3-16,-16 23 2 0,-21 21-2 15,-13 18 2-15,-26 16-5 0,-15 18-1 0,-17 11 0 16,-16 14-4-16,-10 18-1 0,-17 20-7 15,-22 23-1-15,-13 22-5 0,-21 27 1 16,-14 31-1-16,-7 32 3 0,-7 26 3 16,-5 12-1-16,4-2 14 0,5-14-5 15,14-24 5-15,14-30-1 0,15-30-9 0,21-32-6 16,18-34 3-16,23-28-1 16,10-22 2-16,27-32 5 0,17-28 1 15,16-28-6-15,15-27-4 0,10-26 6 16,14-19 0-16,5-14 3 0,4 0 3 0,0 7 0 15,-7 20-2-15,-8 22 10 0,-8 23-2 16,-14 24-1-16,-15 19-3 0,-14 20 1 16,-15 13-1-16,-19 14 2 0,-9 14 2 15,-10 7-4-15,-17 27-5 0,-15 20-5 16,-13 30-1-16,-16 28 0 0,-12 33 2 0,-15 33 0 16,-7 18-3-16,-1 12 13 15,0-2-5-15,4-15 0 0,12-19 7 16,17-31-15-16,19-32 5 0,11-33-5 15,20-32 1-15,16-29 3 0,14-22 0 0,30-36 5 16,18-32-1-16,20-29 4 0,18-31-12 16,9-25 0-16,13-19 4 0,2-8-9 15,0 2 16-15,2 12 0 0,-8 21 0 16,-8 26 5-16,-17 28-2 0,-9 22 1 16,-19 21-4-16,-16 19 0 0,-20 15 2 0,-10 13 0 15,-19 11-4-15,-7 16 1 0,-13 21-6 16,-24 25-1-16,-9 27 0 15,-20 31-1-15,-16 32 3 0,-8 24 0 0,-6 14-5 16,0 3 12-16,-3-8-3 0,3-18-2 16,10-20 10-16,6-25-13 0,21-28 3 15,14-29-2-15,19-26-2 0,21-25-2 16,12-20 2-16,24-32 4 0,16-29 1 16,20-25 5-16,10-24-16 0,15-17 4 15,6-13 0-15,6-8 2 0,4-2 13 0,-2 6-8 16,-4 12 0-16,-8 18-2 0,-14 21-5 15,-11 22 9-15,-11 21 0 0,-16 17 0 16,-12 15 1-16,-13 14-1 0,-5 10 1 16,-10 24-2-16,-11 25 2 0,-15 31-2 15,-15 31-1-15,-18 25 0 0,-8 23-5 16,-13 12 10-16,-4 8-3 0,-2 0-3 16,0-7 5-16,7-14-14 0,7-24 11 15,17-27 6-15,13-28-5 0,16-32 6 16,20-26-13-16,16-22 1 0,21-37-3 0,26-35 0 15,25-41 2-15,20-36-9 0,19-32 6 16,16-23 4-16,15-12-3 0,1-3 7 16,3 10 3-16,0 23-1 0,-8 27 4 15,-15 31 3-15,-16 28-1 0,-17 26-1 16,-19 20-2-16,-20 17-1 0,-21 17-3 16,-20 10 1-16,-9 11 1 0,-17 21-2 0,-15 21-2 15,-16 29-5-15,-22 29-2 16,-12 32-1-16,-15 34 5 0,-13 26 0 15,-5 22-2-15,-1 4 7 0,5-4-2 0,8-14 0 16,10-29 3-16,17-30 1 0,12-35-6 16,21-33 9-16,14-30-9 0,19-28-1 15,12-18 0-15,23-33-8 0,19-31 11 16,12-30-6-16,20-34-2 0,15-22 2 16,15-23 1-16,8-14 2 0,4-4 7 0,-2 2-1 15,-2 20-1-15,-7 23 0 0,-7 27 6 16,-15 30-2-16,-13 22 0 15,-16 18 0-15,-20 19-3 0,-15 12 5 0,-15 11-2 16,-12 10-1-16,-6 17-4 0,-21 16-4 16,-12 24-3-16,-19 23-2 0,-12 28 2 15,-11 32 4-15,-14 27-2 0,-2 17 1 16,-7 8 8-16,1-5-6 0,4-14 3 16,4-18-1-16,16-27-5 0,15-30 2 15,25-35 1-15,16-32-1 0,23-31 1 0,14-35 2 16,28-41 0-16,26-38-3 0,19-38-5 15,22-31 3-15,20-24-2 0,9-10 6 16,9 5 3-16,-2 18 1 0,-5 25 5 16,-10 32 2-16,-14 26 1 0,-17 26-3 15,-14 22-4-15,-23 19-1 0,-23 16 1 0,-18 16 0 16,-15 12 0-16,-14 12-3 16,-21 23-4-16,-16 25-6 0,-20 26 0 15,-19 32-2-15,-9 39 6 0,-17 37-1 16,-12 29-2-16,-8 20 11 0,0 3-5 0,2-12-2 15,10-23 10-15,18-35-2 0,18-38 0 16,22-41 1-16,23-39-2 0,28-40-6 16,18-33-4-16,34-50-1 0,23-42 4 15,27-41-1-15,27-36-4 0,17-30 7 16,13-19 1-16,8-3-11 0,1 10 16 16,-2 22-1-16,-10 34-2 0,-15 34 11 15,-16 29-5-15,-19 27 0 0,-21 21-2 16,-22 19-1-16,-21 18 1 0,-16 9-1 15,-17 13-2-15,-13 26-1 0,-24 21-6 0,-21 34-2 16,-16 31-2-16,-21 42-1 0,-17 38 4 16,-12 36-2-16,-8 22 12 0,-1 7-4 15,3-8 2-15,8-21 6 0,13-31-9 16,22-39 5-16,23-41-3 0,20-42-8 16,26-37 2-16,18-33 1 0,29-28 2 0,24-44 6 15,24-36-10-15,16-38 1 0,19-31 1 16,14-23-10-16,10-17 10 0,7-9 4 15,-5 1-9-15,-1 12 9 0,-9 21 1 16,-17 31-3-16,-16 35 7 0,-14 28 2 16,-19 30-1-16,-16 21-1 0,-20 19 3 15,-13 11-2-15,-13 12-1 0,-15 10-3 16,-22 26-6-16,-14 24-3 0,-20 33-1 16,-7 38 0-16,-13 30 5 0,-8 28-2 15,-9 15-2-15,-2 2 12 0,5-7-5 0,8-14 0 16,14-24 7-16,21-29-4 0,11-32-8 15,19-34 10-15,18-30-10 0,14-27-8 16,21-21 12-16,20-40-6 0,23-33 8 16,21-36 4-16,16-34-12 0,15-27 3 15,8-20 0-15,6-8-6 0,0 3 12 16,1 14 0-16,-14 26 0 0,-7 28 6 16,-19 33-2-16,-21 31 0 0,-18 22-2 15,-15 19 2-15,-20 14 0 0,-13 15 1 16,-10 15-5-16,-25 26-3 0,-15 31-7 0,-20 34 0 15,-23 40 6-15,-10 36-1 0,-17 29-4 16,-8 20 11-16,0 7-10 0,-4-9 1 16,4-13 8-16,18-25-5 0,11-33 3 15,25-36 5-15,23-38-4 0,20-34-6 16,20-34 1-16,16-28 2 0,28-39-5 0,23-38 0 16,18-32 2-16,18-26-1 15,9-19-3-15,7-13 4 0,7-7 0 16,-1 1-6-16,-2 3 10 0,-6 13 1 15,-11 20-5-15,-14 25 7 0,-13 27 2 0,-14 27-2 16,-15 22 1-16,-20 22 1 0,-7 16-1 16,-16 12-1-16,-4 11-5 0,-16 22-2 15,-18 25-2-15,-9 29-2 0,-17 33 8 16,-8 31-3-16,-17 23-2 0,-4 18-1 16,-9 3 5-16,5 0 1 0,4-11 4 0,10-12-4 15,11-23-17-15,20-26 4 0,15-35-1 16,27-41 7-16,16-42 2 0,27-44-2 15,25-50 3-15,27-45 0 0,24-39-6 16,22-29 7-16,13-21-5 0,11-8-1 16,7 8 13-16,-7 19 1 0,-7 28 3 15,-15 31 3-15,-18 30 1 0,-22 24 0 16,-22 26-2-16,-20 20 4 0,-24 19 2 16,-10 14-2-16,-17 15-2 0,-25 16-9 15,-18 23-8-15,-19 26-3 0,-21 27-2 0,-16 36 0 16,-15 37 7-16,-12 39-3 0,-8 27-3 15,-7 14 12-15,5 1-4 0,3-12 0 16,11-20 14-16,17-28-11 0,22-34 1 16,23-36 0-16,23-39-9 0,25-34 2 15,18-38 0-15,31-30 6 0,23-46-6 0,23-37-1 16,22-36 0-16,17-28-5 16,10-22 3-16,11-12 4 0,4-10 2 15,-9 2-1-15,1 15 3 0,-19 23-1 16,-13 33-3-16,-16 34 7 0,-19 32 1 0,-18 24-1 15,-21 22 3-15,-14 16 0 0,-19 15-1 16,-6 15 1-16,-21 28-7 0,-19 34-2 16,-18 42 1-16,-10 38-1 0,-21 35 1 15,-11 19-1-15,-9 9 7 0,-1-1-3 16,6-7 1-16,11-15 6 0,16-18-9 0,17-26 2 16,23-29-1-16,16-35-6 15,21-33 2-15,12-33-1 0,25-27 2 16,16-41 4-16,18-29-1 0,19-34-8 15,13-25 6-15,13-24-4 0,6-12-9 0,2-8 8 16,-1 0-1-16,-7 4 4 0,-3 9 13 16,-16 12-9-16,-10 21-4 0,-19 25-2 15,-14 26 2-15,-15 25 8 0,-17 25 3 16,-14 21-3-16,-8 18-3 0,-21 30-1 16,-22 31 3-16,-11 30-3 0,-17 29-1 0,-10 20-3 15,-8 15 6-15,-8 6-3 0,-3 4 3 16,1-2-2-16,2-8-2 0,8-16 3 15,18-20 0-15,15-26 4 16,19-28-11-16,16-28-3 0,14-28 1 0,15-21 2 16,27-35 2-16,17-29 4 0,18-32-6 15,17-28-2-15,20-25 0 0,2-15-4 16,9-6 3-16,-3-3 3 0,1 0 3 16,-11 7-3-16,-2 15 3 0,-14 19-1 15,-15 24-1-15,-16 27 7 0,-13 27 0 0,-16 23 3 16,-11 18-3-16,-12 16 0 0,-12 27-3 15,-19 26-2-15,-17 33 6 0,-9 30-3 16,-18 24-1-16,-6 17-4 0,-3 12 5 16,-7 5-1-16,0 1 4 0,0-2-3 15,4-10 1-15,6-16 0 0,13-21 0 16,14-31 3-16,15-26-12 0,19-30 2 16,15-28 0-16,18-25 1 0,24-34 4 15,21-36-8-15,10-31 5 0,21-26-3 16,4-22-10-16,10-12 11 0,7-4-2 0,-3-1 4 15,-3 5 4-15,-7 11 0 0,-12 19-4 16,-13 23-2-16,-14 28 7 0,-17 25 0 16,-16 29 0-16,-13 20 0 0,-5 17 1 15,-11 16-3-15,-11 30 1 0,-16 34 1 16,-14 36 1-16,-13 31-3 0,-11 21-4 16,-13 14 7-16,-7 7-3 0,-2-4 2 15,4-3 5-15,9-13-5 0,7-19 1 16,13-23-1-16,15-27-5 0,20-27-7 15,19-31 2-15,10-31 2 0,32-29 4 0,19-43 4 16,24-39-8-16,20-37 0 0,17-31 1 16,19-24-5-16,5-16 5 0,7-7 4 15,0-2-7-15,-6 10 6 0,-9 22 3 16,-16 30-4-16,-19 34 9 0,-14 33 1 16,-21 28-4-16,-19 23 3 0,-20 17-1 0,-17 18-1 15,-14 15-3-15,-17 29-2 0,-20 32-2 16,-15 35-3-16,-14 40 7 0,-13 36-2 15,-16 29-4-15,-7 23 8 0,-12 12-5 16,2 3 9-16,1-6 1 0,5-19-6 16,9-23 2-16,12-30-4 0,14-31 2 15,21-37-4-15,23-37-3 0,21-35-2 16,18-31 1-16,25-44-1 0,27-36 7 16,21-44-2-16,16-39-4 0,16-28 2 15,13-20-2-15,7-13-4 0,5-6 6 0,-2 0 3 16,-10 8-8-16,-6 14 6 0,-14 21 3 15,-13 32-2-15,-21 30 7 0,-16 33 1 16,-13 28 2-16,-20 22 1 0,-9 19-3 16,-6 11-3-16,-6 12-3 0,-16 17-5 15,-17 27 0-15,-19 34-1 0,-14 41 0 0,-13 37 5 16,-10 31-3-16,-2 19 1 16,-6 7 9-16,0-5-4 0,4-10 4 15,2-15 6-15,17-26-9 0,14-27-1 16,20-35-2-16,22-32-7 0,18-35 1 0,14-28 3 15,30-42-4-15,16-39-2 0,22-34 4 16,15-37-2-16,13-27-4 0,14-23 6 16,4-16 2-16,5-6-6 0,-3 6 10 15,-8 18 0-15,-7 25-1 0,-11 31 7 16,-13 27 2-16,-19 27-1 0,-16 25-1 16,-17 20 2-16,-18 20-3 0,-15 15-3 15,-12 11-4-15,-25 23-5 0,-17 21-3 16,-10 23 0-16,-14 31 0 0,-11 35-1 15,-14 35 9-15,-8 33-2 0,-9 23-1 0,3 10 8 16,-1-3-3-16,11-12-2 0,14-21 12 16,10-27-10-16,24-31-2 0,11-32 1 15,22-33-10-15,20-32-8 0,10-29 3 16,19-24 5-16,20-38 3 0,16-35-2 16,9-32 5-16,15-33-1 0,10-22-10 0,9-14 9 15,-3-10 2-15,-2 0 2 0,-3 4 4 16,-5 10-2-16,-13 16-2 0,-7 25-1 15,-17 27 11-15,-13 29 1 0,-14 27 2 16,-12 23-2-16,-19 22-2 0,-7 12-5 16,-19 30-5-16,-18 26-4 0,-14 36 3 15,-8 37 4-15,-17 31-3 0,-3 28 2 16,-18 18 7-16,-3 6-6 0,-5 0 4 16,3-6 9-16,11-17-12 0,14-20 2 15,18-29 0-15,14-32-14 0,21-33 0 0,16-35 0 16,17-37 1-16,25-34 7 0,23-45 1 15,22-40-8-15,23-38 3 0,17-30-1 16,12-23-8-16,10-12 11 0,-1-8 3 16,-5 4-8-16,-6 11 11 0,-13 19 0 15,-18 26-1-15,-16 26 13 0,-19 32-1 0,-17 25 2 16,-14 24 3-16,-15 23-2 16,-10 14-5-16,-4 16-2 0,-15 13-9 15,-12 24-4-15,-12 33-2 0,-13 38-1 16,-18 41 7-16,-11 40-2 0,-8 29 0 0,-4 14 10 15,6 2-6-15,6-11-1 0,8-17-1 16,20-20-6-16,11-26 1 0,21-28 1 16,17-34 6-16,8-35-5 0,21-36 1 15,16-27 1-15,17-44 1 0,16-35-8 16,13-34 4-16,16-28 0 0,10-21-11 16,3-11 12-16,-2-4 1 0,-7 2 1 15,-12 4 5-15,-13 6-2 0,-11 13-1 16,-9 19 0-16,-15 20 7 0,-12 24 3 15,-15 22-1-15,-3 27 3 0,-9 16-2 0,-4 15-5 16,-6 14-3-16,-13 5-4 0,-8 28-6 16,-10 28 1-16,-2 32 2 0,-7 29 3 15,-1 27 3-15,-3 17-3 0,-1 8-1 16,-1 1 5-16,6-8 4 0,5-12-3 16,6-16 3-16,12-19-13 0,11-19-1 0,6-26-1 15,6-21 1-15,12-27 3 0,11-24 0 16,14-23 4-16,8-34 0 0,15-30 4 15,15-25-2-15,3-21-5 0,9-14-4 16,4-10 4-16,-2-6 2 0,-6-2 0 16,-5 6 2-16,-12 7-3 0,-8 17-2 15,-12 16 11-15,-13 22-1 0,-8 23 3 16,-11 25 0-16,-8 18-1 0,-6 15-3 16,-14 13-4-16,-11 16-4 0,-8 26-4 15,-15 28 3-15,-10 33-1 0,-16 34 7 0,-7 30-2 16,-7 21-4-16,-5 11 12 0,-3-2-7 15,5-9 0-15,7-11 7 0,7-18-4 16,9-20-1-16,10-23 3 0,9-28-3 16,15-25-7-16,14-26-1 0,9-22 2 15,11-16-1-15,13-31 2 0,14-26-9 16,14-25-3-16,7-24 4 0,5-17 1 16,5-10 9-16,-2-3-5 0,-4-2-1 15,-5-2 2-15,-3-2 3 0,-9 2 13 16,-4 6-9-16,-6 14-4 0,-1 22-2 0,-9 21-2 15,-7 25 6-15,-2 23 3 0,-1 21-4 16,-5 18-2-16,-5 35 4 0,-7 32 4 16,-5 30-3-16,-7 26-2 0,-7 18-2 15,-2 7 5-15,-1-1 1 0,-3-4-1 16,8-11 5-16,5-14-15 0,5-17-1 16,13-22 7-16,6-23-9 0,12-27 3 15,21-32-10-15,13-29-12 0,20-43 4 16,19-39-2-16,22-32-2 0,9-22 12 15,10-19 5-15,2-12 7 0,0-4 5 0,-8 0 2 16,-6 7 1-16,-15 14 3 0,-14 20 13 16,-15 17 3-16,-16 17 1 0,-11 22 1 15,-12 20 2-15,-14 20 2 0,-7 24-8 16,-10 17-4-16,-10 16-12 0,-17 19-7 16,-12 22-8-16,-13 24 2 0,-12 23-4 0,-11 26-2 15,-7 27 4-15,-7 24 4 0,2 22 2 16,4 14 0-16,9 2 13 0,6-6-6 15,10-11 3-15,12-18-2 0,13-16-8 16,13-19-7-16,7-17-11 0,7-22 4 16,6-22-1-16,0-21 5 0,6-22 13 15,0-20 0-15,9-17 1 0,1-28 4 16,11-22-6-16,4-24-1 0,-2-16 4 16,8-16 3-16,-3-8 9 0,-1-5-9 15,0-4-2-15,0-4-1 0,-2-4 0 0,0 0 10 16,2 3-10-16,-2 11-2 0,2 18-4 15,-4 17-4-15,0 23 8 0,-6 21-3 16,-1 19-2-16,-7 18-1 0,-7 15 0 16,-2 31 3-16,-6 25 4 0,0 29 7 15,-16 24 1-15,-13 20-4 0,-4 14-3 16,-9 7 4-16,-7 2 3 0,3-3 0 0,1-8 1 16,3-8-13-16,7-20 8 15,8-20 2-15,9-23-6 0,3-27 1 16,15-27-9-16,4-22 1 0,17-32-3 0,14-33 1 15,17-32 3-15,12-34 0 0,19-25-4 16,4-20 8-16,4-15 0 0,6-8-12 16,-6 0 17-16,-2 9-2 0,-5 18 2 15,-11 21 12-15,-5 28-5 0,-16 27 1 16,-17 28 0-16,-11 26 0 0,-11 20-1 16,-13 18-4-16,-6 11-5 0,-15 22-5 15,-16 24-1-15,-15 29 0 0,-14 29 2 16,-6 34 5-16,-9 23 1 0,0 20-2 15,-1 8-3-15,-1-3 8 0,9-9 1 0,5-13-2 16,14-16 3-16,5-19-7 0,17-19-5 16,8-23-1-16,13-21-4 0,5-23-7 15,7-21 4-15,5-20 6 0,9-15 4 16,13-29 0-16,10-22-4 0,9-25-2 16,3-22 4-16,1-14 3 0,6-11-3 0,-3-6 1 15,3-3 2-15,-4-5 1 0,0-1 10 16,-5 3-8-16,-1 7 2 0,-3 16-5 15,-8 21-1-15,-4 24 9 16,-6 26-7-16,-11 21-2 0,-7 23 4 0,-7 21-1 16,-7 37 5-16,-13 36 3 0,-11 29-1 15,-11 25-3-15,-3 19-3 0,-11 8 7 16,-4 2-2-16,-2-2-1 0,2-12 1 16,9-16-3-16,5-24-5 0,19-26-4 15,13-26-6-15,14-27-7 0,4-21 5 0,21-20 8 16,12-26 6-16,17-29-10 0,14-27-1 15,12-28 0-15,11-24 1 0,13-18 4 16,-1-10 1-16,0-7 3 0,-7 2 2 16,-10 5 2-16,-9 5 3 0,-13 13 1 15,-12 20 0-15,-13 21 13 0,-12 27 1 0,-9 27 3 16,-11 25-4-16,-7 15-6 16,-7 13-7-16,-15 22-7 0,-11 26 0 15,-9 32-2-15,-9 33 7 0,-7 27-2 16,-8 20-2-16,-9 11 10 0,3 3-6 0,-5-5 0 15,9-11 3-15,4-15-15 0,14-18 8 16,11-24 2-16,14-24-3 0,17-28 4 16,8-24-9-16,12-23-5 0,19-19-5 15,15-26-6-15,12-23 3 0,8-20 3 16,10-18 10-16,3-13 10 0,2-6-15 0,-1-6 5 16,-5 2 3-16,-7 3 1 15,-14 3 16-15,-7 9-1 0,-12 11-1 16,-8 15-8-16,-8 19 4 0,-11 22 1 15,-6 18 1-15,4 14 5 0,-6 9-3 0,-10 19-4 16,-13 24-5-16,-10 31-1 0,-12 30-8 16,-3 21-2-16,-14 17 12 0,4 5-2 15,-2-1 0-15,2-8-3 0,13-15-14 16,6-20-1-16,18-23-21 0,4-19-1 16,17-18-11-16,0-19-25 0,11-15-29 0,9-14-49 15,7-22-80-15</inkml:trace>
</inkml:ink>
</file>

<file path=ppt/ink/ink5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9-01T20:53:15.27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24671 2719 292 0,'0'0'38'16,"0"0"-1"-16,0 0-1 15,0 0-6-15,0 0-7 0,0 0-6 0,0 0-4 16,0 0-6-16,0 0-3 15,0 0 1-15,-85-7-2 0,61 24 2 0,1 4-1 16,0 3-1-16,0 4-1 0,-6 2 1 16,3 4-2-16,-8-1 0 0,1-1-1 15,-4-2 1-15,-2-1 0 0,4-5 1 16,0-4 0-16,2-4-1 0,6-2 0 16,0-4 3-16,12-6-2 0,3-1 2 0,-1-2 4 15,9-1-4-15,-2 0 1 0,-2 0-2 16,2 0-3-16,-3-5 1 0,-1-5 0 15,4-2-1-15,-2 0 0 0,1-3 1 16,1 0 2-16,-2 0-1 0,-2-5-1 16,-3 3-1-16,3 1 0 0,-3 1 1 15,-3 4-1-15,-3 2-1 0,3 5-1 16,-7 4-2-16,2 0 1 0,-3 13 0 16,1 3 1-16,-6 9 0 0,2 3 0 15,-2 7 1-15,0 2-1 0,0 1 2 0,-2-5 5 16,4-4-4-16,3-6 5 0,9-8-1 15,3-6 0-15,8-6-1 0,4-3-5 16,0-1-1-16,0-19-10 0,4-17 7 16,8-19-4-16,11-15 6 0,8-11 4 15,6-8-1-15,-2-1 3 0,2 2-6 0,1 1-3 16,-10 4 3-16,-3 7-1 16,-6 7 10-16,-11 14 2 0,-2 18 3 15,-1 17 0-15,-5 13-4 0,0 11-3 16,-17 20-3-16,-6 19-4 0,-12 25 4 0,-6 20 8 15,-5 17-2-15,-3 13-1 0,-3 9-3 16,0 0-4-16,11-7-1 0,2-15 1 16,8-17 1-16,6-20-2 0,8-20 2 15,5-19-5-15,8-14-2 0,2-8-1 16,2-6 4-16,2-13 3 0,8-15 4 0,7-17 1 16,1-19-5-16,13-13 1 15,-4-13 0-15,4-6-2 0,2 2 5 16,-2 3 3-16,-8 5-10 0,2 4-1 15,-13 5 2-15,1 5-3 0,-7 8 8 0,-6 11 5 16,0 11 0-16,-13 13 1 0,1 12-1 16,-7 16-7-16,-1 8-1 0,-7 23-6 15,-6 18-1-15,2 16 14 0,-2 11-6 16,0 11 7-16,-3 1-3 0,3-2-8 16,4-6 4-16,1-11-1 0,7-11 1 0,0-13 0 15,3-12 0-15,9-13 4 0,3-8 2 16,2-6 1-16,4-5-3 0,-2-2-4 15,-2-15-3-15,2-11 2 0,-4-15 1 16,1-4 2-16,5-3 1 0,-6 0 1 16,4 2-2-16,-6 5 3 0,-3 2-1 15,-1 6 2-15,0 6-4 0,1 6 6 16,-1 8-6-16,0 9 2 0,-7 6 3 16,0 15-9-16,-5 14 5 0,1 10-6 15,-2 13 2-15,0 7-1 0,5 5 2 0,-1-2-3 16,4-7 0-16,7-7-1 0,4-10-2 15,2-14 1-15,4-4-2 0,0-8 0 16,0-4 0-16,4 0 2 0,4-8 1 16,4 0 6-16,7-14 1 0,2-8 1 15,-1-10-1-15,5-7 2 0,-4-3-2 0,-3-2 2 16,1 2 0-16,-7 6-2 16,-3 12 1-16,-3 10 3 0,-2 10 3 15,-4 4 4-15,0-1-3 0,0 1-6 16,0 0-6-16,-6 10-5 0,-11 14 1 0,3 14 0 15,-7 9-2-15,3 5-7 0,-1-2-3 16,0-3-9-16,7-6-13 0,4-15-19 16,8-8-35-16,0-10-50 0,8-8-82 15</inkml:trace>
</inkml:ink>
</file>

<file path=ppt/ink/ink5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9-01T20:53:18.35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17019 1049 82 0,'0'0'34'0,"0"0"-1"0,0 0-5 15,0 0-5-15,0 0-8 0,0 0-3 0,0 0 0 16,-89 80 6-16,70-53 3 0,3 4 0 16,-3 3-3-16,0 0-4 0,1-2-2 15,-1-5 1-15,5-4 3 0,5-9-2 16,3-7 0-16,2-4-1 0,4-3-5 16,-2 0-2-16,2 0-4 0,-4-13-1 0,2-12 0 15,2-8 0-15,0-4 4 0,0 0-10 16,0-1 5-16,-4-2 1 0,-3 1 2 15,3 1 10-15,-8 4-3 0,0 5 0 16,-5 7-1-16,0 6-4 0,-5 8 0 16,-5 8-2-16,-6 3-3 0,-6 16 0 15,-7 13-1-15,-6 12 0 0,-6 9 4 16,-1 6-2-16,-3 2-1 0,2 0 2 16,8-5-5-16,4-8 1 0,7-6 2 15,8-12-2-15,12-10 3 0,9-8-1 0,6-8-1 16,6-6 1-16,0-18-1 0,4-15 2 15,4-19 3-15,13-12 1 0,4-12-5 16,8-7 0-16,0-2-2 0,4 3 0 16,0 7 6-16,-4 8 2 0,0 10 0 15,-6 7-1-15,0 7 5 0,-8 6-2 0,-1 3 3 16,-10 13 10-16,-3 10-2 16,-5 3 0-16,-5 3-5 0,-11 5-13 15,-9 2-3-15,-12 14-2 0,-4 17 0 16,-9 15-3-16,-2 12 2 0,-1 11 0 0,1 6 2 15,2 6 1-15,3-2 3 0,7-6 1 16,3-9 0-16,10-14 0 0,3-12-3 16,15-17-1-16,-1-10-6 0,10-7 2 15,0-7 0-15,0-15 2 0,10-14 2 16,5-16 0-16,5-10-2 0,9-9 3 16,-2-4 3-16,4-1 2 0,-2 4 1 15,-2 7-2-15,2 8 2 0,-8 8 0 16,-1 5 2-16,-3 5 0 0,-7 4-2 15,1 3 0-15,-9 8 3 0,-2 2 0 0,-2 6-4 16,-15 5 1-16,-4 0-3 0,-6 7-6 16,-4 7 0-16,-4 11-3 0,-2 7 0 15,0 9 1-15,-2 4-1 0,6 0 2 16,4-2-3-16,0-4 3 0,8-7 2 16,7-10 0-16,7-8 2 0,3-2-1 0,4-5 1 15,0 0-2-15,0-2 3 0,0-13 2 16,6-8 0-16,5-6 0 0,-1-3 1 15,2-1 0-15,5 1 1 0,-9 2 1 16,5 1-1-16,-7 3 1 0,0 0 0 16,-4 1-1-16,-2-1 6 0,-2 0-3 15,-4 1 0-15,0 9 2 0,-3 4-8 16,5 4 1-16,2 5-2 0,-2 0-1 16,-2 2-1-16,0-1 1 0,4 0 0 15,-15 1 0-15,15-1 1 0,-6 1 0 0,-3 0 0 16,5 1-1-16,0-2 1 0,-6 1 2 15,7-1-2-15,1 1 3 0,-4-1 0 16,2 2-3-16,0-2 1 0,-7 1-1 16,7 1-1-16,0-2 3 0,-7 2-3 15,7 0 1-15,-6 0-1 0,-5 0-1 16,7 0 1-16,-9 7-1 0,7-1 2 16,-3 3-3-16,1 3 1 0,-3 0-1 15,3 2 0-15,2-1 1 0,-3-1 1 16,5 2-1-16,-5-1-1 0,3 4 1 0,0 3-1 15,1 0 1-15,1 0-1 0,2-7 0 16,-3 1 2-16,9-6 0 0,-2-4 1 16,2 5-1-16,2-4-1 0,0-1 1 15,0 3 1-15,0-7 0 0,-4 0-1 16,4 0 1-16,0 1 0 0,0 1-1 16,0-1 1-16,0 0 0 0,0 5 1 15,0-1 0-15,4 6-1 0,-4-2 0 16,0-5-1-16,6 4 0 0,0-2-1 15,1 2 2-15,5-1 0 0,2-1 1 0,-1-4 0 16,12-1-2-16,-5-1 4 0,5 0-1 16,-2-5 0-16,2 0 3 0,2-1-3 15,-1 1 0-15,-7 1-1 0,-2 4-3 16,3 0 2-16,-7 1 1 0,5 8 1 16,-7 8 1-16,-5 6-1 0,-2 7 0 0,-4 8-1 15,0 7-1-15,0 7 0 0,-6 4 0 16,0 0-1-16,3-1 3 0,-3-7-2 15,6-5 5-15,0-5 0 0,0-6-3 16,6-5 1-16,5-6-4 0,1-2 0 16,5-7 1-16,-3-3 0 0,1-4 1 15,3-4-1-15,1-1 2 0,2-3 0 16,5-6-1-16,3-2 2 0,-6 2-1 16,-4 3-1-16,-1 5 1 0,-3 1-2 15,-3 0-1-15,7 1 0 0,-5 6 1 0,-1 5-1 16,3 3 0-16,-1 3 2 0,-3 1-2 15,-4-2 1-15,-1-3-1 0,-1-2 0 16,0 2 1-16,0-1 0 0,0 1 0 16,1-2 0-16,-1-5-1 0,0 1 0 15,0 0 1-15,0-2-1 0,-2 1 2 16,3-2 0-16,3 1 0 0,-2-3-1 16,3 1-1-16,-3 0 2 0,0 0-2 15,2 1 1-15,5 2 0 0,-5 1 0 16,5 6 1-16,-1 1 0 0,-3 3 1 0,1 6-1 15,-4 4 0-15,1 2 0 0,-3-1 0 16,0-4-1-16,0-1 0 0,0-9 1 16,-2 0-1-16,1-6 0 0,-1 0 0 15,2 1 0-15,0-2 1 0,0 1-1 16,1-1 0-16,-1 1 0 0,0-3 0 0,2 4 0 16,-2-3 1-16,7 3 1 15,-5 1 0-15,2 0 1 0,5 5 2 16,-7 0-1-16,5 0 14 0,-3 1 0 15,-2 0 0-15,5-2-2 0,-7-3-14 0,2-1-1 16,2-2-1-16,1-3 1 0,5 3 1 16,3-4 1-16,-3-2 1 0,7-3-2 15,0 0 0-15,0-2 1 0,-1-6-2 16,3 0 3-16,-2-5-14 0,-2 1-1 16,-3 0-1-16,-1-2-1 0,-1 1 14 0,-1-1 2 15,-3 1 1-15,-4 3-3 0,3-1 1 16,-5 4 0-16,2-1 0 0,-2-1 1 15,1 2 0-15,-5-1-2 0,4 3 0 16,-2 2 0-16,-4 0-1 0,2 1-1 16,2-2 1-16,4-2-1 0,3 5 0 15,-1-2 0-15,9 0 0 0,-1 3 0 16,7 0 1-16,6 3-1 0,-2 6-1 16,2 3 2-16,2 2 0 0,4-2-1 15,-4 1 2-15,1-2-2 0,-3 0-1 0,-3-2 3 16,3 0-2-16,0 0 14 0,-4-3-11 15,-8-2-2-15,-3-4 1 0,3 0-13 16,0-4 12-16,8-8 2 0,-3-4 2 16,1-2-2-16,2-3-1 0,0 0 1 15,0-2-3-15,-2 2 3 0,1 0 0 16,-3 4-2-16,-6 7 2 0,-5 0-2 16,-2 6 0-16,-7 1 1 0,3 1-2 15,0 2-1-15,4 0 1 0,5 6 0 16,3 7 1-16,-3-1 1 0,3 3 0 0,1 0-2 15,2 2 0-15,-1-1 0 0,5 3 0 16,2-1 1-16,4 0-1 0,2-1 1 16,0-2 1-16,0-1 12 0,-2-4 1 15,0-1-2-15,-4-1-1 0,4 0-11 16,-4-4-1-16,2-1 1 0,6 2-1 16,0-2-5-16,5 1-1 0,5-1 0 0,7 0-3 15,4-1-7-15,3-2-17 16,12 5-23-16,1 0-67 0,11 8-90 15,2 3-46-15</inkml:trace>
</inkml:ink>
</file>

<file path=ppt/ink/ink5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1468.05554" units="1/cm"/>
          <inkml:channelProperty channel="Y" name="resolution" value="2610.91626" units="1/cm"/>
          <inkml:channelProperty channel="F" name="resolution" value="2.84167" units="1/deg"/>
          <inkml:channelProperty channel="T" name="resolution" value="1" units="1/dev"/>
        </inkml:channelProperties>
      </inkml:inkSource>
      <inkml:timestamp xml:id="ts0" timeString="2025-09-01T20:41:53.364"/>
    </inkml:context>
    <inkml:brush xml:id="br0">
      <inkml:brushProperty name="width" value="0.05292" units="cm"/>
      <inkml:brushProperty name="height" value="0.05292" units="cm"/>
      <inkml:brushProperty name="color" value="#00B0F0"/>
    </inkml:brush>
    <inkml:brush xml:id="br1">
      <inkml:brushProperty name="width" value="0.05292" units="cm"/>
      <inkml:brushProperty name="height" value="0.05292" units="cm"/>
      <inkml:brushProperty name="color" value="#C00000"/>
    </inkml:brush>
    <inkml:brush xml:id="br2">
      <inkml:brushProperty name="width" value="0.05292" units="cm"/>
      <inkml:brushProperty name="height" value="0.05292" units="cm"/>
      <inkml:brushProperty name="color" value="#7030A0"/>
    </inkml:brush>
    <inkml:brush xml:id="br3">
      <inkml:brushProperty name="width" value="0.05292" units="cm"/>
      <inkml:brushProperty name="height" value="0.05292" units="cm"/>
      <inkml:brushProperty name="color" value="#0070C0"/>
    </inkml:brush>
    <inkml:brush xml:id="br4">
      <inkml:brushProperty name="width" value="0.05292" units="cm"/>
      <inkml:brushProperty name="height" value="0.05292" units="cm"/>
      <inkml:brushProperty name="color" value="#002060"/>
    </inkml:brush>
    <inkml:brush xml:id="br5">
      <inkml:brushProperty name="width" value="0.05292" units="cm"/>
      <inkml:brushProperty name="height" value="0.05292" units="cm"/>
      <inkml:brushProperty name="color" value="#FF0000"/>
    </inkml:brush>
    <inkml:brush xml:id="br6">
      <inkml:brushProperty name="width" value="0.05292" units="cm"/>
      <inkml:brushProperty name="height" value="0.05292" units="cm"/>
    </inkml:brush>
  </inkml:definitions>
  <inkml:trace contextRef="#ctx0" brushRef="#br0">9091 7580 229 0,'0'0'36'15,"0"0"-2"-15,0 0-3 0,0 0-2 0,0 0-1 16,0 0 0-16,0 0-3 0,0 0-2 16,0 0 1-16,0 0-5 15,-66-21-1-15,54 16-1 0,3 0-1 16,-1-2-1-16,-4 0 2 0,1 1-5 0,5-1 1 15,-9 2 0-15,3-3-4 0,1 5 0 16,1-3-2-16,0 3-3 0,1 3 1 16,-7 0 0-16,1 0-1 0,-6 3 0 15,5 6 0-15,-3 3-1 0,3 3 0 16,-1 3-1-16,0 4 2 0,5 1-1 0,-5-1-3 16,5 1 2-16,1-2-4 0,1-3 2 15,2 2 0-15,6-2 0 0,-3-4 1 16,1 1 0-16,2 2-3 0,4-1 2 15,-2 9 1-15,2-1-2 0,0 2 3 16,6 1-4-16,0 1 2 0,1-1 0 16,1 0 0-16,0 1 1 0,-2-1-1 15,7-1 2-15,-3-2-2 0,-2-3 1 16,1-1 1-16,3-3-3 0,-2-2 0 16,5-3 2-16,-7-3-4 0,2-1 3 0,-1-4 0 15,3-1-1-15,0 1 2 0,1-4-1 16,5 0 1-16,-1 0 0 0,6-5 0 15,-5-3-1-15,-1-1 1 0,-5 0 0 16,5-2 2-16,-3-1-3 0,-1 0 2 16,-1-1-1-16,1-3-2 0,-3 1 4 0,0-3-2 15,-2-2 0-15,5-1 1 0,-1 0-1 16,-3-2 0-16,3 0 0 16,-2-1 0-16,1-4 3 0,-1 3-2 15,-2-1 2-15,-2 0-7 0,-1 3 3 0,1 5-1 16,-4 2 3-16,-2 5 1 0,0 0 1 15,0-4 1-15,0 4 1 0,-6-4 2 16,-1 1-1-16,-5 1-1 0,-2-2-1 16,-5 1-1-16,4 2 1 0,-3 0-2 15,3-1 1-15,-3 3-2 0,5 2-1 0,-1 2 4 16,1-1-5-16,3 3 1 16,0 0 0-16,-1 1-1 0,5 3 0 15,4-1 1-15,-10 1-4 0,1 0-3 16,3 7-1-16,-6 7-9 0,3 0-11 0,5-2-33 15,-2 0-73-15,8-3-137 0,-2-5 1 16</inkml:trace>
  <inkml:trace contextRef="#ctx0" brushRef="#br0" timeOffset="1799.77">10790 7544 157 0,'0'0'38'16,"0"0"1"-16,0 0-1 0,0 0-3 15,0 0-2-15,0 0-3 0,0 0-3 0,0 0-2 16,0 0-1-16,-22-46-2 0,17 43-2 15,-1 2-3-15,-2-4-4 0,-2 1-2 16,-1 1-2-16,5-1-4 0,-10 4 2 16,1 0-5-16,1 0-1 0,-5 8 0 15,-2 4-2-15,5 5 1 0,-3 3-1 0,3 5 2 16,-7 4 0-16,4 5 2 0,3 1 1 16,-3 3-2-16,5-1 2 15,1 3-6-15,1 0 4 0,2-3-4 16,8 0 5-16,-5-4-1 0,7-4-1 0,0-4 0 15,0-4-1-15,0-6 0 0,7-1 0 16,-1-1 0-16,0-1 1 0,6 3-1 16,-3-5 0-16,-1 0 1 0,2-1-1 15,-1-4 0-15,3 4 1 0,0-3-1 16,-3-3 0-16,7 3 0 0,-3-3 0 0,-5-2 0 16,4 1 1-16,1-2 0 0,1 0 1 15,1-2 0-15,7-5 2 0,-3-2-3 16,-3-3 1-16,1-2 0 0,2-1-1 15,-3-3 2-15,3-1-1 0,-1-2 0 16,-3 2 0-16,1-1-1 0,-1 0 1 16,-3 2 1-16,1 1-2 0,-7 4 1 15,2-1-2-15,-4 6 4 0,-2-1-2 16,4 0 4-16,-6-2-2 0,3 1 2 16,-3-5-1-16,0-7 1 0,0-1-1 0,0-5 1 15,-3 2 2-15,-3 3 0 0,0 2-4 16,0 0 2-16,-7-1-1 0,1 0-2 15,-2-1 3-15,-5-2-6 0,-2 3 3 16,3 4-1-16,-1 3 0 0,7 5 0 16,-3 3-1-16,7 2-1 0,-2 2 0 0,1 0-1 15,3 2-3-15,-2 1-4 16,2 0-12-16,-5 0-9 0,3 4-23 16,4-1-65-16,2 2-131 0</inkml:trace>
  <inkml:trace contextRef="#ctx0" brushRef="#br0" timeOffset="2723.59">12955 7390 357 0,'0'0'29'16,"0"0"1"-16,0 0-1 0,0 0-6 16,0 0-5-16,0 0-2 0,0 0-2 0,0 0-1 15,0 0 1-15,0 0-3 16,-64-50-1-16,51 49 0 0,3 1-2 16,-9 0 1-16,1 4-1 0,-7 7 2 15,4 3 0-15,0 4-1 0,-1 4 0 0,1 5-2 16,2 1-3-16,5 4-1 0,-5 2-2 15,5 2 0-15,-3-1-1 0,7 1 1 16,-2-1-1-16,-1 0 1 0,7-3 0 16,0-2 0-16,2-1 2 0,2-3-3 15,2-2 1-15,0 1-2 0,0-1 1 0,2-1 0 16,4 0 0-16,0-1 1 0,4 0-2 16,-1-3 1-16,3 0 0 15,1-4 0-15,-5-5 0 0,2-1-2 16,3-1-1-16,-7-2 3 0,4 1 0 0,0-2 1 15,-1-2 3-15,3 0-3 0,0-3 1 16,7 0-1-16,-4 0 0 0,5-6 0 16,-1 0 0-16,-1-3 1 0,-3 0 0 15,3 0 0-15,-3-2 3 0,4-1-2 16,-3 0 2-16,1-3 0 0,-1 0 0 0,-1-4 1 16,-1-1 4-16,-1 0-4 0,5-3-1 15,-5 0 2-15,-1-3-7 0,-4-1 6 16,3-1-3-16,-5-1 1 0,0 4 1 15,0-1-1-15,-4 9-1 0,0 0 1 16,-2 7 1-16,0-2 2 0,0-6 1 16,-2 7-1-16,-4-4 0 0,-2-1-2 15,-3 4 0-15,-3-3-2 0,-1 2-1 16,-1 1-1-16,-3-1 0 0,3 3 0 16,-1 1-1-16,-1 1 0 0,3 2-1 0,1 0-2 15,3 1-1-15,3 2-3 0,0-1-6 16,-5 1-11-16,3-2-31 0,8 3-55 15,-4-5-163-15,2 3-6 0</inkml:trace>
  <inkml:trace contextRef="#ctx0" brushRef="#br0" timeOffset="3673.32">15055 7195 274 0,'0'0'54'0,"0"0"-9"0,0 0-6 15,0 0-9-15,0 0-7 0,0 0-7 16,0 0-2-16,0 0-3 0,-79-31 2 16,54 31 3-16,5 8-1 0,-5 1-2 0,0 2-2 15,5 3-2-15,-5 1-2 16,2 1 2-16,-2 1 0 0,0 3-1 16,5-1-1-16,-1 4-2 0,-4 1 1 15,7 2-2-15,3 1-2 0,-3 1-1 0,5-1-1 16,1 2 0-16,-1 0 1 0,11 0-2 15,-2 0 1-15,2-2-1 0,2 0-1 16,0-1 1-16,6-2 0 0,3-1 0 16,1-1 0-16,0-3 0 0,3-1-1 15,-1 0 3-15,0-3-2 0,1 1 2 0,-1-1-5 16,3-3 4-16,-1 0-1 0,-1-1 1 16,-1-3 0-16,0-1 0 15,-3-1 0-15,3-1 0 0,5 1 1 16,-9-2-1-16,4-2 1 0,7-1 1 0,-11-1 1 15,11 0 2-15,-7-3 1 0,7-4 2 16,-3-6 2-16,1 1-2 0,-5 0 1 16,3-1-2-16,-1-1-1 0,-1 0-3 15,-1 1 1-15,-6 2-2 0,2 0 1 16,3-1 2-16,-3 0 0 0,-2 2-2 0,5-4 0 16,-3 2 2-16,-6 3-4 0,4-6 4 15,-2 4 0-15,-2-1 1 0,2 0 0 16,-4-2 1-16,0-6-1 0,0 5 1 15,-4-5 0-15,-2 2-2 0,-4 1-1 16,-3 0 0-16,-3 1-1 0,1-3-3 16,1 3 0-16,-5-1 0 0,-1 0-6 15,1 1 0-15,-4 2-5 0,9 5-6 16,-1 0-18-16,-3-3-31 0,3 3-33 16,-7-5-151-16,7 3-10 0</inkml:trace>
  <inkml:trace contextRef="#ctx0" brushRef="#br0" timeOffset="4923.57">16667 7514 194 0,'0'0'39'0,"0"0"7"16,0 0-4-16,0 0-3 0,0 0-3 16,0 0-3-16,0 0-4 0,0 0-1 15,0 0-2-15,0-11-1 0,-4 11-1 0,4-1-3 16,0 1 0-16,0-2-4 0,-6-3-3 16,4 2-3-16,-9-3-1 15,5 2 1-15,-6-1-2 0,-3-1-2 16,3 3-1-16,-7 0-3 0,3 3 0 0,-3 0 1 15,-6 0-1-15,5 5 1 0,-1 2-1 16,-2 2-2-16,5 3 0 0,-3 5 0 16,2 1-1-16,3 3 0 0,-3 2-1 15,3 0 1-15,-1 0 0 0,5-2 0 16,-5-1 1-16,9-2-1 0,-4 0 0 0,5-1 0 16,1-5 0-16,0 3 0 0,4 1 0 15,-2-5-5-15,2 8 5 0,2 1-3 16,0-1 2-16,0 7 2 0,6-2-2 15,0 2 1-15,0 1-1 0,1 1 3 16,1-2-2-16,0-1 1 0,2 0-1 16,-1-4 1-16,1-2-1 0,-2 0 3 15,5-4-3-15,-5-4 1 0,2-1 0 16,3-2-2-16,-7-2 2 0,4 0-1 16,1-1 0-16,-3-4 0 0,2 0 2 0,3-1-2 15,3 0 2-15,1 0 1 0,3-2-1 16,-1-4 0-16,0-2 0 0,-3-3 1 15,3 1 0-15,1-4-1 0,-1-1 0 16,4-3-2-16,-7-4 2 0,3-1-1 16,-5-2 2-16,3-2-2 0,-3-3 2 0,3 0-3 15,-3-2 2-15,-1 2 2 16,-1 0-2-16,-4 1 3 0,-1 9-5 16,-5 2 1-16,2 6 1 0,-4-1 2 15,0-2 0-15,0 2 3 0,-6-4-2 0,-7 2-1 16,1 0-2-16,-7-1 0 0,5 0 0 15,-7 1-1-15,-2 0 1 0,7 1-5 16,-7 3 1-16,2 2-1 0,9 1-1 16,-2 3-2-16,5 0-6 0,-3-1-14 15,-5 0-30-15,5 3-60 0,4-1-154 0,-1 4-1 16</inkml:trace>
  <inkml:trace contextRef="#ctx0" brushRef="#br0" timeOffset="6066.29">18511 7392 343 0,'0'0'21'0,"0"0"5"0,0 0 4 16,0 0-1-16,0 0-5 0,0 0-4 16,0 0-2-16,0 0-3 0,0 0 0 15,0 0 2-15,6 0-1 0,-6 0 4 16,0-2 1-16,0-2-1 0,-2-5-1 0,-8-2-3 16,2 1-5-16,-3-4-2 0,1 2-1 15,-7 1-2-15,3 2-1 0,-1 0-1 16,-3 1 0-16,1 4 2 15,3 3 0-15,-7 1-1 0,-2 0-1 0,-6 5 0 16,3 8-1-16,1 3 1 0,-2 4-2 16,4 1 0-16,0 4-1 0,5 0 0 15,-1 0 0-15,7-4-1 0,-1-2 1 16,5-5-1-16,2 0 0 0,0-5-1 16,2 0-1-16,2 0 0 0,0 2 0 0,-3-1-1 15,5 1 1-15,0 0 0 0,0-1-1 16,0 4 2-16,5-3 1 0,-1 2 0 15,2 1 1-15,-2-3 0 0,4 2-1 16,-2 1 1-16,5-2 0 0,-3 3 0 16,4 0 1-16,-3-1-1 0,1-2-1 0,-2 0 1 15,5 2-1-15,-1-2 1 0,1 1 1 16,-1-2-6-16,-4-3 4 16,5-2-4-16,-5-1 2 0,2-2 2 15,3 0-1-15,-3-3 5 0,2 1-5 0,-1-1 0 16,3 0 1-16,-6 0-4 0,11-1 4 15,-9-2 5-15,5-3-4 0,-1-1 4 16,-7 3-4-16,9-4-1 0,-10 5-1 16,3-2 2-16,-3 0-1 0,2-3 1 15,2-3 1-15,-3 5-1 0,1-7 0 0,-2 1 0 16,0 3 2-16,-4-8-2 0,4 2 2 16,-1 4-1-16,-3-7 0 0,-2 0 0 15,0 4 1-15,0-7-1 16,0 0 2-16,0 2-2 0,0-5 1 0,-2 9-1 15,-5-1 0-15,3 1-2 0,2 6 5 16,-6-7-5-16,2 1 0 0,0 1 0 16,-1 0 0-16,1 0 0 0,0 7-2 15,0-3-1-15,-7-2-5 0,1 1-11 16,-7-6-35-16,-1 0-81 0,-5-1-147 0,-2 0-1 16</inkml:trace>
  <inkml:trace contextRef="#ctx0" brushRef="#br0" timeOffset="7363.55">20177 7119 376 0,'0'0'44'0,"0"0"-6"0,0 0-4 0,0 0-1 15,0 0-10-15,0 0-1 0,0 0-3 16,0 0-2-16,0 0-1 0,-12-9 2 15,6 4-3-15,-3 0 1 0,3 1-4 16,0 0-2-16,-2-1-1 0,1 0-2 16,3 2-1-16,-4 1 0 0,2 0 0 15,-7 0 1-15,-1 1-1 0,-3 1 0 16,-3 3-1-16,1 4-3 0,7 4-1 16,-3 1 0-16,3 2 3 0,-3 4-7 15,3 2 6-15,4 2-3 0,-5 1-2 0,3 2 4 16,4-3-2-16,0 1 0 0,4 0-3 15,-3-2 2-15,5 2-1 0,0 1 1 16,0 1 0-16,7 0 0 0,-1 0 0 16,0-3 1-16,4 0-2 0,-3-2 1 15,-1-7 0-15,-2 1 1 0,2-2 0 0,0-3 0 16,0 3-1-16,1-3-1 0,-1-1 2 16,6 1 0-16,-3-1-1 15,-3-2 1-15,6 1 0 0,5 1 0 16,-9-4 1-16,4 2-1 0,3 0-1 0,-5-3 1 15,5 0-2-15,-3 0 1 0,-4-1 0 16,3 0 0-16,-5-2-1 0,4 0-1 16,-4 0 2-16,1 0 0 0,9 0 1 15,-10 0 1-15,3 0-1 0,3-2 1 16,-4-3 0-16,5 2-1 0,-3-1 1 0,-2-1 0 16,1-1 0-16,1 2 0 0,-4-1-1 15,2-1 0-15,-1 2 1 0,-1-2-1 16,-4 2 1-16,8 0-1 0,-8 1 0 15,2 0 2-15,-2 1 0 0,3-2-1 16,-3 0 0-16,2 0-1 0,-2 1 1 16,-2-2 1-16,4 1-1 0,-4 0 1 15,2-1-1-15,-2-1 0 0,0 1 1 16,4-1-1-16,-4 1 3 0,0 0-2 16,0-1 1-16,0-5-1 0,0-2 0 0,0 1 0 15,-6-4 1-15,0-1-3 0,-5-4 2 16,3 1-1-16,-2 1 1 0,2-1 0 15,-1 0-1-15,-1-1 0 0,2 0-1 16,1 6 0-16,3-1 1 0,-2 7-1 16,4-2 1-16,0 1 0 0,-2 5 0 0,2 1-1 15,-2-1 3-15,4 1-2 16,-2-1 1-16,-3-3-1 0,3 6-1 16,-4-6 0-16,0 0 0 0,2 2-1 15,-2-2 1-15,2 3 1 0,-3-3-4 0,1 2 2 16,0-2-8-16,0 1-2 0,-1-1-9 15,1-1-11-15,0 0-22 0,2-3-29 16,0-5-72-16,4 5-109 0</inkml:trace>
  <inkml:trace contextRef="#ctx0" brushRef="#br1" timeOffset="13611.66">6919 7456 324 0,'0'0'34'0,"0"0"-1"16,0 0-2-16,0 0-8 0,0 0-3 15,0 0-2-15,0 0 3 0,0 0 1 0,0 0-1 16,-87-68-1-16,70 60-4 0,9 5 0 16,-6-3 1-16,-3 0 0 0,5 2-1 15,-3 1-1-15,7 2-5 16,-9 1-1-16,-1 0-2 0,1 0-1 0,-6 3-1 15,11 0-1-15,-2 2 0 0,-1 1-1 16,-3 0 1-16,-1 3-1 0,4-3 0 16,3 0-2-16,4-1 0 0,2 2-2 15,-5 5 0-15,3 2 1 0,-2 4-1 16,8 3 1-16,-5 1-1 0,5 0 1 0,2-5 0 16,0 3 1-16,0-2-2 0,0 1 1 15,0-1-1-15,0 0 1 0,0-1 1 16,0 1-1-16,0 4-1 0,2-2 0 15,5 0 1-15,-5 0 0 0,4 1 0 16,0-1 1-16,4 1 1 0,-1-1-4 16,-1-2 2-16,4-2-2 0,-1 0 2 15,-3-5 1-15,2-1 1 0,1-1-2 16,-5-3 0-16,4 4 0 0,-4-6 0 16,3 0 0-16,-3 3 1 0,0-4-1 0,2 1 0 15,-2-3 0-15,5 4 1 0,-5-3-1 16,2-1 0-16,5 2-1 0,-5-1 1 15,4 1 1-15,-1-3-2 0,-1 1 1 16,0-1 1-16,3 0-1 0,-1 0 1 16,1 0-1-16,-5-3 1 0,6-3-2 0,-3 2 1 15,1-4 1-15,-8 4-1 0,7-1 2 16,-5-1-1-16,0 0 1 16,0 0-1-16,-4-2 0 0,4 2 0 15,-1-3 1-15,-3 1-1 0,0-2 2 0,2-5-4 16,-2 4 4-16,2-6-4 0,-2 2 1 15,2 5 2-15,2-7-1 0,-4 2 0 16,3 4-1-16,-3-4 0 0,2-1 0 16,-2 6 1-16,4-5-1 0,-2 6 0 15,0-2 1-15,-4 2-1 0,4-3 2 0,-1 1-1 16,-3-1-1-16,0 1 2 16,0-2-1-16,0-4 0 0,-3 0 1 15,-3-4-1-15,0 3 0 0,-2 4 0 16,4-1 1-16,-3 0-1 0,5 4 1 0,-2 1-1 15,2 2-1-15,-2 3 1 0,4 1-2 16,-2-1 2-16,-2 1 2 0,4-1-2 16,-2 1 1-16,2 1-1 0,-4-2 0 15,0 2 1-15,-3-4-1 0,1 0 0 16,0 2 0-16,-4 0 1 0,1 0 0 0,1 1 0 16,-2-2-1-16,1 1-1 0,-1 0-2 15,2 1 1-15,2 3 0 0,4-1-1 16,2 2 1-16,-5-2-7 0,3 2-6 15,-4 0-18-15,2 0-34 0,-4 4-67 16,4 0-134-16,-3 3 10 0</inkml:trace>
  <inkml:trace contextRef="#ctx0" brushRef="#br2" timeOffset="21432.47">21045 7288 234 0,'0'0'51'0,"0"0"-1"0,0 0-7 15,0 0-7-15,0 0-9 0,0 0-3 16,0 0-6-16,0 0 1 0,0 0-1 15,0 0 1-15,0 0-1 0,0 1 2 16,0-1-1-16,0 0-1 0,0 0 0 16,0 0-3-16,0 0-2 0,0 0-1 0,0 0-1 15,0 0-1-15,0 0-1 16,0 0-2-16,0 0 1 0,0 0-3 16,0 0 0-16,0 0-1 0,0 0-2 15,0 0 1-15,0 0 1 0,0 0 0 0,9 0 1 16,3 0-1-16,0 0 0 0,7 0 0 15,0 0-1-15,-5 0 0 0,5 0-2 16,-1 0 1-16,3 0 0 0,4 0 0 16,-2-1 0-16,-1-1 0 0,-1-1 0 15,4 1-1-15,-5-2 0 0,1 1 0 0,2-2-2 16,-3 0 1-16,1 1 0 0,-2 0 0 16,1-1 1-16,1 0 0 15,-8 2-2-15,5-1 0 0,-8 2 1 16,1-1 1-16,5 0 1 0,-7 1-2 0,3 0 0 15,0 0 0-15,1-1-1 0,-11 2 1 16,10-1 2-16,-6 2-2 0,1-2 1 16,-1 2-1-16,-6 0 0 0,0-1 2 15,0 1-1-15,0 0 1 0,2 0-2 16,-2 0 1-16,4 0 2 0,-4 0-1 0,2 0 1 16,-2 0 0-16,4 0-1 0,-4 0 3 15,2 0-1-15,-2 0 0 0,4 0-1 16,-4 0 0-16,0 0-3 0,0 0 0 15,0 0 0-15,0 0 0 0,0 0 0 16,0 0-2-16,-4 0 1 0,-2 0 0 16,4 0 1-16,-10 0 0 0,5 0-2 15,-5 0 2-15,-2-2-2 0,3-1 2 16,-5-1 3-16,5 1-4 0,-3-4 1 16,-1 2-1-16,3-3-2 0,-4 1 3 0,3-1 3 15,3-1-3-15,-3 1 3 0,1-1-5 16,0 0 2-16,-1 0-1 0,5 3 1 15,-5-2 3-15,3 4-3 0,6-1 0 16,-6 0 1-16,8 3-1 0,-9-3 0 16,9 3 1-16,-2-1-1 0,2 2 0 15,-4-2 0-15,2 0-1 0,2 0 1 16,-3 1 0-16,5 2 0 0,0-1 1 16,0 1-1-16,-2-2 2 0,2 2-1 15,-2-1-1-15,2 1 1 0,-4-2-3 0,4 2 3 16,-2-2-1-16,2 2-1 0,-4-1 1 15,4 1 0-15,0-1-2 0,0 1 2 16,0 0 0-16,0 0 0 0,10 0-1 16,5 2 1-16,-3 3 0 0,1 2 1 15,1-2-1-15,1 3 2 0,3 1-1 0,1 0-1 16,-5 0 1-16,-1-2-5 0,-1-2 6 16,3 3-7-16,-9-3 5 0,10 2 2 15,-1-1-3-15,-7-2 2 16,9 1-1-16,-9-2-2 0,-2 2 2 0,6 0 0 15,-5-1-1-15,5 1 2 0,-6-2 0 16,2 1-1-16,-3-2 1 0,3 2 0 16,-6-1 1-16,2-1-1 0,-2 1 0 15,-2-3-1-15,0 0 0 0,0 0 1 16,4 2 0-16,-4-1 0 0,2 0 1 0,-2 1-2 16,4-1 0-16,-4 1 1 0,3-1-2 15,-3 1 1-15,6 3 1 0,-2-2-2 16,-2-1 1-16,2 2 0 0,-2-3 0 15,2 2 0-15,-2 0 0 0,0 0 0 16,5-1 0-16,-3 1 0 0,-2-2 1 16,2 2-1-16,-4-3 0 0,2 2 0 15,2 1 0-15,-2-2 0 0,4 2 1 16,-6-3-1-16,0 0 1 0,0 0 0 16,0 2-1-16,5-1 1 0,-5-1 0 0,2 2-1 15,-2-2 2-15,4 2 0 0,-4-2 1 16,0 1 0-16,0 1-1 0,0-1 0 15,0 5-1-15,0-1 1 0,-4 5-1 16,-5 3-1-16,-3-1 0 0,-7 4 0 16,1 3-2-16,-3 0 2 0,2 2-1 0,-1 2 1 15,-5 1 1-15,6 3 0 16,-1-2-2-16,-1 3 2 0,-2-3-1 16,7 1 0-16,-7-3 1 0,9 0-1 15,-5-2 0-15,7-3 0 0,-3-1 0 0,7-5 2 16,2-4-2-16,1-2 0 0,3-3 0 15,-2 0 0-15,2 0 0 0,2-3 1 16,-4 0-1-16,4 0-1 0,0 1-2 16,-2 1 2-16,2 0-2 0,0-2-1 15,-4 1-2-15,4-1-5 0,0 0-17 0,0 1-34 16,-6-1-79-16,-5-4-156 0,-5-8 5 16</inkml:trace>
  <inkml:trace contextRef="#ctx0" brushRef="#br1" timeOffset="29464.27">22420 7292 224 0,'0'0'48'0,"0"0"3"0,0 0-3 16,0 0-6-16,0 0-6 0,0 0-3 15,0 0-1-15,0 0-2 0,0 0 1 16,0 0 0-16,14 0-3 0,-14-2-4 16,0 2-4-16,0 0-3 0,0 0-2 15,0-1-3-15,5 1 0 0,-5 0-3 16,0-1-1-16,0 1-2 0,0 0-3 16,0-2 0-16,0-3 0 0,-5 2 0 0,-1-3 0 15,0 0 0-15,-2 0-2 0,0 0 2 16,-3 1-1-16,3-1-2 0,-2 2 3 15,-1-1-2-15,1 2 0 0,-2 1-1 16,5 1 1-16,-5 1-1 0,8 0 0 16,-9 0 0-16,1 3 2 0,2 3-2 15,-1 2 3-15,1-2-3 0,4 1 0 16,-3 4 0-16,3-3-2 0,0 4 2 16,0-5 2-16,4 3-2 0,-9 3 0 15,9-4 0-15,-4 8 0 0,0-2 0 0,2 2 0 16,-4 4 0-16,3 1 2 0,3-2-2 15,-2-4 2-15,2 2-2 0,0-6 1 16,2 0-2-16,-4 0-1 0,4-5 1 16,0 5 1-16,0-6-1 0,0 6 2 15,0 0-1-15,0-3-1 0,0 2 1 0,0-7 0 16,4 5 0-16,-2-4 0 0,0 2 0 16,2 3 0-16,3-4 0 15,-5 1 0-15,4 1 0 0,4 1 0 16,-4-3 0-16,7 3 0 0,-5 2 0 0,4-2 1 15,-3 0-1-15,3-1-1 0,-6-2 1 16,3-2 0-16,-3 3 0 0,4-3 0 16,-2 0 0-16,-3-2 0 0,3 3-2 15,-2-4 1-15,-4 1 1 0,11-1 0 16,-7 0 1-16,-2 1-1 0,8-1 0 0,-10 1 2 16,11-2-4-16,-5 2 4 0,-2-2-2 15,5 0-2-15,-5 0 2 0,2 0 0 16,4 0 0-16,-3 0 2 15,3 0-2-15,-2-5 0 0,1 2 0 0,-1-1 0 16,-2-1 2-16,3 0-2 0,-3 1 0 16,-2-1 0-16,2-1-2 0,-1 0 2 15,3 2 1-15,-8-4-2 0,4 2 2 16,0 0 0-16,1-2 0 0,-1 1 2 16,-4-1-2-16,4-1 0 0,0 1 2 0,-2-1-2 15,-2 0 0-15,3 5 0 0,-5-7 0 16,2 7 1-16,-2-3-1 0,4-3 1 15,-4 5-1-15,0-1 1 0,2 2 0 16,-2-3-1-16,0 2 1 0,0-2 1 16,0-3-1-16,0 4 0 0,0-5 0 0,0 0 0 15,-6 2 0-15,4-6 0 16,-5 6 2-16,1-5-1 0,0 1 0 16,2 4-1-16,-2-5 0 0,2 5 1 15,-3 1 0-15,-3 1 1 0,4-3-2 0,0 3 0 16,-1-1 0-16,-1 1-1 0,2 0 0 15,-2 2-1-15,4 2 2 0,-3-4-2 16,5 4 0-16,-4 0 1 0,2 1-2 16,2-2 1-16,-2 3 0 0,-2-2 0 15,3 1-1-15,3 2 0 0,0-1 0 0,0 1-2 16,0 0 0-16,0-2-2 0,-2 2-3 16,2-1-1-16,-4 1-6 15,2-2-10-15,2 2-23 0,0-1-39 16,-6-4-127-16,0-1-77 0</inkml:trace>
  <inkml:trace contextRef="#ctx0" brushRef="#br3" timeOffset="39629.55">23613 7277 279 0,'0'0'31'0,"0"0"-1"0,0 0-6 15,0 0-4-15,0 0 0 0,0 0-2 16,0 0 1-16,0 0 0 0,0 0 0 16,6 0 3-16,-6 0 1 0,2 0 1 15,-2 0 0-15,0 0 0 0,0-2-2 16,4 2-3-16,-2 0 0 0,-2-1-2 16,4-4-1-16,3-4-2 0,-5-5 0 0,8-4-4 15,-6 0-2-15,0-3 1 0,2-1-5 16,1 1 3-16,-5 6-5 0,4-1 0 15,-2 6 0-15,-4 0-2 0,2-1 1 16,2 6-1-16,-4 1 0 0,0 4-1 16,0-2 0-16,0 2 0 0,2 0 1 0,2 0 0 15,-2 4 0-15,7 9 2 16,1 7 0-16,-2 2-3 0,-1 6 5 16,3 1-6-16,-4-1 3 0,-2 1 0 15,2-1-1-15,-1-3 2 0,-3-2-1 0,2 0 0 16,-4-7 0-16,0 3 0 0,0-1 1 15,0-6-1-15,0 8-1 0,0-8 1 16,2 0-2-16,-2 2 1 0,0-4 1 16,0 2-1-16,0-7 0 0,4 2 1 15,-4-7-2-15,0 0 2 0,0 0 0 0,0 1 1 16,0 0 0-16,0 1-1 0,0-1 0 16,0 1 1-16,0-1-2 0,0 1 3 15,0 0-2-15,0-1-1 16,0 1-1-16,0-1-1 0,0 3 1 0,0 1-1 15,-4 0-2-15,2-1 3 0,2-4-1 16,-4 3 1-16,2 0 2 0,-3 0-3 16,5 1 2-16,-2-1 0 0,-2-1-1 15,0 4 3-15,-2 1-2 0,-4-2 1 16,-3 3-1-16,1 0-1 0,-3 1 1 0,-3-2 0 16,3 0 0-16,-3 0 1 0,5-2 0 15,1-1 0-15,4 0 1 0,1-3-1 16,-1 2 1-16,2-2-1 15,2 1 0-15,-2 1 2 0,6-3-2 0,0 0 1 16,0 0-1-16,-3 0 0 0,-1 1 0 16,4-1-1-16,0 0 0 0,0 2-1 15,0-2 1-15,0 0-1 0,0 0 0 16,0 2-1-16,0-2 1 0,0 0 2 16,0 0-4-16,0 0 5 0,13-2-1 0,3-3-1 15,-5 2 3-15,1-1-2 0,0 1-1 16,-7 1 0-16,7-1 0 0,-8 3 0 15,0 0 1-15,4 0-1 0,-3 0 0 16,1 0 0-16,0 0-2 0,0 0 2 16,-6 0 0-16,0 0 1 0,0 0-1 0,2 0 0 15,4 0 0-15,1 0 0 16,-1 0 0-16,0 0 0 0,-4 0 0 16,4 0 0-16,-2 0 0 0,9 2-1 15,-11-1 1-15,2 1 0 0,6 0 0 0,-3-2 0 16,-1 0 0-16,4 1 0 0,-4-1 1 15,1 0-1-15,1 0 0 0,-2 0-1 16,0 0 1-16,-4 0 0 0,4 0 0 16,1 0 0-16,-1 0 0 0,0 0 0 15,-6 0 1-15,6 0-1 0,1 0 0 0,-5 0 0 16,4 0-1-16,-6 0 1 0,0 0 2 16,6 0-2-16,0 0 1 0,0 0-1 15,1 0-2-15,-7 0 2 16,0 0 1-16,0 0 0 0,0 0 0 0,4 0 0 15,-4 0-1-15,2 0 1 0,-2 0-1 16,2 0 0-16,-2 0 0 0,4 0 0 16,-4 0 0-16,2 0 0 0,-2 0 0 15,0 0 0-15,0 0 0 0,4-1 0 16,-4 1-1-16,0 0 1 0,2-2 0 0,2 2-2 16,-4 0 2-16,2-2-3 0,-2 2 2 15,5-1-4-15,-5 1 3 0,2-2-1 16,-2 2-1-16,4-1-2 0,-4 1-9 15,0 0-18-15,0-2-40 0,0 2-86 16,0-3-126-16</inkml:trace>
  <inkml:trace contextRef="#ctx0" brushRef="#br3" timeOffset="41250">23884 7227 111 0,'0'0'27'0,"0"0"2"0,0 0-1 15,0 0 3-15,0 0 2 0,0 0 1 16,0 0 1-16,0 0 0 0,0 0-6 16,0 0 0-16,-50-48-3 0,50 48-4 15,0-1 0-15,-2-3-2 0,2-1-2 0,-4 0 1 16,4 1 0-16,0 4-4 0,-2-1 2 16,2 1 1-16,0-2-1 0,-5 0-2 15,5 1-1-15,-2-1-2 16,-2 2-1-16,4-1-2 0,0 1 0 0,-2 0-2 15,-4 0-2-15,0 0-5 0,0 4 1 16,-3 10-2-16,5 4 2 0,-2 9-1 16,6 5-1-16,0 8-1 0,0 2 2 15,6 7 2-15,0-1-1 0,-1 1 2 16,-1-1-4-16,2-3 4 0,-2-6-4 0,-2-3 2 16,4-5 0-16,-6-11-3 0,4-2 2 15,-2-1 1-15,3-5-2 0,-3 4 4 16,-2-5-1-16,4-2-2 0,-2 2 6 15,-2-7-2-15,0 2 3 0,0-6 1 16,0 0-3-16,0 0 0 0,0 2 1 16,0-1 0-16,0 1 0 0,0-1-1 15,0 1 1-15,0-1-2 0,4 1-2 16,-4 0-1-16,0-1 0 0,0 1-1 16,0-2-1-16,0 1 1 0,0-1-1 0,2 1 0 15,-2-1-1-15,0 2 1 0,0-2-5 16,0 1-1-16,0-1-5 0,0 0-7 15,0 2-20-15,0-2-30 0,0-2-55 16,0-3-143-16</inkml:trace>
  <inkml:trace contextRef="#ctx0" brushRef="#br3" timeOffset="41631.19">23809 7315 542 0,'0'0'36'0,"0"0"1"15,0 0-7-15,0 0-7 0,0 0-8 0,0 0-5 16,0 0-2-16,0 0 1 0,0 0-2 16,0 0 0-16,31-57-3 15,-12 47-3-15,-1-1 1 0,-1 1-1 16,6 0 1-16,-3 2 0 0,5 0-1 0,0 0-1 15,-4 2 0-15,-1 0 1 0,-5 3 0 16,3 0 3-16,-7 2-3 0,-1-1 0 16,2 2-1-16,-5 0-1 0,5 0 1 15,-6 0 1-15,-2 0 0 0,2 0-2 16,-6 0 1-16,0 0 0 0,0 0 0 0,3 0-1 16,-3 0-1-16,6 0-2 0,0 0 0 15,0 0-3-15,2 0-1 0,-1 0-3 16,-3 0-10-16,-2 2-13 0,2 1-21 15,-2 6-26-15,0 0-76 0,-2 5-91 16</inkml:trace>
  <inkml:trace contextRef="#ctx0" brushRef="#br3" timeOffset="42063.58">23840 7631 482 0,'0'0'47'15,"0"0"2"-15,0 0-5 0,0 0-9 16,0 0-10-16,0 0-7 0,0 0-4 16,0 0-2-16,0 0-4 0,0 0-2 15,-6 2-2-15,6-2 1 0,0 0 0 0,0 0 1 16,10-4 1-16,5-4-1 0,5-2 0 16,1 1-1-16,4-1-2 0,0 0 2 15,-5-1-5-15,1 2 0 16,-2 0 1-16,-7 3-2 0,2 0 2 0,-3 1-1 15,-3 2 1-15,2 0 0 0,-8 2-1 16,5-1 0-16,-3 0 0 0,-2 1 0 16,4-1 0-16,0 2 1 0,-6 0-1 15,0-1 0-15,6 1-2 0,1 0 0 16,5 0-1-16,-4 0-3 0,1 1-2 0,1 2-8 16,-8 1-28-16,2-1-38 0,-4-3-128 15,0 0-81-15</inkml:trace>
  <inkml:trace contextRef="#ctx0" brushRef="#br3" timeOffset="42697.63">25364 6917 481 0,'0'0'50'0,"0"0"2"16,0 0-3-16,0 0-10 0,0 0-13 0,0 0-7 16,0 0-8-16,0 0-3 0,0 0-6 15,0 0 1-15,-21 47-2 0,27-3 2 16,-4 3 0-16,9 2-3 0,-7 2 3 15,0 0-3-15,-2-1 2 0,2-3 0 16,-2-4-2-16,-2-4 1 0,0-6-3 16,4-12 3-16,-4-9-2 0,0-6 0 15,0-6-4-15,0 0-4 0,0 0-10 16,0 2-11-16,0-2-22 0,0 1-39 16,0-2-112-16,0-5-62 0</inkml:trace>
  <inkml:trace contextRef="#ctx0" brushRef="#br3" timeOffset="42939.52">25330 6984 551 0,'0'0'14'0,"0"0"1"0,0 0-1 0,0 0 0 16,0 0-2-16,0 0-1 0,0 0-5 15,79-24-1-15,-52 22-2 0,4 0 1 16,-4-2-2-16,0-1-1 0,2-1 1 16,-7-1-2-16,1-1 0 0,-6 2-1 15,-7 1 0-15,-4 3-2 0,0 0-1 0,-4 0-5 16,5 1-7-16,-7 1-3 0,0 0-9 16,4 0-12-16,-2 7-43 15,-2 6-48-15,-2 2-102 0</inkml:trace>
  <inkml:trace contextRef="#ctx0" brushRef="#br3" timeOffset="43240.3">25376 7266 545 0,'0'0'42'0,"0"0"-2"16,0 0-2-16,0 0-10 0,0 0-9 16,0 0-5-16,0 0-4 0,76-33-1 15,-55 22-1-15,0 2-2 0,-1 0-3 16,3 1-1-16,-2 1-1 0,0-1 3 16,1 2-4-16,-7 0 0 0,3 3 1 0,-9 0-4 15,-3 1 3-15,2 1-2 0,-2 0-2 16,-2-1 2-16,3 0-6 0,-7 2-5 15,0-1-15-15,0 1-28 0,2 0-42 16,-2 0-102-16,4 0-74 0</inkml:trace>
  <inkml:trace contextRef="#ctx0" brushRef="#br3" timeOffset="43879.58">26930 6707 456 0,'0'0'41'0,"0"0"4"0,0 0 2 15,0 0-9-15,0 0-9 0,0 0-5 16,0 0-9-16,0 0-4 0,0 0-2 15,-24-33-4-15,24 53 1 0,0 10-4 16,6 13 2-16,0 4-1 0,0 4 0 16,0 2-2-16,-3 2 1 0,3-2 1 15,-4 0-3-15,4-1 2 0,0-6-2 16,-2-7 1-16,3-6-1 0,-5-11 2 16,2-4-1-16,-4-8 1 0,2-5-1 15,-2-1-1-15,0-4-1 0,0 0-2 0,0 0-1 16,4 2 0-16,-4-1-2 0,2 1-2 15,-2-2-5-15,2 0-17 0,-2 0-21 16,0 0-37-16,0-6-65 0,-2-9-106 16</inkml:trace>
  <inkml:trace contextRef="#ctx0" brushRef="#br3" timeOffset="44172.57">26912 6789 529 0,'0'0'32'0,"0"0"-3"16,0 0-5-16,0 0-7 0,0 0-7 0,0 0-3 16,0 0 0-16,0 0 1 0,0 0 1 15,0 0-2-15,93-13-1 0,-66 13-1 16,2-2 0-16,0-1 0 0,0 0-1 15,-7-1 1-15,7 1-2 0,-6-1-1 16,2 3-1-16,-5 1-1 0,-3 0-1 16,-3 1-1-16,-5 3-1 0,-3 0-3 15,4 1 0-15,-8-4-4 0,5 5-6 16,-3-3-10-16,-2 1-24 0,2-2-44 16,-4 1-84-16,-4 5-77 0</inkml:trace>
  <inkml:trace contextRef="#ctx0" brushRef="#br3" timeOffset="44447.81">26997 7058 576 0,'0'0'42'0,"0"0"-9"0,0 0-6 16,0 0-6-16,0 0-4 0,0 0 1 15,0 0-3-15,0 0-3 0,0 0-4 16,72-32-2-16,-51 20-5 0,1 0 0 16,-1 3-1-16,-2 0 1 0,-7 1-1 15,3 3-3-15,-7 2-1 0,-4 2-3 0,4-2-3 16,-2 2-9-16,-1-1-23 0,1 1-27 16,-6 1-51-16,0-2-151 0</inkml:trace>
  <inkml:trace contextRef="#ctx0" brushRef="#br3" timeOffset="45080.84">29035 6628 517 0,'0'0'34'0,"0"0"-4"0,0 0-1 15,0 0-10-15,0 0-5 0,0 0-3 16,0 0-4-16,0 0 1 0,0 0-2 0,0 0-3 15,-21 35 1-15,21 0 1 0,0 2-2 16,0 4 3-16,4 3-2 0,-4 0 1 16,0 0-2-16,0 0-1 0,0 1-2 15,0 0-1-15,0-3 3 0,0-2-3 16,-4-5 3-16,4-12-2 0,0-1-1 0,0-9-4 16,0-6-4-16,0 0-8 0,0-7-11 15,0 0-14-15,0 0-36 0,0 0-70 16,0 0-107-16</inkml:trace>
  <inkml:trace contextRef="#ctx0" brushRef="#br3" timeOffset="45360.2">28944 6707 523 0,'0'0'13'15,"0"0"-2"-15,0 0-2 0,0 0-3 16,0 0 0-16,0 0-2 0,0 0-3 16,83-28 2-16,-59 26-2 0,-1 0-1 15,2 1 0-15,-4-2 0 0,3 2 0 16,-3-2 0-16,-4 1-2 0,1 2 1 16,-3 0-3-16,-1 0-3 0,5 0 1 15,-7 0-4-15,-4 0 1 0,3 3-5 0,-3 0-7 16,-2 1-25-16,-2 0-51 0,-2-1-97 15</inkml:trace>
  <inkml:trace contextRef="#ctx0" brushRef="#br3" timeOffset="45616.53">29045 6961 558 0,'0'0'15'0,"0"0"3"0,0 0-2 15,0 0-4-15,0 0-3 0,0 0-2 16,87-6-3-16,-64-3-2 0,-1 1-1 0,1-1-1 16,-2 1-2-16,-1 1-2 0,-3 2 0 15,-3 1-3-15,-1 2 4 0,-7 1 0 16,2 1-3-16,-1 0-6 0,-1 0-14 15,0 0-32-15,-6 0-79 0,0 0-110 16</inkml:trace>
  <inkml:trace contextRef="#ctx0" brushRef="#br3" timeOffset="46283.4">30564 6538 440 0,'0'0'30'0,"0"0"-3"0,0 0-5 16,0 0-8-16,0 0 3 0,0 0-2 15,0 0 5-15,0 0 2 0,0 0 0 16,0 0-1-16,-35-64 3 0,35 64-2 16,0-2 1-16,0 1-4 0,0-1-2 15,-4 1-5-15,4 1-4 0,0 0-2 16,0 12-6-16,0 9 3 0,4 11-4 16,3 6 2-16,-1 4 0 0,2 4-1 0,-2-1 2 15,0 1-2-15,1-4 2 0,1 0-1 16,-2-5 1-16,0-2-1 0,0-1 0 15,-3-4-1-15,1-1-1 0,-4-11 2 16,0-6-2-16,2-6-2 0,-2-6-3 16,0 5-5-16,0 0-2 0,4-1-5 0,-4 0-14 15,0-4-21-15,2 0-34 16,2-8-79-16,-4-9-99 0</inkml:trace>
  <inkml:trace contextRef="#ctx0" brushRef="#br3" timeOffset="46579.9">30517 6530 631 0,'0'0'22'0,"0"0"0"0,0 0-11 16,0 0-2-16,0 0-6 0,0 0 0 15,0 0-1-15,0 0 1 16,0 0 2-16,70-31-2 0,-47 30 0 0,2-1-1 15,0 1-3-15,-1-1 2 0,-3 0 1 16,0-1 1-16,-3 1 0 0,-3-1-2 16,-5 1-1-16,-4 1 0 0,5 1-1 15,-5 0 0-15,0 0-2 0,4 0 1 16,-3 0-1-16,-1 0-2 0,2 4-5 0,-6-2-8 16,2 5-17-16,-2 6-26 0,-2 2-53 15,0 6-84-15,-6-3-54 0</inkml:trace>
  <inkml:trace contextRef="#ctx0" brushRef="#br3" timeOffset="46784.2">30598 6802 576 0,'0'0'34'16,"0"0"-7"-16,0 0-7 0,0 0-5 15,0 0-4-15,0 0 2 0,0 0-5 16,0 0 3-16,0 0-6 0,82 9-1 16,-61-17-2-16,2-1-2 0,-3-1-3 0,-1-2-5 15,-3 4-9-15,7 1-31 16,-10 3-76-16,1 4-151 0</inkml:trace>
  <inkml:trace contextRef="#ctx0" brushRef="#br3" timeOffset="47684.08">31699 6483 559 0,'0'0'55'16,"0"0"-9"-16,0 0-12 0,0 0-9 16,0 0-8-16,0 0-4 0,0 0-2 15,0 0-2-15,0 0-3 0,0 0-3 16,0-20-2-16,0 20-2 0,0 14 2 0,4 8-4 16,3 12 5-16,1 3-3 0,-2 5 1 15,2 3 3-15,3 1-3 0,-5-2 2 16,0-3-2-16,2-5 0 0,-1-6 0 15,-3-8 0-15,-2-5-2 0,0-5 0 16,-2-8 0-16,0 2-2 0,0-6-1 16,0 0-1-16,0 0-8 0,0 2-7 15,4-2-12-15,-4 1-18 0,0-1-13 16,-4-1-27-16,0-7-46 0,-2-1-75 16</inkml:trace>
  <inkml:trace contextRef="#ctx0" brushRef="#br3" timeOffset="48005.33">31596 6461 621 0,'0'0'36'0,"0"0"-6"0,0 0-8 16,0 0-12-16,0 0-6 0,0 0-1 15,0 0-3-15,0 0 0 0,0 0 1 16,87-4 0-16,-65 3-1 0,3 1 0 16,2-2-1-16,0 1 0 0,2 1 1 15,-2 0 0-15,0 0-2 0,4 0 7 0,-4 0 1 16,-3 0-1-16,-7 0 3 0,2 3-8 16,-9-2 0-16,-4 1 3 0,2 0-3 15,-4 1 3-15,-1 1-3 16,-1-1 0-16,-2-3 0 0,0 4-1 0,0 1-4 15,4-1-5-15,-4 7-10 0,0-7-22 16,0 8-32-16,-4 4-70 0,2 0-128 16</inkml:trace>
  <inkml:trace contextRef="#ctx0" brushRef="#br3" timeOffset="48311.28">31716 6797 628 0,'0'0'27'16,"0"0"-3"-16,0 0-8 0,0 0-5 16,0 0-3-16,0 0-2 0,0 0 0 0,0 0-4 15,80-32 0-15,-57 21 1 0,0 1-2 16,0 0-1-16,-3-2 0 0,1 2-2 15,0 0 6-15,-3 2 0 0,-1 2 1 16,-9 3-1-16,-2-2-5 0,0 4-1 16,-3-1 0-16,3 0 0 0,-6 2-1 0,0-1-1 15,0 1-1-15,0 0-10 0,4 0-12 16,-4 0-32-16,0 0-55 16,0 0-141-16</inkml:trace>
  <inkml:trace contextRef="#ctx0" brushRef="#br3" timeOffset="49295.62">32782 6496 465 0,'0'0'64'0,"0"0"-7"16,0 0-10-16,0 0-9 0,0 0-14 16,0 0-6-16,0 0-4 0,0 0-1 15,0 0 0-15,0 0 0 0,-16-42-1 0,6 30 2 16,1 1-4-16,3 4 0 0,-4-4-1 16,-1 2 0-16,1 3 0 15,-4-2-1-15,1 2 0 0,1 3-2 16,-7-1-1-16,5 2-1 0,1 2-6 0,-5 0-3 15,3 3 1-15,3 8 0 0,-7 4 4 16,5 3 3-16,-5 5-2 0,5 1-2 16,-3 3 5-16,3 1-4 0,1 2 3 15,1-1 1-15,0 0-3 0,7-2 0 16,-5 1-1-16,8-1 0 0,-2-1 0 0,4-1 0 16,0 0 0-16,0-3 0 0,4-2-2 15,-2-1 1-15,8-3 0 0,-5-1 0 16,5-1 1-16,2-2-1 0,1 2 0 15,-3-3-1-15,7-1 1 0,-5-2 0 16,0-1 0-16,3-1 0 0,-1-1 5 16,5 1 1-16,-5-1 0 0,3-2 0 15,-3-3-7-15,5 0 1 0,6-2-1 16,-9-4 1-16,7-2 1 0,-8-1-2 16,3 0 2-16,-3 0 0 0,-5 2-1 0,0-3 2 15,1 1-1-15,-5 1 1 0,2-2 0 16,-2 4-1-16,0-2 1 0,3 0-1 15,-5 1 0-15,2-1 0 0,-4 5 0 16,2 1-1-16,-4-3 0 0,2 0-1 16,-2 1-2-16,4-7-4 0,-4 6-8 0,0 0-14 15,0-6-42-15,-4 5-85 0,-10-4-151 16</inkml:trace>
  <inkml:trace contextRef="#ctx0" brushRef="#br1" timeOffset="75918.6">6015 9104 272 0,'0'0'34'16,"0"0"-6"-16,0 0-5 0,0 0-1 15,0 0 1-15,0 0 2 16,0 0 0-16,0 0 1 0,0 0-1 0,-62-18-4 15,56 17-2-15,4-2 0 0,-10-1-1 16,5 4-2-16,-7 0-3 0,-5 0-6 16,1 5-3-16,-1 5-2 0,3 4-1 15,-3 3-1-15,2 6 1 0,1 2 4 16,4 6-1-16,-5 2 2 0,5 0-3 0,3-1-3 16,1-1 0-16,2-4 0 0,2 0 1 15,4 0 0-15,0-3-1 0,0-1-3 16,4-4 2-16,-2-5 0 0,4-2 0 15,0 2 3-15,1-7-3 0,-1 7 0 16,-4-7 2-16,4 0-2 0,0 0 1 16,-2-4-1-16,3 3 0 0,-5-2 0 15,2-3 1-15,2 2 2 0,-4-3-2 16,4 0 1-16,2 0 0 0,9-4 0 16,-5-5 0-16,3-1 0 0,3-2 0 0,-3-3 1 15,-1-3 0-15,5-2 0 0,0-2-1 16,-1 1 1-16,-5 0-1 0,5 0 0 15,-7 2 0-15,1 1 2 0,-2 0-1 16,-3 6 2-16,-5-2 0 0,4-1-1 16,-4 5 3-16,2-7 1 0,-4 4 0 0,0 0 1 15,0-7-2-15,-4 3-3 16,0-5 1-16,-7 4-4 0,5 1 4 16,-6 2 0-16,4 1-2 0,-1 0-1 15,-1 4 0-15,2 1 1 0,-3 2-2 0,9 4 1 16,-2 2 1-16,-2 0-2 0,2-1 0 15,0 1-1-15,2 1-1 0,-5 0-4 16,3 0-1-16,-2 1-5 0,0 5 1 16,4 5-5-16,2 4-10 0,0 2-20 15,8 4-37-15,9-6-81 0,-3-3-81 0</inkml:trace>
  <inkml:trace contextRef="#ctx0" brushRef="#br1" timeOffset="76724.5">6449 9164 342 0,'0'0'41'0,"0"0"-2"16,0 0-5-16,0 0-10 0,0 0-4 16,0 0-4-16,0 0 0 0,0 0 3 0,0 0 0 15,0 0 0-15,-43-58 0 16,37 52-3-16,0 4 0 0,-1 1-2 16,-1-1-2-16,2 2-3 0,-6 0-5 15,-3 2-1-15,5 2-2 0,-3 5 0 0,5 2-1 16,0 3-1-16,-3 5 4 0,9 1-5 15,-2 3 4-15,2 1-2 0,2 2 0 16,0 0 1-16,0 0 0 0,2-1-1 16,4-2-1-16,-1 0 2 0,3-2-1 15,-2-1-1-15,2-3 1 0,5-2-1 0,-3-1 0 16,2-3 0-16,-1 0 0 0,-1-3 0 16,-2 1 0-16,5-2 0 15,-7 0 1-15,8-2-1 0,-3 0 1 16,-5-3 0-16,6-2 0 0,-5 0 2 0,3 0-1 15,6-2 1-15,-7-1-1 0,7-6 0 16,-7 0 1-16,-3 3 0 0,2-6-1 16,2-1 1-16,-3 5-1 0,-1-6-1 15,2 0 1-15,-2 0 0 0,3 1 0 16,-5 1 0-16,2 4 1 0,-4-1 0 0,2 1 0 16,-2-2 3-16,2-1-1 0,-4-1 0 15,0 0 2-15,0-2-2 0,0-4 1 16,-4 1 1-16,-4-3-2 15,2 2 1-15,-7 0-6 0,3 1 3 0,0 1-2 16,3 3 2-16,-3 3 1 0,-2-1 1 16,5 5 0-16,-1 0 1 0,0 3 1 15,4 2-2-15,-2-1 0 0,-7 1-2 16,11 1-3-16,-8 0 2 0,6 0-4 16,-7 4-2-16,5 2-2 0,0 2-4 0,4 1 0 15,-2 3-12-15,4 5-17 0,0-1-28 16,6 1-56-16,6-3-127 0,3-5 12 15</inkml:trace>
  <inkml:trace contextRef="#ctx0" brushRef="#br1" timeOffset="77331.95">6865 9124 451 0,'0'0'40'0,"0"0"-8"0,0 0-12 0,0 0-2 15,0 0-2-15,0 0 1 0,0 0-1 16,0 0-1-16,0 0-2 0,-27-20-4 16,17 20-3-16,-5 2-3 0,3 7 2 15,-1 5-1-15,1 4 0 0,4 0 3 16,-3 3-6-16,9 2 5 0,-2 0-5 0,4 1 0 16,0 1-1-16,0 0-1 0,6 0 2 15,1-1-4-15,3-3 0 0,2 0 0 16,-1-3-2-16,1 0 3 15,0-1 0-15,1-3-1 0,-1-5-1 0,1-1 0 16,-1-1-1-16,-4-3 2 0,7 0 1 16,-3-1 1-16,-1-2 1 0,-3 1 0 15,4-2 1-15,3 0-1 0,-5-3 0 16,5-3 1-16,-7-3-1 0,2 3 1 16,3-5-1-16,-7-1 1 0,2 0 0 0,4-5 0 15,-3-1 0-15,-3 0 1 0,0-1-1 16,-2 6 2-16,-2-4 2 0,2 7-1 15,-4-4 1-15,0-4 2 0,0 0-1 16,-6-4 2-16,-4 2-4 0,2 2 2 16,-5 0 2-16,-1 0-7 0,1 0 4 15,-3 2-3-15,1 1 3 0,3 6 1 16,0 1 0-16,3 4-3 0,1-1-1 16,-2 2-3-16,8 2-2 0,-5-1-5 15,7 2-7-15,0-1-12 0,0 1-16 0,-4 0-32 16,4 0-69-16,0 0-104 0</inkml:trace>
  <inkml:trace contextRef="#ctx0" brushRef="#br1" timeOffset="78299.53">7357 9039 360 0,'0'0'57'0,"0"0"-8"0,0 0-12 16,0 0-9-16,0 0-2 0,0 0-4 16,0 0 1-16,0 0-1 0,0 0 0 0,0 0-2 15,-17 21-1-15,17-21-6 0,0 2-3 16,0-2-3-16,-2 0-3 0,2 0-1 15,-4-4 1-15,2-1-3 0,-2-6 1 16,2 0 0-16,-2-2-1 0,4-7 1 16,0 7 0-16,0-9 0 0,0 10 0 0,0-1 0 15,0-1-1-15,4 3 0 0,-2-1 0 16,-2 7 0-16,4 1-1 16,-4 4-1-16,0-2 1 0,0 2 0 15,0 0 0-15,2 0 2 0,4 0 0 0,5 4 1 16,-3 9-1-16,6 4-1 0,-7 4 0 15,3 0-1-15,-8 2 0 0,8 1 0 16,-8 1-1-16,5-1 1 0,1 6 1 16,-2 5 5-16,4 3-2 0,-1 1 4 15,-3-1-5-15,0-4-2 0,0-4 0 0,1-3-1 16,-1 1 2-16,0-1-2 0,0 0 1 16,0-1-1-16,1-6 1 15,-5-2 0-15,2-7 0 0,-4-5-1 16,2 0 1-16,-2-6 0 0,0 0 2 0,0 0-1 15,0 1-2-15,0 1 1 0,0 0-2 16,0-1 1-16,2-1 1 0,-2 2-1 16,0-2-1-16,0 0 1 0,0 0-7 15,0-5 4-15,-4-6-2 0,-2 2 0 16,1 0-1-16,-1 0-1 0,4 5-1 0,-4-4-1 16,6 5 1-16,-4 0 1 0,2 0-2 15,2 3 4-15,-4-2-3 0,4 2 2 16,0 0 0-16,-2 0 1 15,-3 0-2-15,-1 0 3 0,-2 0 2 0,0 2 2 16,-3 2 2-16,5 3-2 0,4-4 1 16,-8 2 0-16,8-2 1 0,0 1 2 15,-5 3 1-15,3-4 0 0,2 0 1 16,-2 0 1-16,4-3-1 0,0 0-1 16,0 0 0-16,0 2-1 0,0 0-1 0,-2-1 0 15,2 0-1-15,0 1 0 0,0-1 0 16,0 1-1-16,0-1 1 0,0-1 1 15,0 0 0-15,2 0 0 16,8 0-1-16,1 0-1 0,5-1 3 0,3-5-4 16,-5-2 0-16,5-1-2 0,-5 1-3 0,-1 3 1 15,-5 0-2-15,2 2-5 16,3 0-8-16,-11 1-32 0,4-4-39 16,-2 3-173-16,-2-6-2 0</inkml:trace>
  <inkml:trace contextRef="#ctx0" brushRef="#br1" timeOffset="79721.1">5308 6193 248 0,'0'0'52'16,"0"0"-7"-16,0 0-9 0,0 0-4 15,0 0-5-15,0 0-4 0,0 0 0 16,-6-6-4-16,2 6-2 0,4 0-1 16,-6 0-2-16,0 0-1 0,-3 0-1 15,1 1-3-15,-2 6-4 0,1 3-1 16,-1 3-3-16,-2 9 0 0,1 1 0 16,1 3-1-16,-2 1 2 0,3 4-1 0,1 1 0 15,-4 0 1-15,-1 3-2 0,1 3 4 16,-3 3 2-16,3 5-2 0,-7 3 5 15,1 2-5-15,-1-1 0 0,1 1 1 16,3 0-3-16,1 0 3 0,1 1-4 16,3 1 0-16,2 0 1 0,1-1-1 15,5-1 4-15,2 0-2 0,0-3 1 16,0-3-3-16,0 0 0 0,0-4-1 16,0-2 1-16,2 0 1 0,3 0 0 15,-5-1 0-15,6-1-2 0,-4 3 1 0,0 1 1 16,2 0 0-16,-2 1 0 0,8 2 0 15,-3-1 0-15,-1-2-3 0,0 0 3 16,7 0-1-16,-5 0-1 0,4-2 1 16,1 1 0-16,1 1 0 0,-2-2 0 15,3 1 2-15,-3-3-2 0,1-2 3 0,-1-1 0 16,-4-5-1-16,3-2 2 16,-3 0-1-16,0-1-1 0,-2-1 0 0,1-3 3 15,-1-5-3-15,-2 0 1 16,-2-7-3-16,2-1 0 0,-2 2-3 0,-2-7 3 15,0 1-1-15,0-5 1 0,0 0 1 16,0 0 0-16,0 2 0 0,4-1 1 16,-4 1 1-16,0 0 0 0,2-1 0 15,-2-1-1-15,0 0-3 0,0 1 0 16,0-1-2-16,-6 0 0 0,-2-1 1 0,-9-7-5 16,1-1 2-16,-3 0-3 0,1 0 3 15,3-2 0-15,-3-1-1 0,1 2 2 16,7 0 1-16,-3 3 1 0,7 0 2 15,-4 3 1-15,2-2-2 0,6 3 2 16,-3 1-3-16,5 2 2 0,0-1-2 16,0 1 0-16,0 0-2 0,-2 0 1 15,2 0 1-15,0 0 2 0,9 8-1 16,5 4 1-16,9 4 0 0,-7 3 1 16,7-3-3-16,-6 1 3 0,1-3-4 0,-1-5 3 15,-3-3-2-15,1-6-4 0,3-2-4 16,1-11-25-16,-1-9-45 0,-3-11-176 15,-3-8-10-15</inkml:trace>
  <inkml:trace contextRef="#ctx0" brushRef="#br1" timeOffset="82563.67">7555 5361 72 0,'0'0'27'15,"0"0"-8"-15,0 0-5 0,0 0-7 16,0 0-1-16,0 0-1 0,0 0-3 15,0 0 3-15,0 0 3 16,0 0 7-16,-8-6 7 0,8 6 4 0,0 0 1 16,0 0-5-16,-2 0-4 0,2 1-1 0,0 1-1 15,0 0-1-15,0 4 1 16,-4 0 0-16,4 6-1 0,-2 6-1 16,2 0-3-16,0 7-2 0,0 2 0 15,0 3 0-15,6 4-2 0,0 4 0 0,-2 1-4 16,7 4 1-16,-3-1-1 0,2 3-2 15,-1 0 4-15,-1 0-1 0,2 1 1 16,-4-5 0-16,1-4 0 0,-1-3 2 16,0-4 4-16,-4-1 0 0,4 0 1 15,-2 1 2-15,0 5-2 0,3 5 2 0,-1 4-1 16,0 5-2-16,4 1-1 0,-3 1-4 16,1 2 2-16,0 2-3 15,5 1 2-15,-3-3-2 0,-2 0-1 16,0-4 0-16,3-4-1 0,-5-2-1 0,-4-4-1 15,8-1 1-15,-8-4-1 0,5-1 0 16,-7-1 1-16,6 2 1 0,0 2-3 16,0 5 5-16,0 4 3 0,-3 5-4 15,3 2 3-15,0-3-5 0,-2-2-3 16,-2-4 2-16,2-1 0 0,-2-4 1 0,2-2-2 16,-1-1 1-16,-1 0-4 0,4 1 4 15,-2 1-3-15,2 2 2 0,0 1 1 16,1 0-1-16,-1-1 6 0,-4-1-6 15,2-4 1-15,-2-2-2 0,-2-3 1 16,2-3 1-16,2 1 0 0,-2 2 1 16,2 2-1-16,-2 2 0 0,5 0-2 15,-3 4 2-15,-2-1-1 0,4 2 1 16,-6 0 0-16,4 0 1 0,-2-2-1 16,2 3-1-16,-2-3 0 0,-2 3 2 0,7 1 1 15,-5 4-3-15,8 3 2 0,-4 4-3 16,-4 4 3-16,5 1 1 15,-1 2-2-15,-2-1 2 0,-2 0-3 0,2-3 1 16,-4-2 0-16,0-2 2 0,0-3 1 16,0-1-3-16,0-1 3 0,0-1-3 15,0 0 1-15,0 2 2 0,0 1-1 16,0 4 2-16,0 4-2 0,0 1 5 16,0 3-6-16,0 0 2 0,0 1 1 15,0 1-5-15,2-2 3 0,-2 0-2 0,2 0 0 16,2-2 1-16,-2 0-1 0,5-1 0 15,-1-1 0-15,0-1 0 0,-2 1-1 16,4-1 1-16,-1 3 0 0,1 0-2 16,2 3 3-16,-1-1-2 0,1 0 2 15,-4 1 4-15,-2-3-6 0,0 1 3 0,3 1 0 16,-5 2 0-16,4 0-2 0,-2-1 2 16,-2 2 0-16,4 0-3 15,-2 2 4-15,3 0-4 0,-5 0 0 16,4 0 2-16,-4-1-1 0,4 1 2 0,0 0-3 15,0-1 1-15,5 4-1 0,-3 3-3 16,0 3 3-16,5 2-1 0,-3 2 1 16,5 0 2-16,-3-2-2 0,2-1 1 15,3-1-2-15,-5 0-2 0,-1-2 5 16,-5-1-4-16,0-2 3 0,-2 0 4 0,2 1-5 16,-4-1 2-16,-2-1-1 0,5 1-1 15,-3-2 2-15,-2-1-5 0,0-1 6 16,0-2-5-16,0-2 2 15,0 0 2-15,0-3-2 0,0 1 0 0,4-3 0 16,-2 0 1-16,0-4-1 0,2 2 1 16,-2-1 0-16,-2-1-2 0,0 1 3 15,0-2-3-15,0 0 0 0,0 2 3 16,0 1-2-16,0 2 2 0,-2-1-2 16,-2 2 1-16,0 2-1 0,-2-2 2 0,1 1 0 15,-1-6-4-15,4-2 3 0,-2-4-2 16,4-6 1-16,0-2 2 15,0-4-1-15,0 1 0 0,4-3 0 0,-4 5-1 16,6 0 0-16,-4 2 2 0,3 0-2 16,-3-2 1-16,2-1-2 0,-4-1 1 15,4 0-1-15,0 3 2 0,-2 2 0 16,2 7-3-16,-2 2 3 0,2 4-3 16,-1 1 4-16,1 2 0 0,-2-2-2 15,2 0 1-15,-2-3-3 0,2-6 3 0,-2-3-1 16,-2-5 1-16,0-2-1 0,0-4 1 15,0 1-2-15,0 1 2 0,0 2 1 16,0 6-7-16,0-2 7 0,0 4-6 16,0 2 4-16,0-2 1 0,-2 0-3 15,2 2 3-15,0 0-2 0,0-2 1 0,0 0 1 16,0-5 0-16,2 0 0 0,2-4 1 16,-2 2-4-16,0-1 3 15,-2-1-3-15,5 0-3 0,-5-2 6 16,0 0-8-16,0-3 6 0,0 1 2 0,0 0-2 15,0 2 2-15,0 0 0 0,0 1-1 16,0-2 0-16,0 2 2 0,0-2-3 16,0 2 2-16,0-4-1 0,0 0-1 15,0-2 2-15,0-2 0 0,0 2 0 16,0-6 1-16,0 3-1 0,2-1-1 0,2 3 0 16,-2 3 0-16,2 3 1 0,-2 4-7 15,2 3 0-15,-2 0-4 0,2 1 7 16,-4-2 1-16,2 1 2 15,3-4 3-15,-5 0-3 0,0 1 3 0,2-2-1 16,-2-3-2-16,0 0 1 0,0-3 0 16,0-2 2-16,-2-2-3 0,-5 4 0 15,7 5 1-15,-6 3 0 0,6 5-1 16,-4 2 1-16,4 1 4 0,0-4-8 16,-2 0 3-16,2-6-2 0,-4 0-4 0,2-4 7 15,2-3 1-15,0-8-1 0,0 0-1 16,-4-7 1-16,4 0 0 0,-2 1 0 15,2-2 1-15,0 3-1 0,0-9-5 16,0 4 4-16,0-8 0 0,0 3 0 16,0 2 2-16,-5 2-3 0,5-2 0 0,0-5 1 15,0 0-2-15,0 0 3 16,0 1 0-16,0 0-1 0,0 1 0 16,0 1 0-16,0-3-1 0,0 1 4 15,0 1-4-15,0-1 0 0,0 3 3 0,0-4-2 16,0 1 3-16,0 1-2 0,0-1-3 15,0 2 2-15,0-3 0 0,0 1 0 16,0 1 0-16,0 0 1 0,0 1 0 16,0-3 0-16,0 0 1 0,0 1-4 15,0 2 1-15,0-3 0 0,0 2 1 0,0-1 0 16,0 0 3-16,0 3-2 16,0-4-2-16,0 1-2 0,0 1 1 15,0 5 5-15,0-1-1 0,5 5 0 16,-5 0-2-16,0-7-1 0,2 9-1 0,2-10 3 15,-4 1-2-15,0 7 2 0,6-1 3 16,-6 1-3-16,2 0-3 0,2-4 2 16,-4-2-1-16,6 4 2 0,-6 0-3 15,2-5 0-15,3 1 2 0,-5-1-2 16,0 1 4-16,2 1-6 0,-2-3-5 0,0-3-11 16,0 0-37-16,0 0-32 0,0-2-195 15,-2-17-13-15</inkml:trace>
  <inkml:trace contextRef="#ctx0" brushRef="#br3" timeOffset="88740.54">9240 9130 300 0,'0'0'49'0,"0"0"1"0,0 0-4 16,0 0-10-16,0 0-6 0,0 0-5 16,0 0-5-16,0 0 0 15,-87-15-1-15,64 15-3 0,7 0-4 16,-13 0-1-16,12 3-1 0,-5 1 0 0,1 1 1 15,0 1 1-15,3 1 1 0,-1 3-3 16,-2 0 2-16,3 2-6 0,-1 2-2 16,5 1 0-16,-1 2-1 0,3 1 2 15,-5-1 0-15,5 1-1 0,2 0-2 16,-1 1-1-16,5-1 0 0,0-5 0 0,4 3-2 16,-2 2 2-16,4 2-3 0,0 7 3 15,6 2 1-15,0 1 1 0,4 1-2 16,5-1 0-16,-3 0-2 15,3-3 1-15,3 1-2 0,1-4 3 0,0-1-3 16,1-2 1-16,1-1 0 0,0-5-2 16,1-3-2-16,-7-3 0 0,-1-4 0 15,5-2 3-15,-7-2 2 0,7-1 1 16,0 0 1-16,-5-2 0 0,7-6 0 16,-3-1-1-16,-3-1 0 0,1 2 0 0,-1-3 0 15,-3 2 0-15,1-2 0 0,-1-1-1 16,2 0 1-16,-3-3 0 15,-1-2 0-15,3-3 0 0,-1-1 0 16,0-3-38-16,-5-1-2 0</inkml:trace>
  <inkml:trace contextRef="#ctx0" brushRef="#br3" timeOffset="94964.06">9414 9251 246 0,'0'0'33'0,"0"0"-5"16,0 0-8-16,0 0 2 0,0 0 0 16,0 0-4-16,0 0 1 0,0 0 2 15,0 0 0-15,-40-34 0 0,34 28-2 0,2-1-2 16,-4 2-2-16,6-2-1 0,-9 3 0 15,5-1-2-15,-2 2 0 0,2-2-4 16,-7 2-2-16,5-1 0 0,-4 1-6 16,-5-2 4-16,9 2-2 0,-11-1 1 15,11 1 2-15,-4 1 1 0,-3 1 0 0,5 1 2 16,-3 0-1-16,5 0-2 0,-6 3 1 16,1 3-5-16,-3 3 2 0,7-2-3 15,-3 3-1-15,0 0-1 16,3 4 1-16,-3 2-1 0,0 1-1 0,-1 0 3 15,5-5-1-15,2-1 1 0,-5 1 2 16,9-4-1-16,-6 4 1 0,2-5-1 16,0 1 2-16,-1-1 0 0,1 3-2 15,0-3 2-15,0 2-2 0,0 3 0 16,4-4 1-16,-5 6-2 0,1-1 0 0,2-2 1 16,2 5 1-16,2-3-1 0,-4-1 0 15,4 0 1-15,0 0-1 0,0 2 0 16,0-2 1-16,0 0 0 0,0 0-2 15,0 5 0-15,4-1 0 0,4 3 0 16,-2-2 0-16,3-2 0 0,3 0 0 16,-2-3 1-16,-1-3-1 0,1 0 1 15,0 1-1-15,-3-5 1 0,3 5 2 16,-4-6-1-16,0 0-2 0,3 3 3 16,-3-4 1-16,2 1 1 0,2-1-1 0,5 4 0 15,-3-4 0-15,9 2 2 0,-5-2-1 16,-1 2-1-16,-1-2-1 0,5 2 0 15,-5-2-3-15,5 0 2 0,-9 0-1 16,3-3 0-16,-3 2 1 0,-4-2-1 16,1 0 0-16,-1 0 1 0,0 0 0 0,6 0 1 15,-3 0 1-15,1-2-1 0,-2-3 1 16,-2-1-1-16,7-5 1 16,-5 1-3-16,4-3 1 0,-1-3-1 15,-3 1-1-15,2 0 1 0,-5 2 1 0,1 2-2 16,0-3 1-16,0 4-1 0,0-3 1 15,1 4-1-15,-3-2 3 0,-2 2-2 16,2-3-1-16,-2 1 2 0,-2-1 0 16,2 0 0-16,-2-3 2 0,0-5-2 15,-2 4 0-15,-4-7 1 0,0 3-2 0,-1 2 1 16,-1 0-2-16,-2 1 0 0,-1 0 1 16,-1 1 0-16,0-3 0 15,-1 3 1-15,1 1-1 0,-3-1 0 16,3 3 1-16,-5 0 0 0,3 1 0 0,-1 0 0 15,-1 2-1-15,1-3 2 0,1 1-5 16,2 3 5-16,-1 1-4 0,7 2 4 16,4 4-2-16,-8-3 0 0,3 3 0 15,5-1-2-15,-2 2 1 0,4 1-2 16,-2 0 0-16,2 0 0 0,0 0-2 0,0 0 1 16,-4 0 1-16,4 0 0 0,-2 0 1 15,2 0 0-15,-4 0 0 0,4 0 0 16,-2 0 1-16,2 0-1 0,-2 0 0 15,2 0 0-15,-5 0 1 0,5 0 0 16,-2 0 1-16,2 0 0 0,-4 0 0 16,4 0 0-16,-2 0 0 0,2 0 0 15,-6 0 0-15,0 0 0 0,-5 0-1 16,1 1 0-16,0 2 3 0,-5 4-3 16,3-2 3-16,-7 3-2 0,5 1 1 0,-3 1-4 15,1-2 2-15,3 0-2 0,1-1 2 16,0 1 0-16,-1 0 0 0,1 1 0 15,-3 3-1-15,1-2 1 0,3-2 0 16,3 3 0-16,2-5-1 0,0 1 0 16,2 3 0-16,2-7 1 0,-5 4-1 0,7-2 1 15,-2 0 0-15,-2 3 0 16,2-3 1-16,-2 4-1 0,-2 5-1 16,0-5 2-16,4 5-2 0,-5-4 1 15,3 1 0-15,2-1 0 0,-2 1 0 0,4 0 0 16,-2 1 0-16,2 6 0 0,0 2-1 15,0 4 2-15,0-6-2 0,0-1 1 16,0-7-1-16,2 2 1 0,4-2-1 16,-2-2 0-16,-2 1 0 0,-2-6 0 15,7 4 0-15,-7-4 1 0,4 0-1 0,-2 2-1 16,-2-5-3-16,0 0-2 0,4 2-4 16,2 0-10-16,2-2-30 0,1 0-31 15,-3-4-142-15,4-7-49 16</inkml:trace>
  <inkml:trace contextRef="#ctx0" brushRef="#br3" timeOffset="96411.57">11183 9115 383 0,'0'0'40'0,"-4"-2"-5"16,-2-1-3-16,0 0-5 0,4 0-4 16,-7-1-4-16,9 1-1 0,-6-1 0 0,0 0-1 15,0 1-2-15,-1-1-1 16,-3-3 2-16,2 3 1 0,0-2-1 16,-3 1 2-16,3 2-6 0,-4 0-3 15,-1 2-3-15,1 1-3 0,-9 0 0 0,13 0-1 16,-11 1-1-16,7 5-1 0,-1-1 0 15,1 2-3-15,4 3 2 0,2-3 0 16,-5 5 1-16,5 4 0 0,0 0 2 16,2 7-3-16,0 1 3 0,1-1-3 15,3 1 2-15,-4 0-1 0,4 1 0 0,0-1 1 16,0 0-2-16,4 1 3 0,-1 1-2 16,1-1 0-16,0 1 0 0,2 0 1 15,0-2-1-15,-2-1 2 16,-2-7-2-16,5 0 1 0,-3-7-1 0,-2 1-1 15,2 4 1-15,-2-6-1 0,4 5 1 16,2 1 0-16,-1-2 1 0,3 5 2 16,-2-3-2-16,-2-5-1 0,5 1 0 15,-3 1-2-15,-2-4 2 0,3 3 2 16,-3-5-1-16,-2-1-1 0,2 0 0 0,-4 0-2 16,2-2 2-16,0 3 0 0,3-2 2 15,-1 0-1-15,4 2 1 0,-8-4-2 16,9 0 1-16,-5-1 2 15,-2 0-2-15,8 0 3 0,-5 0-1 0,3 0-1 16,2 0-1-16,-3-2 0 0,5-4 0 16,-8-1-1-16,11 0 2 0,-11 2-1 15,2-1 1-15,0-1 3 0,-1 0-5 16,5-1 1-16,-2-2-1 0,-5 3 0 16,5-4 1-16,-4 0 0 0,2 5 0 0,-1-8-1 15,3 1 1-15,-4-2 1 0,-2-4-1 16,7 1 1-16,-5 0-2 0,-4 4 0 15,4-1 0-15,-2 5 1 0,-4-1 1 16,2 0-2-16,-2 1 1 0,4-1-3 16,-4 5 4-16,0-4 0 0,0 4 0 15,0-8 1-15,0-3-1 0,-4 2-3 16,-2-5 3-16,0 2-1 0,-2 3 0 16,-3-2 1-16,3 1-1 0,0-1-1 15,-5-3 0-15,1 2 1 0,-1-3-3 0,5 1 3 16,-4 0-4-16,1 2 2 0,5 4 2 15,-2 4-1-15,2 2 0 0,6 3-2 16,-6-2-1-16,4 4-4 0,-3 0-14 16,5 0-25-16,-6-3-66 0,6-1-168 15,-2-9-3-15</inkml:trace>
  <inkml:trace contextRef="#ctx0" brushRef="#br3" timeOffset="97489.94">13318 8990 434 0,'0'0'34'0,"0"0"-7"0,0 0-5 15,0 0-6-15,0 0-1 16,0 0 0-16,0 0 2 0,0 0 2 0,0 0 0 15,0 0 0-15,-90-77-2 0,83 74-1 16,-7 3-3-16,-5 0-3 0,1 3-8 16,-3 6-1-16,0 2-3 0,3 4 1 15,-1 3-1-15,7 4 0 0,-5 2 1 16,5 3-2-16,-5 2 3 0,3 0 2 0,1 1-3 16,1 0 5-16,0-1-4 0,3 0 0 15,1-2 3-15,2 0-3 0,0 1 0 16,1 1 1-16,3 0 1 0,2-1-1 15,0 2 1-15,2-2-1 0,3-2 0 16,3-1-2-16,-2-3 1 0,2-1 0 16,3-1 1-16,1-1-2 0,0-3 2 15,-7-5-2-15,5-1 0 0,-2-1 1 16,-2-1 0-16,7 1 0 0,-3-3 0 16,0 2 1-16,3-2 0 0,3-2-1 0,-5 1 2 15,-1-2 0-15,5 2-1 0,-3-4 2 16,-4 0-2-16,5 2-1 0,-3-3 0 15,2 0 1-15,1 0-1 0,1 0 1 16,-5-3 0-16,9-2 0 0,-5 0 0 16,-5 0 0-16,8-2 0 0,-3-3 0 0,-9 3 0 15,8-4 1-15,-6 1-1 16,1 4 3-16,3-8-3 0,-2 2 0 16,-2-2 2-16,3-4-1 0,-3 6-1 15,0-2 1-15,-2 1-1 0,2 3-1 0,3-5 0 16,-3 0 1-16,-4 2-1 0,4-3 1 15,-2 0-2-15,-2 1 4 0,-2 2 0 16,0-6 2-16,0-1-1 0,0 0 0 16,0-4 0-16,-2 1-2 0,-4 3 2 15,0 0 1-15,0 1-2 0,0 1 1 0,-3-2 2 16,-1 2-7-16,2-1 7 0,-1 3-7 16,-1 1 2-16,4 4 1 15,-7 0-1-15,11 5-1 0,-8-2 0 16,2 1-1-16,0 1-5 0,1 0-1 0,-3 0-4 15,2 1-14-15,2 2-34 0,-1-9-75 16,5-1-145-16,-2-10 8 0</inkml:trace>
  <inkml:trace contextRef="#ctx0" brushRef="#br3" timeOffset="98707.45">15189 9016 344 0,'0'0'45'15,"0"0"3"-15,0 0-6 0,0 0-6 16,0 0-9-16,0 0-5 0,0 0 0 15,0 0-4-15,0 0-1 0,2 0-1 16,-2 0-2-16,0 0 1 0,-6-1-3 16,-6-4-2-16,3-2-1 0,-1 0-3 15,0 1-1-15,-1 2-1 0,-1 1-1 16,4 0 0-16,-7 1-2 0,3 0 1 16,-1 2 0-16,-5 0 1 0,3 4-2 0,-3 4-1 15,-1 2 0-15,5 4-1 0,1 2 1 16,-5 4 0-16,3 4-2 0,3 4 4 15,-5 1 1-15,3 2-3 0,-1 1 5 16,3 0-5-16,0 0-1 0,3-2 3 16,-1 1-1-16,4-1 1 0,0 1 2 0,-1-4-3 15,7-1-1-15,0-2 0 16,0 0-2-16,0-3 3 0,4 1 0 16,3-1 0-16,1-3 0 0,-2-5-1 15,0-2-1-15,1 1 0 0,1-1 1 0,2 0 0 16,3-2 1-16,-5-1-1 0,2 0 0 15,0 0 1-15,3 1-1 0,-3-1 0 16,-2-2 0-16,5 3 1 0,-5-4-2 16,2-1 1-16,3 1 1 0,-5-4-1 15,5 2 1-15,-1-3 0 0,-4 2-1 0,9-2 2 16,-3 0-1-16,-1 0 0 0,-1 0-1 16,3 0 0-16,-3 0 0 0,0 0 0 15,1-2 1-15,-3-1 0 16,0 0 0-16,-1 0-1 0,3 2 0 0,-2-4 1 15,1 2-1-15,-5-3 0 0,10-1 0 16,-7 2 1-16,3-4-2 0,1-1 2 16,1 2 1-16,3-5-2 0,-9 4 1 15,0-1 0-15,-4 2-1 0,2-1 1 16,7-3 0-16,-7 4-1 0,-2-5 1 0,2-1 0 16,-1 5 0-16,1-5 0 0,-4-1 1 15,2 3 0-15,-4-6 0 16,2-4 0-16,-2 1 0 0,0-8 0 15,0 2-1-15,0-2 0 0,-2 2 0 0,-2-2-1 16,-2 2 2-16,-1 1-2 0,5 0 1 16,-2 3 1-16,2 5-4 0,0 1 4 15,-4 7-4-15,6-1 1 0,-4 2 0 16,4 4 0-16,-2-4 0 0,2 5-1 16,-5-1 0-16,3-3-3 0,-2 4-5 0,-2-5-9 15,0-6-26-15,4 6-34 0,-6-9-118 16,1-1-80-16</inkml:trace>
  <inkml:trace contextRef="#ctx0" brushRef="#br3" timeOffset="100042.58">16924 9001 324 0,'0'0'39'15,"0"0"-3"-15,0 0-5 0,0 0-10 0,0 0-1 16,0 0-1-16,0 0 1 0,0 0 2 15,0 0 4-15,0 0-2 0,-3 5 3 16,-1-5-8-16,4 0 0 0,-2 0-3 16,-2 0-5-16,0 0 0 0,0-3-2 15,-4-2-1-15,1 3 0 0,-3-2-2 0,-2 0-3 16,8 1 2-16,-9-1-2 0,9 3 1 16,-8-3 1-16,5 4-2 0,-5 0 0 15,4 0-2-15,-5 0-1 16,-1 4 0-16,8 1 1 0,-3 3-3 0,-3 3 1 15,6 3-1-15,-5 1 2 0,3-3 1 16,2 1 0-16,0 1 0 0,4 0-3 16,-9 4 3-16,5 0-2 0,4-4 4 15,-2 1-5-15,2 3 3 0,2 2-2 16,-4 6 1-16,4-2 0 0,0 1 0 0,0 0 2 16,0 1-2-16,0 0 2 0,0-2-1 15,4-1 0-15,-4-3-1 0,6 0 0 16,-4-5 0-16,2 0 1 0,-2 0-1 15,2-4 1-15,3 5-1 0,-1-2-2 16,-2-6 1-16,2 4 1 0,0-4 0 16,5-3 1-16,-5 3-1 0,2-3 1 15,-2 0-1-15,3-1 0 0,1 1 0 16,-2-3 0-16,3 3 0 0,-3-4 1 16,0 2-1-16,-4-1 3 0,9 0-3 0,-7-1 1 15,2 1-1-15,5-1 0 0,-1 0 0 16,-4 1 1-16,5 1-1 0,-1-1 1 15,0-1-1-15,1 1-1 0,-1-2 1 16,-3 1 1-16,5-1-1 0,3 0 2 16,1-3 0-16,-1-3-2 0,-5 0 1 0,0 0 0 15,1-3 1-15,-5 3-1 16,5-3 0-16,-1-1-1 0,-6 4 0 16,7-3 0-16,-7 5 0 0,-4 1 0 15,8-5 1-15,-8 5 0 0,2 0 0 0,3-4 3 16,-5 3-3-16,4-3 0 0,0 1 0 15,-4-3-1-15,2 1 2 0,2-2-2 16,-3-6 2-16,1 6-1 0,2-7 0 16,-4 0-1-16,-2 7 2 0,4-7-1 15,-4 5 1-15,0-2 4 0,0-4-4 0,0 6 2 16,0-7 0-16,-4 0-2 0,-2-1 1 16,-3-9 0-16,-3 2-3 15,4 1 4-15,-5 2-4 0,7 8 0 16,0 1 1-16,2 8-3 0,-2-2 2 0,-1 0 1 15,5-1-1-15,-4 3 2 0,4-1-2 16,-4 1-1-16,2-1-2 0,-2 2 0 16,-1-3-2-16,1-3-1 0,0 3-6 15,0-7-12-15,-3 0-26 0,3-4-44 16,-6-6-180-16,6 1-9 0</inkml:trace>
  <inkml:trace contextRef="#ctx0" brushRef="#br3" timeOffset="101345.36">18738 8965 371 0,'0'0'31'15,"0"0"4"-15,0 0 3 0,0 0-3 16,0 0-8-16,0 0-5 0,0 0-3 15,0 0-3-15,0 0-2 0,0 0-1 16,-45-61-2-16,37 53-1 0,-9 1-5 16,7-1-1-16,-7 2-3 0,3 0-1 0,-1 1 2 15,3 4 0-15,0-1 0 16,-1 2 0-16,1 0-2 0,-3 2 1 16,3 4-2-16,-1 1 1 0,1 3 0 15,4 0 0-15,-3 4-2 0,-1 4 4 0,4 0-4 16,0-1 1-16,1 1 0 0,-3-1-1 15,4-2 0-15,4-3 2 0,-4 3-2 16,-1 2 2-16,5 0-1 0,-4 6 0 16,0-1 3-16,2 1-6 0,-2-6 6 15,6 1-5-15,-3-4 3 0,3-1 1 0,0 1-1 16,0 0 1-16,0 0 0 0,0-1-2 16,0 5 0-16,0-6 1 0,0 7 0 15,0-9 1-15,0 1-1 16,0-1 1-16,0 1-1 0,3 2-1 0,3-5 1 15,-2 3 0-15,-2-3 1 0,2 1 0 16,-2 0-1-16,4-2 0 0,1 3 1 16,-5-3-1-16,4 1 0 0,0-1 0 15,0-1 1-15,0 2 0 0,1-4-1 16,3 3 1-16,-6-4-2 0,2 1 1 0,7 1 0 16,-3-1 0-16,-2 1 2 0,5 1-1 15,-5-3 1-15,8 2-1 0,-7-2 1 16,3-3-2-16,3 0 0 15,-3 0 1-15,5-3 1 0,-7-1-1 0,0 0-1 16,5-2 1-16,-5 1 0 0,0-2-1 16,1 2 0-16,-3 1 1 0,-2-1-1 15,5-1 0-15,-3 2 1 0,0-3-1 16,2 0 1-16,-1 1-1 0,3-3 2 16,-4-1-1-16,5 2 0 0,-1-5 0 0,1-1 0 15,-5-1 0-15,2-2 1 0,-2 1-1 16,3-2 1-16,-5-2 0 0,0 0 1 15,-4 5-1-15,4 0 1 0,-6-3 0 16,0 6 0-16,2-6 2 0,-2 1-1 16,0 0 5-16,-6-3-4 0,2 4 3 0,-6 0-2 15,-3 3-4-15,1-1 1 0,-2 2-1 16,1-2-1-16,-5 4 1 16,9 0-3-16,1 1-1 0,-2 3-3 15,1 0-5-15,-3-5-13 0,6 4-38 0,-7-5-170 16,7 4-48-16</inkml:trace>
  <inkml:trace contextRef="#ctx0" brushRef="#br3" timeOffset="102695.6">20359 8797 195 0,'0'0'45'15,"0"0"4"-15,0 0 2 0,0 0-3 16,0 0-6-16,0 0-4 0,0 0-2 16,0 0-3-16,0 0-1 0,12-12-1 15,-12 11-3-15,0-1-3 0,0 1-3 0,0-5-4 16,0 1-6-16,0 1 1 16,-2-4-2-16,-2 5-1 0,-4-3-2 15,-2 2 1-15,8 2-5 0,-11 1 1 16,-1 1-1-16,-3 1-2 0,-3 6 1 0,1 3-2 15,4 0 0-15,1 4-1 0,2-1-1 16,1 4 1-16,-1 1-1 0,6 2 0 16,-3 0 0-16,3 1 0 0,0 0 1 15,0 3 0-15,4-2-1 0,-2 3 1 16,1-3-1-16,-1-5 1 0,2 1 1 0,2 0-1 16,0-6 1-16,-4 9 0 0,4-2-1 15,0-1 2-15,0-1-4 0,0 0 2 16,0-1-3-16,4 1 2 0,-2 4 0 15,5-1 0-15,-1-2 2 0,0 0 0 16,-2-4 1-16,2-1-2 0,-4-2 2 16,3-2-2-16,-3 2 1 0,4-2-2 15,-4 0-1-15,4-1 2 0,-2 1-1 16,2-1 1-16,1-1 0 0,-1-1 0 16,0 0-1-16,2-1 1 0,-2-1-1 0,3-1 1 15,1 2 1-15,-2-3-1 0,1 0 0 16,3 0 0-16,-2-1 1 0,3-1-1 15,-1 2-1-15,3-2 0 0,-3 0 1 16,2 0 1-16,5 0 2 0,-7 0-3 16,3 0 1-16,-1-3-1 0,3-1-2 0,-3-1 2 15,-1-1 1-15,-1-2-1 0,-3 4 0 16,3-5 1-16,-6 3-2 16,0-2 2-16,3 2-1 0,-3-4 1 15,0 3 1-15,0-2-1 0,0 2 1 0,-1-4-2 16,3-3 0-16,-6 5 0 0,4-4-1 15,0 3 1-15,-2 0 0 0,3 0 1 16,-5-2-1-16,2 2 0 0,-2-2-1 16,2-5 2-16,-2 6 3 0,2-7-4 15,-4 1 5-15,0 5-6 0,0-6 2 0,0 1-1 16,-4 5 0-16,2-5 2 0,2 7-1 16,-4-1 1-16,2-6-2 15,-2 7 0-15,2-7 0 0,-3 8 0 16,3-2 1-16,2 1 0 0,-6-2-2 0,0-3 2 15,2 4-1-15,2-6 0 0,-4 2 0 16,-1 0 1-16,1 0-1 0,0 1 1 16,0 1 0-16,0 3 0 0,-1-4 0 15,-1 1 0-15,6 2 0 0,-4-3-1 16,2 5 0-16,2 5 2 0,2 1-2 0,0 3 1 16,-4-4-1-16,1 0 0 0,3 0 2 15,-4 1-1-15,4 3 1 0,-2-5-1 16,-2 2 0-16,2 0 1 0,-2-3-1 15,2 3 2-15,0 0-2 0,-4-5 1 16,1 5-1-16,3 0 0 0,-2 0 2 16,4 3-3-16,-6-3 2 0,4 2-3 15,-4-1 0-15,2 0 1 0,4 2 0 16,0-1 0-16,-7 1-8 0,1-1-6 16,2 1-30-16,-12 0-98 0,9 0-145 0,-11-3-17 15</inkml:trace>
  <inkml:trace contextRef="#ctx0" brushRef="#br2" timeOffset="107195.88">21233 8908 374 0,'0'0'48'16,"0"0"-7"-16,0 0-3 0,0 0-6 16,0 0-4-16,0 0-3 0,0 0 5 15,0 0-5-15,0 0-2 0,-8-5-4 0,4 5-9 16,4 0-1-16,0 0 2 0,0 0-2 16,-2 0-1-16,2 0 0 15,0 0-3-15,0 0-1 0,0 0-1 16,0 0-2-16,0 0 1 0,0 0 0 0,0 1 2 15,6 5-2-15,11 3 1 0,8 0 0 16,-1 2-2-16,-3-4 3 0,6 3-2 16,2-5 1-16,-2 2-1 0,0-1-1 15,-1-2 0-15,5-1 0 0,0 1 0 16,-2-1 0-16,4-3 0 0,-2 1-1 0,0-1 0 16,-2 0 0-16,-4 0 0 0,-6 0 0 15,-1 0-1-15,-5 0 1 0,-1 0 0 16,3 0 1-16,-9 0 0 0,2 0-1 15,-2 0 0-15,-1 0-1 0,1 0 1 16,-6 0 0-16,0 0 0 0,0 0 0 16,2 0 1-16,-2 0-2 0,4 0 1 15,-4 0-3-15,2 0-1 0,-2 0-5 16,0 0-12-16,2 0-10 0,-2 0-17 16,0 0-14-16,0 0-28 0,-4 0-54 0,-8 0-100 15</inkml:trace>
  <inkml:trace contextRef="#ctx0" brushRef="#br2" timeOffset="107876.93">21647 8769 477 0,'0'0'28'0,"0"0"4"0,0 0 1 16,0 0-5-16,0 0-7 0,0 0-5 16,0 0-6-16,0 0-4 0,0 0 3 15,0 0-3-15,-10 10-1 16,10 0 2-16,10 0-1 0,2 4 3 0,3-2 0 15,-1 0 1-15,5-1-2 0,-1-1-1 16,1 1-2-16,-2-2-1 0,1 2-1 16,1-2 1-16,-1 0-3 0,1 0 2 15,-2 0-2-15,-1 0 0 0,-4-3-1 16,3 0 1-16,-7-3-3 0,-2 1 3 0,7 0 0 16,-3-1-1-16,-2 0 1 0,-1-1 0 15,-5-1-2-15,2-1 2 0,2 2 1 16,-4-1-1-16,4 1 3 15,-6-2-3-15,0 0 0 0,0 0 0 0,0 1 1 16,4-1 0-16,-4 2-1 0,2-2 4 16,-2 1-1-16,0-1 0 0,0 1 3 15,5-1-1-15,-5 2-3 0,0 0 1 16,0 3-2-16,-5-1 1 0,-1 3-1 16,-6 4-1-16,6-5 0 0,-5 5-2 0,-1 0 0 15,-5 1 0-15,5 6-1 0,2 3 1 16,-7 2 1-16,5 3-3 0,1 1 4 15,-1 3-4-15,-5-1 2 0,5 0 2 16,-2-2-2-16,1-1 1 0,1-3 0 16,4-2 0-16,-5-1 1 0,7-6 0 0,0-4 0 15,4-2 1-15,-2-5-1 16,1 1 0-16,3-4 2 0,0 0-3 16,0 0 0-16,0 2-1 0,-4-2-3 15,4 2 0-15,0-2-2 0,0 0-4 0,-2 1 1 16,2-1-4-16,0 0-12 0,0 0-27 15,-4 0-54-15,2-1-171 0,-4-10-1 16</inkml:trace>
  <inkml:trace contextRef="#ctx0" brushRef="#br1" timeOffset="116175.36">22525 9138 450 0,'0'0'38'0,"0"0"2"0,0 0 1 16,0 0-6-16,0 0-3 0,0 0-7 15,0 0-5-15,0 0-4 0,0 0-3 0,0 0-5 16,-8 10-5-16,8-10 2 0,0 0-4 16,0 0 2-16,0-9 1 15,6-5 0-15,3-4 1 0,1-1-1 16,-2-1 0-16,5-1-1 0,-5-1 0 0,4-2-1 15,1-1 0-15,-1 2 1 0,-4-4-1 16,3 4 0-16,-5-2 0 0,-4 8-2 16,4 7 3-16,-6-1 0 0,4 7 1 15,-4-3 0-15,2 3-2 0,-2 4 2 16,0-1-2-16,0 1-2 0,0-2 0 0,0 2-2 16,0 0 2-16,7 0 0 0,-3 6 0 15,4 8 2-15,0 5-1 0,-2 3-1 16,5 2 0-16,-5 2 1 0,0-1-1 15,-2 3 2-15,3-1-2 0,-3 2 0 16,-2 0-1-16,4 1 1 0,0 1 3 16,0 1-4-16,-2-1 3 0,3 1-2 15,-3-3 0-15,0 0 1 0,2-3 0 16,-4-8-1-16,2-1 0 0,-4-7 0 16,2 1-1-16,3 0 1 0,-5-7 0 0,0 2-1 15,0-6 2-15,0 0-2 0,0 0 1 16,0 2 1-16,2-1-2 0,-2 1 2 15,0-1-1-15,0 1 1 16,0-1 0-16,0 1-2 0,4-1 1 0,-4-1 0 16,0 2-1-16,0-2 2 0,0 1 0 0,0 1 0 15,0-1-1-15,0 1-1 0,0 0 1 16,0-1 0-16,-4 3-1 16,2 1 0-16,-5 1 0 0,1 0-1 15,-4 0 0-15,6 0 1 0,-7 0-1 0,3 2 0 16,-2-2-1-16,-3 2 3 0,9-2 0 15,-2-2-1-15,-4 2 1 0,3-1 0 16,-1 1 1-16,2-2 2 0,0 1-1 16,4-2-2-16,-2 0 1 0,4-3 1 15,-2 0 0-15,2 0-1 0,0 1 1 0,-5-1 0 16,5 2-1-16,-2-2 0 0,2 2-1 16,-4-2 0-16,4 0-2 0,0 1 0 15,0-1 1-15,0 0-1 16,0 0 2-16,6-1 0 0,7-7 0 0,1-1 1 15,3 1 0-15,-1 1-2 0,7-2 2 16,-4-1-2-16,1 3 2 0,1-2 1 16,-2 0-2-16,1-1 1 0,-1 3-1 15,-5 1-1-15,-1 1 1 0,-1 3 0 16,1-1 0-16,-5-1 0 0,4 3 0 0,1-1-2 16,-7 2 2-16,2-1 0 0,-2 1 0 15,1-2 2-15,-1 2-3 0,-6 0 3 16,0-1-2-16,0 1 0 15,0 0 0-15,4 0-2 0,-4 0 2 0,2 0 1 16,-2 0-1-16,4 0 1 0,-4 0-1 16,2 0 0-16,-2 0-3 0,4 0-1 15,-4 0-8-15,0 0-14 0,0 0-29 16,2 0-37-16,-2-2-104 0,0 2-83 16</inkml:trace>
  <inkml:trace contextRef="#ctx0" brushRef="#br4" timeOffset="119959.26">24034 8824 314 0,'0'0'64'15,"0"0"-4"-15,0 0-6 0,0 0-3 16,0 0-8-16,0 0-7 0,-24-79-6 15,22 74-5-15,2 2-5 0,0 3-3 16,-5-2-3-16,5 2-1 0,0-1-3 16,-2-1-1-16,2 2 1 0,0-1-2 0,0 1 0 15,0 0-2-15,0 14-3 16,0 7-1-16,7 7 1 0,-5 4-3 16,8 2 4-16,-4-1-4 0,0 4 0 15,-2-2 0-15,3 1 0 0,-3-2-1 0,2-2 3 16,0-2 1-16,-4-3-5 0,2-1 5 15,-2-8-5-15,3 0 2 0,-3-5 0 16,-2-1 0-16,4-1 0 0,-4-4-2 16,2 3 1-16,-2-5-3 0,0 0 0 15,0 0 0-15,0-5-4 0,0 0 2 0,0 0-2 16,0 2-1-16,2-2-4 0,-2 0-9 16,0 1-18-16,0-1-18 0,-2-1-28 15,0-8-68-15,-4-6-98 16</inkml:trace>
  <inkml:trace contextRef="#ctx0" brushRef="#br4" timeOffset="120228.58">24026 8858 558 0,'0'0'16'15,"0"0"-3"-15,0 0 4 0,0 0 2 16,0 0 0-16,0 0-6 0,0 0-8 16,0 0 0-16,0 0-3 0,72-24 0 15,-47 18-1-15,-4 2-1 0,-2-3-2 16,-5 3-2-16,1 1 0 0,-5 0-5 16,2 1-1-16,-1-1-4 0,-7 2-5 0,8-1-9 15,-10 0-11-15,4 1-23 0,1-1-27 16,-7 2-33-16,0-1-80 0</inkml:trace>
  <inkml:trace contextRef="#ctx0" brushRef="#br4" timeOffset="120644.33">24049 9048 509 0,'0'0'38'0,"0"0"3"0,0 0-8 0,0 0-7 15,0 0-8-15,0 0-6 0,0 0 0 16,0 0-1-16,0 0 0 0,0 0-3 16,18 21-1-16,-5-21-2 0,5 0 1 15,3-6-3-15,0-1 0 0,2-4-1 16,-3-1 0-16,1-2-1 0,-2 1-1 0,-1 0 0 16,-3 1 0-16,1 3-1 0,-6 0 0 15,-3 4 0-15,-1 3-2 0,4-5 1 16,-8 6-3-16,4-1 1 15,-1 1-1-15,-5 1-4 0,4 0-3 0,2 0-4 16,-2 0-12-16,2 0-14 0,-6 0-22 16,2 0-40-16,2 1-87 0,-1 2-51 15</inkml:trace>
  <inkml:trace contextRef="#ctx0" brushRef="#br4" timeOffset="126579.59">24146 8688 379 0,'0'0'35'0,"0"0"0"16,0 0-5-16,0 0-5 0,0 0-5 0,0 0-3 16,0 0-1-16,0 0 0 0,0 0-1 0,-6-15-1 15,6 14 4-15,-2-1-1 16,2 0-2-16,0 1 1 0,0-1-3 16,-4 1-1-16,4 1-2 0,0-1 1 15,0 1-3-15,-2-2 0 0,2 2 0 0,0 0-3 16,0 0 1-16,0 0-3 0,0 0-1 15,-3 0-1-15,-1 12-1 0,-2 7 0 16,4 6 1-16,-4 1-2 0,2 3 1 16,2 1 1-16,-2 0 0 0,1 2 1 15,-1 0-1-15,2 0-2 0,-4 1 1 0,2-1 0 16,2-1 0-16,0-1 0 0,-2-1 2 16,4 0 1-16,0-1-5 15,0 0 6-15,0-7-6 0,0-1 2 16,0-7 0-16,0 0-1 0,0 1 2 0,0-2-1 15,0 0 2-15,0-8-2 0,0 7 0 16,4-6 0-16,-4-1-1 0,2 0 1 16,-2-1 1-16,0 2-2 0,2-2 1 15,2 2-1-15,-4-5-1 0,0 0 1 16,0 0 0-16,0 1-2 0,0-1 0 0,0 0-2 16,0 0-5-16,2 0-10 0,-2-1-19 15,0-13-27-15,0 2-34 0,-6-10-71 16,4 3-78-16</inkml:trace>
  <inkml:trace contextRef="#ctx0" brushRef="#br4" timeOffset="127058.81">24094 8784 483 0,'0'0'45'0,"0"0"-12"0,0 0-6 16,0 0-5-16,0 0-4 0,0 0 1 0,0 0-5 15,0 0-3-15,0 0-2 16,29-38-3-16,-23 37 0 0,5-1-3 16,-1 1 0-16,3-1-2 0,-5 1 1 15,4 1-1-15,1 0-1 0,-1 0 2 0,0 0-2 16,-1-2 0-16,7-1 1 0,-7 0-1 15,3 0 2-15,5-2-2 0,-11 4 2 16,11-4-1-16,-5 2 1 0,-4 0 2 16,9-3-2-16,-9 3 1 0,1-2 1 15,1 3-4-15,-4-1 1 0,3-1 0 0,-7 3 0 16,0 1 0-16,2-2-2 0,-4 1 0 16,5-1 1-16,-3 2 0 15,-4 0 0-15,6-1 0 0,-4-1 0 0,4 1 0 16,-2 1-2-16,-4 0 2 0,0-2 0 15,0 2 0-15,2 0-2 0,-2 0 0 16,2 0 0-16,-2 0 0 0,5 0 0 16,-5 0-2-16,2 0-4 0,-2 0-3 15,4 0-10-15,-4 0-9 0,0 0-16 16,2 2-21-16,-2-1-35 0,0 7-47 0,0-2-82 16</inkml:trace>
  <inkml:trace contextRef="#ctx0" brushRef="#br4" timeOffset="127480.25">24229 9053 469 0,'0'0'47'0,"0"0"-5"0,0 0-6 16,0 0-7-16,0 0-6 0,0 0-6 15,0 0-6-15,0 0-2 0,0 0-4 0,0 0 0 16,-15-5-2-16,15 5-1 0,0-5 2 15,6 0-1-15,5-3 1 0,7-3-1 16,-1 4-2-16,-1 1 1 0,3 0-1 16,2-1 0-16,-3 0 0 0,1 1-1 15,-5 1 1-15,-1 1-1 0,-1 1-2 0,-1 0 3 16,-3-1-2-16,0 0-1 0,2 1 1 16,-3 2 0-16,-1-4 0 0,-4 3 0 15,4-1-4-15,-2 2-2 16,-4 1-10-16,0-6-25 0,2 0-44 0,-2 0-133 15,2 0-52-15</inkml:trace>
  <inkml:trace contextRef="#ctx0" brushRef="#br4" timeOffset="128159.51">25512 8528 522 0,'0'0'50'0,"0"0"-3"0,0 0-6 16,0 0-8-16,0 0-12 0,0 0-8 16,0 0-4-16,0 0-5 0,0 0-2 15,-18 23 0-15,16 4 1 0,2 1-1 16,0 4 2-16,0 5 0 0,0 2 0 0,0 2-1 16,0 1 1-16,0 0-3 0,0-2 2 15,0-3 0-15,0-4-1 0,0-1-1 16,0-3 1-16,0-9-4 0,0 0 3 15,0-8-1-15,0-6 0 0,0 0-1 16,0-6-3-16,2 3-1 0,-2 2-2 16,4-1-5-16,-4 0-6 0,0-4-9 15,0 0-13-15,0 0-15 0,2 0-29 16,-2-2-54-16,0-6-111 0</inkml:trace>
  <inkml:trace contextRef="#ctx0" brushRef="#br4" timeOffset="128445.89">25448 8649 455 0,'0'0'33'16,"0"0"5"-16,0 0-6 0,0 0-4 15,0 0-7-15,0 0-7 0,0 0 0 0,79-58-3 16,-54 50 0-16,-5 3-1 0,3-5-2 15,0 1 0-15,6-3 0 0,-2 1-1 16,0-1-3-16,-1 1-2 0,-1-1-1 16,-10 7-2-16,3-2 0 0,-9 4-3 15,-3 2-2-15,4 1-6 0,-2 0-6 0,3 1-9 16,-3 4-13-16,-6-2-18 0,4 7-25 16,-6-1-52-16,0 4-82 15</inkml:trace>
  <inkml:trace contextRef="#ctx0" brushRef="#br4" timeOffset="128688.46">25455 8864 539 0,'0'0'28'0,"0"0"-5"0,0 0-4 15,0 0-1-15,0 0-4 0,0 0-1 16,0 0 0-16,0 0-2 0,0 0-4 16,0 0-1-16,99-18-2 0,-77 8-2 15,3-2-1-15,-2 1-1 0,2 2 0 16,-4-1-1-16,-3 1-2 0,-3 3-5 16,-3 2-12-16,-2-1-21 0,-3 4-40 0,-5-1-100 15,4 2-81-15</inkml:trace>
  <inkml:trace contextRef="#ctx0" brushRef="#br4" timeOffset="129276.15">26879 8441 431 0,'0'0'50'0,"0"0"-2"0,0 0-5 16,0 0-8-16,0 0-7 0,0 0-9 15,0 0-4-15,0 0-6 0,0 0-3 16,-13-5 3-16,15 31-6 0,9 9 4 16,-3 4-1-16,0 4-1 0,3 3 2 0,-3 2-2 15,2 4-3-15,-1 1 1 0,-3 0 0 16,-4-3-2-16,2-3 1 0,-2-6-3 15,2-4 2-15,-4-7-2 16,2-9-1-16,-2-4-3 0,0-6-7 0,0-7-17 16,4 2-14-16,-4-6-26 0,0 0-48 0,0-5-131 15</inkml:trace>
  <inkml:trace contextRef="#ctx0" brushRef="#br4" timeOffset="129553.06">26906 8493 547 0,'0'0'14'0,"0"0"2"15,0 0 1-15,0 0-5 16,0 0-2-16,0 0-5 0,0 0 2 0,86-79 4 15,-57 66 0-15,-6 0-1 0,6 1-1 16,-2 1-6-16,0 0-1 0,-2 4-1 16,-5 2-2-16,-1 3-1 0,-5 2 0 15,5 0-2-15,0 4-2 0,-5 1-5 16,-2 0-7-16,-3 0-10 0,-3 1-16 0,4 0-36 16,-8-3-61-16,2 0-98 0</inkml:trace>
  <inkml:trace contextRef="#ctx0" brushRef="#br4" timeOffset="129799.62">26947 8676 594 0,'0'0'17'15,"0"0"4"-15,0 0 1 0,0 0-1 16,0 0-2-16,0 0-7 0,76 8-2 16,-55-11-2-16,8-3-5 0,-6-2-2 0,0-1 0 15,-3 1-3-15,5-1-2 16,-8 1-4-16,1 0-16 0,-1 3-38 16,-7-2-105-16,2 4-108 0</inkml:trace>
  <inkml:trace contextRef="#ctx0" brushRef="#br4" timeOffset="130488.4">29339 8048 453 0,'0'0'63'0,"0"0"-6"0,0 0-13 15,0 0-15-15,0 0-9 0,0 0-10 16,0 0-2-16,0 0-2 0,-21 86 1 16,21-49-1-16,6 4 3 0,2 3-4 15,3 4 1-15,-3 5 1 0,-2 4-5 0,3 3 3 16,-3 1-3-16,0 0 1 0,0-5 1 16,-2-3-3-16,-4-6 1 15,2-6-3-15,-2-8 1 0,0-10-1 16,0-8-3-16,0-4-5 0,0-5-8 0,0-1-15 15,4 1-9-15,-4-6-13 0,0 0-26 16,0-13-58-16,0-5-106 0</inkml:trace>
  <inkml:trace contextRef="#ctx0" brushRef="#br4" timeOffset="130759.27">29287 8280 487 0,'0'0'19'0,"0"0"-1"0,0 0 0 15,0 0 2-15,0 0-2 0,0 0-3 16,0 0-2-16,0 0-1 0,95-53 1 16,-72 47 1-16,6-2-4 0,0-1-3 0,0 0-4 15,0-1-2-15,2 2-2 0,2 0 0 16,-2 2 0-16,-4 1-4 0,-1 3-3 15,-7 2-5-15,-5 0-9 0,-1 0-5 16,-3 4-12-16,1 5-26 0,-5-1-49 16,4 4-74-16</inkml:trace>
  <inkml:trace contextRef="#ctx0" brushRef="#br4" timeOffset="130994.22">29409 8509 434 0,'0'0'36'0,"0"0"0"16,0 0-7-16,0 0-9 0,0 0-5 16,83-16-6-16,-63 8-6 0,1-1 0 15,4 1-6-15,-5-1-1 16,5 1-2-16,0 1-8 0,2-2 0 0,-6 1-18 15,3 3-29-15,1 3-46 0,-4-1-100 16</inkml:trace>
  <inkml:trace contextRef="#ctx0" brushRef="#br4" timeOffset="131600.03">30705 8161 350 0,'0'0'32'0,"0"0"1"16,0 0-3-16,0 0-10 0,0 0-5 0,0 0-4 15,0 0 2-15,0 0 1 0,0 0 3 16,0 0 2-16,2-1 0 0,4 16 4 16,5 8 3-16,-5 3 0 0,-2 3 1 15,2 3-7-15,0 0-2 0,1 1-7 16,-3 3-1-16,2-1 1 0,0 2-5 0,-4-2 2 16,2-4-6-16,-2 0-3 0,0-11 0 15,3-4-8-15,-5-4-1 0,2-7-14 16,-2 1-16-16,0-6-16 0,0 0-18 15,0 0-51-15,4 0-93 0</inkml:trace>
  <inkml:trace contextRef="#ctx0" brushRef="#br4" timeOffset="131832.41">30717 8160 532 0,'0'0'14'0,"0"0"-3"0,0 0 0 16,0 0-4-16,0 0-3 0,0 0-1 16,0 0-2-16,0 0 2 0,104-53 0 0,-75 44 0 15,2 0-1-15,2-4 1 0,0 1-1 16,4-1-1-16,-6-1 1 16,2 2-2-16,-6 1-2 0,-8 5-6 15,-1 5-8-15,-3 1-7 0,-3 6-15 0,1 3-28 16,-7 3-43-16,-6 3-99 0</inkml:trace>
  <inkml:trace contextRef="#ctx0" brushRef="#br4" timeOffset="132052.85">30823 8320 390 0,'0'0'35'0,"0"0"2"16,0 0-8-16,0 0-6 0,0 0-9 16,0 0-2-16,0 0-6 0,0 0 0 15,89 18-4-15,-69-27-2 0,1 0-3 16,-2-2-2-16,1 2-2 0,-1-1-10 0,0 0-33 16,-7 4-57-16,0-1-126 0</inkml:trace>
  <inkml:trace contextRef="#ctx0" brushRef="#br4" timeOffset="132472.01">31608 8017 410 0,'0'0'49'0,"0"0"2"16,0 0-10-16,0 0-10 0,0 0-5 15,0 0-7-15,0 0-3 0,0 0 1 16,0 0-1-16,0 0-2 0,-6 78 1 16,10-48-5-16,2 2-3 0,-3 3-2 15,3 0-1-15,-2 0 0 0,-2 0 0 0,-2-2-1 16,0-3 0-16,0-4-2 0,0-6 0 16,0-4 2-16,0-5-3 0,0-5-1 15,0 1-4-15,0-2-4 0,0 2-8 16,0 2-15-16,4 1-20 0,-4-5-37 15,2-1-58-15,-2-4-115 0</inkml:trace>
  <inkml:trace contextRef="#ctx0" brushRef="#br4" timeOffset="132791">31522 8045 542 0,'0'0'32'0,"0"0"-2"16,0 0-7-16,0 0-8 0,0 0-9 16,0 0-2-16,0 0-1 0,0 0 2 15,0 0 0-15,0 0 2 0,84-49 0 16,-63 39-1-16,6-1-2 0,-2-1-2 16,1 1-2-16,1 1 0 0,2 3 0 0,-2 3-1 15,-2 2 0-15,-2 2-2 0,-5 0-1 16,3 6 0-16,-4 5-1 0,-3 1 6 15,0 0-3-15,-3-1 6 16,-3-2-5-16,-2-2 0 0,-2-3-1 0,-2-1-6 16,-2-3-8-16,0 0-11 0,0 0-16 0,0 0-35 15,-2 0-64-15,-10 0-113 0</inkml:trace>
  <inkml:trace contextRef="#ctx0" brushRef="#br4" timeOffset="133100.2">31573 8362 471 0,'0'0'19'0,"0"0"3"16,0 0-2-16,0 0-4 0,0 0-3 0,0 0-3 15,0 0-4-15,0 0 0 0,0 0-3 16,0 0-1-16,75-68 0 0,-53 57-2 16,-1-2 2-16,0 0 0 0,-1-1-2 15,3-1 1-15,0 2-1 0,0-1 0 16,-3 2-1-16,1 0-3 0,-2 1-4 0,-7 5 0 16,2 0-14-16,-3 3-5 0,-9 2-17 15,4-1-6-15,-6 2 1 0,0-2 5 16,0 2 6-16,4 0-7 15,-2 0-5-15,4 0-19 0,-4 0-33 0</inkml:trace>
  <inkml:trace contextRef="#ctx0" brushRef="#br4" timeOffset="133905.56">32417 8051 436 0,'0'0'46'0,"0"0"1"15,0 0-15-15,0 0-8 0,0 0-2 16,0 0-2-16,0 0 6 0,0 0-4 0,0 0-4 16,0 0-3-16,2 0-3 0,-2-6-1 15,-2-3 1-15,-5-1 0 0,1 3-1 16,-4-4 2-16,6 5-3 0,-13-3-2 15,5 2-1-15,-1 2-3 0,-3 2-1 16,-3 2-2-16,1 1 0 0,-7 4 0 16,2 10-1-16,4 4 2 0,-3 5-2 15,5 5 0-15,1 4 0 0,-1 0 0 16,5 0 1-16,-1-3 2 0,1-2-3 16,6-1 1-16,-3-1-1 0,5-9-2 0,2 4 1 15,2-2 1-15,0 0 0 0,6 5 0 16,-1-5-1-16,7-1 0 0,0-3 0 15,5-3 0-15,-3 0 0 16,5-2-1-16,-7-2 1 0,3-3-1 0,-1 1 1 16,-1-2 1-16,5 0-1 0,-5-2 0 0,-1-1 1 15,7 0-1-15,-9 0 0 16,9-1 1-16,-9-2-1 0,-2-2 1 16,5 2 0-16,-5-1 0 0,2-1 0 15,-8 2-1-15,3 1 1 0,-3-1 0 0,2 2-1 16,0-2 2-16,0 2-1 0,-4 1-1 15,0-2-1-15,0 2-3 0,2-2-3 16,2-3-3-16,-2 0-12 0,9-3-25 16,-5 0-41-16,-4 6-77 0,2-8-120 15</inkml:trace>
  <inkml:trace contextRef="#ctx0" brushRef="#br1" timeOffset="139259.29">13434 3936 228 0,'0'0'36'0,"0"0"-5"0,0 0-7 15,0 0-8-15,0 0-3 0,0 0-3 16,0 0 0-16,0 0-2 0,0 0 2 15,0 0-2-15,4 3 2 0,-2-2 2 16,-2-1 4-16,0 2 0 0,0-2 1 16,2 1-2-16,-2-1-3 0,0 2 2 15,0-2-3-15,0 1 0 0,0-1-2 16,0 2-1-16,0-2 0 0,0 0-3 0,5 1 0 16,-5-1-1-16,0 0-2 0,0 2 1 15,2-2 0-15,-2 1 1 0,0-1 2 16,0 2 0-16,0-2 0 0,0 0 1 15,0 2 1-15,0-2 1 0,0 1 1 16,0-1-2-16,0 0-1 0,0 2-1 16,0-2-3-16,0 0 2 0,0 0-2 15,0 0-1-15,0 0 1 0,0 0 0 16,0 0 0-16,0 1 0 0,0-1-1 16,0 0-1-16,0 0 2 0,0 0-2 0,0 0 2 15,0 2 0-15,0-2-2 0,0 1 1 16,0-1-2-16,4 0 1 0,-4 1 1 15,0-1-1-15,0 0 1 0,0 2 0 16,0-2-1-16,0 0 1 0,0 1 0 16,0-1 0-16,0 0-1 0,0 0 0 15,0 0 0-15,0 0-1 0,2 0 2 0,-2 2-1 16,0-2 2-16,0 0 0 16,0 0 0-16,0 0 1 0,0 0-2 15,0-2 1-15,-2-8 1 0,-9-4-2 0,3-4 1 16,-4 2-1-16,-3 0 1 0,1 3-3 15,-5 0 1-15,1 3 2 0,-3 2-1 16,-2 4-1-16,-4 2-1 0,7 2-2 16,-7 5-3-16,2 7 2 0,4 8 0 15,-3 2 0-15,-1 4 0 0,10 2 2 0,-3-1-2 16,5 0 1-16,7-3 1 0,0 2 0 16,6 0-1-16,0 0 1 15,6 1-2-15,4-1 4 0,-1 1-2 16,3-1 2-16,3-2 4 0,-3 1-5 0,2-3 0 15,3 1 0-15,2-1 0 0,1 0 0 16,-1 1 1-16,4-2-1 0,1 2 0 16,-3-3 1-16,4 1-2 0,-4-1 0 15,1-1 2-15,-1 1-4 0,-2-2 5 16,-5 1-1-16,0-4 0 0,-3-3 1 0,-5-1-2 16,-4-2 2-16,-2 0-2 0,0 5 2 15,0-1 0-15,-6 4 0 0,-7-2 0 16,-3-1 1-16,-3-2-1 0,1 0 1 15,-7-3-2-15,2-1 1 0,-2-2-2 16,1-3 1-16,-3-3-1 0,2 0 1 16,0-2 1-16,4-5-1 0,3-3 0 15,-1 0 1-15,9 2 0 0,-3-1 1 16,7 5 0-16,0-4-2 0,0 2-1 16,0 1 0-16,4-4-1 0,2 5-1 0,-5-3 1 15,5-3-2-15,0 5 1 0,0 0 2 16,0-5-3-16,0 6 0 0,7-4 0 15,-1 2-4-15,0 0-3 16,0 2-11-16,0-3-22 0,1 3-26 0,1-2-61 16,4-2-128-16</inkml:trace>
  <inkml:trace contextRef="#ctx0" brushRef="#br1" timeOffset="139631.06">13653 4078 452 0,'0'0'39'0,"0"0"-2"0,0 0-14 16,0 0-9-16,0 0-6 0,0 0 2 0,0 0 4 15,0 0 5-15,0 0 4 0,25 92 1 16,-17-56-3-16,1 3-2 0,1 1-4 16,-2-1-2-16,3-1-4 0,-3 2-2 15,0 1 2-15,5 0-5 0,-3-2 3 16,-2 1-3-16,0-5-2 0,-1-2 0 0,3-6 0 16,-2-1-2-16,-4-9 0 0,3-2 0 15,-5-6-3-15,2-4 0 0,-2-1-1 16,-2-4-3-16,0 0-7 0,2 0-19 15,4-7-23-15,4-9-31 0,-3-8-66 16,1-3-102-16</inkml:trace>
  <inkml:trace contextRef="#ctx0" brushRef="#br1" timeOffset="140943.57">13552 4529 488 0,'0'0'4'0,"0"0"5"16,0 0 0-16,0 0 0 0,0 0 0 0,0 0-8 15,95-58 2-15,-62 46-3 16,4 2-2-16,-1-3 2 0,1 1-2 16,-2 2 0-16,2-2 0 0,2-2 1 15,-6 2 0-15,1-2 1 0,-3 1-2 0,-5-1 1 16,-1-1 0-16,-10 4 0 0,-3 2 2 15,-2 3 0-15,-8 3 3 0,3 0 3 16,-5 3 7-16,0-2 11 0,0 2 4 16,0-1 5-16,0 0-5 0,0-1-6 15,0 0-6-15,0 1-4 0,-7-1-6 0,3 0-2 16,-8 2-3-16,6 0-1 0,-5 7 0 16,-1 5-1-16,6 5 0 0,0 4 0 15,1 4 1-15,3 6-2 16,-2 4 2-16,2 0 2 0,-2 1-5 0,4-1 4 15,0-3-3-15,0-9-1 0,0-4 2 16,0-6 0-16,0-7-1 0,0 4 0 16,4-5-1-16,-4 0-1 0,2-1 2 15,2-2 0-15,-2-1 0 0,3 0 1 16,3-1 0-16,-2 0-1 0,11-4 2 0,-7-7 0 16,6-2 0-16,-3-1 3 0,-5-2-5 15,5-3 1-15,-5-1 1 0,2-1-2 16,-2-1 3-16,1-2-4 0,1 1 2 15,-8-2 0-15,2 7 0 0,-4 0 2 16,0 0 0-16,0 5 1 0,0 1-1 0,0 8 2 16,0 4-1-16,0-2 1 15,0 2 0-15,0-1-1 0,0-1-1 16,0 2-2-16,0 0 1 0,0 3-1 16,0 12 1-16,2 9-1 0,2 8 0 0,5-3 2 15,3 2-4-15,3-4 4 0,3-3-2 16,3-3-2-16,2-4 2 0,-3-6 0 15,-5-3 0-15,1-4 2 16,1-2-2-16,-5-2-3 0,7 0 3 0,-7-2 0 16,-4-2 1-16,5-4 3 0,-7 2-4 0,0-2 1 15,5-2-1-15,-5 2-2 16,-2-4 4-16,2 3-2 0,-6-5 2 16,4-4-4-16,-4-2 2 0,0-4-1 15,-6 1 1-15,0 2 0 0,-7 2 1 0,1 1 0 16,0 1-1-16,1 6 2 0,-1 1-2 15,-1 3 1-15,3 2 0 0,4 4-1 16,-2-1 1-16,1 2-1 0,-5 0 1 16,4 2-1-16,2 5-1 0,-1-1 0 15,3 5 0-15,2 3-1 0,2-4 2 0,0 4-1 16,8-2 0-16,-3-4 0 0,7 1 0 16,-6-3 1-16,7-3-1 0,-3 0 1 15,2-1-2-15,5-2 2 16,-1 0-1-16,1-5 1 0,2-2 0 0,-5-4 0 15,-2 0-1-15,-3 2 1 0,1-2 0 16,-4 5 1-16,3-1-1 0,-3-1-1 16,-4 5 1-16,2 0-1 0,-4 3 1 15,0-1 0-15,0 1 0 0,6 0 0 16,2 1 1-16,5 11 0 0,-1 5 0 0,1 7-1 16,-5 5 2-16,-2 5 1 0,4 2-4 15,-5 3 4-15,1-1-4 0,0-4 0 16,4-7 2-16,-1-10-3 0,-3-4 2 15,0-5-1-15,-4-5 0 0,2 1 2 16,2-4-1-16,-4 2 0 0,9-2 0 16,-3 0 0-16,-2-3 0 0,5-8 0 15,-3-1 0-15,0-4 0 0,2 1-1 16,-1-2 2-16,-3 0-2 0,0-1 1 16,0-1 1-16,1-2-2 0,-1 2 1 0,0-3-4 15,0-1 2-15,-4 1 0 0,2-3 1 16,-2 1 3-16,-2-2-1 0,0 1 1 15,0-1-2-15,0-3 1 16,-2 0-1-16,-4-3 1 0,0 4-1 0,2 0 2 16,-2 8-2-16,4 4 3 0,-3 5 0 0,5 5 0 15,-2 2 2-15,2 4-1 16,0-2 1-16,0 2 2 0,0-2-1 16,0 1 0-16,-4 1-1 0,4-2-2 15,0 2-2-15,-2 0-1 0,2 12-1 0,0 8 1 16,0 9 0-16,2 4 0 0,9 4 2 15,-3 4-2-15,2 4 1 0,-2 2-1 16,1 2 0-16,3-2 1 0,0-2-2 16,1-2 2-16,-3-8-2 0,-2-4 0 15,1-13-3-15,-3-3-4 0,-2-8-7 0,-4-4-10 16,2 2-22-16,-2-5-37 0,0 0-43 16,0 0-50-16,0-3-27 0</inkml:trace>
  <inkml:trace contextRef="#ctx0" brushRef="#br1" timeOffset="141214.56">14726 4476 469 0,'0'0'26'15,"0"0"-7"-15,0 0-5 0,0 0-2 16,0 0-1-16,0 0-4 0,0 0 0 0,0 0-3 16,0 0-2-16,56-45 0 0,-35 32-1 15,-3 1 0-15,3 0 1 0,-2 2-1 16,-1-1-1-16,3 0 1 0,-3 1 1 15,1 0 6-15,0 2 3 0,-3 0 6 16,1 2 2-16,-3 0-2 0,-6 3-1 16,3-1-4-16,1 2-3 0,-10 0-2 15,9 1-3-15,-11 1 0 0,0-2 0 16,0 2-4-16,0 0 1 0,0 0-1 16,2 0-5-16,-2 0-2 0,6 0-25 0,-4 2-60 15,2 1-176-15,-2 1-9 0</inkml:trace>
  <inkml:trace contextRef="#ctx0" brushRef="#br1" timeOffset="144829.59">6466 11938 410 0,'0'0'62'16,"0"0"6"-16,0 0-9 0,0 0-7 15,0 0-10-15,0 0-9 16,0 0-13-16,0 0-5 0,0 0-4 0,-54-26-3 16,48 26-4-16,6 0-3 0,0-1-4 0,-2 1-4 15,-4 0-5-15,2 0-5 0,-3 6-11 16,7 6-17-16,0 8-14 16,5 7-27-16,7 7-32 0,2 2-40 15,5 8-59-15</inkml:trace>
  <inkml:trace contextRef="#ctx0" brushRef="#br1" timeOffset="144943.39">6658 12651 298 0,'0'0'29'0,"0"0"-4"0,0 0-6 16,0 0-7-16,0 0-12 0,0 0-10 16,0 0-21-16,19 78-99 0,-19-54-60 15</inkml:trace>
  <inkml:trace contextRef="#ctx0" brushRef="#br1" timeOffset="145114.51">6658 13165 445 0,'0'0'5'16,"0"0"8"-16,0 0 4 0,0 0 0 15,0 0-8-15,0 0-12 0,0 77-13 16,0-55-9-16,-6 5-33 0,6 1-78 15,-6 3-75-15</inkml:trace>
  <inkml:trace contextRef="#ctx0" brushRef="#br1" timeOffset="145269">6724 13667 442 0,'0'0'6'0,"0"0"4"16,0 0 5-16,0 0 1 0,0 0-5 15,0 0-7-15,0 0-7 0,31 91-5 16,-29-71-4-16,5 3-18 0,-7-1-54 16,4 3-125-16</inkml:trace>
  <inkml:trace contextRef="#ctx0" brushRef="#br1" timeOffset="146607.88">5906 17245 479 0,'0'0'44'16,"0"0"-11"-16,0 0 2 0,0 0-9 0,0 0-9 15,0 0-7-15,0 0-3 0,0 0-6 16,0 0-2-16,0 0 0 0,-19 7 0 16,17-7 4-16,2-1 2 0,0-13 2 15,0-8-1-15,0-6 7 0,2-4-2 16,0 2 3-16,2-5-4 0,-4 1-4 0,2 4-1 16,-2 8-2-16,5 2-2 0,-5 9-2 15,0 4 1-15,0 0 1 0,0 7-1 16,0-1 0-16,0 1 2 0,6 0-1 15,2 15 1-15,9 8 1 0,3 9-6 16,-1 6 5-16,2 3-6 0,-7 3-3 16,3 0 7-16,-7-2-5 0,0-2 9 15,-2-2-1-15,-1-4-1 0,-1-2 1 16,0-2-1-16,-2-2 2 0,-2-2-2 16,4-2-1-16,-3 0 1 0,1 1-1 0,2 2-1 15,-4 3 0-15,4 1 0 0,0 1 3 16,-2-3-3-16,3-2 3 0,-5-6-1 15,2-4-1-15,-2-7-1 16,-2-5 2-16,2 2-2 0,-2-7 2 0,0 0 2 16,0 0-1-16,0 0-3 0,0 0 2 15,0 0 1-15,0 2-4 0,0-2 3 16,0 0-5-16,0 0-1 0,-4-2 0 16,0 0-4-16,-5-3-1 0,5 4-6 15,-4-3-5-15,-2-2-8 0,8 5-4 0,-2-3 4 16,4 4 5-16,-5-2 5 0,-1 2 5 15,-6-2 3-15,1-1 5 0,5 2 6 16,-6-2 2-16,10 0 3 0,-4 1 3 16,-3-2 4-16,5 2 1 0,-2 0 3 15,4-1 0-15,2 3 1 0,-4-1-2 0,4 1-7 16,0 0-4-16,-2-1-5 0,2 1-1 16,0-2-2-16,0 2 4 0,0 0 0 15,0 0 1-15,12 0 4 16,3 0-1-16,9 0-2 0,-3 0 1 0,4 0 1 15,2 0-2-15,-2 0 1 0,1 0-2 16,1-6 0-16,-2 1 0 0,-4 1-2 16,-3 1 2-16,-5 3 0 0,-1-2 2 15,-4 2-2-15,-1-3 0 0,-1 3 1 16,-6 0-1-16,0 0 1 0,0 0-2 0,4-1 1 16,-4 1-1-16,2 0 0 0,-2 0 2 15,0-2-3-15,2 2-5 0,-2 0-8 16,0 0-25-16,0 0-41 0,4 0-63 15,-4-4-127-15</inkml:trace>
  <inkml:trace contextRef="#ctx0" brushRef="#br1" timeOffset="147472.13">6509 17222 531 0,'0'0'28'0,"0"0"4"15,0 0-20-15,0 0 0 0,0 0-7 0,0 0-5 16,0 0 12-16,0 0-10 0,0 0 8 16,0-54-9-16,0 28 1 0,0-1 3 15,0 2-2-15,0 5 6 16,0 2-6-16,2 6 1 0,-2 0-4 0,0 0 3 15,0 5-2-15,5 3 1 0,-5 4 0 16,0-1 1-16,0 1 1 0,2 0 0 16,8 7 0-16,-2 11-2 0,9 9 0 15,-1 8-4-15,3 8-4 0,2 3 5 16,-3 4-2-16,5-1 10 0,-9-1-1 0,-1-1-1 16,-1-5 4-16,-4 0-5 0,-1-2 2 15,-1-5-3-15,0 0 0 0,-4-5-1 16,4-1 1-16,-2-9-1 0,-1 0-4 15,-3-7 2-15,4-1 0 0,-2 0 1 16,-2-8 2-16,4 2-2 0,-4-3-1 0,2 2-1 16,-2 0-1-16,2 3-3 15,-2-3 3-15,4-1-3 0,-4 1 0 16,0-5-4-16,0 0-4 0,0 0-4 16,0 2-11-16,2-1-12 0,-2-1-15 0,0 3-11 15,0-3 2-15,-2 0-4 0,-6 0-2 16,-2 0 7-16,-5-6 8 0,5 1 23 15,-1 2 22-15,1 2 13 0,2 1 8 16,-3 0 13-16,9 0 16 0,-4 0 8 16,0 0 7-16,6 0 3 0,0 0-9 0,0 0-1 15,0 0-9-15,-2 0-5 16,2 0-8-16,-4 0-2 0,4 0-12 16,-2 0-2-16,2 0-4 0,-4 0-4 15,4 0 4-15,0 0-3 0,0 0 2 0,0 0-1 16,12 0 2-16,2-3-2 0,11-2 4 15,-4 0-2-15,2-2-1 0,-3 1-4 16,1 1-2-16,0 0 3 0,1-2 2 16,-7 2 2-16,-1 0-2 0,-1 0-1 15,-3 0-1-15,-8 5 0 0,4-3 3 0,-6 3 0 16,0 0 0-16,0 0 0 0,0 0 0 16,5 0-4-16,-5-1 2 15,0 1 0-15,0 0-7 0,2 0 2 16,-2 0-4-16,2 0-11 0,-2 0-7 0,0 0-41 15,0 0-71-15,0 0-124 0</inkml:trace>
  <inkml:trace contextRef="#ctx0" brushRef="#br1" timeOffset="148488.97">6974 17183 434 0,'0'0'22'16,"0"0"3"-16,0 0 4 0,0 0-6 0,0 0-1 15,0 0 1-15,0 0 8 0,0 0-3 16,0 0 1-16,56-88-11 0,-43 66-3 15,-3 0-5-15,-4-1-2 0,0 0 1 16,-4 6-3-16,-2 2-1 0,5 3-1 16,-5 6 0-16,0 2-2 0,0-1-1 15,0-3 3-15,0 2-4 0,2 1-1 16,-2 5 0-16,0-1-1 0,0 1 1 16,0 0 0-16,0-3 1 0,4-1 1 15,-2-1 0-15,0 2-1 0,2-2 0 0,-2 3-2 16,2-2 3-16,-2 1 0 0,2 0-1 15,-4 3 1-15,0-1-1 0,0 1 1 16,0 0 0-16,3-2 1 0,-3 2-1 16,0-3 1-16,0 2-1 0,0-1-1 15,4-4 2-15,-4-1-5 0,0 0 4 0,0 3-2 16,0-1 0-16,0-2 2 0,0 1-1 16,0 1 1-16,0 5-1 15,0-1 0-15,0 1 0 0,0-2 0 16,0 1 0-16,0-1 4 0,0 0-1 0,0 1 0 15,0 1 0-15,0 0-3 0,0 1 3 16,2 13 0-16,8 9-2 0,0 10 0 16,3 5 0-16,-1 0-1 0,5 6 3 15,-3 2-3-15,-1 3-6 0,5-1 6 16,-7-1-6-16,5 0 6 0,-8-3 2 0,5-1 0 16,-7-6 4-16,0-2-2 0,0-7-2 15,-4-9 1-15,-2-1 0 0,0-7 2 16,0-5 1-16,0 2-2 0,0-8 0 15,0 0-4-15,0 0-1 0,0 0 2 16,0 2-1-16,0 5 1 0,0-1 1 16,0 0-3-16,0 0 2 0,0-6-1 15,0 0-1-15,0 0 3 0,0 2-2 16,0-2 2-16,0 1 0 0,0-1-2 16,0 2 0-16,0-2-2 0,0 3 1 0,0-3 2 15,0 0-2-15,0 0 2 0,0 1 1 16,0-1-4-16,0 2 0 15,0-1 0-15,0 2-1 0,0 2 1 16,-6 3-3-16,0-4 0 0,-2 7 1 0,0-4-1 16,1 0 1-16,-3-2-3 0,2-2 0 0,-1 2 1 15,5-3 3-15,-8 1 3 0,6 0 1 16,4-3 0-16,-9 4-2 16,9-1-1-16,-2 2 2 0,2-4-1 15,2-1 3-15,-4 0 0 0,4 0-3 0,0 2 0 16,0-2-1-16,0 0 1 0,0 1 1 15,0-1 0-15,0 0 0 0,0 3 1 16,4-3-1-16,8 0 0 0,-3 2-1 16,9-2 1-16,1 0 0 0,0-5 2 15,1-2-2-15,1 2 2 0,4-2-1 0,-5 2 0 16,3-1 0-16,-2 0 2 0,-3 3-3 16,-3-2 2-16,-3 4-1 0,1-1-2 15,3 2 2-15,-5 0-1 16,9 0 0-16,-9 0-3 0,-5 0 0 0,4 0-1 15,-6 0-4-15,2 0-28 0,1 0-36 16,-7 0-103-16,0 0-103 0</inkml:trace>
  <inkml:trace contextRef="#ctx0" brushRef="#br1" timeOffset="149585.06">7644 16969 424 0,'0'0'47'0,"0"0"6"16,0 0-10-16,0 0-9 0,0 0-6 15,0 0-5-15,0 0-3 0,0 0-3 16,0 0-4-16,-20 4-1 0,15-4-5 16,5 0-4-16,0 0-1 0,-2 1 0 15,2-1 1-15,0 0-1 0,0 0 0 0,-4 0 2 16,4-5-2-16,0-2 1 0,-2-4-1 16,2-2-1-16,0-2 1 0,0-3-2 15,0 6 0-15,0 6 0 16,0 3-1-16,0 3 0 0,0-7 0 0,0 3 1 15,0 0 0-15,0 0 1 0,6 4 0 16,9 0 0-16,1 9-1 0,7 8 1 16,0 0 1-16,-9 2-3 0,1 1 3 15,-3 2-1-15,1-3 4 0,-1 2-3 16,-6 1 3-16,0 1-2 0,3 3 0 0,-3-1-4 16,0 3-5-16,0 2 6 0,0-1-6 15,1 1 7-15,1-1 1 0,-2 0-3 16,0-2 2-16,3 0 1 15,1 1-1-15,-2-4 0 0,3-1 0 0,-3-2 2 16,-2 0-3-16,0-4 0 0,0-4 2 16,-4-3-6-16,3-1 7 0,-5-3 0 15,2-3-4-15,2 1 4 0,-4-4-1 16,0 0-2-16,0 3 1 0,2 2 0 16,-2 0 1-16,4 4 2 0,-4-3-1 0,2-3-3 15,-2 1 3-15,0-4-3 0,0 0 0 16,0 7 0-16,4-1-2 0,-4-2 4 15,0 2 1-15,0-6 0 16,0 0-3-16,0 0-1 0,0 2 3 0,0-2-1 16,0 3 1-16,0-3 1 0,0 0-4 15,0 0 2-15,0 4-2 0,-6-1 0 16,0 4 1-16,0-2 0 0,-5 3 1 16,5-3-2-16,-2-1 1 0,-5 7-4 15,5-2 2-15,-8 4 1 0,7 3 0 0,1-4 4 16,-2 2-1-16,1-1-3 0,-1-1 1 15,2 0 1-15,0-1-1 0,1-5 0 16,3-3-1-16,2 0 1 0,2-3 1 16,-4 0 2-16,4 0-2 0,0 2 1 15,-2 1-2-15,-4 1 0 0,6-1-1 0,-4 2 2 16,4-5-1-16,0 0 0 0,0 0-1 16,0 0-2-16,0 2 1 0,0-2 2 15,0 0 1-15,12 0 2 16,-2-4-2-16,7-3-2 0,2 1 1 0,-3 0 0 15,7-2-2-15,-5-5 3 0,1 0-1 16,-5-4 0-16,3 2 0 0,-3 3 1 16,1-3-1-16,-3 0-1 0,1 0 1 15,-7 6 0-15,6-4-2 0,-5 7 1 16,-5 4-3-16,4 0 0 0,-2 2-8 0,-2 0-31 16,4 0-38-16,0 0-124 0,1 0-84 15</inkml:trace>
  <inkml:trace contextRef="#ctx0" brushRef="#br3" timeOffset="165669.89">9438 16938 288 0,'0'0'54'15,"0"0"-7"-15,0 0-2 0,0 0-4 16,0 0-10-16,0 0-6 15,0 0-3-15,0 0-2 0,0 0 1 0,3-4-1 16,-3 4 1-16,0 0 4 0,0-2-1 16,0 2 1-16,0 0-5 0,0-1-4 15,0 1-4-15,-3-4-1 0,-3 3-2 16,-4-6 0-16,4 2-1 0,-5 2-2 16,1-3-2-16,-2 1-1 0,3 2 0 0,-7 3-1 15,1 0 0-15,3 0-2 0,-7 0 0 16,5 5 0-16,-1 4-1 0,-3 3 1 15,5 0-1-15,1 4 3 0,6-1-2 16,-2 3 0-16,1 0-1 0,1 3-4 16,4 0 5-16,-4 5-2 0,2-3 3 15,2 4-5-15,2 2-1 0,0 0-1 16,0 1-3-16,0 1 10 0,0-3 0 16,0 0 4-16,0-1-3 0,2-2-2 15,2-3 1-15,-2 0 0 0,2-1 2 0,4-3-2 16,-1 0-1-16,-1 0 0 0,2-1-1 15,4 0 0-15,1-4 1 0,-7-3-2 16,9-3 3-16,-5-2-1 0,-2 1-1 16,11-2 4-16,-11 1-4 0,9 3 2 15,-9-4-2-15,4-1-2 0,1 0 4 0,-1-3-2 16,0 0 1-16,-1 0-1 0,5 0 1 16,-1-3 1-16,-1-1 0 0,5-4-1 15,-1-1-2-15,-3 0 2 16,3 0-2-16,1-4 4 0,0-2-2 0,-1-3-2 15,-3-3 1-15,-1-2-1 0,3-4 1 16,-7-1 2-16,3 1-2 0,-3 2 2 16,-2 2-3-16,-2 1 1 0,-2 5 1 15,3 2 1-15,-5 0 1 0,-2 2 3 16,2-4 3-16,-2 8-7 0,0 3 7 0,4 1-8 16,-4-2 2-16,0 2 2 0,0-8-1 15,-6-3 1-15,4 6-1 0,-9-4 0 16,-1 5 0-16,0-2 0 15,-5-1-1-15,0 2-2 0,-1 0 0 0,1 0 1 16,-5 1-1-16,1-2-2 0,2 2-1 16,5 3-4-16,-5-2-9 0,5 4-25 15,1 0-41-15,-5-3-107 0,12 6-99 16</inkml:trace>
  <inkml:trace contextRef="#ctx0" brushRef="#br3" timeOffset="167104.98">11663 16721 114 0,'0'0'41'0,"0"0"3"16,0 0-1-16,0 0-1 0,0 0-12 0,0 0 0 15,0 0-3-15,0 0 0 0,0 0 0 16,0 0 0-16,-13-16-3 0,13 16 2 16,-4 0 0-16,4 0 0 0,-2-4 2 15,2 4 1-15,0-1-1 0,0 1-2 16,-4-2-4-16,4 2-3 0,-2-1-4 0,-4 1-3 16,-1-4-1-16,5 2 1 0,-14-1-2 15,14 3 0-15,-13 0-1 0,-7-2 0 16,9 2-1-16,-7 0-2 15,-1 0 1-15,2 0-4 0,-8 0-1 0,3 4-2 16,3 0-3-16,-4 2 3 0,4 2 2 16,-1 1-1-16,1 1 1 0,0 3-3 15,1-3 2-15,1 7-1 0,0-2 1 16,5 2-1-16,4 1 2 0,1-6-4 16,3 2 2-16,2-1-2 0,2-2 1 0,-4 6 1 15,6-8-1-15,-2 3 0 0,2-1 0 16,-4 0-1-16,4 2 5 0,0 1-3 15,0 5 1-15,0-1 0 0,0 7-2 16,4-4 0-16,-2 0 2 0,4 1-7 16,0 3 5-16,0-2-2 0,7 1-8 15,-5 2 12-15,2 0-7 0,5 0 3 16,-7-5 5-16,5-1-1 0,-1-2-1 16,-4-1 1-16,3-4-2 0,-3-5 0 15,2 1-2-15,3 2 4 0,-3-4 1 0,2 1-2 16,1-2 0-16,-7 0-3 0,8-1 3 15,-3-1-2-15,1-3 5 0,-4 4-3 16,7-5-1-16,8 0 1 0,-5 0-3 16,5-6 1-16,0-3 1 0,-1-3 0 15,1-3-1-15,-6-2 2 0,5-1-1 0,-1-2 2 16,-2-3 1-16,-5 3-2 0,1-2 0 16,-3-1 1-16,-2 0 8 15,-1 2-5-15,-5-3 8 0,-2 7-7 16,2-3-3-16,-4-1-2 0,0 1-1 0,0 0 2 15,0 1-1-15,-4 1 1 0,-2 1 0 16,4-5 0-16,-9 3-1 0,5 7 2 16,0-3 0-16,0-1 1 0,-3 0-3 15,-3-4 0-15,-3-3 1 0,-1 4 0 16,-1-6 0-16,-1 4 0 0,-3 0-5 0,3-2 4 16,-5 2-4-16,2 0 0 0,0 1 1 15,3 1-9-15,-1 3-15 0,3-3-28 16,3 11-34-16,3-9-82 15,4 7-101-15</inkml:trace>
  <inkml:trace contextRef="#ctx0" brushRef="#br3" timeOffset="168238.92">13484 16811 408 0,'0'0'58'16,"0"0"-8"-16,0 0-12 0,0 0-5 15,0 0-4-15,0 0-1 0,0 0-5 16,0 0-2-16,0 0-5 0,0 0-1 16,-58 41-4-16,46-41 0 0,-9 0-3 15,2 0 0-15,-3 0-2 0,1 4-3 16,0 1 1-16,-4 1 0 0,7 1-1 16,-3 3 1-16,3 0 0 0,-1 4-3 15,4 1 3-15,1 2-2 0,4-1 0 0,-3 1-2 16,5 1 2-16,2 0-3 0,4 2 3 15,-5 3-9-15,3 3 9 0,2 3-8 16,2 1-5-16,0 2 12 0,0 1-9 16,0-2 8-16,2-5-1 0,5-1 2 15,-1-7-2-15,0 1 1 0,2-1 0 0,5-3-1 16,-3-1 1-16,2-1-1 0,1 0 3 16,-3-3-3-16,3 2 0 0,3-4 0 15,-1-1 2-15,3 0-1 16,-5-1 2-16,1-3-1 0,-6 1-3 0,5-4 1 15,5 3 1-15,-9-1 0 0,9 0-1 16,-8-1 2-16,3-1-5 0,3 0 4 16,-3 0 0-16,5 0 0 0,1 0 2 15,2-1-1-15,-1-6-2 0,5 0 0 16,-4-4 1-16,2-3-2 0,-3-2 1 0,1-4 1 16,4-1-2-16,-7-7 1 0,3 1-2 15,-7 0 3-15,5-2-2 0,-2 2 2 16,-3 0 11-16,-2-2-12 0,-3 1 12 15,-3 1-4-15,-2 0-7 0,2 1 10 16,-6 2-9-16,0-1 1 0,0 4-1 0,-6 1 0 16,0-1 1-16,-4 1 2 15,-5-1-3-15,1 0 1 0,-5 1 0 16,-4-2 0-16,3 3-1 0,-5 2 0 16,2-1-1-16,-2 1 0 0,0 2 0 0,5-1-1 15,-1 2-2-15,9 6-1 0,-5-1-2 16,13 5-5-16,-2 1-14 0,0-5-35 15,1 4-45-15,3-1-136 0,-2 0-30 16</inkml:trace>
  <inkml:trace contextRef="#ctx0" brushRef="#br3" timeOffset="169407.87">15425 16919 261 0,'0'0'37'0,"0"0"-5"16,0 0-7-16,0 0 0 0,0 0 0 15,0 0 3-15,0 0 2 16,0 0-2-16,0 0 7 0,-6-15-3 0,6 13 4 16,0-4-3-16,-2 1-3 0,-3-5-6 15,-1 1-5-15,0 1-4 0,0-6-3 16,2 5-2-16,-7-2-1 0,5 5 0 16,0 0-1-16,-2 0 0 0,-3 2-3 15,3-1 1-15,0 1 1 0,-11-1-2 0,3 1 1 16,1 1-2-16,-3 3 0 0,3 0-1 15,-3 0 0-15,-3 4-1 0,2 7 2 16,1-4-2-16,5 6-1 0,3 2 2 16,-2 0-4-16,1 2 1 0,3-5 0 15,4 3 1-15,-2 0 0 0,4-3-1 0,-1 6 0 16,3 0-1-16,0 1 0 0,0 5 1 16,0-3-2-16,3-1 2 15,-1 0 2-15,4-2-14 0,-2 3 8 0,-2-5-6 16,2 0 3-16,-2-5 7 0,2-2 0 15,-2 2 0-15,-2-1 0 0,5-1 0 16,-3-4 0-16,2 3 0 0,-2-3 1 16,4 0-1-16,0 3-3 0,0-4 2 15,3 2 2-15,-3-1-1 0,4 2 2 16,-2-5-2-16,1 3-2 0,-3 0 2 0,10-2-1 16,-3 4 4-16,1-1-2 0,-1 0 0 15,-5 0-1-15,4-4-2 0,-3 0 0 16,3 1 1-16,-2-3 1 0,3 0-2 15,1 2 1-15,-1-2-2 0,7 0 3 16,-1-2 2-16,2-3-3 0,3-2 1 16,-3 0 0-16,0-1-2 0,2 0 1 15,-5 1 1-15,3-2 0 0,-1 1 1 16,-5-1-3-16,8 1 0 0,-15 2 0 16,6 1 2-16,-7 0 3 0,3 0-3 0,-2-1 0 15,-2 0 10-15,7-4-10 0,-9 2 12 16,4-3-13-16,-2-2 1 0,3-1 7 15,-3-4-8-15,0 0 7 16,4-1-7-16,-7 1 1 0,3 0 1 0,0-2-1 16,-4 6 0-16,2-2 0 0,-2-3-1 15,2 7 1-15,-4-8 0 0,2 9 0 16,-2-3 1-16,0 0 0 0,0 2-1 16,0 0 1-16,0 0 0 0,-6-5 1 15,-2 4-1-15,-7-7 0 0,-3 5-1 0,-5-4 1 16,0 4-2-16,-8-3 2 0,0 1-2 15,2-1 0-15,-2-1-1 0,0 3-5 16,5 2-6-16,1 6-21 0,8 0-30 16,1 0-75-16,3 5-138 0,5-3-1 15</inkml:trace>
  <inkml:trace contextRef="#ctx0" brushRef="#br3" timeOffset="171040.08">17265 16495 381 0,'0'0'48'0,"0"0"-2"16,0 0-10-16,0 0-7 0,0 0-1 15,0 0-6-15,0 0 5 0,0 0 0 0,0 0 1 16,-56-8-7-16,43 8-3 0,5 0-3 16,-6 0-6-16,-5 0-1 0,7 0 0 15,-7 0-3-15,-2 0 2 16,3 0 0-16,-7 0-2 0,4 0 1 0,1 5-2 15,-5 1 3-15,0 2-3 0,2 1 0 16,1 0 0-16,1 3-3 0,2 1 2 16,-1 3 0-16,1 2-1 0,0 2 3 15,5 0-3-15,-1 2 0 0,-3 3-2 16,5-2 0-16,1 4 1 0,4-2 1 0,-3 3-2 16,3-2 0-16,2-1 0 0,4-8 1 15,-2 3-1-15,2-8 2 0,2 2-2 16,0 5 0-16,0-2 0 15,0 6-2-15,2-7 1 0,4 3 1 0,6 1 0 16,1-4 1-16,-1 4-2 0,3 1-11 16,3 1 5-16,-3-1-4 0,3-3 6 15,3-1 4-15,-2-4 2 0,1 0-2 16,3-5 1-16,-2 2-2 0,-1-3 1 16,-1 1 1-16,2-6-2 0,-5 0 0 0,-1 1 2 15,3-3-1-15,3 2 0 0,4 1 2 16,-3-2-1-16,1 3 1 0,-2-1 0 15,-3-3-1-15,1 0 0 0,2 0-2 16,-1 0 4-16,7 0-1 0,-2-3-2 16,-4-4 0-16,1 0-1 0,-7-2 2 15,-1-2 0-15,-1 1 10 0,-1-7-11 16,-4 2 10-16,-1 4-5 0,-1-6-6 16,-2 2 9-16,-2 3-6 0,2-6 0 15,-2 7 0-15,-2-1-2 0,0 0 0 0,4 1 1 16,-4-1 1-16,0 1 0 0,0-1-3 15,0 6 3-15,0-6-2 0,0 6 3 16,0-6-1-16,0-8 0 0,-4 5-1 16,-2-8 0-16,0 4 0 0,0-1 0 15,-1-5 1-15,3 3-1 0,-6-1 1 0,2-1 1 16,2 1-3-16,-7 2 1 0,7 1 1 16,0 6-1-16,0 2 2 0,-1 3-1 15,5 1 0-15,-4-1-1 16,0 1 0-16,0 1 1 0,2 4-3 0,-1-3 4 15,1 3-2-15,-2-1-1 0,0-1 1 16,4 1-2-16,-9 0-1 0,9 3 1 16,-8-4-1-16,4 0-5 0,-2 1-9 15,-1 0-24-15,5 0-30 0,-8-2-98 16,6 3-108-16</inkml:trace>
  <inkml:trace contextRef="#ctx0" brushRef="#br3" timeOffset="171821.38">15578 16599 378 0,'0'0'46'0,"0"0"-3"15,0 0-7-15,0 0-6 0,0 0-6 16,0 0-5-16,0 0-1 0,0 0-9 15,0 0 1-15,-75 24-4 0,67-16 2 16,-4 4 2-16,3-2 0 0,-1 2-2 16,2 0 1-16,2 1-3 0,-7 2 1 15,1 0 1-15,-1-2 0 0,-1 1-4 16,6 0 1-16,-3-3-1 0,-1 0-1 16,6 1 0-16,0-4-3 0,-3 6 1 0,5-7-1 15,2-2 0-15,2-2 0 0,-2 2-2 16,2 1 2-16,-4 0-1 0,4-1 1 15,0-5 0-15,-2 0 1 0,2 0-1 16,0 2 0-16,0-2 1 0,0 2 0 16,-4 4 0-16,-3 2 1 0,1-3-1 15,-2 6-1-15,-4-5 1 0,3-1 0 16,-3 0-2-16,2-3 1 0,8 0-2 16,-5 1-3-16,3-3-3 0,0 1-13 15,0 1-27-15,-2 0-85 0,6-2-128 0</inkml:trace>
  <inkml:trace contextRef="#ctx0" brushRef="#br3" timeOffset="176679.55">18710 16518 180 0,'0'0'38'0,"0"0"-1"0,0 0-10 16,0 0-6-16,0 0-4 0,0 0-4 15,0 0 0-15,0 0 7 0,0 0 0 16,2 15 5-16,-2-14-3 0,2 1 1 16,-2-1-4-16,0 1-2 0,0-2 0 15,0 2-3-15,0-2 1 0,0 1-2 0,0-1-1 16,0 3 1-16,0-3-1 0,0 0-1 15,0 0 0-15,0 0-2 0,0 0-1 16,0 0-1-16,-4 0 2 0,-1 0-1 16,-7-4 2-16,0-4 3 0,3 2-2 15,-5-3 0-15,1 1-3 0,-3 0 1 0,-5 1-2 16,3-1 1-16,3 4-2 0,1 0 1 16,-5-1-2-16,0 0-1 0,-5-2 8 15,1 2-10-15,0 3 1 16,0 2 0-16,1 0-8 0,1 0 8 0,0 5 0 15,-1 0 0-15,5 2-1 0,-6 4 0 16,3-2-1-16,1 3 1 0,5 2 0 16,-5-3 2-16,11-3 2 0,-5 2-3 15,3 0-1-15,2 1-3 0,-5 2 1 16,5 3 1-16,-4-1 1 0,1 2-2 0,3-1-1 16,0 1 1-16,2-5 1 0,-1 4-1 15,3 0 1-15,2-5-1 0,2 8-2 16,0 1 2-16,0-2 0 15,0 2-1-15,0-3 2 0,0-6-1 0,0 1 0 16,0-2-1-16,2 2 1 0,2-3 0 16,-4-4-1-16,2 2 2 0,3 0-3 15,1 0 2-15,-4-1 0 0,4 2-1 16,2 1 1-16,3 0-1 0,-3 0 1 16,2 0 1-16,3 4-1 0,1-6-1 0,5 6 0 15,-5-1 0-15,5 0 1 0,-1-2 0 16,-1-1 1-16,2-1-2 0,3 0 1 15,-1-3-3-15,0 3 1 0,-3-3 1 16,-3-1 2-16,1-1-1 0,-5 2 0 16,1-5 0-16,7 1 0 0,-7 1 0 15,7 0-1-15,-7-2 1 0,0 2 0 16,-1-2 0-16,1 2 1 0,7 1-2 16,-5 0 1-16,11 0 1 0,-8 0-1 15,-3 0-5-15,-6-2 3 0,-2 1 3 0,7-1-1 16,-7-1-2-16,7 0 3 0,-1 0-3 15,-4 0 1-15,3-4 6 0,-3 0-4 16,0-1 0-16,-2-3-3 0,5 2 3 16,-3-2-3-16,-2 3 2 0,2-3 1 15,-1 1-1-15,-1 0 1 0,4 1-1 0,-4 0 0 16,0 0 0-16,-3 3 0 0,3-4 0 16,-4 4 0-16,-2-1 0 0,4-2 0 15,-2 0 1-15,-2-3-1 16,4-3 2-16,-4-2-2 0,0-7 0 0,-6 0-1 15,0-5 1-15,0 1 0 0,-1 1 0 16,1 8 1-16,0-1 2 0,4 7-2 16,-2-1 1-16,-2 2-2 0,3-2 1 15,-3 2 1-15,0 2-1 0,4-4-1 16,-4 2 2-16,0 0-2 0,-5-1 2 0,5 3-1 16,0-2 2-16,-2-2 0 0,-5-1 0 15,5 1-1-15,-2-1 0 0,3 8 0 16,-1-5 0-16,2 2 1 0,4 4-3 15,-9-2 1-15,9 2 0 0,-2-1 1 16,2 3-1-16,2 1 0 0,0-2-1 16,0 2 0-16,0 0-1 0,-4 0 1 15,4 0-3-15,-2-2 2 0,2 2-4 16,-4 0-8-16,4 0-23 0,-6 0-34 16,4 0-70-16,-5 0-140 0,-1 2 2 0</inkml:trace>
  <inkml:trace contextRef="#ctx0" brushRef="#br3" timeOffset="181607.23">19944 16551 231 0,'0'0'31'16,"0"0"-5"-16,0 0-1 0,0 0 0 15,0 0-3-15,0 0-3 0,0 0-1 0,0 0 2 16,6-6-3-16,-6 3 1 0,0 2 2 15,0-1 3-15,0 0 5 0,0 1 3 16,0-1-5-16,0-2 0 0,0 0-3 16,-2-1 1-16,-2 2-1 0,2 0-2 15,-5 0-3-15,1-3-2 0,-4 1-3 0,4 2 2 16,-3 0-2-16,7 2 1 0,-4-1-4 16,-6 2-2-16,5 0 1 0,-5 0-3 15,0 0 1-15,-1 0 3 16,-1 3-6-16,-3 3 0 0,1 3-2 0,-1-1-5 15,3 3 5-15,-1-1 2 0,3 0-2 16,-5 0 3-16,7 0-3 0,-7 2 1 16,5 1 1-16,-2 1-2 0,1 1-1 15,1 0 0-15,-1 1 0 0,3 1 1 16,0 2 0-16,-3 2-2 0,1 1 3 0,4 6-1 16,-1 1 0-16,-1 3-2 0,2-5 2 15,-3-3 0-15,5-3-1 0,4-4 4 16,-4-2-5-16,0-1 1 0,4 1 2 15,-5 4-3-15,1-5 1 0,0 0 1 16,6-3 0-16,-4 1 1 0,2 0-1 16,2-1-2-16,-4-1 2 0,4-5-2 15,0 2 0-15,0-7-6 0,-2 0 5 16,2 5 0-16,0 0 1 0,0 1 4 16,0 6-4-16,2-5-5 0,4 1-6 0,0 4 8 15,0-4 3-15,0-5 7 0,5 1-7 16,-7 1 0-16,6-1-10 0,-1-1 1 15,1 2 12-15,2-2-4 0,-3 0 2 16,5-3 1-16,5 2-3 0,-7-2 0 16,9 0 0-16,-3 0 0 0,1-2 0 15,2-4 3-15,-3-2 8 0,-5 4-12 16,1-1 11-16,-2-1-9 0,1 2-2 0,-1-1-1 16,3-2 3-16,-3 2 0 15,1-3-1-15,-1 1 7 0,-4-3-8 0,-2 5 2 16,9-5 2-16,-9 7-2 0,0-4 0 15,5-1 0-15,-5 1 0 0,0-1-2 16,0 1 2-16,-2-1 2 0,-4 5-2 16,7-3 0-16,-3-1 0 0,-2 3 0 15,4-3 0-15,-2 2-2 0,-2-4 1 0,4-1 0 16,1 3 0-16,-3-2-1 0,-2 5 3 16,0-4-1-16,2 3 0 0,-2-4 2 15,4 3-3-15,-2-4 4 16,-2 0-3-16,3 0 0 0,-3-7 0 0,2 2-2 15,-2-4 1-15,2 0 2 0,-4 1-1 16,0 4 1-16,0-7 0 0,0 1 1 16,0 8-2-16,0-5 0 0,0 5 0 15,-4 0 0-15,-2-3-2 0,4 4 4 16,-5-4-1-16,1 1 0 0,-4 5 0 0,6-3 1 16,-9 0-2-16,7 8-1 0,-6-9 0 15,-1 4-4-15,-1 0-2 0,-9-2-11 16,2 1-19-16,-3-1-47 15,-3-4-94-15,-4-2-126 0</inkml:trace>
  <inkml:trace contextRef="#ctx0" brushRef="#br2" timeOffset="186706.62">21008 16499 206 0,'0'0'53'0,"0"0"-6"15,0 0-8-15,0 0-3 0,0 0-3 16,0 0-7-16,0 0-4 0,0 0-4 16,0 0-1-16,-62 28-1 0,58-26-4 15,-2-1 1-15,6-1 0 0,0 0-1 0,0 0 2 16,-2 0 0-16,2 1-3 0,-4-1-2 16,4 0 0-16,0 0-2 0,-2 0 0 15,2 0-1-15,0 0-3 16,0 0 0-16,12 0-1 0,2-5-1 0,11 0 0 15,2 2 1-15,4-2-1 0,2 4 1 16,-4-1-2-16,8 2 1 0,1-3 1 16,-5 2 0-16,6 1-1 0,0-2 1 15,-6 0-1-15,4 2 1 0,-8-1 0 16,2 1 2-16,0 0 0 0,-8 0-2 0,2 0 2 16,-6 0-2-16,-1 1 0 0,-3 3 3 15,-3-3 0-15,2 4 0 0,-3-2 2 16,-3 0-3-16,2-2 1 0,-3 1-2 15,-5-1-1-15,-2-1-1 0,0 0 0 16,0 0 1-16,2 0-2 0,-2 2 0 16,4-2 0-16,-4 0 0 0,2 2 0 15,-2-2 0-15,4 0 0 0,-4 0 0 16,2 1-3-16,-2-1-4 0,0 2-7 16,0-2-13-16,0 1-17 0,0-1-31 0,0 1-44 15,0-1-96-15,-6 0-7 0</inkml:trace>
  <inkml:trace contextRef="#ctx0" brushRef="#br2" timeOffset="187320.98">21384 16278 510 0,'0'0'43'15,"0"0"-7"-15,0 0-4 0,0 0-7 0,0 0-4 16,0 0-6-16,0 0-4 0,0 0-6 16,0 0-1-16,0 0-2 15,-20 35-2-15,30-23 1 0,-2 1 0 16,7-3 1-16,1-3-1 0,-1 0 0 0,3-1-1 15,1-1 0-15,-2 2 0 0,5-1 0 16,-5 1 0-16,6-3-1 0,-3 3 3 16,1 1-1-16,2 0 3 0,-1 0 0 15,1 1-7-15,0 2 6 0,0-2-7 16,-3 2 6-16,-5-2 0 0,1-3 2 0,-1 0-1 16,-9-3 0-16,0-1-1 0,-4 1-2 15,-2-3 2-15,0 0 0 0,0 0 0 16,4 1 3-16,-4-1 1 0,2 1 0 15,-2-1 3-15,0 0-2 0,0 2 0 16,0-2 2-16,0 0-4 0,0 1 0 16,0-1-3-16,0 0-1 0,-2 2 2 15,-4-2 0-15,0 2 0 0,-6-1-1 16,-1 4 0-16,1 1-1 0,-7 3 0 16,5 1 0-16,-1 1 2 0,-1 3-4 0,-1 1 2 15,-6 5-1-15,5 1 0 16,1 5 0-16,-1 1 1 0,-1 0-3 0,5 4 4 15,1-1-1-15,1-2 0 16,-1-4 0-16,5 0 1 0,2-5-2 0,0-4 1 16,2-5-1-16,1-5-1 0,3-1-1 15,0-4 2-15,-4 0-1 0,4 0-1 16,0 3-1-16,0-3-2 0,0 2-4 16,0-2-9-16,0 0-18 0,0 1-25 15,0-1-64-15,0 0-152 0,0-10 3 0</inkml:trace>
  <inkml:trace contextRef="#ctx0" brushRef="#br1" timeOffset="196821.13">22984 16082 495 0,'0'0'36'16,"0"0"-2"-16,0 0-1 0,0 0-9 16,0 0-6-16,0 0-8 0,0 0 0 0,0 0 1 15,0 0 0-15,-33 72-2 0,33-33 1 16,0 4-1-16,-4 4 1 0,4 4-2 15,-2 4-1-15,0 1 3 0,-2 0-6 16,2 0 2-16,-2-1-1 0,2-2-2 16,2 0 1-16,-5-3-3 0,5 0 0 15,0-3-1-15,0-6 0 0,0-1 0 16,5-12 0-16,-5-6-5 0,2-2 0 16,2-11-6-16,-2-5-10 0,-2 3-21 15,0-7-24-15,6 0-58 0,2-13-126 0</inkml:trace>
  <inkml:trace contextRef="#ctx0" brushRef="#br1" timeOffset="197048.25">22920 16302 550 0,'0'0'31'0,"0"0"-2"0,0 0-6 15,0 0-2-15,0 0-1 16,0 0-3-16,0 0-4 0,0 0-4 0,0 0-5 15,83-29 2-15,-58 28-3 0,2 1-2 16,-1-3 2-16,-1 0-3 0,2-2 1 16,-2-1-1-16,-2 2-1 0,-1-2 0 15,-7 1-2-15,4 1-4 0,-11 2-4 16,-2-1-16-16,0 3-19 0,-2 0-28 0,3 3-70 16,-5 6-110-16</inkml:trace>
  <inkml:trace contextRef="#ctx0" brushRef="#br1" timeOffset="197360.22">23057 16635 516 0,'0'0'39'0,"0"0"1"0,0 0-3 15,0 0-9-15,0 0-4 0,0 0-8 16,0 0 0-16,0 0-6 0,91 27-2 16,-62-31-6-16,-7-4-1 0,5 1 0 0,4-1 1 15,-6-1-2-15,2-1 0 16,-6 3 0-16,1-1-2 0,-7 2 2 16,-7 3 2-16,2 0-2 0,-8 2 1 15,5-1-3-15,-3 0 0 0,-4 2 1 0,0 0 1 16,0 0 0-16,0 2-6 0,2 4-8 15,-2 6-26-15,0 5-30 0,-6-3-93 16,4-1-106-16</inkml:trace>
  <inkml:trace contextRef="#ctx0" brushRef="#br4" timeOffset="201322.78">24528 16020 319 0,'0'0'46'16,"0"0"2"-16,0 0-1 0,0 0-3 16,0 0-7-16,0 0-1 0,0 0-3 15,0 0-3-15,0 0-5 0,0 0-3 16,-35-56-3-16,35 54-4 0,0 2 2 16,0-1-8-16,-4 1-3 0,4 6 0 0,0 20-4 15,4 16 3-15,5 17 2 0,-1 10-3 16,-2 4-1-16,4 2 0 0,-3 4-6 15,-1-1 4-15,0-4-3 0,-4-5 0 16,2-7 3-16,-2-11-1 0,-2-7 0 16,0-15 0-16,0-14-2 0,0-5-3 15,0-10-6-15,0 0-13 0,0 0-19 16,0-13-19-16,-2-5-16 0,-2-12-19 16,2-4-16-16,2-3-29 0,0-5-56 15</inkml:trace>
  <inkml:trace contextRef="#ctx0" brushRef="#br4" timeOffset="201471.32">24553 16076 390 0,'0'0'41'0,"0"0"-1"0,0 0-8 0,0 0-6 16,0 0-8-16,0 0-8 16,89-68-2-16,-72 62-1 0,-5 3-3 15,7-1-1-15,1 4-3 0,-1 0-4 16,8 0-4-16,-9 0-6 0,-7 0-21 0,-1 0-51 15,-4 4-144-15</inkml:trace>
  <inkml:trace contextRef="#ctx0" brushRef="#br4" timeOffset="201739.3">24510 16534 557 0,'0'0'24'16,"0"0"8"-16,0 0 3 0,0 0-4 15,0 0-8-15,0 0-4 0,101-48-12 16,-70 27 2-16,-2-2-8 0,4 3 1 16,-2 2-1-16,0 4-2 0,-4 4 0 0,0 0-1 15,-2 6-1-15,-7 0-3 0,-3 2-4 16,-3 2-15-16,-6 0-25 0,7 0-43 15,-7 0-151-15,0 0-23 0</inkml:trace>
  <inkml:trace contextRef="#ctx0" brushRef="#br4" timeOffset="202140.45">25694 16009 489 0,'0'0'49'16,"0"0"-6"-16,0 0 0 0,0 0-3 16,0 0-11-16,0 0-9 0,0 0-5 15,0 0-1-15,0 0 0 0,0 0 1 16,-8 82-6-16,14-27 1 0,-2 3-6 0,1 4-1 16,-3 0 1-16,-2 3-6 0,0 1 3 15,0-1-1-15,-2-6-2 0,-5-7 3 16,5-10-3-16,-4-8-3 0,0-13-3 15,6-10-10-15,-4-7-18 0,4-4-22 16,-2-2-28-16,-2-10-29 0,-5-10-39 16,3-10-39-16</inkml:trace>
  <inkml:trace contextRef="#ctx0" brushRef="#br4" timeOffset="202341.43">25591 16166 568 0,'0'0'44'0,"0"0"-5"15,0 0-5-15,0 0-5 16,0 0-8-16,0 0-5 0,0 0-3 0,83-61-5 16,-56 50-1-16,4 1-4 0,-3-1-2 15,3-3 1-15,7 2-1 0,-3-1 0 16,-2 1 1-16,4-1-5 0,-4 6 0 16,0 4-2-16,-4 3-4 0,-12 0-10 15,-1 4-27-15,-3 10-29 0,-5 3-83 0,-2 7-111 16</inkml:trace>
  <inkml:trace contextRef="#ctx0" brushRef="#br4" timeOffset="202571.59">25709 16455 589 0,'0'0'29'0,"0"0"-3"0,0 0 5 16,0 0-9-16,0 0-3 0,0 0-2 16,85 20-8-16,-50-30 3 0,-2-4-7 15,0 0 0-15,0-1-3 0,0 2 0 16,-6 1-1-16,-2 1-2 0,-7 5-2 0,-9 1-5 16,-3 3-12-16,-2 2-22 0,-2 0-55 15,2 4-134-15,2 0-45 0</inkml:trace>
  <inkml:trace contextRef="#ctx0" brushRef="#br4" timeOffset="203103.16">27205 15830 506 0,'0'0'30'15,"0"0"1"-15,0 0-3 0,0 0 4 16,0 0-2-16,0 0 1 0,0 0-3 0,0 0-6 15,0 0-5-15,0 0-4 0,-14-67-4 16,14 69 1-16,0 16 6 0,0 15-5 16,6 16 2-16,0 12-7 0,1 8-3 15,-5 8 2-15,2 2-3 0,-4-1 2 16,0 0-4-16,0-4-3 0,0-6 3 0,-4-7-4 16,-3-9 4-16,5-13-1 0,-2-13-4 15,2-10-7-15,2-12-21 0,0-4-34 16,-4 0-66-16,4-9-151 0,-2-10-5 15</inkml:trace>
  <inkml:trace contextRef="#ctx0" brushRef="#br4" timeOffset="203324.5">27133 15940 592 0,'0'0'30'0,"0"0"4"16,0 0-2-16,0 0-2 0,0 0-9 15,0 0-8-15,87-39-4 0,-58 35-1 16,-2-3-5-16,6-1 1 0,4-1-3 16,-2-3 1-16,4-2 0 0,5 0-2 0,-5 0 0 15,-2 3-6-15,-2 1 3 16,-8 4-8-16,-4 3-3 0,-9 3-13 16,-1 2-27-16,-7 5-41 0,-4 8-79 15,-2 5-86-15</inkml:trace>
  <inkml:trace contextRef="#ctx0" brushRef="#br4" timeOffset="203524.59">27216 16338 608 0,'0'0'21'16,"0"0"2"-16,0 0 1 0,0 0-4 0,0 0-7 15,0 0-4-15,80 20-5 0,-53-30-5 16,2-2-3-16,-6-1-11 0,8 3-24 16,-4 1-63-16,0 3-165 0,-3-1-3 15</inkml:trace>
  <inkml:trace contextRef="#ctx0" brushRef="#br4" timeOffset="204130.65">29428 15605 596 0,'0'0'33'0,"0"0"-2"16,0 0-2-16,0 0-6 0,0 0-7 16,0 0-3-16,0 0-3 0,0 0-4 15,0 0 2-15,-40 54-1 0,40-9 1 16,0 8 2-16,0 6-5 0,0 7 4 0,0 2-2 16,0 2-3-16,0-3 2 0,0-3-4 15,0-7 0-15,-4-7-6 0,-2-8 0 16,0-9-8-16,0-12-16 0,3-7-34 15,3-9-52-15,-6-5-91 0,4 0-79 16</inkml:trace>
  <inkml:trace contextRef="#ctx0" brushRef="#br4" timeOffset="204302.14">29372 15662 580 0,'0'0'45'15,"0"0"-4"-15,0 0-10 16,0 0-10-16,0 0-9 0,0 0-4 0,84-40-4 16,-65 31-2-16,8-2-1 0,2-1-2 15,-2 0-2-15,4 0-2 0,-2 0-5 16,2 3-22-16,-6 4-21 0,-9 3-53 16,3 2-119-16,-9 4-34 0</inkml:trace>
  <inkml:trace contextRef="#ctx0" brushRef="#br4" timeOffset="204516.58">29456 15903 493 0,'0'0'24'0,"0"0"1"15,0 0 0-15,0 0-3 16,0 0-5-16,0 0-6 0,83 34-3 0,-56-36-2 15,-2-3-3-15,0 0-2 0,-7 1-8 16,-1 4-12-16,-5 0-52 0,-1 2-170 16,1 4-18-16</inkml:trace>
  <inkml:trace contextRef="#ctx0" brushRef="#br4" timeOffset="204936.33">30265 15574 505 0,'0'0'42'0,"0"0"-3"0,0 0-4 16,0 0-2-16,0 0-7 0,0 0-6 15,0 0-4-15,0 0-5 0,0 0-2 0,0 0 1 16,-9 66-3-16,9-19 0 0,0 8 3 15,0 6-6-15,0 4 5 0,0 5-5 16,0 3 1-16,0-2 0 0,-4-9-4 16,-2-7 2-16,4-9-3 0,-2-18-1 15,2-13-2-15,2-7-12 0,0-8-15 0,0 0-33 16,-4 0-61-16,4-10-143 0,-2-13-8 16</inkml:trace>
  <inkml:trace contextRef="#ctx0" brushRef="#br4" timeOffset="205142.53">30186 15620 614 0,'0'0'36'0,"0"0"-3"0,0 0-8 16,0 0-6-16,0 0-6 0,0 0-6 15,85-65-3-15,-58 55-2 0,0-1 0 16,4-3-2-16,2-1-2 15,4 0 0-15,-4-2-3 0,2 4 0 0,0-1-3 16,-2 2-2-16,-6 1-13 0,0 1-23 0,-8 4-34 16,-7 1-92-16,-10 4-87 15</inkml:trace>
  <inkml:trace contextRef="#ctx0" brushRef="#br4" timeOffset="205354.85">30207 15866 596 0,'0'0'18'16,"0"0"0"-16,0 0-4 0,0 0-2 16,0 0-5-16,0 0-3 0,0 0-5 15,91 25-3-15,-66-33-4 0,1 2-9 0,1 2-19 16,-2-3-55-16,0 4-143 0,-4 1-22 15</inkml:trace>
  <inkml:trace contextRef="#ctx0" brushRef="#br4" timeOffset="205787.47">31096 15429 419 0,'0'0'53'15,"0"0"-7"-15,0 0-10 0,0 0-2 16,0 0-6-16,0 0-2 0,0 0-3 16,4 116-7-16,-4-68 1 0,0 9-4 0,0 3 2 15,-4 6 2-15,2 1-4 0,-3-1 1 16,3-3-5-16,-2-8-5 0,2-5 0 15,-2-10-1-15,4-13-1 16,0-4-5-16,-2-11 0 0,2-7-5 0,0 1-2 16,0-6-11-16,0 0-18 0,0-3-24 15,0-15-32-15,0-10-74 0,2-11-87 16</inkml:trace>
  <inkml:trace contextRef="#ctx0" brushRef="#br4" timeOffset="205971.6">31081 15498 551 0,'0'0'26'0,"0"0"-2"0,0 0-1 15,0 0-3-15,0 0-7 0,0 0-3 0,0 0-5 16,81-41-4-16,-56 30 0 0,2-2 2 16,4-2-1-16,2-2-1 0,0 0-3 15,4 0-8-15,-6 2-7 16,-4 6-14-16,-9 3-18 0,-5 5-38 0,-5 1-49 15,-2 4-104-15</inkml:trace>
  <inkml:trace contextRef="#ctx0" brushRef="#br4" timeOffset="206192.49">31023 15861 514 0,'0'0'23'16,"0"0"-3"-16,0 0-1 0,0 0-4 16,0 0-6-16,0 0-2 0,91 22-4 15,-66-29-2-15,2-4-3 0,-2-1-3 16,2 2-12-16,-3 0-12 0,-1 4-34 16,-4 2-66-16,-1 2-100 0</inkml:trace>
  <inkml:trace contextRef="#ctx0" brushRef="#br4" timeOffset="206907.68">32257 15518 310 0,'0'0'46'15,"0"0"-3"-15,0 0 0 0,0 0 1 16,0 0-6-16,0 0-4 0,0 0-4 15,0 0-8-15,-26-78-7 0,7 72-3 16,-2 1-6-16,1 5-1 0,-5 0 1 16,-2 5 0-16,2 9 1 0,-2 4-7 15,-4 6 7-15,2 5-4 0,-2 4 1 16,0 5 8-16,-2 2-7 0,8 2 10 16,-1 1 0-16,7-1-3 0,0 1 2 0,11 0-6 15,0-4-3-15,4 0 1 0,4-1-3 16,0-3 1-16,10-3-2 0,0-2-1 15,7-1-2-15,1-3 1 0,5-1 0 16,2-6 0-16,0-2 7 0,6-2-2 16,-2-3 1-16,4 0 0 0,-2-3-5 15,2-3 0-15,0-1-2 0,-2-2 1 16,2-3 0-16,-6 0 1 0,4-5 0 16,-4-1-1-16,-4-3 1 0,-3-3 1 15,-1-2-1-15,-7 5 1 0,-3-1-1 0,-3 4 0 16,-4 2 1-16,2 1-1 0,-4 3 1 15,0-1 1-15,0 1-2 0,0 0-2 16,2-1-2-16,-2 1-2 0,0 0-12 16,0 0-21-16,0 0-48 0,0 0-110 15,-2 0-107-15</inkml:trace>
  <inkml:trace contextRef="#ctx0" brushRef="#br4" timeOffset="211964.04">4579 5992 141 0,'0'0'21'16,"0"0"-3"-16,0 0-8 0,0 0-1 16,0 0-1-16,0 0 6 0,-87 52 13 15,74-32 6-15,1 0 8 0,-2 1 2 16,1 0-5-16,-3-3-5 0,1-1-9 0,7-7-7 16,-2 1-3-16,3-5 0 0,-1 1-3 15,2-2-3-15,0-2-3 0,-1 4-2 16,5-4 0-16,-2 0-2 0,-2 1-1 15,0-1 0-15,6 0 1 0,-2 0-1 16,2-3 2-16,-4 0 0 0,4 0 1 16,-2 0 0-16,2 0 2 0,-7 3 0 15,5 0 1-15,-2 0 4 0,2 1-1 16,-2-3 3-16,-2 1-5 0,0 2 2 16,-7 5-3-16,1 6 1 0,1 8 1 0,-1 9 0 15,0 6-3-15,1 7 0 0,7 7 1 16,0 4-3-16,2 3 4 0,-2-1-4 15,2 0-1-15,-2-5 0 16,4-1 0-16,0-5 0 0,0-2 0 0,0-2-1 16,4-1-1-16,4-1 1 0,-2 3 0 15,3 2 1-15,3 2 2 0,0 7-3 16,1 6 4-16,-1 4-3 0,3 5-1 16,-3 4 1-16,0 2-2 0,1 1 1 15,-1 1 1-15,-4-1-1 0,3-1 2 0,-3-6-2 16,0-3 1-16,-1-7 2 0,3-3-2 15,-4-4 2-15,0-3 0 0,-2-1-2 16,7 1 0-16,-3 0 0 0,2 2-2 16,-3 3-1-16,-1 4 3 0,-4 4-4 15,2 3 3-15,-4 4 0 0,0 3-1 0,0-2 2 16,-10 3-3-16,3-5 3 0,-5 1 0 16,4-3-1-16,-7-4 2 0,3-3-2 15,2-6-2-15,-3-2 2 16,3-5-1-16,-3-1 0 0,-3-5 0 0,3-2-2 15,3-1 1-15,-2-1 1 0,-5-1-1 16,3-1 5-16,-5-2-5 0,1 2 1 16,3-3 3-16,1 0-4 0,-5-2 4 15,5-2-3-15,-3-3 0 0,3-2 1 16,-1-1-1-16,3-4 0 0,-5-2 0 0,9-5 1 16,0-1-1-16,-3 1 0 0,3-3 0 15,2 0 2-15,2-6-2 0,4-2 0 16,0 0-2-16,0 0-2 0,-2 2 0 15,2-2 1-15,-5 0 1 0,5 0 2 16,0 0 0-16,0 0 0 0,11-7 1 16,-3-3-2-16,4 3 2 0,1-1-2 15,1 2 0-15,3 1 1 0,-9 2-1 16,11 0 1-16,-1 3 0 0,-1 0-1 16,6 0 1-16,-1 5 0 0,-3 3 0 0,4 4 3 15,-3 3-3-15,1 5 2 0,-2 5-1 16,-1 7 0-16,-3 8 0 0,-1 7 3 15,3 6-3-15,-9 8 1 16,-2 2 0-16,2 7-4 0,-8 4 4 0,7 1-2 16,-3 3-1-16,-4-3 3 0,0 1-3 15,6-1 2-15,-4-3-1 0,2 1-2 16,-2 2 3-16,2 1-4 0,-2 1 3 16,3 3 2-16,-3 2-3 0,2 2 3 15,-4 3-2-15,2 0-1 0,-2 6 0 0,0 4 1 16,0 3 0-16,0 3 2 0,-6 4-1 15,-1-1-3-15,-1 3 3 0,-4 2-1 16,1 2 1-16,3-1 2 0,-4 0-4 16,3 2 1-16,-1 0 3 0,2 1-2 15,2-1 3-15,4 0 2 0,-3-2-4 0,5 0-1 16,0 2 3-16,0 0-2 0,5 0 0 16,1-3 3-16,-2-5-5 0,6-3-1 15,-4 1 2-15,3 0 0 16,-5 4 1-16,4 2 2 0,-8-1-3 0,4-2-1 15,0 1 2-15,-4 0-2 0,5-3 3 16,-3-3 1-16,2-8-2 0,4-5 1 16,-2-6-3-16,5-4-3 0,-3-1 3 15,0-4-2-15,2 1 3 0,-1-6 1 16,1-2-1-16,-2-6 1 0,1-7-1 0,3-2 2 16,-6-3-2-16,0-1-8 0,5-1 5 15,-9 3-4-15,4-3 6 0,0 5 5 16,-4 2-3-16,4 1 0 0,1 2-4 15,-1-1 5-15,-2-2-2 0,4-3 2 16,3-6-1-16,-3-2 0 0,-2-7-2 16,2-3 3-16,3-3-7 0,-5-3-4 15,2-3 6-15,-6-7-7 0,4-7 8 16,-1-2-2-16,-5-2 3 0,2-4 0 16,2 4-2-16,-4-6 1 0,0 0-1 0,0 0 1 15,2 1 2-15,4 2-1 0,-6 0 0 16,6 0 1-16,-2-3-1 0,5 2 1 15,-1 1-1-15,4-2 1 16,-1 2 0-16,-3-1-1 0,2 1 0 0,1 0-1 16,-7-3 2-16,2 2 0 0,-4-2-1 15,4 0 1-15,-2 0-1 0,3 1-1 16,-7-1 1-16,0 0-1 0,0 0 0 16,2 0 4-16,-2 1-3 0,4-1-2 15,-4 0 3-15,2 0-1 0,-2 0 0 0,2 0 3 16,-2 0 0-16,0 0-3 0,4 0 2 15,-2 0-1-15,-2 0-3 0,4 0 3 16,-4 0-1-16,2 0 2 0,-2 0-1 16,4 0-2-16,-4 0 3 0,2 0 1 15,-2 0 1-15,0 0-1 0,5 0 1 0,-5 0-5 16,0 0 0-16,0 0-1 0,0 0-5 16,0 0-8-16,0 3-23 15,-5-3-43-15,-7-3-121 0,-2-4-89 16</inkml:trace>
  <inkml:trace contextRef="#ctx0" brushRef="#br4" timeOffset="213052.72">1484 10586 399 0,'0'0'46'0,"0"0"-1"0,0 0-3 15,0 0-4-15,0 0-11 0,0 0 0 0,0 0-7 16,0 0-7-16,0 0-4 0,-78-70-5 16,74 87 0-16,4 11-2 15,4 14 3-15,8 8-2 0,3 10-1 16,3 6 1-16,1 4-1 0,-5-1 1 0,1-1-1 15,-3-5 2-15,-6-7 2 0,13-9-3 16,-11-7 2-16,5-9-5 0,-3-5 0 16,-2-4-2-16,0-7-4 0,-1-5-4 15,-1-2-16-15,4-4-22 0,-4 1-44 16,5-5-75-16,5-2-71 0</inkml:trace>
  <inkml:trace contextRef="#ctx0" brushRef="#br4" timeOffset="213570.27">1867 10400 478 0,'0'0'40'0,"0"0"-2"0,0 0-5 15,0 0-6-15,0 0-5 0,0 0-3 16,0 0-2-16,0 0-2 0,0 0-3 16,0 0-1-16,-25-10-1 0,23 10-1 15,-4 0-2-15,-5 0-3 0,-1 6-2 16,1 10-2-16,5 14-1 0,2 10 3 16,2 14 1-16,2 11-1 0,0 8 3 15,0 6-4-15,2 3-2 0,2-3 2 0,2-5-2 16,-3-7 1-16,9-8 4 0,0-12-4 15,3-9 0-15,3-11 0 0,1-7-3 16,0-8 2-16,1-8-3 0,5-4 0 16,-2 0 1-16,2-8-1 0,-5-6 4 15,3-3 1-15,-8-1 1 0,-1 0 0 0,-4 1-3 16,-1 4 2-16,-3 0-3 0,-6 4 4 16,6-3 1-16,-4 1 1 0,-2 1 3 15,0-7-2-15,-8 4 2 16,2-6-2-16,-3 4 1 0,-7 0 1 0,1 1-1 15,-5 2-1-15,-3 0-1 0,0 3 2 16,0 0-1-16,7 3-1 0,3 3 2 16,1 1-6-16,6 2 0 0,-2 0-3 15,-5 0 0-15,7 2 1 0,0 4-2 16,2 3-2-16,-3 1 1 0,7 3-4 0,0 6-7 16,0-6-12-16,0 6-26 0,11-4-25 15,-3-1-72-15,9 4-103 0</inkml:trace>
  <inkml:trace contextRef="#ctx0" brushRef="#br4" timeOffset="213959.94">1614 12019 535 0,'0'0'41'16,"0"0"3"-16,0 0-4 0,0 0-13 15,0 0-14-15,0 0-8 0,0 0-2 16,0 0 0-16,0 0 0 0,46 122 2 16,-9-47-2-16,2 7 2 0,-3 6 0 15,1 2-5-15,2-2-2 0,-6-4-2 0,4-7-2 16,-10-12 4-16,-2-11 2 0,-4-12 0 16,-9-11 0-16,-4-11-2 15,-4-8-4-15,-1-7-9 0,-3-5-25 16,0 0-43-16,0 0-170 0,0 0-10 0</inkml:trace>
  <inkml:trace contextRef="#ctx0" brushRef="#br4" timeOffset="214254.87">1658 12245 482 0,'0'0'25'15,"0"0"1"-15,0 0 2 0,0 0-6 16,23-82-5-16,-1 71-2 0,-1 5-6 15,4 1 0-15,2 3-3 0,0 2-2 16,4 0-1-16,-3 0-5 0,-3 0 2 0,2 7-3 16,-2 4 0-16,-4 4 3 15,-9 6-2-15,-2 4 5 0,-8 3 1 16,-2 4-1-16,-8 2 6 0,-8-1-1 16,-7 2 0-16,-2 0 2 0,0-3-7 0,5-2 4 15,-1-3-5-15,4-5-1 0,5-7-4 16,6-8-8-16,4-2-1 0,2-5-9 15,0 0-13-15,12-3-39 0,7-8-89 16,8-9-75-16</inkml:trace>
  <inkml:trace contextRef="#ctx0" brushRef="#br4" timeOffset="214707.14">2326 11984 365 0,'0'0'58'0,"0"0"-1"15,0 0-14-15,0 0-12 0,0 0-5 0,0 0-2 16,-87-49-1-16,64 49-5 0,0 2-3 16,7 5-4-16,-7 6-3 15,11 3-3-15,-3 4-1 0,7 4-3 16,-3 5 1-16,5 3-2 0,6 3 2 0,0 1-2 15,0 1 0-15,11-4-3 0,1-2 2 16,2-8-2-16,-1-3 0 0,8-5 0 16,-1-4-1-16,5-3-2 0,-4-7-1 15,-3-1 0-15,5-1 1 0,-13-4 2 16,3-4 2-16,-3-1 3 0,-4-4 4 0,1 0 2 16,-5-1 2-16,-2-3 0 0,0-2-2 15,0-4-1-15,-7 1-1 0,1 2 0 16,-2 1-3-16,2 5 2 0,0-2-2 15,1 6 1-15,5 6-3 0,-2-2 0 16,2 7-1-16,0-1-2 0,0 1 1 0,0-3 2 16,7 0-1-16,5 2 2 15,2 1-1-15,7 0 0 0,8 1 0 16,-6 2-3-16,2 0-1 0,-1-2-7 16,1-1-7-16,-4 0-22 0,-7-4-29 0,-3-2-83 15,-3 1-89-15</inkml:trace>
  <inkml:trace contextRef="#ctx0" brushRef="#br4" timeOffset="-214500.39">2450 11932 342 0,'0'0'31'15,"0"0"-1"-15,0 0-8 0,0 0-6 0,0 0-8 16,0 0-2-16,78 0-4 0,-63 5 0 15,3 1-3-15,1 0 2 0,-7-2-2 16,-4 1 2-16,-3-3 2 0,-3-1 1 16,2 0 10-16,-2 1 17 0,4 1 6 15,-6-3 9-15,0 0-2 0,0 0-6 0,0 0-3 16,0 0-11-16,-8 0-6 0,-9-6-10 16,3-6-5-16,1-3-3 0,5-5-2 15,2-4-3-15,2-6-6 16,2-5-4-16,2-2-16 0,2-1-12 0,4 0-20 15,6 3-34-15,1 5-52 0,1 5-79 16</inkml:trace>
  <inkml:trace contextRef="#ctx0" brushRef="#br4" timeOffset="-214288.9">2619 11524 456 0,'0'0'54'0,"0"0"-10"15,0 0-4-15,0 0-7 0,0 0-11 16,0 0-5-16,0 0-9 0,0 0-2 15,0 0-6-15,-19 3 4 0,32 18-2 16,1 6-1-16,3-1 2 0,-1 0-4 16,1 1 2-16,-3-1 2 0,3 3-3 15,-7-2 0-15,9 1-2 0,-7-4 0 16,-3-4-1-16,1-7-5 0,-8-5-15 16,2-4-18-16,-4-4-26 0,0 5-41 0,2 1-44 15,-2 0-66-15</inkml:trace>
  <inkml:trace contextRef="#ctx0" brushRef="#br4" timeOffset="-214073.42">2743 11761 327 0,'0'0'41'15,"0"0"-9"-15,0 0-5 0,0 0-6 16,0 0-3-16,21-84-4 0,-15 72-2 16,4 0-3-16,-4 4-4 0,7-4 1 15,-5 6 0-15,0-2 1 0,-1 3 0 0,3-2 1 16,-2 3-1-16,-4 2 2 0,5 1 2 15,-3 1 0-15,6 0-1 0,1 0-2 16,3 6-2-16,1 5-1 0,-3 1-2 16,1 3-2-16,-3 3-2 0,-2 0-5 15,3 3-15-15,-7-5-83 0,0 2-133 0,-2-6-1 16</inkml:trace>
  <inkml:trace contextRef="#ctx0" brushRef="#br4" timeOffset="-213917.69">2873 11372 348 0,'0'0'-59'0,"0"0"-116"15</inkml:trace>
  <inkml:trace contextRef="#ctx0" brushRef="#br4" timeOffset="-213663.87">2886 11072 396 0,'0'0'38'16,"0"0"-1"-16,0 0-1 0,0 0-10 16,0 0-5-16,0 0 2 0,78 82 2 15,-59-46 5-15,2 3-6 0,1 4-4 16,-5-1-10-16,-1-2-7 0,5-4-1 16,-7-3-3-16,-1-2 1 0,3-5-3 15,-3-3-4-15,-9-4-16 0,6 1-27 0,-4-7-69 16,-3 4-128-16,-3-6 6 0</inkml:trace>
  <inkml:trace contextRef="#ctx0" brushRef="#br4" timeOffset="-213373.47">3053 11454 440 0,'0'0'40'0,"0"0"-9"0,0 0-12 0,0 0-7 15,0 0-4-15,0 0-1 16,0 0-1-16,0 0 0 0,0 0-1 0,0 0-1 15,35-82-1-15,-18 68 1 0,-9-1 0 16,4 0 1-16,1 0 0 0,-7 3 0 16,0 0 1-16,3 4-1 0,-5 0 0 15,2 1 0-15,-4 3 1 0,2 2-1 16,-4 2-1-16,2 0 0 0,6 0 0 0,5 2-1 16,3 8-1-16,-7 4 0 0,3 2 1 15,-4 3-3-15,3 0 2 0,-5-5-2 16,0 0 0-16,2-2-3 0,-4-3-4 15,-1-2-16-15,-1 1-28 0,4-4-84 16,-6-1-110-16</inkml:trace>
  <inkml:trace contextRef="#ctx0" brushRef="#br4" timeOffset="-213225.46">3138 11126 462 0,'0'0'9'0,"0"0"-1"16,0 0-8-16,0 0-7 0,0 0-26 15,0 0-94-15,0 0-78 0</inkml:trace>
  <inkml:trace contextRef="#ctx0" brushRef="#br4" timeOffset="-212288.7">3442 11126 443 0,'0'0'32'15,"0"0"-7"-15,0 0-8 0,0 0-5 16,0 0-4-16,0 0-1 0,0 0-1 0,0 0 0 15,-13 78-1-15,13-59 2 0,0 0-2 16,0-7 0-16,0 0-2 0,2 0 1 16,-2-6-2-16,0 0-1 0,0-6 1 15,0 0 0-15,0 0 0 0,5 2-2 16,-5-1 0-16,2 0 0 0,-2 1 0 0,0 0 0 16,0-1 0-16,4 1 2 0,-4-2 1 15,0 1 5-15,0-1-2 0,0 0 2 16,2 0 0-16,-2-3 2 0,0-3 1 15,0-8 2-15,0-5-3 0,0 2-1 16,-2-1-4-16,-2 3-1 0,-3 4 1 16,7 1-6-16,-2-1 4 0,2 5-6 15,0 1 1-15,0 5 2 0,0-3 0 16,0 0 0-16,2 0 0 0,5 2 2 16,5 1-1-16,0 7 0 0,7 4-2 0,-7 1 0 15,-3-3 0-15,1 0 0 0,-6-3 1 16,0-3-3-16,-2 2 2 0,-2-5 2 15,0 0-1-15,0 0-1 0,5 0 1 16,-5 0 0-16,2 1 1 0,-2 1-1 16,0-2 1-16,0 0 1 0,4 0 1 0,-4 0 2 15,0-2-2-15,0-10 2 16,0-4 1-16,0-7-4 0,-4-2 3 16,-3 1-3-16,5 0 1 0,-4-2 0 15,4 2-2-15,2 6-1 0,0-2-1 0,0 6-1 16,0 3 1-16,0-1 0 0,0 8-2 15,8 1 2-15,1 3 1 0,7 6 1 16,-1 4-1-16,5 4-2 0,-1 0 1 16,-5 1-2-16,-1-3-1 0,3-3 2 15,-7-3 0-15,-1-3 1 0,2-1-1 0,3-2 2 16,-5 0 2-16,4-3-1 0,1-8 0 16,-1-2 2-16,-4 0-1 0,-4-2 1 15,-2-3-1-15,-2 0 2 0,0-5 0 16,-2 3-1-16,-4 0 1 0,-6 1-1 15,-1 1-1-15,1-1 0 0,-2 4-2 16,3 3 1-16,-1 3 0 0,8 3 1 16,0 3 0-16,1 2-1 0,3 1-1 15,0-2-2-15,-4 2 2 0,2 2-1 16,2 6 0-16,0 6 0 0,9 0 0 0,5 4-2 16,3-4 1-16,1-2-1 0,-1-2 1 15,5 0 0-15,-5-1 2 0,6-2-1 16,-3 1 1-16,5-2 2 0,-4 0 0 15,-7-2 0-15,3 1 0 0,-5-2-2 16,-10-1 1-16,7-1 2 0,-9-1 0 16,0 3 0-16,0 2-1 0,0 7 0 15,0 6-1-15,-2 2-1 0,-11 5 1 16,1 0-2-16,-3-4 1 0,3-1-1 16,4-2 1-16,-3-5 1 0,5 0-4 0,0-6 0 15,4-2-7-15,2 0-23 0,0-5-26 16,0 0-82-16,0 0-123 0</inkml:trace>
  <inkml:trace contextRef="#ctx0" brushRef="#br4" timeOffset="-211638.78">3256 12181 502 0,'0'0'37'0,"0"0"-1"0,0 0 5 16,0 0-6-16,0 0-13 0,0 0-12 15,0 0-6-15,0 0-4 0,0 0 4 16,0 0-1-16,27-44 0 0,8 14 1 16,6-5-4-16,5-2 3 0,3-4-3 0,5-1 1 15,4-3 4-15,2-4-5 0,2-1 3 16,-4-2-2-16,-3-1 0 0,1 0 1 15,-2-3 0-15,-2 1 5 0,-1 1-3 16,-1-1 3-16,-5 1 1 0,1 4 2 16,-7 5-2-16,-4 3 0 0,3 5-2 15,-12 7-5-15,3 2 3 0,-12 9-3 16,-1 5 1-16,-9 6-2 0,-1 7 1 16,-6 1 2-16,0-2-5 0,0 2 4 15,0 0-4-15,2 0-3 0,-2 0-11 0,0 0-33 16,-2 12-59-16,-9 5-165 0,3 3-6 15</inkml:trace>
  <inkml:trace contextRef="#ctx0" brushRef="#br4" timeOffset="-210825.33">3208 10759 322 0,'0'0'44'0,"0"0"-2"0,0 0-2 16,21 83-2-16,-15-56-8 0,6 1-2 16,-3-2-5-16,-3-8-7 0,4-3-4 15,-8-6-5-15,-2-6-1 0,7 2 2 0,-7-5 3 16,2 0 7-16,4-3 2 0,4-8-2 16,-2 1-3-16,-3-6-4 0,-5-2-2 15,0-1-1-15,0-5-3 16,-5 5 2-16,-3 1-2 0,2 5-2 0,-4 1 1 15,1 2-1-15,-3-1-1 0,4 1 0 16,-9 2-2-16,11 4 0 0,4 2 0 16,0 1 2-16,2 1-2 0,-4-2 0 15,4 2-2-15,-2 0 2 0,-3 0-2 16,3 9 2-16,-2 0-1 0,4 0 1 0,0 5-1 16,6-7 0-16,5 4 1 0,-7-5 0 15,0-3 0-15,4 0-1 0,-1-3 0 16,-1 0 0-16,4 0 1 0,-4 0 0 15,-4-4 3-15,7-3-1 0,-9 4 3 16,4-6-1-16,-4 3-1 0,0-4 1 16,-4-1-1-16,-1 3-4 0,-1 1-8 15,-10 7-38-15,3 0-130 0,-1 7-100 16</inkml:trace>
  <inkml:trace contextRef="#ctx0" brushRef="#br2" timeOffset="-159741.06">9410 17876 326 0,'0'0'52'0,"0"0"-10"15,0 0-4-15,0 0-5 0,0 0-2 16,0 0-7-16,0 0-2 0,0 0-3 16,0 0-3-16,0 0-2 0,-29-57-4 15,29 55-4-15,-5 2-3 0,3 2 4 16,-2 8 1-16,2 13 4 0,2 0-2 16,0 13 1-16,0 4 0 0,0 6-1 0,6 0 0 15,-4 5-6-15,3 0-5 0,-3-5-1 16,2-4 3-16,-4-7 2 0,0-3-2 15,2-5-3-15,2-9-7 0,-4-5-13 16,2-1-43-16,-2-8-115 0,4 2-77 16</inkml:trace>
  <inkml:trace contextRef="#ctx0" brushRef="#br2" timeOffset="-158943.34">9277 17891 307 0,'0'0'36'0,"0"0"-4"15,0 0-3-15,0 0-9 16,0 0-1-16,0 0-9 0,0 0-5 0,0 0 0 15,0 0-2-15,2-12 1 0,-2 12-4 16,0 0-1-16,0 0 1 0,0 0 0 16,-2 0-1-16,-4 4 2 0,2 4-5 15,2 0-4-15,2-5-1 0,-2 1-7 16,2 1 6-16,0 0 1 0,-4 1 2 0,4-2 1 16,0-4-6-16,0 0 0 0,0 0 1 15,0 2 4-15,0 0 4 0,0-1 0 16,0-1 3-16,-2 0-1 0,2 3 1 15,0-3 1-15,0 0 2 0,0 0 5 16,-5 0 0-16,5 0 0 0,0 0 3 16,0 0 6-16,-2 0 3 0,2-8 1 15,0 4 1-15,0-12-1 0,0 1 5 16,7 0 3-16,3-1-3 0,0 2-1 16,9 2-2-16,-3 2-4 0,3 3-2 0,0-5-2 15,5 4-6-15,-3 1-5 0,4 3 1 16,0 4 0-16,2 0-5 0,-3 1 2 15,-1 5-3-15,2 3 0 0,0 0 0 16,-5 4 4-16,-1 0-2 0,0-1-1 16,-5 0 3-16,1 3-2 0,-3 0 1 15,-2-5 1-15,-4-3-1 0,-3 1-2 16,-3-2 1-16,4-2-1 0,-4 4 1 16,-11 0 0-16,-3 5-1 0,-13 4 0 15,-4-1 1-15,-2 0-2 0,-6-7 1 0,1 3 1 16,-5 2 0-16,10-2-2 0,-2-3 0 15,12-3 2-15,9-3 1 0,7-2 3 16,7-1-1-16,-2 0 0 0,2 0-2 16,0 0-3-16,0 4 2 0,0-4-2 15,0 0 4-15,13 5-2 0,3-1 0 0,13 3-1 16,-6 4-1-16,6-2 0 0,-2 5 1 16,0 3 3-16,-1-2 0 15,1 1-2-15,-2 3 1 0,0 0-2 16,-4 4-1-16,-1-3 4 0,-1 3-2 0,0 1-2 15,-5-6-1-15,-2 2 3 0,-5-7 3 16,3-1 0-16,-8-2 1 0,2-6-3 16,-2 4-4-16,-2-3 5 0,2-3-1 15,2 3-2-15,-4-5 4 0,0 0-8 16,0 0 0-16,0 0-10 0,0 1-34 0,0-1-97 16,0 0-116-16,-8-1-8 0</inkml:trace>
  <inkml:trace contextRef="#ctx0" brushRef="#br2" timeOffset="-158591.66">9095 17860 503 0,'0'0'60'0,"0"0"-4"0,0 0-8 16,0 0-9-16,0 0-8 0,0 0-9 15,0 0-6-15,0 0-1 0,0 0-5 0,0 0-2 16,-24-36-2-16,24 36-4 0,-3 0-4 15,3 0-1-15,0 0-3 0,0 0 4 16,0 0-6-16,0 0-6 0,0 0-28 16,0 13-42-16,0-2-108 0,0 1-84 15</inkml:trace>
  <inkml:trace contextRef="#ctx0" brushRef="#br2" timeOffset="-158363.29">8920 18358 475 0,'0'0'51'0,"0"0"-3"0,0 0 1 16,0 0-2-16,0 0-8 0,0 0-10 0,0 0-6 16,0 0-9-16,0 0-6 0,2 0 1 15,4-8-9-15,2 2-2 0,2 2-3 16,5-4-4-16,-5 5-7 15,5 1-9-15,-3 2-39 0,3 0-52 0,3 8-95 16,-5-3-49-16</inkml:trace>
  <inkml:trace contextRef="#ctx0" brushRef="#br2" timeOffset="-158227.3">9161 18359 458 0,'0'0'40'0,"0"0"-5"0,0 0-7 16,0 0-3-16,0 0 3 0,0 0-9 15,0 0 1-15,0 0-5 0,0 0-3 16,0 26-5-16,0-26-3 0,0 2-2 16,0 1-11-16,0-1-15 0,5 3-57 15,3-4-164-15,-2 1-5 0</inkml:trace>
  <inkml:trace contextRef="#ctx0" brushRef="#br2" timeOffset="-156353.21">10197 18194 447 0,'0'0'57'0,"0"0"-11"15,0 0-5-15,17-88-5 16,-17 62-2-16,0-2-6 0,0 4-8 16,-2 0-5-16,-5-2-5 0,1 2-4 15,0 1-2-15,-6 2 2 0,5 6-3 0,-1 4 3 16,2 6-1-16,0 2-5 0,-7 3 1 15,5 0-1-15,-9 11-1 0,-3 6 0 16,5 5 0-16,1 6 1 0,-3 2-1 16,5 3 3-16,0 2-3 0,3 2 1 15,3-2-2-15,0-2-2 0,4-3 1 0,2-2 9 16,0-4-4-16,2-1 2 0,4-8-2 16,-2 0-6-16,2-7 3 0,-6-7 0 15,9 6 4-15,-3-7-1 16,6 0 4-16,1 0-5 0,1-7 0 0,1-6 0 15,-5-2-1-15,-2-5 5 0,0 0-3 16,5-3 1-16,-7 4-2 0,0-9 5 16,0 2-4-16,1 2-1 0,-1-3 3 15,-2 8 1-15,-2 3-2 0,-2 5 0 16,0 2-2-16,2-5 2 0,-2 9-1 0,0 0-2 16,0 5-2-16,0-2 1 0,0 2 2 15,6 15-2-15,-1 8 3 0,-3 9-6 16,4 3 5-16,-2-1 1 0,2-2-3 15,2-2 3-15,1-3 0 0,3-2 3 16,5-3-1-16,-9-10-3 0,6-3-2 16,-3-5 0-16,-3-4 5 0,15-4-3 15,-7-5-1-15,7-10 3 0,-7-1-2 16,1 0-2-16,-3-3 3 0,-5-3-4 16,1 10 4-16,-8-4 3 0,2 2-3 0,-2 4-1 15,-2-7-1-15,0 7 1 0,0 0 1 16,0 1 0-16,0 7-3 0,0 0 2 15,0 6-3-15,0-2-4 0,0 2 2 16,0 0-1-16,0 0 3 0,0 0 2 16,0 3 1-16,0 5 1 0,0 4 0 15,4 0 1-15,-4 0-5 0,3 2 3 16,-3-9-1-16,4 2 0 0,-4-7 2 16,0 0-3-16,0 0 3 0,0 0 5 15,0 2-1-15,0-2 0 0,0 1 0 0,2-1-4 16,-2 0 2-16,0 0 0 0,0-3-4 15,0-12 4-15,0 3-5 0,0-8 1 16,0 5 2-16,0 3-4 0,0-3 3 16,0 8 0-16,0 3-2 0,0 4-1 15,0-1 0-15,0 1 2 0,0 0-3 0,0 0 1 16,0 0 0-16,0 8 1 0,0 14 0 16,0 10 1-16,0 0 2 0,0 4-2 15,4-1-2-15,-4 0 1 16,2-6-2-16,-2-10 8 0,4 1 0 0,-4-11-2 15,0-3-2-15,0-1-6 0,0-5 5 16,0 0 0-16,0 0 6 0,6 0-5 16,-2-5 5-16,3-10-8 0,3-5 2 15,2-2 1-15,-5-4-4 0,1-2 10 16,-2 3-9-16,0-1 0 0,3 2 0 0,-3-2-1 16,-2 9 1-16,-2 2 3 0,2 4-2 15,-2 6 0-15,2 1-1 0,-4 4-4 16,4 0 3-16,7 0 1 0,3 11 0 15,3 6 1-15,-3 3-1 0,1 3 2 16,-3 0-1-16,7 0-4 0,-5 0 0 16,5-3-6-16,1-4 0 0,3-5-2 15,-2-10-2-15,-1-1 2 0,1-1 2 16,-2-7 6-16,-1-4 3 0,-3-7 2 16,-3-1-1-16,-1-3 8 0,-3-3 1 0,-4 3-2 15,-2 5 5-15,-2 0-2 0,0-2-4 16,0 1 1-16,-8-9-3 0,-5 9-2 15,7 5 3-15,-6 5 2 0,-1 1-4 16,5 4-4-16,-8 0 1 0,1 4-2 16,1 5 1-16,-9 9 7 0,6 2-8 15,5 7 3-15,2-3-2 0,1 3-7 16,-1 1 8-16,8-6 0 0,0-1 3 16,-2-8-1-16,4 2-1 0,0-7 0 15,0 1 2-15,0 4 1 0,4-4-1 0,-2-4 1 16,6-1-3-16,5 0 3 0,3-9-2 15,1-8 0-15,-1 2 2 0,-3 5-3 16,-7 1 4-16,0 5-3 0,-2 1 0 16,0 0 3-16,-2 2-3 0,3 1 0 15,1 4-3-15,2 12 4 0,-2 2-3 0,0 6 1 16,3 7 3-16,1 8-3 0,-4 4 3 16,2 8 0-16,5 0-2 15,-3 0-3-15,-2-6 4 0,-1-1 3 0,-7-1-6 16,0-6-2-16,0-6 0 0,-4-4-1 15,-7-3 3-15,-1-6 2 0,-7-1 3 16,-6-2-2-16,-1-2 2 0,-6-10-2 16,4-3-4-16,-8 0 9 0,1-6 0 15,-2-4 0-15,6 3 0 0,-2-5-2 16,4-3-1-16,6-5-1 0,7 2 5 0,3 6-5 16,7 1 3-16,6 9-7 0,0 2 0 15,0-7 0-15,0-1-2 0,0 4 6 16,0-4-5-16,0 8-4 0,0-3-2 15,0 1-5-15,8-1-11 0,5-4-13 16,-1 2-24-16,3 2-39 0,1 3-74 16,1 0-94-16</inkml:trace>
  <inkml:trace contextRef="#ctx0" brushRef="#br2" timeOffset="-155977.27">11055 18171 515 0,'0'0'46'0,"0"0"5"16,0 0-7-16,0 0-7 0,0 0-9 16,0 0-7-16,0 0-4 0,0 0-5 15,0 0-3-15,50-49-3 0,-40 36-2 0,9-7-4 16,-3-3-1-16,-1-3-2 0,3 2 7 15,-5-4 0-15,-5 1-1 0,4 3 1 16,-10 6 2-16,2 5-1 0,-4 3 0 16,0 5-1-16,-10 1-3 0,-4-2-3 15,-7 6 0-15,-4 7 1 0,-2 13 1 0,0 6 3 16,5 5 0-16,1 5-3 0,0-2 2 16,7 5-1-16,3-4 4 15,3-3-2-15,4-1 1 0,4-5 2 16,0-3-2-16,12-6 1 0,3-2 0 0,1-3-1 15,3-1 2-15,-2 1 0 0,5-8-6 16,-7-1-5-16,3-3-1 0,-5 0-2 16,-1 0-11-16,5-3-33 0,-5-1-46 15,5 4-125-15,-9 0-59 0</inkml:trace>
  <inkml:trace contextRef="#ctx0" brushRef="#br2" timeOffset="-155231.46">11905 18020 509 0,'0'0'30'0,"0"0"-4"15,0 0-3-15,0 0 2 0,-79 61 2 16,65-33-4-16,-5 4-5 0,4 3-4 16,3-4-5-16,2 0 2 0,4-13-4 15,3-8 0-15,3-3 0 0,0-4 4 0,0 1 3 16,3-1-5-16,9-3-3 0,4-3-3 15,-1-15-3-15,4-5 3 0,-3-1 0 16,1 0-3-16,-3 1 4 0,-2 3-4 16,-5-3 0-16,-5 0-2 0,2 7 2 15,-4-4 5-15,0 5-4 0,-4 4 0 0,2 2-1 16,2 5 0-16,0 4 1 0,0-2-4 16,0 2 3-16,0 0-2 0,-2-1-1 15,2 1 8-15,0 0-7 16,0-7-1-16,4 2 9 0,14-9-5 0,5-4-2 15,4-4 4-15,0 0-6 0,0 1 4 16,0-3 1-16,-3 5-6 0,-3 1 4 16,-2 1-5-16,-9 4 5 0,0 2 3 15,-6 2-1-15,-4-2 0 0,0-3 1 16,-4 1 2-16,-6-6 4 0,-2 3-1 0,-5 1-2 16,7 5 2-16,-3 4-5 0,1 3 1 15,0 3 1-15,-3 0-2 0,-1 7-1 16,1 6 1-16,9 7-3 0,0 5-4 15,4 6 7-15,2 2 1 0,0 7 4 16,2 9 3-16,4 8-5 0,0 10 0 16,2 3 1-16,5 1-2 0,-3-1-2 15,0-4 4-15,3 3-2 0,-3-7-1 16,-2 2 0-16,-1-3-2 0,-1-7-2 16,-4-7 0-16,2-3 0 0,-4-3 2 0,0-6-4 15,0-3-1-15,-6-5 2 0,4-12 5 16,-4-2 3-16,1-6-2 0,3-4-2 15,-4 2-18-15,-4-5-26 0,-3-8-46 16,-1-10-127-16,-1-3-79 0,-1-5 7 16</inkml:trace>
  <inkml:trace contextRef="#ctx0" brushRef="#br2" timeOffset="-155084.87">11832 18467 637 0,'0'0'41'15,"0"0"-14"-15,0 0-6 0,0 0-7 16,0 0-10-16,85-62 2 0,-48 44-2 16,2 2 1-16,1 4-3 0,-5 3-8 15,6-1-5-15,-6 0-4 0,-10 3-13 0,-4 4-41 16,-5 1-108-16,-12 2-83 0</inkml:trace>
  <inkml:trace contextRef="#ctx0" brushRef="#br2" timeOffset="-152332.62">12994 18156 450 0,'0'0'47'0,"0"0"-5"0,0 0-7 16,-15-104-1-16,9 77-3 0,-2 1-3 16,-2 4-2-16,3 2-5 0,-1 6-5 15,2 7-4-15,-6 5-5 0,-3 2-5 0,-1 2 1 16,-7 11-1-16,4 7-1 0,-4 8 4 16,7 0 0-16,-3 9-2 0,5 2-3 15,-3 1-3-15,5-5 2 16,4-1 1-16,-3-3 0 0,9-6 0 0,2-2 0 15,0-7 1-15,2-3-1 0,5-4 1 16,5-9 0-16,4 2 3 0,1-2 0 16,8-9-3-16,-5-6-2 0,3-5 2 15,-2-5-1-15,-3-1-3 0,1 2 4 16,-6-3 0-16,-3 4 1 0,-4-1 3 0,-2 1 0 16,-2 5-2-16,-2 2 2 0,0-3 1 15,0 10-4-15,-2-3 1 0,2 7-2 16,-4 5 0-16,-2 5-3 15,4 7 1-15,-4 6 3 0,4 7-3 0,2-4 4 16,4 5-2-16,8-4-1 0,5 2 2 16,3-1-1-16,5-6-1 0,2-5-1 15,0-4 1-15,0-7 2 0,4-1-2 16,0-1 0-16,-2-8-2 0,0-3 0 16,0-4-2-16,-3-3 3 0,3 4 2 0,-8-1 0 15,-2 4 4-15,-5 0-3 0,-2-2-2 16,-5 5 1-16,1-6 5 0,-4 4-1 15,-4-1-2-15,0 3-1 0,0 2-3 16,-6-1-1-16,-7 4 3 0,-5 0 0 16,-1 4 0-16,-8 4 1 0,3 4-1 15,1 6-3-15,-2 4 1 0,4 4-1 16,-1 0 0-16,1 4 0 0,6 0-2 16,3-2 4-16,6-5 2 0,0-4-2 15,6-3 0-15,0-9 2 0,0 6-3 0,0-5 3 16,0 0-2-16,6-1-1 0,6-3 2 15,1-3-1-15,7-5 3 0,1-7-2 16,2-2-4-16,0-9 1 0,-1-1 3 16,1-1-3-16,0 1 3 0,-3 3-1 15,-1-3-2-15,-5-5 4 0,-1-2 0 0,-7-2 1 16,0 0-2-16,-4-1-2 0,2 4-1 16,-4 4 0-16,0 3-1 0,-6 8 0 15,6 1 2-15,-4 7 1 16,2 3 1-16,2 3-1 0,0 4 1 0,-4 0-3 15,4 0 0-15,0 0 0 0,-2 0 0 16,-4 3 4-16,-1 13 2 0,1 3 0 16,6 5 2-16,-2 3 0 0,2 2-1 15,0 4 2-15,0 6-5 0,0 0-2 16,2 1-2-16,4-2 1 0,1-2 3 0,5 2 1 16,0-3 0-16,3-3-1 0,-1-5-4 15,3-7 1-15,-1-5 0 0,9-7 1 16,-2-4 2-16,-2-4 0 0,-1 0-2 15,5-8 2-15,0-5-1 0,-4-2-2 16,3-3 4-16,-7-1-4 0,2-2 3 0,-3-6 2 16,-8 0-3-16,1 0-1 15,-3 4-1-15,-2-5 1 0,-4 1-1 16,0 1 2-16,-4 5-1 0,-2 2-3 16,-3 10 3-16,3 3 0 0,-6 5 1 0,-7-5-2 15,3 6 2-15,-9 0 0 0,2 0 0 16,7 9 0-16,-3 3-2 0,0 3 1 15,7 1-4-15,0 3 5 0,3 1 1 16,1 4 0-16,2-1 1 0,2-3-6 16,4-1-1-16,0-3 1 0,0 0 4 15,0-1 1-15,4 1 0 0,2-5-1 16,-2-3 0-16,6 1-1 0,5-7 1 16,2-2-2-16,3-3 2 0,-1-9 1 15,-5 1-3-15,5-1 1 0,-1-5 2 0,-3-3-2 16,-1-1 5-16,3-3-5 0,-9 0-2 15,0-7 2-15,3-1-3 0,-9 2 6 16,4-5-5-16,-6 0-1 0,0 3 0 16,0 2 0-16,0 2 3 0,0-2-1 15,0 2 1-15,0 4-2 0,0 5 3 0,0 5 1 16,0 8 1-16,0 3-1 0,0 3-1 16,-2-3-3-16,2 3 0 0,0 0 0 15,0 0 1-15,-4 10 3 16,2 6 0-16,-4 7 2 0,1 2-4 0,3 1 2 15,2 3-3-15,0 1 6 0,0 2 3 16,2 5-6-16,9 2 3 0,-3 0-6 16,4 4 0-16,-3-5 2 0,7-3-1 15,-1-3 1-15,1-5 1 0,1-10 0 16,-5-5 2-16,5-5-3 0,-3-3-3 0,1-4 2 16,5-8-2-16,3-4 1 0,-4-3 2 15,-3-4 1-15,1 0-1 0,-5-2-1 16,-1-5 1-16,-1-2-4 15,-8 1 3-15,2-3 0 0,-4 1 0 0,0-4-3 16,-4 3 0-16,-4 7-1 0,4 6 2 16,-7 5 6-16,5 7-8 0,0 2 6 15,-7 1-2-15,1 2 0 0,-2 0 2 16,-3 4 0-16,3 8 0 0,1-5-2 16,5 5 2-16,2 0-2 0,2 3 2 0,1 1-1 15,3 0-2-15,0-3 3 0,0-3-2 16,9 1 1-16,1-5 1 0,0 0-3 15,9-5 4-15,0-1-2 0,5-1-1 16,-3-10-1-16,4-4 3 0,0 0-1 16,-5 0 1-16,1 2-2 0,4-3-5 15,-5 1-1-15,-7 4 3 0,1 5 4 16,-3 3-4-16,-9 0 5 0,4 3-2 16,-6 0-5-16,0 0 4 0,0 0-3 15,4 0 5-15,-2 12 2 0,2 2-2 0,-4 5 4 16,0 3-6-16,0 1-1 0,0-2 2 15,0 0-1-15,0-2 3 0,0 0 3 16,0-3-5-16,2-1-1 0,-2-3 2 16,9-6 0-16,1 4 2 0,2-3-6 15,3 0 3-15,-1-2 1 0,5-5 1 0,6 0 2 16,-7-3-3-16,1-6 2 0,-3-1-5 16,3-3 6-16,-2-2-5 0,-3-4 4 15,1-2-3-15,1 1 0 16,-6 2 1-16,1-2-6 0,-3-3 4 0,-2-4-2 15,0 3-1-15,-1 3 3 0,-5 9-3 16,0 2 1-16,0 3 4 0,0-1-2 16,0-4 2-16,0 8-1 0,-5 0-4 15,-1 4 2-15,-2 0 2 0,-4 5-2 16,-3 5 6-16,3 3-6 0,1 4 4 0,3 1 1 16,4 6-3-16,-2 2 4 0,4-6-6 15,2 1 1-15,0 0 5 0,0 0-3 16,2 5 3-16,4-2-2 0,6-4-7 15,1-1 3-15,-3-12 0 0,0 1 2 16,1-4 3-16,1-2-2 0,7 0 4 16,-3-2-4-16,7 0-3 0,-8-4 3 15,3-7-2-15,-5-2 2 0,1-2 0 16,0 0-4-16,-1-5 4 0,-1-3 1 16,1-1-2-16,-5 1 2 0,-2-1-3 0,-2 7-1 15,5 0 3-15,-9 8 0 0,6-2-4 16,-2 3 2-16,-2 4 3 0,0-2-5 15,-2 5 1-15,4-4 0 0,-2 2-3 16,2 0 5-16,3 3 1 0,-5 0 3 16,8 5-1-16,2 4-5 0,-3 0 1 15,5 6-3-15,-4 1 3 0,-3-3 3 16,-5 2-3-16,2-3 0 0,-4-1 0 16,0 7 0-16,0-3 2 0,-4 2-2 15,2-6 0-15,-3-7 2 0,5-4-1 0,0 0 2 16,0 0 0-16,0 0 3 0,0 0-2 15,0 0-1-15,0-15-6 0,5-11-2 16,7-3 5-16,5 2 1 0,1 3-2 16,7 5-2-16,0 3-4 0,-2 2 3 15,-1-1 3-15,-5 0 3 0,-7 3-2 0,3-1-1 16,-11 4 2-16,2 5-1 0,-4-3 2 16,0 3 0-16,-11-2-3 0,-7 0 1 15,3 6 0-15,3-1 3 0,4 1 1 16,-3 0-4-16,9 1 1 0,-4 1-1 15,0 4 0-15,6-2 1 0,-6-2 1 16,6 7-1-16,0 0 0 0,10 2 4 16,0 5-2-16,7 1 3 0,-3 1-1 15,5-1-4-15,2 1 3 0,-3 0-4 16,1 2 3-16,-7-2-2 0,3 0 0 0,-9-3-1 16,-4-2 0-16,4-2 3 0,-6-3 0 15,0 11-2-15,0 1 0 0,-2 0 1 16,-4-2 1-16,0-6-3 0,-3 0 6 15,3-4-5-15,2-7-1 0,2 2 4 16,-4-3-5-16,2 0-2 0,-3 0-1 16,1 0 0-16,6 0-16 0,0-4-46 15,4-9-63-15,5-2-166 0,7-7-4 16</inkml:trace>
  <inkml:trace contextRef="#ctx0" brushRef="#br2" timeOffset="-151540.46">15342 17869 425 0,'0'0'62'0,"0"0"-3"0,0 0-6 15,0 0-2-15,0 0-7 0,0 0-12 0,0 0-12 16,0 0-3-16,-93-28 0 0,75 28-4 15,-1 5 2-15,-4 9-2 0,0 2-6 16,7 3 2-16,-1 1-2 0,3-1-4 16,2 1 1-16,3-4 1 0,3-2-3 15,6 0 0-15,-4-4-4 0,4-5-1 0,0 2 1 16,6-2 5-16,4 1 2 16,5-3-3-16,-1-3 0 0,7 0-5 15,2-9 1-15,0-4 1 0,-5-2 0 16,5-5 3-16,-9 1 0 0,-1 7 1 0,-5 0-1 15,-2 4-4-15,-2 4 4 0,-2 1 1 16,-2 3-2-16,0-2 1 0,0 2-2 16,0 0 1-16,0 0-1 0,-2 9 3 15,-8 7 0-15,4 3-5 0,-2-7 7 16,8-1-6-16,0 2 1 0,0-6 3 0,8 5-3 16,8 3 2-16,-1-7-4 0,10-5-3 15,-5-3 0-15,5-14 1 0,-2-2-3 16,2-8 2-16,-5-1-4 15,3-1 2-15,-4 4 0 0,-9-2 0 0,0 6 4 16,-3 1-2-16,-5 5 7 0,-2 1 0 16,0-8 1-16,0 2 2 0,-2-6-4 15,-3 8 3-15,-1-3-2 0,4 6-2 16,2-1 4-16,-4-1-2 0,2 8 0 16,2 2 0-16,0 4-7 0,0-2 1 0,0 2 3 15,0 0 1-15,0 0 1 0,0 2 2 16,0 10-2-16,0 7-2 0,0 5 2 15,0-1-3-15,-4 0 6 16,4-7-1 0,0 1 0-16,-4 3 3 0,4 3-2 0,0 3-4 0,0-6 1 0,0-4 1 15,2 2-1-15,4-6 3 0,0 4 0 16,2-5-5-16,-1-1 2 0,-1-3-1 16,4 0-1-16,-4-6 3 0,3-1-1 15,-1-1 2-15,4-7-2 0,-1-6 1 0,-3-4-1 16,0-3 1-16,-2 4-2 0,-2 0-1 15,-1 8-3-15,-3-3 0 16,0 3 4-16,0-5 1 0,0 5 1 16,-7 1-1-16,1 4 1 0,0 1-4 15,4 2 1-15,-6 1 0 0,-5 0-5 0,-3 4 1 16,-1 5 2-16,7-1-6 0,2 2-18 16,3-1-52-16,5-2-140 15,0-1-83-15</inkml:trace>
  <inkml:trace contextRef="#ctx0" brushRef="#br2" timeOffset="-151095.9">15801 17558 694 0,'0'0'48'16,"0"0"-22"-16,0 0-14 0,0 0-5 0,0 0-1 15,0 0-1-15,0 0 7 16,0 0-3-16,0 0 0 0,-31 92-3 0,31-65-4 0,0 1 3 16,0-1-5-16,0 3 6 15,0-1-1-15,4 0-4 0,2-1 1 16,1-4 4-16,1-3-6 0,2 1 3 16,-4-7 2-16,5-7-6 0,5-1 2 0,3-7 0 15,2 0-2-15,-1 0 2 0,1-7 3 16,-3 0-2-16,-1-7-3 0,-9-1-1 15,1-3-2-15,-3 3 4 16,-2 6-2-16,-4-3 3 0,0-2-1 0,-4-3 0 16,-9-3 6-16,3 2-7 0,0 9 2 15,-5 3-2-15,5 4 0 0,0 2 2 16,-3 0 0-16,3 0 2 0,-9 0-3 16,5 10 2-16,-1 4-1 0,3 2 5 15,-1 2 1-15,7 2-1 0,0-5-1 0,4 2-4 16,2 2 0-16,0 5-3 0,2-3-1 15,4-6-3-15,7-3-11 16,7-6-39-16,7 2-58 0,10-4-175 16,3-4-23-16</inkml:trace>
  <inkml:trace contextRef="#ctx0" brushRef="#br2" timeOffset="-150264.86">16558 17585 602 0,'0'0'61'0,"0"0"-13"0,0 0-10 16,0 0-5-16,0 0-5 0,0 0-6 15,0 0-3-15,0 0-8 0,0 0-4 0,0 0-4 16,-25-59-2-16,19 75 3 0,-1 10 1 16,1 3 2-16,4 4-5 0,2 6 1 15,0-2-2-15,0 1 3 16,0-3-1-16,6-1 3 0,-6-6-6 0,2-5 2 15,-2-6 3-15,0-5-3 0,0-6-2 16,5 1-1-16,-5-7 4 0,0 0-1 16,0 0 3-16,0 0 2 0,2 0-5 15,0-5-3-15,4-9 4 0,4-1 1 16,-4-5-4-16,3 2 2 0,3 1-3 0,-4 2-2 16,5 0 6-16,-3 6-3 0,-2 0-2 15,3 4-3-15,-3 3 0 0,0 2 2 16,3 0 1-16,1 4 4 15,-2 2-2-15,3 4 0 0,-1-2-1 0,-2-1-3 16,-3 2 4-16,-1 2-5 0,-6-4 3 16,0 7 5-16,-6 2-2 0,-7 2 0 15,-3 1 1-15,1-4-2 0,-10-4-2 16,3 0-1-16,-7-5 5 0,0-3 0 16,-2 2-1-16,4-4 1 0,8 2-6 0,7 0-9 15,10-3-12-15,-4 2-16 0,2 1-31 16,-3 0-63-16,5 1-120 0,2-7-33 15</inkml:trace>
  <inkml:trace contextRef="#ctx0" brushRef="#br2" timeOffset="-149829.75">15911 17926 472 0,'0'0'61'0,"0"0"-12"0,0 0-4 16,0 0-11-16,0 0-11 0,0 0-8 15,0 0-4-15,0 0-2 0,0 0-2 16,0 8-1-16,6 0-2 0,2 1 0 15,-2-3-1-15,7 3-3 0,-7-5-5 16,4-1 0-16,5 4-2 0,-3-3-10 16,3 2-16-16,-1-4-37 0,3-2-91 15,-3-8-97-15</inkml:trace>
  <inkml:trace contextRef="#ctx0" brushRef="#br2" timeOffset="-148894.25">16979 17829 427 0,'0'0'63'0,"0"0"-3"16,0 0-9-16,0 0-3 0,0 0-7 15,0 0-5-15,-24-77-6 0,21 66-4 16,-1 7-1-16,4-1-3 0,-2 0-4 16,2 5-2-16,0 0-6 0,-6 0-4 15,-4 0-1-15,1 0 0 0,-1 10 1 16,6 2-1-16,0-2-3 0,2 9 4 16,2 0-3-16,0-5 0 0,0 4 0 0,2-7-6 15,4-7 3-15,0 4 0 0,7-5-1 16,-5 2 6-16,4-4-2 0,7-1-6 15,0 0 5-15,1-1-7 16,1-7 2-16,-5-4 8 0,-1 1-5 0,-3 2 2 16,-3-2-1-16,1-1-1 0,-4-1 2 15,-2-1-3-15,0 6 2 0,-2-3-1 16,-2 7 2-16,0-3-1 0,0-4-1 16,0 6 0-16,0 1 0 0,0 0 1 15,0 4-1-15,-2 0-2 0,-2 4 0 0,-4 8 2 16,0 8-1-16,4 4 6 0,-3 5-5 15,7 3 0-15,-2 4 4 0,2 7 1 16,0 6 1-16,0 5-4 0,0 7 0 16,0-4-1-16,0-3-2 0,0-6 3 15,0-4 1-15,-10-3-4 0,4-3 5 0,-3-3-2 16,-3-8-3-16,-7-4-2 0,-1-6 1 16,-5-2 4-16,-4-3 2 0,-8-1-2 15,0-4-2-15,-3-5-2 16,1-2 0-16,0-7 6 0,0-7-1 0,1-2 0 15,5-3 5-15,4-3-1 0,5-3-1 16,-1-4 2-16,6 0 1 0,7-3-1 16,1 3-4-16,5 9 1 0,2 1-4 15,4 7-1-15,0 4 4 0,0-3-4 16,0 7-3-16,0-1 2 0,4-2-3 0,-4 2 2 16,0 1-2-16,6 1-2 0,-6 3 1 15,2 0-6-15,5 3-7 0,-1 1-5 16,6 8-14-16,1-4-35 0,5 0-53 15,3-1-174-15,4-6-9 0</inkml:trace>
  <inkml:trace contextRef="#ctx0" brushRef="#br2" timeOffset="-148588.25">17215 17685 603 0,'0'0'57'0,"0"0"-14"0,0 0-5 15,0 0-1-15,0 0-6 0,0 0-8 16,0 0-7-16,0 0-12 0,0 0-1 16,0 0 4-16,37-43-1 0,-31 60 2 15,1 6-1-15,-5 3 2 0,2 1 0 0,-2 5 1 16,2 3-3-16,-2-3-3 0,2-2 2 15,-2-1-2-15,2 0-1 0,-2-2-2 16,1-7-4-16,1-1 3 0,-2-9-6 16,-2-4-3-16,4-2-10 0,-2 0-16 15,2-4-19-15,-2 1-40 0,4-1-42 0,1-1-84 16,-1-18-52-16</inkml:trace>
  <inkml:trace contextRef="#ctx0" brushRef="#br2" timeOffset="-148428.24">17271 17852 673 0,'0'0'69'0,"0"0"-22"16,0 0-13-16,0 0-9 0,0 0-8 16,0 0-7-16,0 0-6 0,0 0-2 15,0 0-6-15,0 0-2 0,35-35-9 16,-16 35-25-16,7 0-45 0,-1 0-100 0,0-4-112 16</inkml:trace>
  <inkml:trace contextRef="#ctx0" brushRef="#br2" timeOffset="-147844.93">17465 17931 567 0,'0'0'54'0,"0"0"-11"16,0 0-12-16,0 0-10 0,0 0-2 16,0 0-5-16,0 0-4 0,0 0-2 0,85-59-4 15,-73 47 1-15,1-4-2 0,-5 1 1 16,-2-5 5-16,0-2-3 0,-4 5 0 15,-2 2 2-15,0 1-1 0,0 4 2 16,0-1-2-16,-2 5-1 0,2 1-3 16,-10 5 0-16,0 0 2 0,-9 3-3 15,-4 7 2-15,9 5-1 0,1 3-2 16,1 1 2-16,6 1-1 0,0-5 4 16,6 5-6-16,0-1 3 0,0 0 0 15,10 5-5-15,4-9 1 0,7-2 3 0,8-6-1 16,0-2 3-16,2-5 4 0,2 0-11 15,4-1 4-15,-4-10 1 0,-2-2-4 16,-4-2 5-16,-6-1-3 0,-7 5 0 16,-1-1 2-16,-3 4-1 0,-4-3 3 15,3-5-2-15,-5 1-3 0,-4 0 3 0,0-2-2 16,0 9 1-16,0-7 0 0,-6 8 1 16,1 2-2-16,-1-1-3 0,0 6 2 15,-2 0-1-15,-5 0 1 0,5 3 1 16,-4 6 2-16,5-1-3 0,-3 5 3 15,8 4-1-15,-2-6 1 0,4 5-1 16,0-3-2-16,4-6 5 0,2 5-3 16,7-2 4-16,-7-4 1 0,8 4-2 15,-1-5 3-15,-1 2-4 0,3 5-1 16,-3 6 3-16,-4 2-6 0,3-4-1 0,-5-7 3 16,-4-5-5-16,-2-4 3 0,0 0 2 15,0 6 0-15,-8 5 3 0,-9 5-1 16,1 1-3-16,-7-3 1 0,0-5-1 15,0-3 0-15,7-1 2 0,-1-5-9 16,5 0-3-16,6 0-4 0,-1 0-11 0,7 0-59 16,0 0-103-16,7-14-123 15,11-7 0-15</inkml:trace>
  <inkml:trace contextRef="#ctx0" brushRef="#br2" timeOffset="-147601.46">18253 17766 764 0,'0'0'56'15,"0"0"-17"-15,0 0-10 16,0 0-9-16,0 0-6 0,0 0-3 16,0 0-4-16,0 0-3 0,0 0 1 15,0 0-5-15,82-46 0 0,-57 40 0 0,-2 1-3 16,2 4-2-16,-9-1 0 0,5 0-2 15,-9 0-8-15,3 2-17 0,3 0-37 16,-3 0-73-16,-3 2-155 0,-6-1-1 16</inkml:trace>
  <inkml:trace contextRef="#ctx0" brushRef="#br2" timeOffset="-147271.65">18199 17978 466 0,'0'0'89'0,"0"0"-12"15,0 0-9-15,0 0-11 0,0 0-11 16,0 0-7-16,0 0-10 0,0 0-2 0,0 0-5 16,0 0-4-16,-43 12-1 0,43-12-5 15,-3 0-7-15,3 0 1 0,-4 0-1 16,4-2 2-16,-2 2-2 0,2 0-2 15,0 0-1-15,-2 0-1 0,2 0 0 16,0-3 2-16,0 2 2 0,0-2 0 16,2 0 0-16,7-2-2 0,7 1-3 15,3 1 0-15,8 0 0 0,-5 1 0 16,7-2-4-16,-2-2-1 0,4 1-1 16,-4 1-1-16,-2 4-13 0,-2 0-13 0,1 1-33 15,-3 5-88-15,2-1-155 0,-9-5-13 16</inkml:trace>
  <inkml:trace contextRef="#ctx0" brushRef="#br2" timeOffset="93226.88">19679 17895 391 0,'0'0'17'15,"0"0"4"-15,0 0 3 0,0 0 2 16,0 0-10-16,0 0-1 0,0 0-7 16,0 0 4-16,0 0 2 0,43-66-5 15,-36 61-1-15,1 3-1 0,8 2 0 16,-5 0-2-16,7 0 3 0,1 0-2 16,-5 7-4-16,9 1 0 0,-2 1-1 15,-9-1 3-15,3-2 2 0,-3 0-5 16,-4-3 3-16,3 7-7 0,-3 2 5 0,-4-4 2 15,-2 9-2-15,-2 4 2 0,0 3-4 16,-2 12 4-16,-10-2 0 0,-1 4-1 16,-5 3-2-16,-3 5 3 0,0-4-1 15,-3-1-1-15,-1-3 2 0,0-5-3 16,4-3 2-16,1-7 0 0,-1-1-2 0,2-5 3 16,1-2 1-16,-1 0 1 0,1-6-3 15,3 2 1-15,-4 1 6 16,11-2 2-16,-4 0 2 0,6 0-4 15,1-8-2-15,3 4 1 0,2-6 1 0,0 0-1 16,0 0 2-16,0 0-7 0,0 0-1 16,0 0-3-16,0 0-5 0,0 0 2 15,0 0 6-15,0 0-1 0,0 0-1 16,13 0-1-16,5 2 1 0,9-2 4 16,-2 2-5-16,4 1 5 0,2-3-3 0,2 5-6 15,0-4 5-15,4-1-6 0,-4 0 4 16,5 0 3-16,-5 0 2 15,-2 0-4-15,-2 2-2 0,-2-2 0 16,-9 0-1-16,1 0 5 0,-1-2-1 0,-5 1 0 16,-1-2-2-16,-2 1 1 0,-3 2 4 15,-1-3-3-15,-2 3 1 0,2 0-2 16,-4 0-3-16,2 0 2 0,3 0 2 16,-7 0 3-16,0 0-5 0,0 0 1 15,0 0 3-15,0 0-3 0,0 0-3 0,0 0-4 16,0 0-15-16,0 0-22 0,0 0-39 15,0 0-101-15,0 0-90 0</inkml:trace>
  <inkml:trace contextRef="#ctx0" brushRef="#br2" timeOffset="93950.91">20047 17533 557 0,'0'0'14'15,"0"0"-2"-15,0 0 2 0,0 0 1 16,0 0-3-16,0 0-4 0,0 0-3 15,0 0-4-15,0 0-1 0,0 0 0 16,72-75 0-16,-47 75 2 0,-6 0 0 16,-7 3 1-16,3 2-2 0,-7 3 0 15,-2-2 1-15,4 5 3 0,-8-4-1 16,3 4 4-16,-3 6-4 0,-2-1-1 16,-2 10 2-16,-5-6-3 0,-3 3-1 15,2 0 0-15,-5 1-1 0,1 3 1 0,-3 4-1 16,3 0 2-16,-2-4 0 0,3-4 2 15,-1-3-1-15,4-8-1 0,-1 0 2 16,3-5-1-16,2-3-1 0,-2 0 3 16,4 1-6-16,-2-2 1 0,2 2 3 15,2-5-2-15,0 0 0 0,0 0 0 0,0 0-1 16,0 0 3-16,2 0 2 16,8 3-4-16,2-2 6 0,3 1-8 15,3-2 2-15,-1 0 3 0,12-2-2 16,-6-4 5-16,1-1-1 0,1-1 3 0,2 0-5 15,-6-2-1-15,2 2-2 0,-9 1-5 16,0 1 2-16,-7 2 4 0,-1 0-1 16,-2 3 3-16,-4 1-3 0,0 0-2 15,2 0-1-15,2 1-3 0,2 8-4 16,1-1-9-16,-7-6-1 0,2 3-27 0,-2 0-38 16,0-1-85-16,0 2-98 15</inkml:trace>
  <inkml:trace contextRef="#ctx0" brushRef="#br2" timeOffset="94479.91">20591 17419 487 0,'0'0'15'0,"0"0"7"0,0 0-3 15,0 0-1-15,0 0-3 0,0 0-4 16,0 0 3-16,0 0 1 0,0 0 1 16,2-25-2-16,-2 25-3 0,-9 0 0 15,-3 7-2-15,-2 5 2 0,1 5-3 0,3 4 7 16,-3-1-6-16,5 3 2 0,0-1 1 15,-2 4-8-15,3 2 4 0,-1 5-4 16,4-1-1-16,2 2 0 0,0-3-2 16,2 0-1-16,0-3 1 0,0-1-1 15,2-4 2-15,4 1-5 0,2-5-3 16,-1-5 0-16,3-1-1 0,-2-4 4 16,0 2 1-16,5-4-2 0,-1-2 1 15,-1-1 3-15,-3-4 1 0,10 0 2 16,-3 0-3-16,1-4 1 0,-5-1 1 0,-1-5-2 15,-4 5 1-15,3-7 1 0,-3 5 1 16,-2-1 1-16,4 0 3 0,-6 0-3 16,2 0-4-16,-4 2 2 0,0-4 1 15,0 3 3-15,0-5-1 0,-10-3 0 16,6 3-4-16,-6-2 0 0,3 6 5 0,-1 4-6 16,-2-1 2-16,-1 5-1 0,-5 0-3 15,3 8-2-15,-5 7-6 16,8 2-13-16,-3 2-18 0,3-6-20 15,8-3-65-15,-4-8-141 0,-1-2 12 0</inkml:trace>
  <inkml:trace contextRef="#ctx0" brushRef="#br2" timeOffset="95559.29">21260 17854 546 0,'0'0'19'0,"0"0"10"0,0 0-1 16,0 0 6-16,0 0-6 0,0 0-17 16,0 0 0-16,0 0-4 0,0 0-7 15,-33-16 7-15,46 30-6 0,7 3 5 16,5 5-4-16,2 3 0 0,6 2 2 0,-2 2-1 16,0 0 3-16,-4 1 1 0,-2-2-2 15,-2-4-1-15,1-5-2 16,-5 0-1-16,0-4 4 0,-5-2-1 15,-2 3 2-15,1-2-1 0,-5-6-4 0,-4 0 0 16,2-4 0-16,-4 0 5 0,3-3-3 16,3 5-6-16,-6-4 0 0,2 1-2 15,-2 0 4-15,-2-3 0 0,0 0-4 16,0 0-8-16,0 1-18 0,4-1-28 16,-4 0-50-16,0 0-137 0,0 0-28 0</inkml:trace>
  <inkml:trace contextRef="#ctx0" brushRef="#br2" timeOffset="95980.09">21546 17677 543 0,'0'0'31'0,"0"0"-1"0,0 0 4 15,0 0-4-15,0 0-5 0,0 0-7 16,0 0-10-16,0 0-1 0,0 0-3 16,0 0-4-16,-64 20 4 0,51 14-7 15,5 5-2-15,0-3 2 0,1 2 2 0,-3-1 9 16,2 4-2-16,2 2-2 0,-7 4-1 16,5-4-4-16,-2 0 5 15,1-5 0-15,1-3 3 0,-2-3 1 16,3-2 1-16,1-10-5 0,4 0-3 0,-2-10 0 15,2-5 2-15,2 4 1 0,0-3-4 16,-4 0 3-16,4 0-1 0,0-6-1 16,0 0 2-16,0 0-1 0,0 1-2 15,0 1 1-15,0 0 1 0,0 1-2 16,0-3 1-16,0 1 2 0,0 2-1 0,0-3-3 16,0 2-3-16,0-1-2 0,0-1-5 15,0 2-6-15,0-2-12 0,0 0-24 16,0 0-39-16,6-9-110 15,0-6-67-15</inkml:trace>
  <inkml:trace contextRef="#ctx0" brushRef="#br2" timeOffset="96830.75">22253 17652 340 0,'0'0'40'0,"0"0"3"0,0 0-1 16,0 0-9-16,0 0-5 0,0-81-4 16,4 71-1-16,-4-1 1 0,0 6 0 15,2 1-2-15,-2 4-1 0,0 0-2 16,0 0-3-16,0-3 0 0,0-2-3 16,0-2-4-16,0 1-1 0,0 1 1 0,0 5-6 15,0-2 1-15,0 2-2 0,0 3-1 16,0 14 2-16,0 11 1 15,-6 14-3-15,-1 0-1 0,1 5 3 16,0-4-1-16,-2-2 2 0,1-8-5 0,-1-2-1 16,2-5-1-16,-4-1 2 0,3-5 4 15,5-3-2-15,-2-7-1 0,4-3-3 16,0-7 3-16,0 6 3 0,0 4-1 16,0 2 0-16,0-1-2 0,0-5-2 15,0-6 2-15,6 2 2 0,11-2-4 0,4 0 5 16,-1 0-2-16,11-8-2 0,-4-4-1 15,4-2 0-15,0 7 0 0,-2 2 3 16,-2 2-3-16,-2 3 1 0,-9-1-1 16,1-3-2-16,-7 3 5 0,-4 0-3 15,7 1-1-15,-7 0-7 0,-4 0-8 0,4 0-16 16,-4 0-16-16,5 1-14 16,-3 4-33-16,2-1-75 0,-4-1-70 15</inkml:trace>
  <inkml:trace contextRef="#ctx0" brushRef="#br2" timeOffset="97315.52">22432 17727 408 0,'0'0'41'0,"0"0"-2"0,0 0 1 16,0 0-9-16,0 0 1 0,0 0-3 15,0 0-4-15,0 0-3 0,0 0-6 16,-18-50 1-16,16 47-5 0,2 2-2 16,0 1-4-16,-4 0-2 0,4 15-2 0,-2 9 3 15,2 11-2-15,0 2 2 0,0 5-5 16,0 5 2-16,0 2-3 15,2-2 2-15,2-3 0 0,-2-3 1 16,4-1 1-16,-4-5 1 0,2-1-1 0,-2-2 1 16,2-1 0-16,-2-3-3 0,3-8 2 15,-5 1 3-15,2-1 4 0,-2-8-1 16,0 3-6-16,4-10 0 0,-4-5 2 16,0 0-4-16,0 0 4 0,0 3-3 15,0 5-2-15,0-4 2 0,0 4-2 0,0-4-3 16,0-4 1-16,0 0 4 0,0 0-2 15,0 3 1-15,0-3-1 0,0 2-3 16,0-1 8-16,0-1-3 0,0 0-2 16,0 2 1-16,0-2-5 0,0 0 2 15,0 0-1-15,0-2-10 0,0-4-17 0,0 2-30 16,-4-8-70-16,4-4-151 16,0-6-6-16</inkml:trace>
  <inkml:trace contextRef="#ctx0" brushRef="#br2" timeOffset="98964.4">23439 17697 528 0,'0'0'29'0,"0"0"-1"16,0 0 1-16,0 0-1 0,0 0-7 15,0 0-4-15,0 0-8 0,0 0-5 0,0 0-1 16,0 0-1-16,-23 3 2 16,25-3 0-16,11 0 5 0,7 0-5 15,5 0 0-15,0 2 3 0,2 1-3 16,-2-3 1-16,2 0 2 0,0 0-6 0,-3 0 1 15,-1 0-3-15,2 1-3 0,-7-1 4 16,-3 2 0-16,-3-2 2 0,5 0-1 16,-7 0-2-16,3 0-1 0,-1-2-1 15,-6 2-4-15,5 0-6 0,-7 0-8 16,2 0-8-16,4 0-14 0,-8 3-14 0,-2 0-24 16,6-1-29-16,-6-2-28 0,0 0-69 15</inkml:trace>
  <inkml:trace contextRef="#ctx0" brushRef="#br2" timeOffset="99382.45">23470 17988 493 0,'0'0'35'0,"0"0"-2"0,0 0 0 16,0 0-6-16,0 0-2 0,0 0-8 0,0 0-5 16,0 0-5-16,0 0 1 0,-12 4 0 15,12-4 2-15,0 0-4 0,4-2-2 16,6 0 1-16,7-1 5 0,3 2 0 16,1-2-4-16,2 0 1 0,-7 2-2 15,9-3-2-15,0 3-2 0,-4 1 0 0,3 0-1 16,1 0 3-16,-10 0-2 0,3 0-1 15,-3 0-2-15,-3 0 2 0,7 0 2 16,-7 0 0-16,-4 0 1 0,5-2-2 16,-7 2-1-16,2 0 0 0,-2-1 0 15,-1 1-1-15,1-3 3 0,-4 0-2 0,4 1-4 16,-2-2 2-16,-2 2 3 16,-2 2-1-16,0 0 5 0,0 0-2 15,2 0-5-15,-2 0 2 0,5 0-1 16,-5 0-1-16,0 0 5 0,2 0-6 0,-2 0-3 15,0 0-15-15,0 0-29 0,0 2-40 16,0-1-102-16,0-1-88 0</inkml:trace>
  <inkml:trace contextRef="#ctx0" brushRef="#br2" timeOffset="123629.61">24648 17665 459 0,'0'0'47'16,"0"0"-11"-16,0 0-5 0,0 0-10 16,0 0-4-16,0 0-6 0,0 0-2 15,0 0 3-15,0 0-2 0,-41-67 0 0,41 49-4 16,0 8-1-16,6-4 0 0,0 6 1 15,-1 4-2-15,3 1-3 0,-2 3-1 16,6 0-1-16,3 1 0 0,-3 10 3 16,5 4-2-16,-7 5 3 0,0 3-6 15,-1 0 4-15,-3 1 2 0,-2-9 1 0,-4 4 1 16,0 1-3-16,0 5-2 16,0 5 1-16,0 0-1 0,-6-3-3 15,-7 1 1-15,7-5-4 0,-6 1 4 16,-1-1 5-16,5-2 1 0,-4 1 0 0,-3-2 0 15,3-1-8-15,0-6 3 0,-5 1 3 16,3-3-3-16,5-2 5 0,3-1-6 16,-4-7 4-16,4 1 0 0,3-1 0 15,-3 2 2-15,0-3 1 0,-2 0 0 16,2-6-3-16,-5 1 3 0,9-2-2 0,-2 2 1 16,4 1-3-16,-2-1-3 15,2 5 0-15,0-6-2 0,0 2 3 16,0-8 0-16,2 1 2 0,4 7 0 15,7-5-2-15,-1 1 4 0,7-3-7 0,-1 0 2 16,1 2 6-16,-9 2-4 0,9 3 1 16,-9 4-1-16,5 0-3 0,3 0 1 15,-3 7 2-15,9 2 2 0,-5 3-1 16,-2 0 0-16,1 0-2 0,-1-4 0 16,-3-1 4-16,-1 1-2 0,1 3 1 0,5-2-4 15,-11 0-1-15,4 0 0 0,-5-1-6 16,3-1-1-16,-2-3-17 0,-2 5-19 15,3-2-24-15,-5-6-55 0,2-1-125 16</inkml:trace>
  <inkml:trace contextRef="#ctx0" brushRef="#br2" timeOffset="124232.08">25020 17292 475 0,'0'0'41'15,"0"0"0"-15,0 0-1 0,-8-102-5 16,8 72-14-16,6-5-4 0,7 1-4 0,-5 6-3 16,4 1-1-16,1 7 0 0,-1 2-2 15,-1 2-2-15,7 7-2 16,-1-2-3-16,-7 5-2 0,7 4 2 15,-3 2-1-15,-2 1-1 0,7 11 0 0,-7 5 2 16,-3 4 2-16,-3 7-4 0,-4 7 0 16,-2 4-5-16,0 8-6 0,-2 1 6 15,-6 2-2-15,-9-1 8 0,-1-3 4 16,-3-7-2-16,2-4 1 0,-3-3-2 16,-1-5 2-16,0-4-2 0,0-3 3 0,3-7 0 15,5-4 0-15,-1-1 3 0,7-5-3 16,1-3 1-16,-2 0-3 0,8 0 2 15,-5 0-1-15,1-1 0 16,2-4-2-16,2 0 2 0,-2-7-1 0,4 2-1 16,4-4 1-16,4-3-2 0,5 4 0 15,3 2 0-15,1 2-1 0,6 1 3 16,-3 1-2-16,1-1 0 0,-2 5-3 16,1 3-4-16,-3 0 3 0,-7 0 0 15,0 3-8-15,-1 0-13 0,3 2-11 0,-8-4-22 16,4 5-19-16,-1-6-44 0,1 0-72 15</inkml:trace>
  <inkml:trace contextRef="#ctx0" brushRef="#br2" timeOffset="124630.78">25407 17080 459 0,'0'0'31'16,"0"0"-3"-16,0 0-5 0,0 0-5 16,0 0-3-16,-83 38-4 0,71-16-4 15,4 1-5-15,3 6-7 0,3 1 7 16,-2 2-6-16,4 0 5 0,0-3 2 0,6-2-4 16,1-3 0-16,3-1 0 0,0-3 1 15,-3-8 2-15,5-3-1 0,-6-3-1 16,5-3-3-16,-3 2 1 15,6-5 1-15,3 0 1 0,-3-3 2 0,5-7-1 16,-1 0 0-16,-7-2 1 0,1-2-2 16,-1 0 0-16,-3 2 3 0,-4-1 3 15,2 4 2-15,-6-4 4 0,0 1 2 16,0 2 4-16,0-10 3 0,-10 7-4 16,-3-6-4-16,-1 8-1 0,-1-1-8 0,-3 5-2 15,1-1 4-15,3 2-11 0,6 5-1 16,-5 1-7-16,1 0-13 0,6 0-20 15,-1 0-21-15,5 0-76 16,-2 2-108-16</inkml:trace>
  <inkml:trace contextRef="#ctx0" brushRef="#br2" timeOffset="125098.77">25816 17530 564 0,'0'0'19'0,"0"0"-1"0,0 0-3 0,0 0 2 16,0 0 1-16,0 0-6 0,0 0-1 15,0 0-5-15,46 93-5 16,-32-75 2-16,5 2 1 0,1-2-2 15,-1-1 4-15,2-5-2 0,-3 2-1 0,-3-1 3 16,1-1-2-16,-3 3 2 0,-7-3-1 16,2-2-2-16,-2 3-1 0,1-4-2 15,-1 7 0-15,0 0-2 0,-6-5-1 16,6 0 1-16,-4-7-2 0,-2-4 3 16,0 3-3-16,4 2-15 0,-4-2-11 0,3 1-25 15,-3-4-36-15,4 0-55 0,-4-10-94 16</inkml:trace>
  <inkml:trace contextRef="#ctx0" brushRef="#br2" timeOffset="125381.57">26019 17471 544 0,'0'0'31'0,"0"0"-3"0,0 0-8 16,0 0-8-16,0 0-7 0,0 0 0 16,-83 65-3-16,73-33 3 0,-3 3-1 15,-3 6-5-15,6 7-1 0,-3-3-1 16,1 0 5-16,-1-10-2 0,3-4 2 16,0-7-2-16,3-9-1 0,3-6 4 15,2 1-1-15,2-5 0 0,-4 1-5 16,4 0-7-16,0-6 4 0,0 3-3 0,0 2-8 15,0 0-4-15,0 1-18 0,0-6-34 16,4 0-54-16,-2-6-117 0</inkml:trace>
  <inkml:trace contextRef="#ctx0" brushRef="#br2" timeOffset="131039.21">26678 17359 375 0,'0'0'47'0,"0"0"-3"0,0 0-10 0,0 0-5 16,0 0-5-16,0 0-1 0,0 0-3 15,0 0 0-15,-6-2-4 0,2 2 2 16,4-1 1-16,-2-4-6 0,-2 1 0 16,-2-7-3-16,3 2 1 0,3-6-3 15,0-5 3-15,0-6-5 0,0-6 2 0,7 2-5 16,1 1 0-16,2 2-2 0,3 4 2 15,-3-1 0-15,2 6-3 0,-1 5 1 16,-5 6-1-16,0 4-3 0,4 3 2 16,3 0-1-16,5 10 0 0,-3 6 1 15,-3 8-1-15,-1 8 3 0,-3 4-7 16,-2 5 4-16,-2 5-4 0,-2 1-5 16,-2-3 2-16,0 1 0 0,-6-2 1 15,-2-4 6-15,-5 1 2 0,1-2 1 16,-7-8 4-16,5-3-5 0,-5-7 4 0,5 0-3 15,-5-8-2-15,-1 0 3 0,7-2 0 16,1-5-2-16,-1-2 1 0,5-3-1 16,-4 0 2-16,1 0-1 0,-1-3 1 15,4-6-1-15,0 0 0 0,1 3-1 16,7-6 0-16,0 1 0 0,2-5-2 0,9-3 1 16,-3 7-2-16,6-1 1 0,3 5 2 15,-7 3-1-15,7 1 2 0,1 2 0 16,-3 1-1-16,6 1 0 15,-3 0 0-15,1 0-1 0,1 6 1 0,-7-3-2 16,-1 6 0-16,1-2-3 0,-1 1-2 16,-2 6-10-16,-3-5-4 0,-1-3-3 15,-2 3-6-15,-2-3-13 0,-2 0-45 16,4 0-110-16,-4-6-42 0</inkml:trace>
  <inkml:trace contextRef="#ctx0" brushRef="#br2" timeOffset="131523">27187 17187 543 0,'0'0'27'15,"0"0"1"-15,0 0 2 0,0 0-6 0,0 0-7 16,0 0-8-16,0 0-6 16,0 0-2-16,0 0 0 0,0 0-6 15,-52 62 5-15,46-31-4 0,4 1 6 16,-4-5 0-16,4-7 1 0,2-5-1 0,0-10 0 15,0-5 3-15,-5 0 0 0,5 0-1 16,0 4-1-16,0 2-2 0,5 0 0 16,5 2 3-16,6-2-3 0,5 1 2 15,0-5-1-15,4 4-2 0,-1-1 0 16,1 2-1-16,-2 1-2 0,2 2 1 0,-7 2 0 16,1 1 1-16,-7 2 0 0,-8 2 3 15,3-2 0-15,-7 1 1 16,0 4 0-16,0 0 1 0,-7 4-1 15,-3-4-1-15,-2-4 2 0,-1 0-2 0,-1-7 1 16,-5 1-4-16,-3 0-6 0,5 3-9 16,-6-1-19-16,11-4-23 0,-3-4-55 15,3-5-103-15,0-16-34 0</inkml:trace>
  <inkml:trace contextRef="#ctx0" brushRef="#br2" timeOffset="131781.28">27232 17231 617 0,'0'0'20'0,"0"0"-6"0,0 0-2 15,0 0-5-15,0 0-2 0,0 0-3 0,0 0 0 16,33-82-3-16,-14 70-2 0,4 0-4 15,-7 2-3-15,7 0-5 0,-11 3-10 16,5 0-13-16,-1 3-4 0,-3 3-14 16,1-1-13-16,7 2-24 0,-9 0-44 15</inkml:trace>
  <inkml:trace contextRef="#ctx0" brushRef="#br2" timeOffset="132181.21">27689 17031 462 0,'0'0'55'0,"0"0"-10"15,0 0-5-15,0 0-6 0,0 0-5 16,0 0-4-16,0 0-5 0,0 0-6 0,0 0-4 16,0 0-3-16,-81-2-3 15,65 17 1-15,-1 4-3 0,5 6 0 16,0 6 0-16,3 7-5 0,3 7 7 15,0 2-5-15,4 3 2 0,2 5 5 0,0 0-7 16,0-1 2-16,6 3 1 0,2-6-1 16,1-5 0-16,3-5 1 0,0-11 0 15,5-6-2-15,-3-9-3 0,1-2 0 16,-3-6 2-16,3-3-1 0,1-4 3 16,-1-2-2-16,3-7 1 0,1-4 1 0,-7-2 0 15,-3-5 1-15,-3 1 0 0,0 4-3 16,-6-5 3-16,0-3-2 0,0 3-2 15,-10-7 2-15,-1 3 2 16,-5 1-1-16,1 3-2 0,-5 5-2 0,1 2-2 16,-6 5-2-16,7 6-9 0,-5 2-19 15,6 5-18-15,-1 6-32 0,7 1-74 16,1-3-91-16</inkml:trace>
  <inkml:trace contextRef="#ctx0" brushRef="#br2" timeOffset="132662.89">28177 17441 569 0,'0'0'14'15,"0"0"2"-15,0 0 0 0,0 0-3 16,0 0-5-16,0 0-3 0,0 0-3 15,103-60-3-15,-74 56 1 0,6 1-4 16,-2 0-5-16,-4 1-6 0,0 1-23 16,-6 1-27-16,-4 1-63 0,-7 7-99 15</inkml:trace>
  <inkml:trace contextRef="#ctx0" brushRef="#br2" timeOffset="132819.15">28322 17606 381 0,'0'0'39'0,"0"0"-7"0,0 0-6 0,0 0-6 15,0 0-8-15,0 0 0 0,0 0-4 0,0 0-2 16,0 0-3-16,64-11-2 16,-39-1-4-16,-1-1-5 0,3 1-17 15,0-1-58-15,4 1-139 0</inkml:trace>
  <inkml:trace contextRef="#ctx0" brushRef="#br2" timeOffset="133464.19">29045 17359 543 0,'0'0'32'0,"0"0"3"0,0 0 0 16,-10-85-4-16,14 62-9 0,4 2-4 15,9 1-8-15,-3 5-2 0,5-2-4 16,1 4 0-16,5 2-1 0,2 5 0 16,4 6-1-16,-2 1 0 0,0 13-2 15,-2 10-4-15,-4 4 2 0,-5 4-7 0,-5 7 0 16,-7 6-3-16,-6 8-2 0,0 4-1 15,-13 0-3-15,-1 3-1 0,-11-3 1 16,-2-3 8-16,0-3 6 0,-4-13 9 16,5-6 5-16,-1-16 0 0,-2-5 3 15,12-6 2-15,-1-5-4 0,-1 0-2 16,5-11 1-16,-5-1-2 0,9 0-4 16,1-1-2-16,7 5-1 0,2-3-3 15,0-9 2-15,4 5 2 0,9-8-3 16,5 5 2-16,1 0 0 0,8 2-1 0,-2 3 2 15,6 1-1-15,-2 3 1 0,0 3-2 16,4 4 0-16,-7 2-1 0,1 0 1 16,0 3-1-16,-2 6 2 0,-6 6 4 15,-1 0-3-15,-3 2-1 0,-1 3-3 16,-3 2-2-16,-3 1-1 0,-4 1-2 0,-2-5-7 16,-2 1-11-16,0-8-26 0,4 0-30 15,-4 0-44-15,0-7-103 16</inkml:trace>
  <inkml:trace contextRef="#ctx0" brushRef="#br2" timeOffset="133881.2">29733 17259 561 0,'0'0'33'0,"0"0"-5"16,0 0-3-16,0 0-9 0,0 0-19 15,0 0 6-15,0 0-8 0,0 0 3 16,-59 88 6-16,52-61-3 0,1 3 1 16,0-3 1-16,0-7 0 0,2-6-2 15,4-8 2-15,0-1 0 0,0 0-1 0,0 0 0 16,0 3-3-16,10-4 2 0,4-2 0 15,5 4 0-15,2-3 1 0,1 1-1 16,-1-1-1-16,4 2 1 0,-2 1-1 16,1 0-1-16,-3 2 2 0,-2 1 0 15,-1 2 1-15,-5-2-1 0,-5 1 0 0,-2-2 2 16,-2 2-2-16,-2 7 3 0,-2 0-2 16,-2 6 0-16,-10 1 1 15,-1 3-4-15,-5-4 2 0,-1-1-1 16,-1-4 2-16,-1-5-5 0,-2-4-5 0,3 2-10 15,-1-2-15-15,8 0-15 0,5-5-35 16,-2-4-51-16,8-7-109 0</inkml:trace>
  <inkml:trace contextRef="#ctx0" brushRef="#br2" timeOffset="134082.59">29748 17357 551 0,'0'0'8'16,"0"0"0"-16,0 0-4 0,0 0 0 15,0 0 1-15,0 0-8 0,0 0 1 16,81-88-15-16,-61 71-9 0,7 2-25 16,0 0-23-16,4-5-17 0,0 1 0 0,2-2-97 15</inkml:trace>
  <inkml:trace contextRef="#ctx0" brushRef="#br2" timeOffset="134465.63">30267 17070 519 0,'0'0'45'0,"0"0"-3"0,0 0-9 16,0 0-8-16,0 0-9 0,0 0-6 15,0 0-3-15,0 0-3 0,0 0-2 16,-75 46-1-16,65-19 1 0,2 8-6 16,2 4 4-16,1 9-3 0,3-1 4 15,0 4 1-15,-2 2-1 0,4-3 4 0,0-3-4 16,0 1 0-16,4-9-1 16,5-1 0-16,-1-7 0 0,2-8 0 15,3-6-2-15,-3-6-2 0,0-4-1 16,9-7 5-16,-5 0 0 0,7-3-2 0,2-9 4 15,-9-3-2-15,5-3 2 0,-7-3 2 16,-4-2 1-16,-1 3 0 0,-1 2 3 16,-6 0-2-16,0 1 1 0,-4 0 0 15,-5-2 0-15,-3 1-1 0,-7 2-3 16,5 4-3-16,0 6 0 0,-5 3-4 0,4 3 0 16,-3 2-8-16,-5 8-15 15,7 5-24-15,-1-2-38 0,5-1-71 0,1-2-108 16</inkml:trace>
  <inkml:trace contextRef="#ctx0" brushRef="#br2" timeOffset="135319.07">30738 17175 529 0,'0'0'49'15,"0"0"0"-15,0 0-8 0,0 0-11 16,0 0-11-16,0 0-7 0,0 0-5 16,0 0-2-16,0 0-4 0,0 0-2 15,-64-10 1-15,64 47-3 0,0 10 2 16,0 3-1-16,0 2 4 0,4-2-1 0,-2-4 2 16,2-7-1-16,-2-12 0 0,0-5 2 15,3-9 1-15,-5-8 0 0,0-2-1 16,0-3 2-16,0 0 1 15,0 0 0-15,0-3 2 0,0-9-6 0,-5-11 3 16,3-9-4-16,-4-1 0 0,4-4-3 16,-4 2 3-16,2 1-2 0,-2-4 2 15,4 3 4-15,-3 3-9 0,5 2 6 16,0 7-4-16,0 6-2 0,0 7 0 16,0 5 1-16,5 3-1 0,9 4 1 0,5 16 2 15,7 5-5-15,-1 10 7 0,2 7-5 16,0 2 1-16,2 2 3 0,-6 2-4 15,-1-1 2-15,-1-5-2 16,-2-7 4-16,-9-10 1 0,-4-11-1 0,-2-6 2 16,-4-6-3-16,0 0 1 0,0 0 2 15,2 0 0-15,-2-1-2 0,0-18-2 16,0-7 0-16,0-10 1 0,0-3 1 16,0-4 0-16,-2-4-2 0,2 0-1 15,0 0 3-15,0 0-4 0,0 6 4 0,0 8-4 16,2 10-2-16,9 8 1 0,-9 7-1 15,8 6 0-15,3 2 2 0,1 11 2 16,1 12 2-16,1 9 1 0,-1 11-6 16,-1 4 5-16,3 4-5 0,-7 2 4 15,2 0 3-15,-1-3-3 0,-5-6 3 0,2-6-4 16,-2-6-6-16,-6-9-11 16,2-13-11-16,-2-3-38 0,0-7-44 15,0-2-164-15,0-13 10 0</inkml:trace>
  <inkml:trace contextRef="#ctx0" brushRef="#br2" timeOffset="136032.7">31309 17137 620 0,'0'0'18'16,"0"0"-3"-16,-7 90 8 0,7-52-11 16,0 6-2-16,0 3-3 0,0 3-2 15,0 0-3-15,0 0-1 0,0-6 1 16,2-6-3-16,-2-11 1 0,0-12-3 16,5-7 2-16,-5-8 2 0,0 0 0 0,0 0 2 15,0 0 1-15,0-3 5 0,0-15 4 16,-5-11 0-16,-3-11-4 15,0-2-1-15,-4-3-7 0,1 0-2 16,1 0 0-16,-3 1 0 0,3 3 5 0,4 4-1 16,4 3 2-16,2 3-5 0,-4 10-2 15,4 4 2-15,0 8-1 0,6 2 2 16,4-1-4-16,-1 6 4 0,9 1 1 16,3 1-4-16,-1 3 3 0,3 8-3 15,-4-4-1-15,-5 5-1 0,-1 4-2 0,-1 0-2 16,0 2-1-16,-3-1 0 0,-3-3-2 15,-4 2 1-15,2-5-4 0,-4 0 7 16,0-1 2-16,0 1 2 0,-6-1 3 16,0 0 0-16,-7-3 1 0,7-2 1 15,4-2 1-15,-2-1 0 0,4-2 0 0,-2 0 1 16,2 0 1-16,0 1-4 16,-4-1 0-16,4 1-1 0,0 1 0 15,0 4-1-15,4 4 0 0,4 4-1 16,7 4 1-16,1-5-1 0,3-1 1 0,-3 0 0 15,1-3 0-15,-3-3 2 0,-1 0-2 16,1 2-1-16,-3-4 3 0,1 4-4 16,-6-2 5-16,-2 2-3 0,2 0 0 15,-1 2 3-15,-5 5-2 0,-5 2 2 16,-5 5 0-16,-8 1 0 0,-7-3 2 0,-2 0-2 16,-4-2 3-16,0-3-3 0,2-3 2 15,-2 0-2-15,0-3-2 16,4-3 3-16,6 1-3 0,3-2-2 15,9-3 1-15,5 1-4 0,4-3 1 0,-2 0 1 16,2 0-4-16,0 3-3 0,0-1-24 16,0 1-34-16,9-3-61 0,3 0-141 15</inkml:trace>
  <inkml:trace contextRef="#ctx0" brushRef="#br2" timeOffset="136264.07">31836 17638 756 0,'0'0'39'0,"0"0"-6"15,0 0-12-15,0 0-10 0,0 0-6 0,0 0-6 16,0 0-1-16,0 0-2 0,0 0-6 15,-6-4-9-15,-5 4-15 0,-5-4-30 16,3-3-47-16,-1-5-151 0,1-9-33 16</inkml:trace>
  <inkml:trace contextRef="#ctx0" brushRef="#br5" timeOffset="168727.74">13602 2087 105 0,'0'0'30'16,"0"0"2"-16,0 0 0 0,0 0-3 16,0 0 2-16,0 0-2 0,0 0 2 15,0 0-2-15,0 0 3 0,-13 8-1 0,13-8-1 16,0 1-2-16,0-1-4 16,0 0-3-16,0 0-3 0,-4 0-4 15,4 0-4-15,-2-3-4 0,2-12-1 16,-2-5-1-16,-2-7 1 0,2-1 2 0,-4-1 1 15,1-3 1-15,3-1-7 0,-4-3-1 16,0-2-1-16,0-3-1 0,0 0 10 16,-1 0-2-16,-1 2 4 0,-2-3-1 15,1 3-1-15,-1-1 0 0,2 2-3 16,0 5-1-16,-3 3-1 0,3 3-1 0,4 8-1 16,-2 1 1-16,-1 1 0 0,7 5 0 15,-2-4-1-15,0 5 3 16,-2 5-2-16,4 1 2 0,0 5 2 15,0-6-1-15,0 0-1 0,-2 0 2 0,2 0-4 16,0 6 2-16,0-1-1 0,0 1-2 16,0-2 1-16,0 0-1 0,0 1-3 15,0 1 1-15,0-2-2 0,0 2 1 16,0-4-1-16,2 0 2 0,11-5 0 16,1 4 1-16,9 0 2 0,0 0-2 0,8 2 0 15,0-1 0-15,-2 1 0 0,10 0-1 16,2 1 2-16,-2 1-2 0,-3 1 0 15,3 0 0-15,0 0-2 0,-2 3 3 16,3 2-1-16,-3 0 1 0,-2 5 0 16,-2-3-1-16,2-1 1 0,-6-1-1 15,2-2-1-15,-4-3 1 0,0 1 0 16,2-1 1-16,-2 2 0 0,-7-2 1 16,-1 0-2-16,0 0 2 0,-7 0-1 15,2 0 1-15,-1 0-1 0,-7 0-1 0,6 0 1 16,-5 0-1-16,-5 0 0 0,4 0 1 15,-6 0 0-15,0-2 1 0,0 2 0 16,2 0 0-16,-2 0-2 0,0 0 1 16,0 0-1-16,0 0-2 0,4 0 1 15,-4-1-3-15,0-7-3 0,0-2-4 16,-4-7-7-16,-4-1-3 0,-1 0-2 16,-1 3-8-16,2 1 3 0,-5 0 3 15,-1-1 6-15,-3 0 8 0,-1-1 5 16,1 0 2-16,-1 2 6 0,-1 2 1 0,7 3 1 15,-3 3-1-15,5 1 2 0,4 2-1 16,-3 0 2-16,7 3 0 16,-4-1-2-16,-4-2 0 0,4 1 3 0,4 1-1 15,-3-1 0-15,5 2 6 0,-2-2-5 16,2 2 0-16,0 0-3 0,-4 0-3 16,4 0 1-16,0 0-3 0,-2 0 2 0,2 0 2 15,0 2 0-15,6 7 5 16,9 6-3-16,3 5 1 0,3 0-1 15,2 0 4-15,0-4-1 0,-1-1 1 0,1-3-1 16,2 2-5-16,0-3 1 0,-7-1-1 16,3 0-2-16,-3-1 1 0,-5-2-1 15,-5-2 1-15,-4-2-2 0,-4-3 2 16,0 0 0-16,0 0 3 0,2 1 1 16,-2-1-1-16,2 0 0 0,-2 2 0 0,0 3-3 15,0 2-1-15,-8 6-1 0,-6 6-1 16,-3-1-2-16,1 2 1 0,-7-2-1 15,4 2 1-15,3-2 0 16,-1-1-1-16,3-1 2 0,1-5-1 0,7 0 1 16,0-2-1-16,6-5 1 0,-2 1-2 15,2-5 0-15,-4 0 1 0,4 0-3 16,0 2 2-16,0-1-1 0,0 1-3 16,0-1 2-16,0 0-6 0,0 1-5 15,0-2-16-15,4 0-24 0,4-3-24 0,5-8-72 16,1-2-91-16</inkml:trace>
  <inkml:trace contextRef="#ctx0" brushRef="#br5" timeOffset="169330.16">15195 730 443 0,'0'0'34'0,"0"0"-8"15,0 0-11-15,0 0-3 0,0 0-7 16,0 0-2-16,0 0 2 0,0 0 0 16,0 0 6-16,0 0-1 0,98-29 0 15,-63 24 5-15,4-1-6 0,4-1 3 0,3 1-2 16,1-2-1-16,-1 2-2 0,-1 2-2 15,-5-1-3-15,-3 2-3 0,-6 1-1 16,-4 2 0-16,-9 0-1 0,-9 0 0 16,1 0 2-16,-6 2-1 0,0-2-1 15,2 1 3-15,-6-1-4 0,0 0 1 0,0 0-2 16,2 0-8-16,-2 0-17 16,0 0-18-16,0 0-37 0,-2 0-39 15,-10 0-100-15</inkml:trace>
  <inkml:trace contextRef="#ctx0" brushRef="#br5" timeOffset="169619.33">15514 689 384 0,'0'0'45'0,"0"0"-16"0,0 0-1 15,0 0-11-15,0 0-5 0,0 0 3 16,0 0-1-16,0 0 0 15,-19 82 2-15,19-50-4 0,6 4-2 0,-4 5 2 16,3 2-4-16,1 4-2 0,-4 3 5 16,4-1 1-16,-2-2 1 0,-2-5 1 15,4-4-8-15,-4-6-5 0,3-9-1 16,-3-7-2-16,-2-5 3 0,6-2-1 16,-6 2-2-16,4-7 1 0,-4 0-1 0,0-4-2 15,0 0 1-15,0 0-7 0,2 2-3 16,-2-2-3-16,0 0-10 0,0 2-13 15,0-2-5-15,4 0-21 0,-4-7-14 16,2-3-23-16,2-8-33 0</inkml:trace>
  <inkml:trace contextRef="#ctx0" brushRef="#br5" timeOffset="170364.68">15663 774 333 0,'0'0'50'0,"0"0"-3"15,0 0-11-15,0 0-12 0,0 0-4 0,0 0-10 16,0 0 0-16,0 0-2 16,0 0-3-16,0 0 3 0,8-6 2 15,0 18 0-15,2 6 4 0,3 8-4 16,-1 6-2-16,-1 3 3 0,-1 6-2 0,-2 4 4 15,-2 5 2-15,5 2 3 0,-9-4-2 16,4-4-5-16,-4-7-4 0,2-7-2 16,-2-10-2-16,-2-8-2 0,0-1 0 15,0-5 0-15,0 0-1 0,0 0 4 16,0-6 1-16,0 0 2 0,0 0 3 0,0 0-1 16,4 0 1-16,-4 0-4 15,0-15-1-15,0-6 0 0,-4-9-3 16,2-2 1-16,2-2-7 0,0-1 2 15,0 0 0-15,0 3-4 0,0 4 7 0,6 1-3 16,1 4 3-16,-1 1 0 0,0 9 0 16,0 3 0-16,0 4-2 0,1 5-1 15,1-1 3-15,6 2 0 0,-1 0-1 16,5 9 0-16,1 2 0 0,0 6-1 16,-5 0 3-16,0 2-1 0,3 4-1 0,-7 0 3 15,3-1-4-15,-7 1 1 0,6-1 1 16,-1-3 1-16,-3-2 4 15,-2-6-1-15,0 1-2 0,-4-5-6 0,3 1 1 16,1 0 2-16,0-1 2 0,0 1-3 16,-4-5 1-16,-2 1-1 0,6-4 0 15,1 0 1-15,1 0-2 0,2-2 1 16,-1-3 1-16,1 0-1 0,-6-4-5 16,6-5 0-16,-8-4 2 0,5-6 1 15,-3 5 6-15,-2-2-1 0,-2 6 0 0,0 6-2 16,0-6 2-16,0 9 2 0,0 0-3 15,0 0 2-15,0 6-1 0,0-2-5 16,0 2 3-16,0-2-3 0,4 1 3 16,-4 1-1-16,2 0 2 0,4 5 3 15,2 8-5-15,5 5 1 0,-3 2 0 0,3 1 2 16,-5-2 3-16,0-7 2 16,2-2-5-16,-1-1-2 0,1-2-2 15,-2 0 2-15,-1-3 0 0,-1-2-3 16,0-2-3-16,0 0-11 0,0-2-13 0,3-3-33 15,-5-6-18-15,2-4-44 0,-6-3-51 16,2 1-66-16</inkml:trace>
  <inkml:trace contextRef="#ctx0" brushRef="#br5" timeOffset="170563.37">16217 791 510 0,'0'0'31'0,"0"0"-5"0,0 0-12 16,0 0-12-16,0 0-5 0,0 0-5 15,0 0-6-15,0 0-11 0,0 0-24 16,31 22-60-16,-19-4-51 0,0 1-55 16</inkml:trace>
  <inkml:trace contextRef="#ctx0" brushRef="#br5" timeOffset="171163.5">16421 1070 76 0,'0'0'38'16,"0"0"5"-16,0 0 1 0,0 0 0 15,0 0 0-15,0 0-2 0,0 0-2 16,0 0-4-16,0 0-2 0,0 0 2 16,0 64-7-16,0-58 1 0,0-2 5 15,0 3-15-15,0-7 6 0,0 0-7 16,0 0-9-16,0 0 16 0,0 0-14 16,0 0 3-16,0 0-2 0,0-5-11 15,0-10 8-15,0-8 0 0,0-6-1 16,0 2 1-16,0-2-4 0,0 1-1 0,-6 3-1 15,6 5 1-15,-4 3 0 0,4 7-1 16,-2 3 3-16,2 3-3 0,0 4 1 16,0-2-5-16,0 2 0 15,-4-1 0-15,4 0-6 0,0 1 1 0,0 0 1 16,0 0 0-16,0 10 2 0,0 5 1 0,4 5-1 16,4-2 2-16,4-2-1 0,1-3 0 15,1 1 1-15,3-2-1 0,-1 0 1 16,3-1 1-16,2-2 1 15,1 0-3-15,-1-5 1 0,0 2 0 0,-3-1-3 16,-3-2 4-16,-3 3 0 0,1 2-1 16,-7-4-1-16,4 7 1 0,-2 1 5 15,-5-3 1-15,1 7-1 0,-4-1 0 16,0 0-5-16,-7 5-5 0,-1-4 7 16,-4 1-4-16,-1-3 2 0,1-2 3 0,-2-1-3 15,1-2 2-15,7-6 0 0,-4-2-2 16,3-1 3-16,3 0-1 0,-8 0-2 15,8 0-1-15,-2 0-1 16,3 0-2-16,-1-3-10 0,2 0-8 0,-4-8-29 16,2 2-25-16,4-3-47 0,0-6-62 15,4 3-62-15</inkml:trace>
  <inkml:trace contextRef="#ctx0" brushRef="#br5" timeOffset="171863.23">17248 965 443 0,'0'0'39'0,"0"0"2"0,0 0-3 15,0 0-7-15,0 0-9 0,0 0-11 16,0 0-3-16,0 0-4 0,0 0 2 16,12 6 1-16,7 17-1 0,0 6 1 15,1 10-2-15,-1 7 4 0,0 7 2 0,-1 3-2 16,-8 0 0-16,1 1-5 0,-3-7-4 15,-4-3 3-15,-4-2 2 0,0-1-1 16,-12-1 2-16,-1-4-1 0,-5-1-3 16,-3-3 2-16,0-5-1 0,-3-4-2 15,-3-6 3-15,-2-5-2 0,2-7 0 16,4-5 0-16,-2-3-2 0,5-2 0 16,1-9-4-16,-4-4-5 0,7-7 0 15,-3-7-10-15,1-7-12 0,5-9-21 16,5-4-16-16,8-2-44 0,0-2-43 0,0 1-73 15</inkml:trace>
  <inkml:trace contextRef="#ctx0" brushRef="#br5" timeOffset="172063.38">17213 707 502 0,'0'0'29'16,"0"0"1"-16,0 0-8 0,0 0-8 16,0 0-16-16,0 0-7 0,0 0-9 15,0 0-2-15,0 0-10 0,0 0-17 16,25-15-46-16,-11 15-59 0,5 2-68 16</inkml:trace>
  <inkml:trace contextRef="#ctx0" brushRef="#br5" timeOffset="172996.17">17597 768 378 0,'0'0'33'0,"0"0"-5"16,0 0-2-16,0 0-8 0,0 0-1 15,0 0-3-15,-35 92 0 0,35-67 2 16,2 2 1-16,5-1-2 0,1 1 0 16,-2 0-3-16,4 1 0 0,-1-3-3 15,1 0-4-15,-2-5-2 0,-2-5-3 0,1-4 0 16,-1-4 2-16,-4-4 0 16,2 2 0-16,-4-5 1 0,0 0 0 15,6 0 3-15,2 0 4 0,5-8-3 16,-1-3 2-16,-3-4 0 0,3-5-1 0,-6-1 2 15,0-3-1-15,1 0-3 0,-5-2 2 16,2 2-3-16,-2 6 0 0,-2 1-3 16,4 6-2-16,-4 5 2 0,0 1-1 15,0 5-1-15,0-1 0 0,0 1-3 16,2 0 3-16,2 0-1 0,2 5 3 16,1 8-1-16,1 7-1 0,4 2 1 15,-3 5-2-15,1-2 1 0,-2 3 0 0,5-4-1 16,-1-1-1-16,0-5 0 15,-3-6 2-15,-3-5 0 0,0-4 1 0,0-1 1 16,2-2-1-16,9-2 1 0,-5-8-1 16,3-5-1-16,-3-2 1 0,-3 1 2 15,-3-1 2-15,0-3-2 0,0 0-2 16,-6-2 1-16,6-1 0 0,-6 6 0 16,0-1 1-16,2-2 0 0,-2 6-1 0,0 1-2 15,0 6-2-15,0 7-2 0,0-1 1 16,0 1 0-16,0 0 5 0,5 0-2 15,3 12-3-15,-2 8 4 0,6 7-2 16,-3 5 0-16,-3 0 1 0,4 0-2 16,-4 0-1-16,1-5 2 0,-1-4 4 15,0-6 2-15,-6-7 2 0,2-5-2 16,-2-5-4-16,0 0-1 0,0 0-7 16,2 1 10-16,-2 1 1 0,4-2-4 15,-4 0 8-15,0 0-10 0,2-9 1 0,2-8 2 16,-1-6 2-16,1-1 0 0,-2-2 0 15,-2 0-2-15,4 0-1 0,-4 10-2 16,2-3 0-16,2 8 1 0,-2-1-3 16,4-1 2-16,-6 9-3 0,7-3 0 15,-1 6 2-15,2 1 2 0,4 0 2 16,1 1 0-16,1 9-3 0,-1 2 1 16,-1 0-2-16,-2 3 2 0,-1-4 1 15,-3 0-1-15,0-4-1 0,0-1 2 16,1 0-2-16,-5-3 1 0,2 0 3 0,2-3-1 15,-4 0 0-15,6-3-1 0,3-1-1 16,-3-4 2-16,2-4 1 16,-2 0-1-16,3-1 1 0,-7 1-1 0,2-1 1 15,-2 2-1-15,2 2 1 0,-6 0-3 16,3 4 0-16,-3 1 0 0,0-1-2 16,0 5-3-16,0-1-1 0,0 1 4 0,4 0 2 15,-4 0 1-15,0 0-1 16,6 0-3-16,0 7-3 0,-4 1-10 15,-2 6-20-15,0-4-68 0,-6 1-169 0,-6 0-10 16</inkml:trace>
  <inkml:trace contextRef="#ctx0" brushRef="#br5" timeOffset="173442.45">18302 613 511 0,'0'0'47'0,"0"0"-2"0,0 0-10 16,0 0-10-16,0 0-14 0,0 0-3 15,0 0-1-15,0 0 1 0,0 0 1 16,13 114 1-16,1-50-3 0,1 13 0 0,1 13 0 15,-1 8 4-15,-1 4-2 0,-4 0 0 16,5-7-4-16,-3-4-8 0,3-9 0 16,-3-7-2-16,5-10 1 0,-7-12 2 15,0-11 0-15,3-10 1 0,-7-10-2 16,0-7 6-16,-4-6-11 0,-2-5 5 16,4 1-4-16,-4-5-26 0,0 0-46 0,0 0-76 15,0 0-117-15</inkml:trace>
  <inkml:trace contextRef="#ctx0" brushRef="#br5" timeOffset="173713.55">18366 815 553 0,'0'0'43'15,"0"0"-1"-15,0 0-7 0,0 0-13 16,0 0-8-16,98-17-6 0,-76 23-5 15,1 2-1-15,-6 4-3 0,-1 3-1 16,-1 2 0-16,-5 0 1 0,-2-5-3 16,-8 4-3-16,0 4 1 0,-6 3-2 15,-9 4-4-15,-3-1 2 0,-3-6 1 16,-2-3 0-16,3-7 6 0,5-4-2 16,-1-3-17-16,1-3-14 0,7 0-31 15,-8-6-54-15,7 0-127 0</inkml:trace>
  <inkml:trace contextRef="#ctx0" brushRef="#br5" timeOffset="177728.61">19476 1021 425 0,'0'0'42'15,"0"0"-8"-15,0 0-7 0,0 0-4 0,0 0-2 16,0 0-3-16,0 0-4 0,0 0-1 16,0 0-3-16,0-51 0 0,0 41 2 15,-6-3-4-15,4 4 4 0,-4-6-4 16,-4 2-3-16,3 4 0 0,-5-3-1 16,2 3-2-16,3 3-1 0,-3 0-1 0,2 3-1 15,2 3 2-15,-5 0-2 0,3 0-2 16,0 0 1-16,-3 9-2 0,3 6 2 15,-2 5 0-15,8 6 0 16,2 4 3-16,0 3-1 0,0 1 1 0,0-1-1 16,6-1 2-16,2-3 2 0,3-2-1 15,-3-6 1-15,6-1-6 0,-1-1-2 16,3-6 0-16,-3-4-1 0,1-4-3 16,1-5-7-16,1 0-8 0,5-7-10 15,-3-6-11-15,3-2-20 0,-2-5-35 0,1 2-40 16,1 2-95-16</inkml:trace>
  <inkml:trace contextRef="#ctx0" brushRef="#br5" timeOffset="178558.54">19859 892 408 0,'0'0'37'0,"0"0"-4"0,0 0-5 16,0 0-6-16,0 0-6 0,0 0-3 16,0 0-1-16,0 0-4 0,-91-7 0 15,78 16-3-15,-1 3 1 0,2 2 1 16,-1 2 3-16,1 4-2 0,4 0-2 16,-3 1-1-16,3 3-3 0,2-1 0 15,0-5-1-15,3 0 0 0,3-6-1 0,0 1 4 16,0 2-1-16,3-6-7 15,3 3 7-15,-4-4-8 0,8-4 0 0,-4 2 7 16,3-1-6-16,1 0 0 0,0-3 3 16,1 1 1-16,1-3 0 0,0 0-5 15,-5 0 3-15,9-5 1 0,-6-6-2 16,5-3 8-16,-7 5-4 0,3-5 1 16,-3 2 3-16,-2-1 0 0,0 1 2 0,0-2-1 15,-6 3 0-15,5 1 1 0,-3-1 0 16,-2 5-1-16,2 1 1 0,-2 5 4 15,0-1-1-15,0 1 2 16,0-2-4-16,0 2-7 0,0-1-2 0,0 1-1 16,0 0-1-16,0 0 4 0,4 0-1 15,-2 1 2-15,2 9-2 0,4 0-2 16,-2-1 1-16,7 3 0 0,-3-1 0 16,1-3-3-16,1-2 2 0,-2-4-1 15,-1-2-1-15,9 0 0 0,-10 0-4 0,9-4 0 16,-9 0 2-16,-2-1 2 0,3 0 2 15,-5 2 1-15,2-3 1 0,-4 3 1 16,4-6 1-16,-2 0 1 0,-1-3 1 16,1-6 0-16,-4 4 1 0,0-6-2 15,0 2 1-15,0 4-1 0,0 2 0 0,0 8 0 16,0 4 2-16,0-2-1 16,0 2-2-16,0 0-1 0,0-2 0 15,0 2 1-15,2 12-1 0,2 7 2 16,0 10-3-16,2 3 1 0,0 3 0 0,1 1 1 15,-1-1 4-15,4-2-2 0,-2-3 1 16,1-5 0-16,-3-8-6 16,-2-8 0-16,2-5 0 0,-4 0 1 0,2-1 0 15,-2-1 1-15,3 1 3 0,-5-3 2 16,6-8 1-16,-2-7 1 0,6-9-7 16,-4 0-3-16,1 0 0 0,-1-2-1 0,0-1 4 15,0-2-2-15,1 0 1 0,-3-3 0 16,2 4 1-16,4 1-2 15,-2 6-1-15,-1 7-2 0,-1 6-1 0,0 3 2 16,-4 3-1-16,8 2 2 0,5 0 0 16,-3 8 0-16,1 6 2 0,1 4 0 15,-1 2-3-15,-1-1 2 0,0 4-3 16,1-3 1-16,-1-3-8 0,1-2-19 16,-5-5-29-16,-2-3-45 0,0-3-173 0</inkml:trace>
  <inkml:trace contextRef="#ctx0" brushRef="#br5" timeOffset="179863.43">20967 534 482 0,'0'0'46'0,"0"0"-5"16,0 0-9-16,0 0-10 0,0 0-9 16,0 0-6-16,0 0 3 0,0 0 0 15,0 0 1-15,2 85-6 0,8-38-5 16,-2 4 1-16,1 6 0 0,-3-1 1 16,0 2 1-16,-2-4 0 0,-2-4 1 0,-2-5 2 15,0-15-1-15,0-7 1 0,0-10 3 16,0-8 1-16,0 1 2 0,0-6 1 15,0 0-1-15,0 0 0 0,0 2 2 16,0-2-3-16,0 0-4 0,0 0-2 16,0-16-4-16,0-5 0 0,0-9 0 15,0-1-3-15,0 4 1 0,4 3-3 16,-1 5 1-16,3 4 2 0,-2 3 1 16,4 3 1-16,0 0-1 0,5 6-1 15,-1 3-1-15,7 3 2 0,-1 10-2 0,3 4 1 16,0 3 1-16,-3 3-2 0,1-1 2 15,2 0-3-15,1-4 0 0,-5-4 3 16,-1-5 1-16,-1-5-1 0,-3-2-2 16,1-2-4-16,1 0 2 0,1-2 2 15,3-7 2-15,-1-3-1 0,-7-3 5 16,3-5 1-16,-3-2-1 0,-2 0 3 16,-4 4-3-16,-2-1-1 0,-2-1 1 15,0 0-1-15,-6-6-1 0,-2 3 1 16,2 8-1-16,-1 3-2 0,1 4 1 0,2 5-3 15,-4-2 2-15,6 4 0 0,-11 0-3 16,3 1 2-16,2 0-2 0,-5 12 0 16,7 6 0-16,-2 9 0 0,2 3 2 15,2-1 1-15,4 1-1 0,0-5 1 16,0-2-2-16,6-1 1 0,4-2-1 16,0 0 2-16,3-5-2 0,3-3 1 0,-3-4 0 15,1-3 0-15,1-3-1 0,-3-2-3 16,7 0 2-16,-1 0-1 15,-3 0 3-15,6-4 0 0,-5-2 2 0,-1-6 0 16,-1-5-1-16,-2-1 2 0,1-5 1 16,-7 1-1-16,2-1-1 0,-2-2 2 15,-1 1-2-15,-5 7 2 0,2-1-1 16,2 6 0-16,-4 6 0 0,0 0-2 16,0 6 3-16,0-1-2 0,0 1 1 0,0-2-2 15,2 0 0-15,-2 1-2 0,0 1 0 16,0 0 2-16,6 10 2 0,0 8 0 15,0 9-1-15,1-3-3 0,-1 2 0 16,0-1 2-16,0 0 0 0,0-3 0 16,1-3-1-16,-5-9-1 0,4-4 0 15,-2-2 2-15,-2-2 0 0,2 1 1 16,-4-3 1-16,0 0-1 0,0 0-1 16,4 0 3-16,7-3 0 0,-3-9 1 15,4-6-1-15,-1-5-3 0,-7-4 2 0,6-2-2 16,-4 0 1-16,3-1 0 0,-3 1 1 15,4 1-1-15,-8 9-1 0,0 7-1 16,3 7-1-16,-5 5 0 0,6 0-1 16,2 0 2-16,9 3 0 0,-1 8 0 15,1 4 1-15,-5 4-2 0,-4 0 0 16,5 2 4-16,-7-3-1 0,2 1-1 16,2-1-1-16,-7-4-3 0,3-1 2 15,-2-3 2-15,-2-6-7 0,-2 0-11 16,0-4-22-16,0 0-37 0,0 0-91 0,0 0-118 15</inkml:trace>
  <inkml:trace contextRef="#ctx0" brushRef="#br5" timeOffset="180111.28">21994 737 556 0,'0'0'33'16,"0"0"-2"-16,0 0-9 0,0 0-8 16,0 0-4-16,-85 71-5 0,79-44 1 15,0 3-1-15,4 3-4 0,2 1 1 16,0-4 0-16,0 0-2 0,6-4 2 16,2-3-4-16,5-5-2 0,-1-3-6 0,1-5-12 15,1-7-20-15,3-3-21 0,3-5-33 16,5-7-39-16,-4-2-102 0</inkml:trace>
  <inkml:trace contextRef="#ctx0" brushRef="#br5" timeOffset="180446.78">22205 897 452 0,'0'0'32'0,"0"0"-6"0,0 0-11 16,0 0-3-16,0 0-6 0,0 0 3 16,0 0 2-16,0 0 2 0,0 0 1 15,0 0-1-15,-4-9-2 0,8-2-1 0,-4 5 4 16,0-6 0-16,0-2 3 16,0 2-3-16,0-6 0 0,-4 9 1 15,2 4-4-15,-4-2 2 0,1 4-5 16,3 0-5-16,-4 3 2 0,-2 0-2 0,-2 7-1 15,1 10 0-15,-1 6-2 0,8 2 0 16,-2 6 0-16,4-2 0 0,0-1-2 16,0-5 1-16,4-2 0 15,8-5-4-15,3-4 3 0,3-3-3 0,7-4-2 16,4-5-3-16,6-2-12 0,-6-10-22 0,2-5-25 16,-6-1-77-16,-4-2-110 15</inkml:trace>
  <inkml:trace contextRef="#ctx0" brushRef="#br5" timeOffset="181180.2">22939 446 518 0,'0'0'43'16,"0"0"-1"-16,0 0-7 0,0 0-6 16,0 0-8-16,0 0-7 0,0 0 0 15,0 0-4-15,0 0-4 0,0 0-1 16,-8-17-1-16,10 26 1 0,8 11 0 16,0 9-3-16,3 3-1 0,-1 6-3 0,-2 4 0 15,-1 3-1-15,-3 1 1 0,2-2 0 16,-2-4 1-16,1-5 0 0,-1-6 0 15,2-5-1-15,2-3 0 16,-1-3-1-16,-3-6 0 0,6-2-6 0,-6-6-9 16,-3-3-6-16,7-1-9 0,2 0-14 15,-6-4-10-15,7-8-48 0,-7-5-52 16,-6-2-79-16</inkml:trace>
  <inkml:trace contextRef="#ctx0" brushRef="#br5" timeOffset="182481.45">22866 746 420 0,'0'0'66'0,"0"0"-14"16,0 0-17-16,0 0-14 0,0 0-14 16,0 0 4-16,0 0 1 0,0 0 4 15,0 0-2-15,36-7-4 0,7-1-5 0,5-1-1 16,1-4-2-16,3-1 2 16,2-1-3-16,-3 0 2 0,-1-1 0 15,-5 1-1-15,-5 0 0 0,-7 1-1 16,-13 7 1-16,-3-1 0 0,-9 3 2 0,-2 3 3 15,-4 0 7-15,-2 2 1 0,0-1 1 16,0 1-2-16,0-2-6 0,0 2-4 16,0 0-4-16,-10 0-2 0,-6 7 1 15,-3 7-1-15,5 3-2 0,-1 2 2 16,-1 6-2-16,5-1 1 0,-1 2-1 0,1 0 1 16,5-8-2-16,4 2 2 0,2 0 1 15,0-2-2-15,6 5 2 0,1-10 0 16,1-1-1-16,-2-6 1 15,2-2-1-15,3 0-1 0,-3-4-2 0,8 0 3 16,-7 0 0-16,5-1 2 0,-1-7 2 16,-1-1 0-16,0-5 2 0,-3 2 0 15,-3 0 1-15,0-3 1 0,0 3-3 16,0-5 1-16,-1 0 0 0,-3 5-2 16,-2-6 4-16,4 7 1 0,-4 5-2 0,0-5 3 15,0 7-1-15,0-2 0 0,0 1 0 16,0 5-4-16,0-1 1 0,0 1-2 15,0 0-2-15,0 0 0 0,0 0-2 16,0 0 1-16,0 12 0 0,0 5 0 16,8 2 0-16,0-5 2 0,5-3-2 15,5-4 0-15,1-1-2 0,2-1-2 16,-1-2 3-16,5-2 2 0,2-1 1 16,-2-4 2-16,-5-4-2 0,3-4 2 15,-6 0 0-15,-1-3-1 0,-1-2 3 0,-5-1-1 16,-2 4 1-16,-1-1 1 0,-5 3-1 15,-2-2 2-15,0-6-3 0,0 7 3 16,0-6-3-16,-7 9-1 0,1 1 0 16,2 1-1-16,0 3 0 0,-4 1-2 15,1 4 1-15,-3 0-3 0,-4 0-2 0,1 11 3 16,-5 2-1-16,9-2 2 16,3 3 1-16,2-5-1 0,4 3-1 15,0 2 1-15,10-2-2 0,-3-2-1 16,7-3-1-16,3-4 0 0,3-3 1 0,5 0 3 15,-2-5 1-15,2-1 2 0,-5-3 1 16,-1-1-2-16,6 2 0 0,-7-2-2 16,-3 5 1-16,-3-2 2 0,1 4-3 15,-5-1-2-15,4 1-1 0,-6 1-3 16,1 2 2-16,-5 0 3 0,4 3 2 0,0 3 1 16,4 5 0-16,-7-2 0 15,1 3-1-15,-4 0-1 0,2 1-1 16,-2-1 1-16,0-6-1 0,0 4 0 15,4-5 1-15,-4-1 0 0,2 6-2 0,0-7 1 16,-2 0 0-16,6 0-3 0,0-3 1 16,7 0 0-16,3 0 2 0,7-2 2 15,-4-4 2-15,-1-2-1 0,3-2 1 16,-2-2 0-16,-1 0 0 0,1-1 0 16,-5 3-1-16,1-2 1 0,-5-2 3 0,-2 2-2 15,-1-2 0-15,-5-1 2 0,2 3-1 16,-2-5-1-16,-2 5 2 0,0-2-3 15,0 1 3-15,-2 2 0 0,-2 2-3 16,4 5 0-16,-2 1-1 0,-1-1-1 16,-3 3 0-16,-4 1 0 0,-2 0 0 15,3 1-1-15,-5 8 0 0,1 4-1 16,3 0 1-16,2-2 1 0,2 1-1 16,-1-3 0-16,5-4 0 0,2 0 0 15,0-5 1-15,0 5-1 0,0 6 0 0,0 0 1 16,0-1-1-16,0-5 2 0,2-4 0 15,5 1-3-15,-5-1 4 0,8 2-1 16,-4-1 0-16,2-1 3 0,9 6-3 16,-7-2 1-16,9 8 0 0,0 3 0 15,-1 9 2-15,3 8 3 0,-1 12 5 0,5 10 0 16,0 9 1-16,-4 3-4 16,-1 3-5-16,-3 1 5 0,-3-3-4 15,-3-1-1-15,-9-5-1 0,-2-5-10 16,0-9 1-16,-6-10 1 0,-7-11 2 0,-5-8 1 15,1-11 2-15,-12-4 1 0,2-4-1 16,-6-5 2-16,2-9 1 0,-2-2-1 16,0-7 0-16,2-5-1 0,4-2-3 15,0-6 2-15,2-1-1 0,5 0 1 16,5 3-7-16,3 2-1 0,6 5-2 0,6-1-2 16,2 4 7-16,10-2-2 15,7 2-8-15,1 0-3 0,7-2-14 16,2 0-28-16,4-1-58 0,-4 1-113 15,9 2-49-15</inkml:trace>
  <inkml:trace contextRef="#ctx0" brushRef="#br5" timeOffset="183331.3">24533 726 483 0,'0'0'22'0,"0"0"-9"0,0 0-3 16,0 0-8-16,0 0 5 0,0 0 0 15,0 0-3-15,0 0 2 0,0 0-3 16,0 0 1-16,12-25-1 0,-18 11-2 16,0 4 3-16,-7-1 0 0,7 4 1 15,-2 2 6-15,-3 2-1 0,3 1 0 0,2 1-1 16,-6 1-4-16,7 0 0 0,-3 0 0 15,-4 6-1-15,6 2-3 0,-1 7 0 16,7 2 1-16,0 4 0 0,0 8 0 16,0-2-1-16,11-2-1 0,-3-2-1 15,2-9-2-15,1-5-6 0,7-6-7 0,-1-3 1 16,5 0-2-16,1-1 3 16,0-10 2-16,6-1-3 0,-6-3-1 15,-1 0-5-15,-5 1-5 0,1 0 4 16,-7 5 6-16,-3-1 10 0,-2-4 7 0,-6 3 4 15,2-6 5-15,-2-1 3 0,0 0-2 16,0-6 1-16,0 7 3 0,-6 0-2 16,4 7 6-16,0-3 6 0,-2 3 5 15,2 4 6-15,2 2-3 0,0 4-5 16,-4-2-5-16,4 2-3 0,0-1-7 16,0-1-2-16,0 2-3 0,0-2-1 0,0 2 2 15,0 0-1-15,4 9-1 0,2 7-2 16,4 5-4-16,1-1 0 15,-3-2-2-15,-2 2-3 0,5-1 4 0,-7 4-1 16,2 0-2-16,0-5-3 0,-2 0-4 16,-4-5-5-16,2-3-10 0,-2 2-12 15,0-7-14-15,4 1-6 0,-4-6-4 16,0 0 3-16,0 0 3 0,0 1-3 16,0 1 14-16,0-2 13 0,0 0 29 0,-4 0 27 15,-2-4 26-15,0-5 11 0,4 5 9 16,-4-3 0-16,4 2-10 0,-3 0-8 15,5 1-17-15,0 4-12 16,0-6-8-16,0-5-6 0,9-4-2 0,7-5-2 16,5 2-2-16,4 1-1 0,2 2-1 15,6 0 3-15,0 2-3 0,6-3 0 16,-2 1 1-16,2 1-3 0,1 0 1 16,-3 2-1-16,-2 1-1 0,0 0 4 15,-2 0-3-15,-6 1-1 0,0 0 5 0,-8 6-2 16,-5-1 0-16,-2 4 2 0,-5 1-2 15,-1 0 0-15,-6 0 4 0,0-2-2 16,0 2 0-16,0 0-2 0,4 0 1 16,-4 0-4-16,2 0 2 0,-2 0 1 15,2 0-4-15,-2 0 3 0,0 0-8 16,0 0-2-16,0 0-10 0,4 0-18 16,-4 0-30-16,0 0-29 0,0 0-80 15,-4-3-94-15</inkml:trace>
  <inkml:trace contextRef="#ctx0" brushRef="#br5" timeOffset="187711.25">26079 715 288 0,'0'0'63'0,"0"0"-8"16,0 0-9-16,0 0-10 0,0 0-5 16,0 0-7-16,0 0-5 15,0 0-2-15,0 0-2 0,6-3-1 0,-6-5 2 16,0 0-1-16,0-4-4 0,0-6 0 16,0 6-1-16,-2-5-3 0,2 7 1 15,-6 0-3-15,4-5 1 0,-5 5-1 0,1-4-2 16,0 6 3-16,2 1-2 15,-2 1-1-15,0 0-2 0,-1 1-1 0,-1 4-1 16,-4 1-1-16,-3 1 1 0,-3 11-1 16,-3 3-2-16,2 7 4 0,1 2-1 15,-3 3-2-15,2 2 1 0,5 0-2 16,2 0 2-16,-1-3 0 0,7-1 0 16,4-8 2-16,-2 0-3 0,4 0 3 0,0-8-2 15,4 6 2-15,0-3-1 0,2-3-1 16,0 3-1-16,1-6 0 0,-3-3 1 15,-2 1 3-15,4-4 1 16,4 0 2-16,5-7-1 0,3-2 0 0,-3 0 0 16,-1-3 0-16,-1-3 1 0,-1-2-1 15,1-3-1-15,-1 0-1 0,-4 1 2 16,5-1-1-16,-1 4-1 0,-6 3 1 16,3 2-2-16,-3 4 0 0,-2 3 3 15,2-3-3-15,-4 4 1 0,2 1-2 0,-2 0-1 16,-2 2 2-16,4 0-1 0,3 4 2 15,1 10 1-15,0 4 1 0,-2 3 0 16,1 1-2-16,-3 2-2 0,2 0 1 16,-4-5 0-16,4-3 0 0,-4-5 1 15,2-2 1-15,3 3-2 0,-1-6 0 0,-4 2 0 16,-2-3-2-16,0-5 1 16,6 0 1-16,-2 0-1 0,2-4 1 15,3 0-1-15,-5-4 1 0,0 2 0 16,0-3 0-16,-2 0 2 0,2-3-2 0,-2 0 0 15,2-3 0-15,-1-5 0 0,-3 3 1 16,4-1 1-16,-2 1-2 0,2 7 0 16,-4-3-2-16,2 3 5 15,-2 5-4-15,4 1 1 0,-4 4 0 0,0-2-4 16,0 2 6-16,6 0 0 0,3 0-1 16,3 5 1-16,0 6-1 0,1 0-4 0,-9 5 2 15,6-1-1-15,-4 1 2 16,1 3 2-16,-1-6-4 0,-4 1 1 15,4-5 1-15,-6-4-2 0,6 2 1 0,-6-2 2 16,4-2-3-16,-1 1 3 0,-3-4-2 16,0 0 1-16,0 0 0 0,0 0 1 15,0 0 2-15,2 0-2 0,2-12 1 16,-2-4 1-16,4-4 0 0,-2 6-2 16,-2-3 0-16,4 2-1 0,-1-1 1 0,1-1 0 15,-4 2 0-15,2 4-1 0,-2 7-2 16,0-6 0-16,2 6 0 0,-4-1-1 15,2 2 3-15,-2 3-1 0,6 0 1 16,1 2 2-16,3 6-3 0,4 4 2 16,-5 1-1-16,-3 1-3 0,0 2-1 15,0 3 2-15,1-1 0 0,-1 0 1 16,0-6-6-16,-2 0-8 0,-2-4-20 16,0-3-15-16,4 2-38 0,-1-4-56 15,-3 0-109-15</inkml:trace>
  <inkml:trace contextRef="#ctx0" brushRef="#br5" timeOffset="188228.08">26587 699 420 0,'0'0'33'0,"0"0"-2"16,0 0-2-16,0 0-10 0,0 0-3 0,0 0-6 15,0 0-4-15,0 0 1 0,0 0-4 16,7 96 1-16,1-79-2 0,0-2 1 16,2-4-1-16,3-4 0 0,-5-4 0 15,4-1-2-15,7-2 2 0,-4 0 1 16,5-4-1-16,-3-3 3 0,-5-4-2 0,-2-2 2 16,-3 2 0-16,-1-1 2 15,0-2-1-15,-2 4 1 0,2 1 0 0,-6-2-2 16,2 5 1-16,-2 0-2 15,0 0 0-15,0 6 1 0,0-2 0 0,0 2-2 16,0-1 1-16,0 0-5 0,0-1 0 16,0 2 2-16,5 0 1 0,-3 12 2 15,4 9 3-15,0 14 0 0,0 6-3 16,3 6 0-16,1 5-3 0,-4-1-1 16,-4 1-3-16,2-2 4 0,-4 0 0 0,0 0-1 15,-6-2 4-15,-6-8-7 0,-5-5 3 16,-4-8 3-16,1-4-1 0,-7-4 0 15,-2-4-1-15,-4-3 1 0,0-2 3 16,-2-5-1-16,-3-2 1 0,1-3 0 16,2 0 1-16,2 0 2 0,2 0-1 15,4-6-2-15,4-2 0 0,9 2-4 16,2-3 0-16,5 3 0 0,1-4-5 16,4-6 2-16,2-2-6 0,2-6-6 15,11-2-10-15,1-3-20 0,11 0-34 0,-4 0-60 16,7 5-143-16</inkml:trace>
  <inkml:trace contextRef="#ctx0" brushRef="#br5" timeOffset="188813.14">26951 607 455 0,'0'0'32'15,"0"0"-5"-15,0 0-8 0,0 0-7 16,0 0 4-16,0 0-4 0,0 0 1 15,0 0-1-15,0 0-3 0,-49 94-2 0,49-78-1 16,0 3-3-16,0-2 1 0,0-5-4 16,6 1 0-16,0-3 0 0,4-7 0 15,-1 1-2-15,3-4 4 0,7 0-2 16,-3-6 2-16,9-6 2 0,-2-2 1 16,-7-1 0-16,3-2 1 0,-7 2-2 0,1 0 3 15,-5 3-1-15,-2 1-1 0,-2 4 1 16,-2 2-2-16,2 1 2 0,-4-1 0 15,2 0-3-15,-2 1 1 0,5 1-2 16,-5 3 1-16,0 0 1 0,0 0-2 16,2 7 0-16,4 7 0 0,0 4-2 15,2 0-2-15,3-3 0 0,-3 1-3 16,4-7 3-16,1-2 0 0,1-2-3 16,5-3 3-16,1-2 0 0,5 0-1 15,-6-8 1-15,-5 1 1 0,-3-1 3 0,-3 2 0 16,-6 3 3-16,2-4 0 0,-2 3 0 15,-2-7 2-15,0 3-1 0,0-5-2 16,-2-2 0-16,-6 1-1 0,-2-4-1 16,1 6 3-16,-1 2-4 0,2 5-2 15,4 2-3-15,1 1-5 0,-5 2-11 16,2 0-13-16,-4 0-32 0,3 0-74 16,7 0-129-16</inkml:trace>
  <inkml:trace contextRef="#ctx0" brushRef="#br5" timeOffset="189980.48">27464 281 580 0,'0'0'30'0,"0"0"-2"15,0 0-5-15,0 0 1 0,0 0-8 0,0 83-1 16,2-54-1-16,4 1-6 0,0 2-6 16,5 3 2-16,-3 0-4 0,-2-3 0 15,2-2 2-15,-1-5-4 0,-3-7 2 16,2-3-1-16,-6-5 2 0,2-5 1 16,-2 0-1-16,0-5 5 0,0 0 1 0,0 0 0 15,0 1 3-15,4 0 0 0,-4-1 0 16,0 0-3-16,0 0-2 0,0-5-3 15,0-9 0-15,2-4 0 0,2-2-1 16,2-1 1-16,-1 1-1 0,-1 8-2 16,4 0 0-16,4 2 0 0,-1 6 0 15,-1-4 2-15,0 4-4 0,3 1 1 16,5 3 1-16,-3 0-2 0,3 3 4 16,1 4-3-16,-4 4 0 0,-1 1 1 15,3 1 0-15,-3-2 0 0,-6-3 0 0,5 0 0 16,-3-4 0-16,-2-4 1 0,1 0-4 15,3 0 4-15,0-6 0 0,-1 0 2 16,-1-5 1-16,0-1-2 0,-8 5 2 16,9-9-1-16,-5 9 0 0,-4-5 1 15,-2 1-3-15,0-1 3 0,0 2-1 16,0-3 0-16,0 3-1 0,0 1-1 16,-2-1 0-16,-2 6 0 0,-2 0 1 15,-1 2-4-15,-1 2 2 0,-4 0 0 16,-1 4 0-16,5 4 0 0,-2 4 0 0,10-1-1 15,0 3-1-15,0 4 2 0,0-1-1 16,10 2 0-16,3-5 1 0,-3-5-2 16,8-3 3-16,1-3 0 0,0-2 0 15,5-1 0-15,-3 0 2 0,0-2-2 16,-1-6 1-16,-1-1 0 0,-7 1-3 16,1-1 3-16,-5-2 1 0,2-1 1 0,-1 0 0 15,1 0-1-15,-8-2 3 16,2 4-2-16,-2-6 0 0,-2 6 1 15,0-3-3-15,0 3 1 0,0 4 1 0,0 2-3 16,0-1 0-16,0 0-1 0,0 1 0 16,0-1 2-16,0 5-1 0,0-1 0 15,0 1-3-15,0-2 1 0,0 1-1 16,0-1 0-16,0 0 2 0,0 0-1 16,4-1 0-16,7-2 3 0,5 0-1 0,-1 2 2 15,3 0-1-15,-3 1-1 0,-5 2-1 16,5 0 1-16,-1 1-1 0,-1 6 0 15,-1 7 2-15,-4 1-2 16,-2 5 2-16,1 3-1 0,-7 2-2 0,4 2 1 16,-4-8-1-16,0-1 1 0,0-5-1 15,0-1-2-15,0 1 2 0,2-4-1 16,2 5 1-16,2-6 0 0,2-1 1 16,1-2 1-16,3-5 0 0,7 0 2 15,-1-5-3-15,7-6 3 0,-6-1-2 0,-3-3 1 16,1 2 1-16,-5-2 0 0,3-2 0 15,-7 2 1-15,2 1-3 0,-3 0 0 16,-5 5 3-16,2-1-2 0,-2 0 1 16,-2-2 1-16,0-4 0 0,0 4 0 15,0-1-3-15,0 4 3 0,0 6-2 0,-2-1 1 16,-2 1-1-16,4 3 0 16,0-2 1-16,0 2-3 0,-2 0 2 15,-5 0-3-15,1 6-1 0,-4 2 3 16,10 4-2-16,0 8 2 0,10-2-2 0,5 6 2 15,3-3 0-15,3-4 2 0,4-2-2 16,6-4 0-16,-2-4 1 0,-3 1-1 16,10-4-1-16,-10 0 1 0,1-1 0 15,0-2 0-15,-2-1-2 0,0 0 1 16,0-3-1-16,-3-3 0 0,-3-1 0 16,-5 0-2-16,-7 3 0 0,-1 2 1 15,-6 2-2-15,0-1 0 0,0 1-3 16,0-1-6-16,0-4-8 0,0 0-14 15,-2 1-34-15,-4-2-61 0,1 4-141 0</inkml:trace>
  <inkml:trace contextRef="#ctx0" brushRef="#br5" timeOffset="191312.88">18023 2071 463 0,'0'0'51'0,"0"0"-9"16,0 0-8-16,0 0-9 0,0 0-9 16,0 0-6-16,0 0-2 0,0 0 1 15,-10-10 3-15,10 22 1 0,0 6 0 0,6 10-4 16,0 2 0-16,0 2-5 0,-1 1 1 15,1-2-2-15,0-4-3 0,-2-4 2 16,2-8-1-16,-2 0 0 0,3-6 0 16,-1-2-3-16,0 0 0 0,-4-4-2 15,9-3-7-15,-1-3-11 0,6-11-22 16,3-7-27-16,-2-5-74 0,-7-2-116 0</inkml:trace>
  <inkml:trace contextRef="#ctx0" brushRef="#br5" timeOffset="191446.49">18077 1705 388 0,'0'0'6'0,"0"0"-4"16,0 0-6-16,0 0-12 0,19 77-14 0,-5-64-47 15,3 1-45-15</inkml:trace>
  <inkml:trace contextRef="#ctx0" brushRef="#br5" timeOffset="192039.14">18311 2002 441 0,'0'0'60'0,"12"83"-9"0,-8-38-8 16,2-2-11-16,-2 0-6 0,3-4-9 15,-1-5-6-15,-2-11-7 0,-2-11-2 16,-2-6-2-16,0-6 1 0,0 0 2 16,0 0 3-16,4 1 3 0,-4-1 2 15,0 0 2-15,2 0 1 0,-2-10-2 16,4-9-1-16,-4-3-2 0,0-4-3 16,0 0-2-16,0-1-1 0,0-2-3 15,0 2-3-15,2 1 2 0,5 3-2 0,1 5 1 16,-2 4 0-16,4 6 1 0,3 4-2 15,-1 3 2-15,5 1-2 0,-1 0 0 16,3 5 0-16,-5 5 0 0,-1-5 1 16,-1 3-2-16,-4 1 2 0,1-4 0 15,1 3 1-15,-2-4 0 0,-4-3-1 16,-1 3 2-16,-3-4 0 0,6 0 2 16,-2 0-1-16,4-5 2 0,0-1-1 15,-3-2 0-15,1 1 2 0,-4 2-1 16,-2-5-1-16,0-1 2 0,0-1-3 0,-6-3 1 15,4 5 1-15,-3 6-3 0,5 1 1 16,0 3 0-16,0-1-2 0,0 1 0 16,0-2-1-16,0 0 0 15,0 2 0-15,0-1 2 0,0 1-1 0,7 0 1 16,5 0 0-16,7 0 2 0,-1 0-1 0,7 1-1 16,-8 1 0-16,-1 1-1 15,-1-1 1-15,-3 1 0 0,7-1 0 16,-7 5-1-16,-4-4 1 0,5 6 0 15,-5 2 3-15,-2-4 0 0,-2 10 0 0,-4 4 1 16,0 3-2-16,-6 9-2 0,-4-2-1 16,-5-1-3-16,1-2-2 0,1-6-6 15,1-5-6-15,6-8-24 0,2-4-45 16,4-5-78-16,0 0-120 0</inkml:trace>
  <inkml:trace contextRef="#ctx0" brushRef="#br5" timeOffset="192260.96">18991 1874 535 0,'0'0'28'16,"0"0"1"-16,0 0 1 0,0 0-2 15,0 0-11-15,0 0-14 0,0 0 0 0,-2 82-4 16,8-57 0-16,-2-1-2 0,0-1-5 15,2-7-3-15,-4 0-6 0,2-6-13 16,-4-5-11-16,3-1-25 0,-3-4-42 16,0 0-57-16,0 0-57 0</inkml:trace>
  <inkml:trace contextRef="#ctx0" brushRef="#br5" timeOffset="192412.48">18918 1751 448 0,'0'0'25'0,"0"0"-8"0,0 0-6 15,0 0-8-15,0 0-5 0,0 0-11 16,0 0-62-16,0 0-151 0</inkml:trace>
  <inkml:trace contextRef="#ctx0" brushRef="#br5" timeOffset="193230.12">19328 1994 439 0,'0'0'29'16,"0"0"-2"-16,0 0-6 0,0 0 0 15,0 0-2-15,0 0 3 0,0 0-1 16,0 0-3-16,0 0 0 0,-83-56-9 16,68 64-2-16,3 4-3 0,0 8-2 15,3 3 1-15,3 0-2 0,4 5 2 0,-2 2-4 16,2-1 1-16,2 2-3 0,0-4 3 15,0-6-2-15,0-3 0 0,0-6 1 16,0-2-2-16,6 0 2 0,-2-4-1 16,2 2 2-16,5-7 0 0,3 1-2 15,1-2 2-15,7-8 0 0,-3-6 0 16,-2-5 1-16,-1-5-1 0,3-5 1 0,-5-3 0 16,1-1 2-16,-3-1-1 15,-4-1 3-15,-1-1-2 0,3-1 0 16,-8 1-8-16,2-2-1 0,-4 0 1 0,0-1 1 15,-6 2 7-15,0 5 3 0,2 9 2 16,-3 5 0-16,3 8 1 0,0 5 0 16,4 2 0-16,0 3-3 0,-6 0-5 15,0 1 0-15,-3 13-2 0,-1 6 1 16,4 7 0-16,6 7-3 0,0 3 11 16,0 6-2-16,0 3 4 0,6 1-1 15,-2 1-8-15,2-2 0 0,1-4-1 16,-1-4-1-16,0-3 1 0,2-5-1 15,-2-3 1-15,3-7 0 0,1-1-1 0,-2-7 1 16,3-1-1-16,-3-4-2 0,0-2 3 16,9 1-1-16,-3-3 0 0,5-3 3 15,1 0-2-15,1-1 0 0,2-9-1 16,-2-2 1-16,-1-1-1 0,-3-3 3 16,-3 0-1-16,-1-3 0 0,-5-1 0 0,2 1-1 15,-4-2 1-15,-3-1 0 0,-3 7 1 16,0-5 1-16,0-1-2 0,0 0 1 15,-3 1-1-15,-3 4 1 16,2 6-1-16,4 6 0 0,-2 1 1 0,2 3 0 16,0-2 0-16,0 2 0 0,-6 0 1 15,0 5-3-15,-5 7 1 0,3 8 1 16,2 2 0-16,6 4 0 0,0 0-1 16,4 1-1-16,4-1-1 0,5-3 0 15,1-3 1-15,7-5 0 0,4-8-1 0,1-5-2 16,3-4-5-16,-6-11-10 0,2-5-22 15,-4-5-30-15,1-3-60 0,-7-1-139 16</inkml:trace>
  <inkml:trace contextRef="#ctx0" brushRef="#br5" timeOffset="193845.52">18999 1302 412 0,'0'0'31'0,"0"0"-5"0,0 0-9 16,0 0-8-16,0 0-1 0,0 0-5 16,0 0 2-16,-79 91-3 0,77-60-1 15,2 0 1-15,0 3-4 0,6-1 0 16,7-3 0-16,-1-2-3 0,3-4 0 16,3-5 0-16,-1-8 3 0,-5-3-1 15,5-6 2-15,-3-2 2 0,1-6 0 0,3-6 3 16,-5-2 4-16,-5-3-2 0,-2-1 3 15,-2 3 4-15,-2-2 6 0,-2 0 7 16,-2 1 4-16,-4-4-1 0,-6 5-6 16,-1 1-6-16,1 2-8 0,-2 1-2 15,1 2-2-15,5 3-3 0,-2 1 0 16,3 2-5-16,-1 2-3 0,2 1-4 16,-7 0-8-16,1 8-6 0,4 3-16 15,-3 8-16-15,9 5-72 0,0 2-121 16</inkml:trace>
  <inkml:trace contextRef="#ctx0" brushRef="#br5" timeOffset="194271.51">19102 2002 441 0,'0'0'50'0,"0"0"-5"0,0 0-12 16,0 0-5-16,0 0-6 0,0 0-4 15,0 0-2-15,0 0-4 0,0 0-2 16,-10-26-3-16,6 26-1 0,4-2-1 16,0 2-2-16,0-1 0 0,0 1 1 15,0 0 1-15,0 0-2 0,0 14-1 16,0 5 0-16,6 10 1 0,-4 5 2 16,4 2-2-16,0 4 2 0,-1 0-3 15,-3 2 1-15,-2-6-2 0,4-3 0 0,-4-4-1 16,2-9 0-16,-2-8 0 0,0-1-1 15,4-5-1-15,-4-2 1 0,0 2-2 16,0-6 0-16,6 0-3 0,2 0-7 16,5-8-17-16,-5 0-25 0,5-4-53 15,-1-2-151-15,-6-3 2 0</inkml:trace>
  <inkml:trace contextRef="#ctx0" brushRef="#br5" timeOffset="205598.38">20632 1806 380 0,'0'0'47'0,"0"0"-7"0,0 0-3 15,0 0-4-15,0 0-6 0,0 0-2 16,0 0-2-16,0 0-6 0,0 0 0 16,-12-86-3-16,12 81-3 15,0-1 0-15,0 2-2 0,0 4-1 0,0-2 1 16,0 2-3-16,0-2 0 0,0 2-2 16,4 0 0-16,2 5 0 0,0 12 1 15,2 8-1-15,-1 9-1 0,-3 4 6 16,-2 6-1-16,-2 4 2 0,0 1 0 15,0-1-8-15,0-4 0 0,0-2 0 0,0-6 1 16,4-3-1-16,0-2 0 0,0-4-1 16,2-3-2-16,1-3 1 0,1-2-1 15,-2-7 0-15,4 0 2 0,-6-6-1 16,3 0-1-16,3-1-1 0,2-2-3 16,-5-1-1-16,5-2 0 0,2 0-5 0,-1-2-2 15,1-7-8-15,-1-3-11 0,-1-3-16 16,-4-4-18-16,5-1-29 0,-5-1-43 15,-2 0-93-15</inkml:trace>
  <inkml:trace contextRef="#ctx0" brushRef="#br5" timeOffset="206810.3">20651 2035 471 0,'0'0'45'0,"0"0"-10"0,0 0-7 16,0 0-9-16,0 0-10 0,0 0-5 15,0 0-4-15,0 0 0 0,0 0 0 16,0 0-1-16,37-36-2 0,-15 25-1 16,7 1 0-16,0-2-1 0,2-2-9 15,0 0-3-15,-2-1-6 0,2 1-4 16,-4 1-14-16,-2-1 9 0,-4-1-4 0,-3 0 3 15,1 0 19-15,-7-2-1 0,-3 5 11 16,-3-1 8-16,-2 5 4 0,2-5 5 16,-6 2 0-16,0-2 2 15,0 1-1-15,0 0 1 0,0-2-2 0,-4 3 2 16,2-1-1-16,-2 8 2 0,4-1-1 16,-2 1 3-16,-2 1-3 0,1 0-1 15,-1-1-1-15,4 4-4 0,-2-1-1 0,2 1-3 16,-4 11 3-16,4 7 3 15,-2 11-2-15,2 4 3 0,0 6 2 0,0 3 2 16,0 3-1-16,0 4-2 0,0-1-7 16,0 1-1-16,0-4 1 0,2-4-1 15,-2-7 0-15,0-12-2 0,4-10 2 16,-4-1-3-16,2-6 1 0,2-1-2 16,-4 1 3-16,0-5-1 0,0 0 2 0,0 0 0 15,0 1 2-15,3 1 0 0,-3-2 0 16,0 0-3-16,0 0-1 0,0-2-1 15,0-11 0-15,4-7 1 16,-4 2-1-16,2-2-1 0,2 0 0 0,-4 1-1 16,8-8 0-16,0 4 1 0,3 1 0 15,-3 2-1-15,4 3 0 0,-1 2 1 16,-3 5-3-16,0 2 2 0,3 4 0 16,-9 3-1-16,8 1 3 0,-2 0 0 15,7 5-1-15,1 8 0 0,-3 3 0 0,-5 2-1 16,4 3 1-16,-5 3-2 0,1-1 2 15,2 2-2-15,-4-1 2 0,3-2-2 16,-3-7 0-16,0-2 1 0,-4-3 0 16,2-6 0-16,2 2-1 0,-3-3 0 15,1 0 0-15,2 0 1 0,-4-3 0 0,6-3 0 16,5-6 0-16,-1-3 0 16,-2-3 0-16,-1 0 1 0,-1-2-1 15,-2-3 1-15,0 0-1 0,-2 5 1 16,-2-2 0-16,3 5-1 0,-3-1 1 0,-2 1 1 15,0 6-1-15,4 1 1 0,-4 5 0 16,0-2 2-16,0 2-1 0,0-1-2 16,0-1 1-16,0 2-1 0,0 0-1 15,0 0 1-15,0 2-1 0,0 12 1 16,0 4 0-16,0 1-3 0,2-2 3 16,2 0-2-16,-2-6 1 0,0 4-1 15,2-6 0-15,5-2 0 0,-3 1 1 0,-2-5-1 16,-2 0 1-16,4-3 0 15,0 0-1-15,-1 0 1 0,5 0 0 0,-6 0 0 16,4 0 0-16,3-4 1 0,-5-4-1 16,2-4 1-16,0 0 0 0,-1 0-1 15,-1-2 0-15,0 0 1 0,0 4-2 16,0-6 3-16,1 1-1 0,-3 5 0 16,0-6 0-16,0 7 0 0,-4-1 1 0,2-1-1 15,2 5-2-15,-4-5 1 0,2 6 0 16,-2-2 0-16,4-3 1 0,-4 5 0 15,2 0-1-15,-2 1 0 0,0 4 0 16,0-1-1-16,0 1 2 0,5-2 0 16,1 0 0-16,-4 1 0 0,8-1-1 15,5 2-1-15,-3 0 2 0,2 3-1 16,1 3 0-16,1 4-1 0,-3 0 0 16,-1 1 0-16,-1 1 1 0,-5-3 0 15,4 3 2-15,-8-3-2 0,2 2 0 0,3 0 0 16,-7-7 0-16,0 8 0 0,0 0 2 15,0 5-3-15,-11 3 2 0,-1-2-1 16,-1-3-1-16,3 1 0 0,-6-3 1 16,7-4 0-16,-3 0-1 0,6-4-4 15,-1-2-6-15,5 0-19 0,2-3-33 16,-6 0-44-16,2-2-86 0,-4-8-87 16</inkml:trace>
  <inkml:trace contextRef="#ctx0" brushRef="#br5" timeOffset="207012.98">21479 1513 570 0,'0'0'43'15,"0"0"-6"-15,0 0-5 0,0 0-14 16,0 0-6-16,0 0-9 0,0 0-4 15,0 0-3-15,0 0-7 0,-18-7-8 0,18 5-15 16,0 2-30-16,0 0-56 0,8 0-139 16</inkml:trace>
  <inkml:trace contextRef="#ctx0" brushRef="#br5" timeOffset="207850.76">22623 1659 484 0,'0'0'46'0,"0"0"-2"0,0 0-5 16,0 0-7-16,0 0-5 15,0 0-5-15,0 0-5 0,-81-81 0 0,71 66-4 16,3-3-4-16,1 0 0 0,2 3-2 16,0-1 0-16,2-2-1 0,-2 2-1 15,4-7 1-15,0 3-4 0,0 5-1 16,6 1 0-16,0 2-1 0,7 1-1 16,-5 1 2-16,8 5-2 0,1 5 0 0,1 5 1 15,7 8 0-15,-4 9 0 0,-2 5-3 16,-5 6 0-16,-2 7 0 0,-1 7 0 15,-9 6-1-15,2 5 0 16,-4 1 0-16,-6-1 5 0,-5-4 2 0,-7-4 0 16,1-7 2-16,-5-8-5 0,1-6 0 15,-4-5 0-15,4-3 0 0,-3-1 0 16,1 0 1-16,-2-1 0 0,-2 0 1 16,9-4-1-16,1-5 0 0,7-5 0 15,6-2 2-15,-3-3-1 0,5 0-2 0,-8-3 0 16,-2-8-3-16,10-3 0 0,-1-7 2 15,3-1 1-15,9-3 0 0,5 0 0 16,9 0-1-16,0 3 1 0,4 2 2 16,1 3-1-16,1 5 1 0,2 6-1 15,0 4-4-15,-4 2 5 0,0 5-4 16,-2 5 1-16,-4 4 4 0,-3 3-5 16,1-1 1-16,-5 2-2 0,1-1-2 15,-3 0-3-15,-1-3-8 0,-3-2-10 16,-2-5-16-16,0 1-15 0,0-1-20 0,-4-3-33 15,3 0-43-15,-5-4-79 0</inkml:trace>
  <inkml:trace contextRef="#ctx0" brushRef="#br5" timeOffset="208270.7">22947 1525 440 0,'0'0'44'16,"0"0"-5"-16,0 0-10 0,0 0-8 16,0 0-4-16,0 0-5 0,0 0 2 15,0 0-2-15,0 0 1 0,0 0-2 16,13-1-2-16,-13 28-2 0,0 0-4 16,-3 1-1-16,-3-6-1 0,2-5-1 0,4 0 1 15,-2-8 0-15,2-4-2 0,0 0 1 16,0-5-1-16,0 0 1 0,0 7 0 15,0-3 1-15,0 7 1 0,6 2-1 16,3-1 3-16,7 5 0 0,-1-2-2 16,-1 3 3-16,3 2 2 0,-1 2-5 15,1-1 9-15,1 0-2 0,-3-1-5 16,-1-2 5-16,3-1-8 0,-3-2 0 16,-6-6-2-16,5 1 1 0,-7-5 1 15,4 0-1-15,-3 0-1 0,-5-4 0 0,0 2 0 16,-2-3 2-16,0 0 0 0,0 3-2 15,-2 3 0-15,-11 2-1 0,-5 2-1 16,-9 1 0-16,0 0-5 0,-4 1-8 16,2-2-12-16,0 0-19 0,2-3-25 15,9-4-61-15,3-3-121 0</inkml:trace>
  <inkml:trace contextRef="#ctx0" brushRef="#br5" timeOffset="208493.83">22988 1572 538 0,'0'0'9'16,"0"0"0"-16,0 0-2 0,0 0-5 15,42-86-2-15,-24 67-4 0,3 3-11 16,4-2-8-16,0 2-33 0,-3 3-37 15,3 4-59-15,0 6-66 0</inkml:trace>
  <inkml:trace contextRef="#ctx0" brushRef="#br5" timeOffset="208847.61">23400 1253 422 0,'0'0'50'0,"0"0"-5"16,0 0-11-16,0 0-13 0,0 0-5 15,0 0-4-15,0 0 3 0,0 0 3 16,-25 99 0-16,17-52 2 0,-1 5-2 16,3 4-4-16,-4 3-3 0,4-1-6 15,0-4-3-15,6-4-3 0,0-5 0 16,0-8 6-16,6-6 1 0,4-5 0 16,-2-5 1-16,3-7-9 0,-3-5 4 15,0-3-4-15,3-4 0 0,3-1 0 0,0-1-4 16,9-3 4-16,-4-8 1 0,-3-4-6 15,1-2 0-15,-3-1 1 0,-1-1-1 16,-5-1 8-16,-4 5 1 0,-2-2 3 16,-2 0-1-16,0-1 1 0,-6-4 0 15,-2 6-1-15,-3 5 0 0,-3 4-1 16,-1 5-4-16,-3 2 0 0,-7 5-1 16,2 7-2-16,-1 3-3 0,-1 3-15 15,4-1-22-15,-2 1-48 0,7-1-87 16,3-5-89-16</inkml:trace>
  <inkml:trace contextRef="#ctx0" brushRef="#br5" timeOffset="209630.84">23728 1404 540 0,'0'0'42'16,"0"0"-5"-16,0 0-9 0,0 0-11 15,0 0-8-15,0 0-1 0,0 0-2 16,-22 91 2-16,22-49 0 0,0 5-2 16,0 0 0-16,0-1-5 0,0-3-1 15,4-5-1-15,4-7 0 0,-4-10-1 0,2-4 9 16,-6-7-8-16,3-6 9 0,1 0 1 15,-4-4-10-15,0 0 6 0,0 0 0 16,0 0-7-16,0-4 3 0,0-13 3 16,0-5-8-16,0-10 9 0,0-2-2 15,0-1-1-15,0-1 1 0,0-5 0 16,0-3-1-16,0-2-2 0,0-1 0 16,0 0 0-16,0 0 0 0,2 5 1 15,4 2 0-15,-2 7 0 0,4 11-1 16,-1 7-1-16,-5 8 1 0,8 6-1 0,-2 1 3 15,5 7-1-15,5 11 2 0,-3 5-3 16,3 6-1-16,-3 4 0 16,1 5 0-16,-3 3 0 0,-3 3-1 0,2 2 1 15,-1-2-1-15,-5-5-1 0,0-7 1 16,-2-11 1-16,-4-9 0 0,4-6 3 16,-4-6-1-16,0 0 3 0,0 0 0 15,0 0 1-15,0 2 2 0,0-4-2 0,0-11-3 16,0-10 2-16,0-8 2 0,0-2-4 15,0-3 1-15,3 0 0 0,-3-1-4 16,4 0 3-16,-2 4 0 0,2-1 0 16,-2 4-1-16,4 5-2 0,-2 5 1 15,-2 9-4-15,-2 7 3 0,0 4 0 16,0-2-1-16,7 2 3 0,3 6-1 16,0 8 1-16,7 7 1 0,-5 5-3 0,-2 3 2 15,1 2 0-15,-3 8-1 0,2 1 0 16,-3 5-2-16,-5 0 1 0,2-3 1 15,-2-3-1-15,-2-6-2 16,0-12-2-16,2-3-10 0,2-5-21 0,-4-9-35 16,0 2-97-16,0-6-121 0</inkml:trace>
  <inkml:trace contextRef="#ctx0" brushRef="#br5" timeOffset="210346.33">24320 1229 608 0,'0'0'35'0,"0"0"-1"0,-21 124-9 15,17-70-9-15,2-1-8 0,-2 1-5 16,2-2-1-16,2-5-2 0,0-2-1 0,0-9-1 15,0-12 0-15,2-4 2 0,-2-10 0 16,4-5 0-16,-4 0 0 0,0-5 1 16,0 0 3-16,0 0-1 15,0-11 2-15,-4-8 2 0,-3-8 3 0,1-3-2 16,2-5 1-16,-6-3-2 0,4-3-1 16,-1-2 1-16,1-1-2 0,4 1 0 15,-2-1 0-15,4-1-1 0,0 3-3 16,10 1 1-16,-1 6-8 0,7 6 1 15,-1 7 1-15,5 5-4 0,-1 5 8 0,2 6 1 16,-1 3-2-16,3 3 2 0,-9 0-1 16,5 0-4-16,0 1 1 0,-1 4 0 15,-1 1-4-15,1 3 10 0,-5 3-3 16,-7-3-2-16,0 6 1 0,-6 6-8 16,0 4 6-16,0 8-1 0,-10 1 3 0,0 0-2 15,-9 1-3-15,0-3 5 0,-1-3 0 16,1-5-1-16,5-4 3 0,1-8 0 15,7-4 0-15,2-4 1 0,4-4-1 16,0 0-1-16,0 0 2 0,0 2 0 16,0 3 1-16,10-1 2 0,5 2-2 15,5 0 3-15,5-1-3 0,0-2 0 16,2 1-2-16,0 4 0 0,0-1 0 16,-3 4-1-16,1 0 0 0,-6-1 2 15,-1 3-3-15,-9-6 1 0,-1 4 1 0,-2-4-3 16,-6 4 2-16,0 9 2 0,-8 0-4 15,-7 5 0-15,-7 1 0 0,-5-2 1 16,-6 1 0-16,-7-3 0 0,1 3 7 16,-4-3-1-16,1-1 2 0,-1-1 0 15,2 2-7-15,-1-1-2 0,7 0 1 0,4 1 0 16,4-4 1-16,9-6-2 16,9-5-2-16,5-4-6 0,4-3-5 15,0 0-10-15,0 0-19 0,0 0-23 16,6-1-56-16,7-10-151 0</inkml:trace>
  <inkml:trace contextRef="#ctx0" brushRef="#br5" timeOffset="213843.79">25209 1581 439 0,'0'0'38'0,"0"0"-5"0,0 0-6 0,0 0-6 15,0 0-5-15,0 0-5 0,0 0-4 16,-7-82-2-16,11 73 0 0,3 2 0 15,1-4-2-15,4 2-1 16,1 1 1-16,1 4-3 0,5 4 1 0,-1 0 0 16,5 8 1-16,2 5-2 0,-4 7 1 15,1 5-2-15,-1 7-1 0,-2 3 2 16,-5 2-2-16,3 1 2 0,-9-2-2 16,-2-4 2-16,-4-11-1 0,2-9 3 15,-4-5 3-15,0-7 3 0,0 0 2 0,0 1 2 16,0 2 2-16,-4 0 3 0,-2-1 0 15,-4-2-2-15,-3-11-4 0,-3-4-2 16,3-2-3-16,7-3 0 0,-2-2-2 16,6-6-4-16,2-1 3 0,0-2-2 15,0-3 1-15,8 1-2 0,4 3-3 16,3 1-2-16,4 4-4 0,-1 4-11 16,3 2-14-16,-1 5-17 0,3 1-16 15,-2 9-28-15,4 4-41 0,-5 4-98 16</inkml:trace>
  <inkml:trace contextRef="#ctx0" brushRef="#br5" timeOffset="-214684.8">25771 1546 416 0,'0'0'32'0,"0"0"-5"0,0 0-9 16,0 0 0-16,0 0-4 15,0 0-3-15,0 0-3 0,0 0-4 0,0 0 2 16,80-71-3-16,-63 50 1 0,-5-5-2 16,-1-3 2-16,-5 0 0 0,4-3-1 15,-8 4 2-15,-2-1-2 0,0 1 0 16,-8 8 1-16,-2 0-8 0,6 6 6 16,-3 6 3-16,-3 2-1 0,8 5 6 0,-10 1-7 15,-1 0-4-15,1 14-1 0,-3 7-2 16,3 9 1-16,2 6 2 0,5 9 0 15,-1 3 1-15,2 2-2 0,4-3-1 16,0-5 0-16,0-5 0 0,10-8-1 16,-1-5 1-16,3-4 3 0,7-5-1 15,-3-3-2-15,7-4 2 0,0-4-1 16,-1-2 0-16,1-2 2 0,2 0 0 16,0 0 0-16,-5-5 1 0,3-2 0 15,-2-1 1-15,-3-2-1 0,3-2-1 0,-2 1 2 16,-3-3 0-16,3 1-1 0,-3-3 1 15,-1 0 1-15,-1-1-2 0,3 0 0 16,-9 1 1-16,0 4 1 0,-1-2 3 16,-3 4 2-16,2-1 0 0,-4 0 0 15,-2-2-1-15,0 3 1 0,0-2-3 16,0 0 1-16,0 1 0 0,-6 1 0 16,4 0 2-16,-4 3-2 0,1 4 1 15,3 0 0-15,0-1 0 0,-4 3-2 16,2 0-2-16,-4 1 0 0,1 0-3 0,-3 10 0 15,0 7-1-15,-1 6 0 0,5 1 0 16,0 3 0-16,0 1-1 0,6 1 1 16,0-4 2-16,0-5-2 0,0-2-1 15,0-1 1-15,0-8-2 0,6 5 0 16,0-7 2-16,-2-3-1 0,5-3 0 0,-1-1 3 16,8 0-2-16,3-8 1 15,-4-1 1-15,-3 0 0 0,-4 0 0 0,3-2 1 16,-3-4-1-16,-2 0 1 15,0-2 1-15,0 3-1 0,-3 6 1 0,-3 3 0 16,4 2 1-16,-4 3 0 0,0-2 0 16,0 2-1-16,0-1-1 0,0 1 1 15,0-2 0-15,2 2 0 0,8 10 1 16,-2 11 0-16,7 14-2 0,3 7 1 16,-1 8-2-16,-1 5 0 0,3 1 5 0,0 0-1 15,-7-1 0-15,3-4 0 0,-5-2-5 16,-2-6 0-16,-8-6-2 0,0-5 1 15,-2-4-1-15,-10-2 3 0,-7-2-1 16,-8-3 1-16,-4-3 0 0,-6-4 2 16,-2-5-2-16,-7-5 3 0,1-4 2 15,-3 0 2-15,-1-7 3 0,-3-8-4 16,0-7-1-16,5 0-2 0,-3-2 0 16,9 1 0-16,4 2 0 0,3 1-4 15,10 2 1-15,3-1-1 0,7 1-1 0,1 4 0 16,7 1 1-16,6 4-3 0,0-2 2 15,0 1 0-15,0-1 3 0,6-3-3 16,-4 7 0-16,11-4-1 0,-1 3-5 16,-4 4-1-16,9-2-5 0,-5 4-7 15,-1 1-9-15,1-1-18 0,4 2-19 0,11-1-34 16,-2 1-61-16,8 0-93 16</inkml:trace>
  <inkml:trace contextRef="#ctx0" brushRef="#br5" timeOffset="-214193.47">26674 1568 319 0,'0'0'38'0,"0"0"1"0,0 0-8 15,0 0-2-15,0 0-3 0,0 0 2 16,0 0-2-16,0 0-1 0,0 0 2 16,0 0-2-16,-21-29-3 0,21 27-3 0,0 2-1 15,-4-1-4-15,4-1-2 0,-2 1-1 16,2 1-1-16,-2-2-3 0,2 2 0 15,-4-1-2-15,4 1-3 0,-2 0 1 16,-2-5-2-16,2 2 1 0,-2 0 0 16,-3-4-2-16,5 4 1 0,-2 0-2 15,2-5 2-15,-2 5 0 0,2 0 0 16,-4-5 1-16,4 5-1 0,-2 0 0 16,2 0 1-16,2 3 0 0,0-1 0 15,0 1 1-15,0 0 1 0,-5 0-1 0,5 0 0 16,0 0-2-16,0 0 2 0,-2 0-1 15,2 13 0-15,0 7-1 0,0 4-1 16,0 4-1-16,2-4 0 0,3 0 0 16,1-3 0-16,-4-5-1 0,4-2-1 15,-4-6 0-15,-2-3-5 0,4 0-1 16,-4-5-17-16,0 0-18 0,0 0-27 16,0 1-65-16,2-1-129 0</inkml:trace>
  <inkml:trace contextRef="#ctx0" brushRef="#br5" timeOffset="-214050.39">26610 1213 323 0,'0'0'7'0,"0"0"-9"0,0 0-24 15,0 0-29-15,64 80-110 0</inkml:trace>
  <inkml:trace contextRef="#ctx0" brushRef="#br5" timeOffset="-213368.23">26930 1445 505 0,'0'0'24'15,"0"0"2"-15,0 0-9 0,0 0-2 16,0 0-5-16,0 0-4 0,0 0-1 16,0 0-1-16,0 0-1 0,-45 99 1 15,45-72 2-15,0-2 0 0,0 0 1 16,0-1 0-16,0-7-2 0,0-1 1 16,0-3-2-16,2-3-1 0,0 1-1 15,-2-7-1-15,4 6 2 0,-2-6 1 0,-2 1-1 16,4-1 2-16,-4-4-1 0,0 0 0 15,0 0 2-15,7 0-3 0,-1 0 2 16,2 0 2-16,2-9-1 0,-1-5 4 16,-1-4-4-16,-2-3 1 0,0-3 1 15,-1-3-1-15,-3-4-2 0,-2 0-1 16,0 0-1-16,0 0-1 0,0 9 1 16,0 1-1-16,0 8-1 0,0 6 0 15,0-5-2-15,0 7 1 0,6-4-2 16,-2 0 3-16,-2 6-2 0,6 0 1 0,5 3 2 15,5 4-2-15,3 6-1 0,-2 3 1 16,-1 2-4-16,-3 2 1 0,1 3 1 16,-3-1-1-16,-3 2 2 0,2 1 0 15,-1-2 1-15,-5-7-2 0,-4-4 1 16,2-4 1-16,-4-5 0 0,0 0 3 16,0 0-2-16,2 0 2 0,-2 0 1 15,0 2 0-15,0-1-1 0,0-1 1 16,4 0-4-16,-4-1 0 0,0-16 2 15,2-6-2-15,0-9 2 0,3 0-1 0,1 2 0 16,2 1 0-16,-2 3 0 0,5 4-1 16,-5 6 1-16,-2 7-1 0,2 3 0 15,-2 5 0-15,4 1 0 0,9 0 2 16,-7 7-1-16,7 10 1 0,-5 2 0 16,1 3-2-16,1 1 1 0,-1-1 0 0,-1 0-4 15,0 0 2-15,-1-2-4 0,-1-3-4 16,-2-5-3-16,-2-4-4 0,5-7-22 15,-9-1-27-15,6 0-81 0,2-9-133 16</inkml:trace>
  <inkml:trace contextRef="#ctx0" brushRef="#br5" timeOffset="-212455.06">28061 1044 384 0,'0'0'46'0,"0"0"-6"15,0 0-6-15,0 0-5 0,0 0-4 16,0 0-3-16,0 0-2 0,0 0-3 16,0 0-3-16,0 0-3 0,-25-65-3 15,25 63-1-15,0 2 1 0,0 0 4 0,0 13 1 16,0 12 5-16,4 15 0 0,3 10-4 15,1 7 1-15,2 7-5 0,-1 1 0 16,-1-3-8-16,2-7-2 0,-2-8-1 16,3-12-1-16,-3-11 2 0,-2-7-1 15,-4-7 2-15,2-7 0 0,-1 1 2 16,-3-4 0-16,0 0 1 0,0 0 5 16,0 0-4-16,4 0 2 0,-4-7-2 15,2-10-1-15,2-6 0 0,-4-1 2 16,2-4-3-16,-2 1-1 0,4-2 0 0,2 0-2 15,0 0 1-15,3 0 0 0,-1 4 0 16,4 4-1-16,5 2 0 0,-9 7-1 16,7 6-1-16,1 2 1 0,1 4 1 15,5 0-1-15,-1 0 1 0,-6 7-3 16,1 4-1-16,-1 3 0 0,-7-4-1 16,-2 2 0-16,-2-2 1 0,-2 2 2 15,-2 4 1-15,0 1 2 0,-8 6-1 16,-6-5 0-16,-5 0 0 0,-4-4 1 15,3-1-1-15,-5 0 0 0,4-5 0 0,2-1 0 16,9-3-1-16,-2-1 0 0,8-3-5 16,-3 2-12-16,7-2-14 0,0 0-18 15,0 0-11-15,5-3-26 0,9-5-47 16,7-4-115-16</inkml:trace>
  <inkml:trace contextRef="#ctx0" brushRef="#br5" timeOffset="-211518.35">28489 1185 582 0,'0'0'50'0,"0"0"-21"16,0 0-4-16,0 0-2 0,0 0-11 16,0 0-1-16,0 0-3 0,0 0-1 15,0 0 0-15,-14 95-2 0,16-76-2 0,2-5 0 16,-2-1-3-16,4-1 0 0,0-4 1 15,3 4 0-15,-5-4 1 0,2-2 0 16,0 0 1-16,-4-3-1 0,4 3 1 16,-2-3-1-16,-1 0 0 0,1 0 2 15,-4-3-1-15,0 0 0 0,0 0 0 16,6 2-1-16,-2-2 1 0,6 0-1 0,3 0 0 16,-5 0 0-16,4-10 0 15,1 0-1-15,-1-4 0 0,1-2 0 16,-7-2 0-16,2-1 1 0,-6-2-1 0,2 0 2 15,-2 4-1-15,-2 6 0 0,4 7-2 16,-4 4 2-16,0-6-2 0,0 1 2 16,0-1-1-16,0 2 0 0,0 4 1 15,0-2-2-15,0 2 1 0,0 0 0 16,3 0 0-16,1 9 1 0,-2 8-2 16,4 6 0-16,0-1-3 0,0 3 1 15,3-4 2-15,1-3-2 0,-4-1 3 16,2-2-4-16,-1-4 1 0,-1-2-2 15,-2-3-1-15,-2-3-1 0,0 0 1 0,-2-3 1 16,0 0 2-16,6 0 1 0,5 0 0 16,3-9 1-16,-1-5 0 0,-1-4 1 15,-4-5 0-15,-2-4 1 0,1-5 0 16,-1-3 1-16,-2-3-12 0,2-1 6 16,-4 2-2-16,0 4-1 0,2 12 10 0,-2 8-2 15,-2 9 2-15,0 4-1 0,0-1 1 16,0 1-1-16,0-2-1 0,5 0 1 15,-5 2 0-15,0 0 0 0,2 12 3 16,2 8-4-16,2 4 4 0,-4 1 2 16,8-1-6-16,-3-1 3 0,-3 1-5 15,2-3-3-15,-2-6 0 0,2 1-1 16,-4-7 0-16,-2-4-2 0,4-1 0 16,-4-4 1-16,0 0 2 0,0 0 3 15,3 1 0-15,-3 1 2 0,0-1-1 0,0-1 0 16,0 0 2-16,0 2 0 0,0-2 0 15,0 0 3-15,0 0-3 0,0 0 1 16,0 0 1-16,0 0-3 0,0 0 0 16,0 0-1-16,0 0-1 0,0-6 1 15,6-5 1-15,10-2 0 0,5-7-1 0,8 0 1 16,2-2-10-16,6-1 1 16,2-2 1-16,1 3-3 0,1-4 13 15,0 1-2-15,-6 3-2 0,3 2 0 16,-11 3 0-16,-1 4 0 0,-3 2 2 0,-12 2-1 15,5 0 0-15,-10 4 0 0,-4 2 1 16,5 0 2-16,-7 3 1 0,0-1 1 16,0 1-2-16,0 0-1 0,4 0-1 15,-4 0 1-15,0 0-2 0,2 0-1 16,-2 0-2-16,0 0 1 0,0 0 0 0,0 0-1 16,2-2 2-16,-2 2-10 15,0 0-5-15,0-2-11 0,0 1-21 16,0-3-39-16,0-1-73 0,-8 4-141 15</inkml:trace>
  <inkml:trace contextRef="#ctx0" brushRef="#br5" timeOffset="-210441.89">23861 2538 495 0,'0'0'28'15,"0"0"6"-15,0 0-11 0,0 0 3 16,0 0-9-16,0 0-4 0,0 0-6 16,0 0-2-16,0 0-2 0,0 0 2 15,-8-57 3-15,16 59 2 0,8 11 9 16,5 9-6-16,-7 5 4 0,3 6-9 16,-3 2-6-16,-1 1 0 0,-5-6-2 15,-2-3 2-15,1-9-1 0,-3-5 2 16,-4-9-1-16,0-4 1 0,0 0 2 0,0 0 3 15,2 1 1-15,-2 1 2 0,0 0 2 16,0-1-2-16,0-1-3 0,0 0-2 16,0 0-3-16,0-9-2 0,-2-6 1 15,-2-6-2-15,1 6 2 0,-1-4-2 16,4 0 1-16,0 5-2 0,0-8 1 16,0 6 0-16,0 6-2 0,7-6-1 15,-3 7 2-15,2 3-1 0,-4 0 2 16,6 4-1-16,5 2 2 0,-1 3 1 15,7 9-2-15,-5 3 2 0,3 5-4 0,-3 0 1 16,-2 1-1-16,1-1 0 0,-5 0-7 16,2-7-4-16,-5 0-18 0,1-4-17 15,-6-6-21-15,4 1-35 0,2-4-78 16,2-2-76-16</inkml:trace>
  <inkml:trace contextRef="#ctx0" brushRef="#br5" timeOffset="-210119.07">24256 2551 529 0,'0'0'51'16,"0"0"-11"-16,0 0-8 0,-21 87-9 16,21-63-10-16,0-1-5 0,8-1-1 15,5 0-1-15,5-4-1 0,7-1-3 0,-2-5 0 16,2-3-3-16,1-5 1 0,5-2 1 15,-4-2 0-15,-2-3 1 0,0-6 0 16,-6-1-1-16,-3-1 2 0,-4 2-1 16,-5-3 1-16,-1 4 2 0,-2-4-1 15,-2-6 1-15,-2-2 1 0,0-4-2 0,-8-1 0 16,-3 1-1-16,-3 1-3 16,0 0 2-16,-5 2-3 0,0 3-7 15,1 4 7-15,-3 7-9 0,-4 3 4 16,5 4 5-16,-5 7-13 0,0 5-4 0,8 5-21 15,1-5-29-15,10-1-38 0,4-3-155 16</inkml:trace>
  <inkml:trace contextRef="#ctx0" brushRef="#br5" timeOffset="-209836.32">24574 2216 631 0,'0'0'39'0,"0"0"-11"0,0 0-4 15,0 0-9-15,0 0 0 0,0 0 0 16,0 0-1-16,0 0 0 0,0 0-7 16,29 109-5-16,-21-68 0 0,0 2-5 0,-1-1 3 15,5-1 7-15,-2-3-5 0,-1-1 5 16,-1-4-7-16,2-4-7 0,-2-3-2 15,3-5-10-15,-5-8-13 0,-4-3-18 16,0-6-13-16,-2-4-15 0,0 0-20 16,0 0-23-16,0 2-19 0,0-2 4 15</inkml:trace>
  <inkml:trace contextRef="#ctx0" brushRef="#br5" timeOffset="-209588.27">24611 2624 414 0,'0'0'56'0,"0"0"-13"16,0 0-16-16,0 0-3 0,0 0 3 15,0 0 0-15,0 0 1 0,0 0-4 16,0 0-9-16,31-12-5 0,-2 5-4 16,0-3-2-16,4-3-3 0,0-6-2 15,2-2-6-15,7-3 5 0,-7 0-4 0,-2-2 6 16,0 3 0-16,-4 4 0 16,-6 0 1-16,-7 7-1 0,-8 4 3 15,-3 5-1-15,-5 3 3 0,0-1 2 16,0 1-2-16,0-2 2 0,0 2-3 0,0-1-2 15,0 1-2-15,0 0 0 0,-11 0-8 16,3 3-7-16,-4 3-14 0,5 0-31 16,1-3-59-16,4 0-157 0</inkml:trace>
  <inkml:trace contextRef="#ctx0" brushRef="#br5" timeOffset="-208990.16">25552 2494 452 0,'0'0'62'0,"0"0"-11"0,0 0-3 16,0 0-13-16,0 0-6 0,0 0-7 16,0 0-1-16,0 0-4 0,0 0-1 15,0 0-3-15,-33-76-3 0,22 77-5 16,3 11-1-16,-4 10-2 0,5 5 4 16,-1 5 6-16,4 6-6 0,-2 0 4 15,6-2-8-15,0-3 0 0,0-2-2 16,10-5 1-16,-2-3-1 0,5-7-1 0,-1-2 1 15,1-5-2-15,1-4 2 0,5-4 3 16,-1-1-3-16,7-3 0 0,-4-7 0 16,-1-3-1-16,1 1 1 0,-4-3 0 15,-5 1 1-15,-4 4 0 0,-1-4 0 16,-5-1 1-16,-2-2 0 0,0-5 0 16,0 0 0-16,-7-1 0 0,-3 2-3 15,-2 1-4-15,-5 2 4 0,3 3-7 16,-5 3 8-16,5 4-2 0,-5 5 0 15,-2 3-1-15,3 0-2 0,-1 0-3 0,5 1-10 16,3 3-8-16,7-3-32 0,0 1-22 16,4-2-69-16,0 0-128 0</inkml:trace>
  <inkml:trace contextRef="#ctx0" brushRef="#br5" timeOffset="-207815.86">25810 2413 586 0,'0'0'35'16,"0"0"-4"-16,0 0-5 0,0 0-11 16,0 0-6-16,0 0-2 0,0 0-2 15,0 0-1-15,0 0 1 0,-6 8 0 0,2 13 2 16,-2 11 9-16,3 1-5 0,1 4 5 15,-2 1-7-15,4-3-4 0,0-3-2 16,0-4-1-16,6-5-1 0,1-2 0 16,-1-7-1-16,0-3-1 0,0-4-1 15,-4-4 1-15,5 3 0 0,-1-4 0 0,-2 0 0 16,4-2 1-16,5 0 0 16,-5 0 0-16,8-5 1 0,-7-6-1 15,-1-1 1-15,8-6 1 0,-3-2-1 16,-7 0 2-16,2-3-1 0,-6-2 0 0,2-1-4 15,-1-3-4-15,1 2 4 0,-4 5-6 16,0 3 9-16,0 6 2 0,0 8-1 16,0-1 2-16,0 6-2 0,0-2 0 15,0 2-1-15,0-2-1 0,0 1 1 16,0 1 0-16,0 0 0 0,0 0 1 16,2 14-1-16,2 7 8 0,-2 6-6 15,4 1 6-15,0-3-5 0,1 0-5 16,-1-4 0-16,0-7-2 0,0-1 1 15,0-5-2-15,1-2 2 0,-1 1-1 0,0-2 1 16,2 0 0-16,-6-4-1 0,9-1 2 16,-3 0 0-16,4-1 1 0,3-10 1 15,-3-3-1-15,-1-5 0 0,-3-6 1 16,4-3-3-16,-6-6-5 0,3-1 4 16,-3-3-4-16,-2 2 7 0,-2 1 2 0,-2 0-4 15,0 3 4-15,0 9-1 0,0 3 1 16,0 8 1-16,0 6 0 0,0 2 0 15,0 4-1-15,0-2 0 0,0 2-1 16,0 0 0-16,0 2 0 0,0 15-1 16,0 6 0-16,0 9 2 0,0 3-2 15,0 0 3-15,4 0 6 0,-2 1-7 16,2-5 5-16,-2 1-5 0,3-5-5 16,1-2 0-16,-2-10-2 0,0 0-2 15,-2-6-3-15,2-4-4 0,-4-1-4 0,0-4-1 16,0 0-2-16,0 0-2 0,0 2-11 15,2-1-2-15,-2-1 0 0,0 0 4 16,0 0 18-16,-6-11 5 0,0-7 7 16,-2-3 2-16,-1 0 1 0,3 6-4 15,2 1 8-15,-2 3-2 0,6 7 9 0,0-1 2 16,0 5 1-16,-2-1-1 16,2 1-4-16,0-2-3 0,0 1 1 15,0-1-1-15,0-1 1 0,8-3-2 16,4 0 1-16,7 0-4 0,0 0-2 0,1-2-1 15,1 1-8-15,4-5 8 0,0-2-10 16,-1 0 8-16,-3-3 2 0,-2 2 0 16,-5 5 1-16,-6-2 0 0,-1 6 3 15,-3 1 0-15,-2 2 5 0,-2 3-1 16,0-6 1-16,0 1 3 0,0-1 4 16,0 2 1-16,-2 1-2 0,-2 1-3 15,-3-1-6-15,5 1-3 0,-2 2-1 16,2 2-1-16,-2 8-2 0,2 5 1 15,2 1-1-15,0 4-2 0,8-2 1 0,5-1 0 16,-1-2 0-16,3-3 2 0,-3 0 6 16,4-1-6-16,-3 0 6 0,-3-1-4 15,1 2-2-15,-3 2 3 0,2 1 0 16,-4 2 2-16,1-5-1 0,-5 3 2 16,-2 2-2-16,0 1 3 0,0 3 0 0,-2-1 0 15,-3-7 1-15,-1 1-2 0,0-1-1 16,0-5-2-16,-2 3 0 15,-5-2-1-15,5-4 0 0,-5 2 0 16,3-4-2-16,2 1 0 0,-5-1 0 0,7-2-2 16,-2 1 0-16,2-2-3 0,0 0-4 15,-1 0-4-15,7 0-10 0,-6 0-12 16,2-3-20-16,4-7-20 0,-2-6-29 16,2 0-73-16,8-5-76 0</inkml:trace>
  <inkml:trace contextRef="#ctx0" brushRef="#br5" timeOffset="-207503.21">26596 2424 487 0,'0'0'32'0,"0"0"-1"16,0 0-2-16,0 0-7 0,0 0-5 0,0 0-2 15,0 0-1-15,0 0 2 0,0 0-4 16,0 0-2-16,45 18-4 0,-41-6 0 16,-2-1 8-16,4 2-10 15,-6-3 9-15,3 0-8 0,1 1 0 0,-4 0 1 16,2 5-1-16,2-5 1 0,-2 5-4 16,-2-3 3-16,4-1-6 0,-4 0-1 15,2 0-4-15,2 0-3 0,-2 1-8 16,2-1-20-16,-1-6-25 0,1 1-37 15,0-4-88-15,0-1-63 0</inkml:trace>
  <inkml:trace contextRef="#ctx0" brushRef="#br5" timeOffset="-207320.35">26639 2287 510 0,'0'0'32'0,"0"0"-3"16,0 0-8-16,0 0-10 0,0 0-5 0,0 0-4 16,0 0-6-16,0 0-6 0,0 0-18 15,0 0-54-15,45-27-153 0,-28 27-17 16</inkml:trace>
  <inkml:trace contextRef="#ctx0" brushRef="#br5" timeOffset="-206435.04">27096 2207 528 0,'0'0'31'16,"0"0"-8"-16,0 0-6 0,0 0-5 0,0 0-5 15,0 0-1-15,-79-15 4 0,73 15-4 16,-6 0 0-16,-3 3 0 0,9 1-3 16,-6 5 3-16,3 5 2 0,3 3-1 15,0 6 4-15,0 2-1 0,2 1-1 16,2 0-1-16,-1-1-4 0,3-8-2 16,0 1-1-16,0 1-1 0,0-7-1 15,0 3-1-15,0-6 0 0,0-4-1 0,3 2 0 16,-1-4 11-16,4 4-8 15,0-2 8-15,-2-3-8 0,-2 1-8 0,4-3 10 16,7-1-8-16,-1-7 9 0,7-3-1 16,-7-2 0-16,1-4 0 0,-3-5-1 15,2-1 1-15,-1-8-1 0,-3-2 1 16,0-5-1-16,-2-3 3 0,1-3-3 16,-3-2 1-16,-2-1-2 0,-2 2 1 0,0 0 0 15,0 5 2-15,0 1-9 0,-2 6 2 16,-4 11 3-16,-1 4 2 0,3 7 10 15,2 6 2-15,2 1-1 16,0 4-2-16,-2-2-2 0,2 2-2 0,-4 0-6 16,-2 6 6-16,-3 11 1 0,3 9-3 15,0 5 2-15,6 6-6 0,0 2 0 16,0 2 1-16,0 3 0 0,6 2-3 16,0 0 2-16,1-1-2 0,-1-3 2 15,0 0 0-15,2-6-1 0,-1-4 1 0,-1-2 0 16,2-4-2-16,4-3 2 0,-3-3 6 15,3-4-6-15,-2-5 7 0,3-2-9 16,-7-5 0-16,4-2-1 0,7-2 2 16,2 0 0-16,1-8-6 0,5-4 7 15,-4-5-7-15,-3-1 6 0,3-3 1 0,-7-2 0 16,3-2 2-16,-5-3-1 16,-3-1 1-16,-1 1-3 0,-4-1 3 15,-2 1-2-15,-2 8 2 0,0 1 0 16,0 2 0-16,-2 5 1 0,-2 1-2 0,-2 2 1 15,4 6-1-15,-3 0 0 0,3 0 0 16,-4 3-1-16,-2 0 0 0,-4 6 1 16,-1 6-1-16,5 5 0 0,2 3 1 15,2 2 0-15,4 3-2 0,0 0 2 16,0 3-4-16,4 1 2 0,4-2 0 16,-2-1 1-16,7-2-1 0,-5-1 1 15,4-3-1-15,3-2 1 0,-3-1 7 16,5-5-7-16,-7-3 7 0,2-3-7 15,1-3-2-15,-1-3 0 0,3 0 2 0,1 0-4 16,-1-6-6-16,-3 0 7 0,-4 0-9 16,-1-2 7-16,-1 2-2 0,-2 2-2 15,-2-6-5-15,-2 0-10 0,0-1-23 16,0-5-32-16,-2-1-75 0,-4 2-128 16</inkml:trace>
  <inkml:trace contextRef="#ctx0" brushRef="#br5" timeOffset="-205834.53">26860 1997 414 0,'0'0'52'0,"0"0"-4"16,0 0-10-16,0 0-7 0,0 0-5 0,0 0-8 15,0 0-5-15,0 0-2 0,0 0-2 16,-23 17 2-16,23-17 0 0,0 2 1 16,0-2 0-16,-2 1 1 0,2-1 0 15,0 2-1-15,0-2 0 0,0 1 1 16,-2-1-1-16,2 1-1 0,0-1-6 0,0 2 2 16,-4 6-2-16,4 2 1 0,-2 1 1 15,-2 6-3-15,4-5-1 16,0-6 0-16,0 6-4 0,0-6 2 15,0 0 0-15,0 6 0 0,0-7-2 0,0-1-1 16,0 1-1-16,0-5 2 0,0 0 0 16,0 0 1-16,0 0 1 0,0 1 0 15,0-1 2-15,0 0 0 0,0 2-1 16,4-2 1-16,-4 0-2 0,0 0 1 16,0 0 1-16,0 0 0 0,0 0 1 0,0 0 0 15,0 0-2-15,0 0 1 0,0 0 0 16,0 0-2-16,0 0 2 0,0 0-4 15,-4 0 1-15,4 0 0 0,0 2-2 16,-2-1 0-16,2 1-3 0,0-1 2 16,-4 1-3-16,4-1-2 0,0-1-5 15,0 2-23-15,-2-1-34 0,2 0-83 16,0 1-145-16</inkml:trace>
  <inkml:trace contextRef="#ctx0" brushRef="#br6" timeOffset="-197952.07">15638 299 221 0,'0'0'40'0,"0"0"-3"16,0 0-9-16,0 0-4 15,0 0-7-15,0 0-1 0,0 0-3 0,0 0-2 16,0 0 3-16,-60-44-3 0,56 42 0 16,2-1 4-16,-11-2-1 0,9 4 2 15,-8-3 2-15,5 1-2 0,-3 0-1 16,4-1 0-16,-6 3-5 0,-7 1-1 16,11 0-2-16,-9 0-4 0,-1 1 2 0,3 4-3 15,-10 2-2-15,9 0 3 0,-7 0 1 16,4 1-2-16,-1 0 4 0,1 1 0 15,-2 0-4-15,3 1 4 0,-3 1-2 16,3 1-1-16,-1-1 1 0,4-1 0 16,1 1-4-16,2 1 0 0,-1 3 1 15,5 1 0-15,-4 0-3 0,-1 5 2 16,3 2-3-16,-1 3 2 0,1 0 2 16,-2-1-3-16,3 2 2 0,-1-2-3 15,2 0 1-15,2 0 0 0,4 0 1 0,-3 0-1 16,-1-6 1-16,6 2 0 0,0 0-3 15,0-1 3-15,0 7-2 0,0-4 3 16,0-2-1-16,0 2-1 0,0-2 4 16,4 2-5-16,-2 1 4 0,-2 2 3 15,5 3-2-15,-5 0 3 0,2 2 1 0,4 3-3 16,-6 3 6-16,6-1-3 16,0 1-1-16,0 3 1 0,1 1-5 15,-1 0-1-15,0 1 1 0,0-2-2 16,3 0-1-16,-1-3 1 0,2-1 1 0,-2-3-1 15,5-1-2-15,-1 0 2 0,1-2 2 16,-1-3-2-16,2 1 3 0,1-1-3 16,-3-1 0-16,7-2 2 0,-5 0-2 15,3 1 2-15,-3-4 9 0,-1 0-1 16,-1-3 2-16,3 0 1 0,-3-2-11 16,-4-1-1-16,9-1 2 0,-5-2-4 15,1 0 3-15,-5-4 0 0,0 1 0 16,5-3 2-16,-3-2-3 0,4 4 0 15,-1-3 2-15,-1-3-2 0,1 3 1 0,1 0 0 16,-1-4-1-16,1 4 1 0,0-3-1 16,3 3 0-16,-3-2 0 0,1 2 0 15,-3-1 0-15,7 2 0 0,0 1 0 16,1 0 1-16,-1-1-1 0,-5 1 1 16,3 1-1-16,1 0 0 0,-1 0 0 0,0-1 1 15,-1-1 0-15,-4-1 0 0,5-1-1 16,-3-1 2-16,-1-1-1 0,1 2 1 15,9 0-1-15,-8 0 0 0,11 0-1 16,-5 3 2-16,2-1-1 0,-7 1-1 16,3-1 2-16,4 2-1 0,-9 0 1 15,5 0-1-15,-5 0 1 0,1 1 0 16,3 0-1-16,-1-1 1 0,-3-2-2 16,5 1 2-16,-3-2 0 0,3 1 0 15,0-1-1-15,1-1 1 0,5 1 0 0,0-1-1 16,-4 1 0-16,3-2-2 0,-3 2 2 15,4-4-1-15,-4 2 1 0,-1-2 1 16,3 1-1-16,-2 0-1 0,-1-1 1 16,3 2-1-16,-6-1 2 0,5 1 1 15,-1 0-2-15,0 0 0 0,-1 0 1 16,5 0-1-16,-4 0 0 0,-5 0 1 16,3 0 0-16,-2-2-2 0,-5 1 1 15,7 0-1-15,-5-2 1 0,-2 0-1 16,11 1 1-16,-13 1-1 0,9-1 1 0,-7 1-1 15,1-2 1-15,5 1 0 0,-5 1-1 16,6-2 0-16,-9 1 0 0,2-1 0 16,1 0 1-16,-1 0 0 0,0 0 0 15,-5 0 0-15,-1 0-1 0,-4 0-1 16,4 0 0-16,0 0 1 0,1 0 1 16,-7 0-1-16,0 0 0 0,0 0 0 15,6 0 0-15,-4 0 0 0,4 0 0 16,0 0 1-16,-2 0-1 0,3 0 1 15,-5 0-1-15,4 1 0 0,-2-1 1 0,2 2-2 16,-4 0 1-16,11-1 0 0,-11 1 0 16,4-2 2-16,4 2-2 0,-4-2-1 15,5 1 1-15,1 1 1 0,-2 0-1 16,3 1 3-16,-5 0-3 0,11 2 0 16,-7 0 1-16,9 2 0 0,-9-2 0 0,3-1 0 15,1 1 1-15,5-1-2 0,4 3 1 16,-3-3 0-16,3 1-1 0,0-1 1 15,0-1 0-15,-2 1-2 0,1 1 2 16,1 0 1-16,2 1 1 0,0-2-1 16,4 1-2-16,-4 1 1 0,4 0 0 15,-4 2 0-15,4-1 0 0,-2 1-1 16,2-1 0-16,-4 0 0 0,4 0 0 16,0-1 8-16,-5 2-6 0,3-2 7 15,0 0-7-15,-2 0-2 0,0-1 3 0,4-2-3 16,-6 0 0-16,2-3 1 0,-2 0-3 15,-3 0 2-15,1 1 1 0,-2 2-2 16,-3 0 3-16,-1 2-2 0,1 1 1 16,1-2 0-16,0 1-1 0,-1 1 0 15,-1-1 0-15,1-1 0 0,1 1 0 0,-7-2 2 16,3 0-2-16,3-2 0 16,1 1 1-16,-4-1-2 0,7 1 2 15,-7-2-1-15,-3 0 0 0,7 1 1 16,-9-1-1-16,3 0 0 0,3 0 1 0,-1 0 0 15,-3 0-2-15,0 0 1 0,3 0 0 16,-9 0-1-16,2 0 1 0,3 0 0 16,1 0 0-16,0 0 0 0,-1 0 0 15,1 0 0-15,1 0 1 0,-1 0-1 16,0 0 0-16,1 0 1 0,1 0-1 16,5 0 0-16,-11 0 0 0,11 0 2 15,-1 0-2-15,-5 0 0 0,7 0 1 16,-1 0-3-16,0 0 3 0,7 4 0 15,-5-1 0-15,4-1 0 0,0 1-1 0,-3 2-2 16,7-2 2-16,-6 2 0 0,6-4 0 16,-6 2 1-16,6-1-1 0,-6 1 1 15,1-2-1-15,1 3 0 0,-4-2 0 16,-1 3-2-16,3 0 2 0,-12-2 0 16,7 1 1-16,-1 0-1 0,-3 1 1 0,5 3-2 15,-1-2 1-15,-3 2 0 0,-1-3 0 16,3 3 1-16,-3-1-1 0,-1 1 0 15,1-2 0-15,-1 0 0 0,-5 1 0 16,4-4-1-16,1 2 2 0,-1-1-1 16,-4-3 0-16,5 2 2 0,-3 0-2 15,2-1 0-15,-3 1 1 0,-1 0-2 16,4-2 0-16,-1 3 2 0,-9-3-1 16,10 1 0-16,-6-1 1 0,3 0-2 15,3 1 2-15,-2-1-1 0,3 2 1 0,-11-1-1 16,10 0-1-16,-6-1 2 0,3 1-1 15,3-1 0-15,-4 1 1 0,5-1-2 16,-3 2 1-16,-2 0 0 0,5 0 1 16,-1 0 0-16,-3-1-1 0,3 1-1 15,0-2 1-15,-3 1 0 0,3-1 1 16,-2 1 0-16,3 0-1 0,-3 1 0 16,2-2 0-16,1 2-1 0,-1-3 1 15,-1 1 0-15,3-1 2 0,7 0-1 16,-9 0-1-16,7 0 1 0,-7 0-1 0,1 0 0 15,3 0 0-15,-4 0 0 0,11 0 1 16,-8 0-1-16,-1 0 1 0,5 0-1 16,-1 0 0-16,3 0 0 0,4 0 0 15,0-1 1-15,-3 0 0 0,3-1-1 16,0-1 1-16,2-2-2 0,0 1 1 16,0-1 0-16,-3 2 0 0,7 0 0 15,-4 0 0-15,-2 1 1 0,2 2-1 16,-2 0 1-16,0 0-2 0,-9 0 1 15,3 0 0-15,1 0 0 0,-1 0 0 0,4 0 0 16,-7 0 0-16,3 0 0 0,-7 0-2 16,9 0 0-16,-9 0-2 0,3 0-5 15,3 2-20-15,-5 1-57 0,-1-1-207 16,-12-2-23-16</inkml:trace>
  <inkml:trace contextRef="#ctx0" brushRef="#br6" timeOffset="-193036.64">20779 2887 248 0,'0'0'38'15,"0"0"-1"-15,0 0 0 0,0 0-6 16,0 0-3-16,0 0-5 0,0 0-3 16,80-79-1-16,-55 67 1 0,6 0-3 15,4-1-3-15,2 1-2 0,7 2-1 16,-3-1-3-16,5 4-2 0,-1-1-2 16,1 4-2-16,3 0-2 0,-3 3 2 15,1 1-1-15,3 0 1 0,-3 0 0 16,3 1 1-16,-2 4 0 0,3-1 3 0,-1 3 2 15,2-1 6-15,-5-1-3 0,3 2 1 16,-5-1-3-16,1 0 0 0,-5 0 0 16,4-2-1-16,-5 1 0 0,-1 0-3 15,0-1 1-15,-4 0-1 0,-1 1-2 16,-6 0 0-16,1 1 1 0,-2 0-2 16,-2 2 0-16,-4 1 2 0,-3 0-3 15,-1 2 2-15,-1-1 0 0,-1 2-3 16,-3 0 3-16,1 1 1 0,-5 0 0 15,2 1 1-15,-1-4-1 0,-3 4 0 0,0 0-1 16,0 1 1-16,-4-2-1 0,4 1 0 16,1 1-1-16,-3-5 2 0,-2 5-2 15,2 0 1-15,-2-6 0 0,2 6-1 16,-2-6 1-16,2 0 0 0,-2 1 0 16,1 0 1-16,1 1-1 0,-2-1-2 0,2 6 5 15,-2-6-5-15,2 5 4 0,2 0-5 16,-4-1 1-16,9 6 0 0,-5-2-1 15,0 0 2-15,-2 1-2 0,7-1 0 16,-5-1 0-16,0-1 0 0,0 1-1 16,2 0 3-16,1 1-3 0,1 1 1 15,2 1 1-15,-3 0-4 0,3-2 3 16,-4 1 1-16,5-3-2 0,-3-1 4 16,3 0-3-16,-7-4-1 0,2 0 1 15,0-1 0-15,3 1 0 0,-3 0 3 0,4-1-3 16,-3-1 1-16,-3-3 0 0,6 3-2 15,1-1 1-15,-5-3-1 0,4 2 1 16,1-1 0-16,-7-1 0 0,6 2 2 16,-4-2-2-16,-1-2 1 0,3 1-1 15,-2 1 0-15,3-2 0 0,-3 2 2 16,4 1-1-16,-3-2 0 0,3 3 0 16,2-3-3-16,-1 2 4 0,5 2-1 15,-1-3 1-15,0 4 2 0,1-4-3 16,1 3-1-16,-1-2 2 0,1 0-2 0,-3-1 1 15,3-1 0-15,2-1-1 0,-9 0 0 16,7 0 0-16,-1 0 1 0,1 1-1 16,2 0 0-16,-1 0 0 0,3 1 1 15,-2 1 0-15,-1-2-2 0,1 3 1 16,2-3 0-16,-3 1 2 0,-1-1 1 16,-7 0 0-16,5 0-1 0,0 0-2 15,-9 0-2-15,8 0 1 0,-1 1-1 16,-7-3 2-16,9 5 0 0,-9-4 1 15,0-1-2-15,2 0 1 0,-1 1 0 0,1-1 0 16,-4-1 1-16,-4 1-1 0,5-2-1 16,-1 2 1-16,-4-2 0 0,4 1 0 15,-6-1 1-15,0 0-1 0,0 0-1 16,4 0 2-16,-4 2-1 0,0-2 0 16,2 0 3-16,2 0-4 0,-4 0 2 0,2 0-1 15,5 0-1-15,-3 0 2 0,2-2-3 16,-2 2 3-16,2-1-1 0,-2-1 0 15,3 0 3-15,1-1-3 0,-2 2 0 16,0-3 0-16,3 0-1 0,1 1 1 16,-2-2 2-16,-4 4-1 0,3-3 1 15,-5 2-5-15,4-1 4 0,2-2-4 16,-4 4 3-16,-2-1 1 0,4 1-2 16,-6 1 1-16,5-3 0 0,-3 2 1 15,4-1-1-15,-2 0 0 0,2 1-2 0,-4-1 2 16,4 1 0-16,3-2 1 0,-5 1 0 15,4-2-1-15,2 1-1 0,3-1 1 16,-7 1 0-16,-2 2 1 0,7-2 0 16,-5 2-1-16,6-2 0 0,1-1-1 15,-5 1 1-15,4 0 1 0,-4 2-4 0,3 0 4 16,-9-1 0-16,12 0-2 16,-7 2 5-16,3-1-4 0,2-1 0 15,1-1 1-15,3 1-2 0,-3 0 1 16,5-1 1-16,-3 1-1 0,-3-1 0 0,5 0 0 15,-3 0 0-15,-1 0 0 0,1 0 0 16,0-2 1-16,-3 4-2 0,7-2 2 16,-3-2-1-16,-7 4 0 0,11-2 1 15,-3 1 0-15,-5 1 0 0,7-1-2 16,-1-1 1-16,-3 1 0 0,5 1 0 0,-1-2 1 16,-1 0-1-16,0 0 0 15,1 1 0-15,-1-1 0 0,1 0 1 16,7 1-1-16,-4-2 0 0,-7 1 0 15,3 0 0-15,-3-1 0 0,-1 2 0 0,5-2 1 16,-3 1-2-16,-3-1 1 0,3 0 1 16,-3 3-1-16,-2-2 1 0,-1-1 1 15,-3 3-4-15,2-1 2 0,-4 1 2 16,2-1-4-16,1 2 2 0,-7 0 0 16,2-1-2-16,2-1 2 0,2 1 0 0,0 1 1 15,-6 0 0-15,0-1-1 0,6 1 0 16,-1 0-2-16,1 0 2 0,0 0 1 15,-2 0 0-15,2 0 1 16,3 0-2-16,3 0-2 0,-10 0 2 0,2 1 0 16,-4-1-1-16,8 0 2 0,-1 0-1 15,-1 0 0-15,4 1 2 0,-4 1-2 16,-4-1 0-16,5 1-2 0,-1-2 2 16,0 0 2-16,0 0-2 0,2 1 1 15,-1 1-1-15,-1-2-1 0,2 0 2 0,-2 0-1 16,1 0 0-16,5 0 2 0,-6 0-3 15,5 0 1-15,-1 0 0 0,2 0-1 16,-1 0 1-16,1 0 0 0,-4 1-1 16,5 1 1-16,-1 0 0 0,0-1 1 15,-3 2 0-15,3-3-1 0,1 0 0 16,-1 0-1-16,4 0 2 0,-3 0-1 16,10 0 0-16,-7 0 0 0,3 0 1 15,1-4-3-15,-3 2 3 0,2-3-1 16,-5 2-1-16,-6 0 4 0,11 1-3 0,-9-2 0 15,1 3 1-15,-1-3-1 0,2 2 1 16,3-1 1-16,-3 0-1 0,3-2 0 16,1 0 0-16,-1 0-2 0,3-2 2 15,-5 1-2-15,-3 0 1 0,7 0 0 16,-3 2 0-16,7-4 2 0,-3 2-1 0,-5 1 0 16,1-1-2-16,-1 0 1 15,5 2-1-15,-5-2 3 0,1-1-2 16,-4 5 0-16,3-3 1 0,-3-1-3 15,0 3 2-15,5-3 0 0,-5 3 0 0,-1-2 0 16,-1 1 1-16,4 1-1 0,-1 0 0 16,-3 1 1-16,4-1-1 0,-4 0-1 15,5 1 0-15,-1 0 2 0,3-3-2 16,-5 2 3-16,9-2-2 0,-5 2-1 16,5-1 2-16,1-1 0 0,1-1 0 0,2-1 2 15,-2-1-2-15,-1 0 0 0,5 0 0 16,-4 1-2-16,1-1 2 0,-1 3-2 15,0-2 1-15,-1 3 0 0,-1 1 0 16,2 0 1-16,3 0-1 0,-3 0 0 16,4-1 2-16,0 1-2 0,0 1 1 15,-5 0 1-15,5 1-2 0,-2 1-1 16,0 0 1-16,-1 0-2 0,3 0 2 16,-2 0 0-16,0-3-1 0,1 1 2 15,1 0-1-15,2 1 1 0,-2-1 0 0,2 1-1 16,-2-1 0-16,-3-2 1 0,3 1-1 15,-4 0 0-15,4 1 0 0,-5-1-1 16,3 2 2-16,-9-1-3 0,1 1 3 16,3-2-1-16,-1 1 0 0,0 0 2 15,1-1-2-15,-1 3 0 0,-1-1 0 0,1-1 1 16,-3 2-1-16,-1 0 1 16,1 0-2-16,7-1 1 0,-9 1 0 15,7-1-1-15,-1-2 2 0,1-1 0 16,2 1-1-16,-1 0 0 0,3 0 2 0,-2 0-2 15,-1 2 0-15,1-4 0 0,2 2 1 16,-2 0-1-16,-1 0 0 0,5 0 1 16,-4 0-2-16,3 0 2 0,-9 1-1 15,4 2 0-15,1-1 1 0,3 1-1 16,4-2 0-16,-2 1 3 0,-3-2-3 0,1 1 1 16,0-2-1-16,6 1-1 15,-6-3 1-15,5-1 0 0,-1 0 0 16,4-1 0-16,-2 1 0 0,-2-1 2 15,8-1-1-15,-6 2-1 0,4-2 2 0,2-2-2 16,1 2 1-16,1-2-3 0,-2 0 2 16,2 3-3-16,0-2 3 0,-2 1-1 15,-1 0 2-15,3 2 0 0,-4 0 0 16,4 0-1-16,-2-3 2 0,4 2-1 16,-1-2-1-16,-1 1 0 0,2 0-1 0,-4 0 1 15,5-1 1-15,-3-1 1 0,2-1-1 16,-2 0 0-16,3-1-2 15,-7 1 2-15,4 2-2 0,-8-1 2 0,4 2-1 16,-2 0 1-16,-4 1-1 0,4-1 1 16,-4 3-1-16,-1-2 0 0,5 3 1 15,-4 0-1-15,2 2 0 0,-6 0 0 16,2 1 0-16,-11 1 2 0,9-2-2 16,-4 3 0-16,1-2 0 0,5 1-1 15,-8 1 1-15,1 0 1 0,1 0-2 0,-7 0 1 16,9 0 1-16,-2 0-2 0,-7 0 1 15,7 0 0-15,-9 0 0 0,2 0 1 16,1 0-1-16,-1 0 0 0,1 0 0 16,-1 0 0-16,9-2 0 0,-7-1 1 15,5 2 0-15,-1-2 0 0,-3-2-1 0,3 0 0 16,7-1 0-16,-6-1-2 16,-5 1 2-16,-1-2 0 0,1 2 0 15,-4 2 1-15,5-4-1 0,-3 2 0 16,1 3-1-16,-1-5 0 0,-4 5 1 0,-3 0-1 15,3-1 1-15,-6 2-1 0,4-3 1 16,4 1 1-16,-1-3-1 0,3-6 2 16,0-2 0-16,3-6 1 0,8-4-1 15,-3 1-1-15,1-3-2 0,0-1 1 16,3 3-2-16,1-4-5 0,0 2 5 16,2 1-6-16,-2 0 10 0,-2 3-1 15,1 2-1-15,1 1 2 0,-4 2-4 16,-1 0 2-16,-1 1 0 0,2 0 1 15,-3-1-1-15,1 0 1 0,2-3-3 0,1-1 3 16,-1-2-1-16,4 0 0 0,-2-3 2 16,1-1 0-16,3 1-1 0,2-4 1 15,-2 1-2-15,0 0 0 0,0 0 1 16,-2 1 0-16,-1 0-1 0,-3 3 1 16,-2 2-7-16,-1 1-1 0,-7 2 0 0,1 1 1 15,-2 0 8-15,-1 1-2 0,-1-3 4 16,-4-1-3-16,2 2 0 0,-4 0 1 15,2 1-2-15,-1 0 2 16,1-2 0-16,-2-1-1 0,2-3 0 0,-2 0 0 16,2-3 0-16,-2 1 1 0,2-1 0 15,-4-2-1-15,0 2 0 0,2-1 0 16,-2 0 0-16,0 0 0 0,0-1 1 16,-2 2 0-16,-4 0 2 0,0 2-3 15,0 1-6-15,-5 2 0 0,5 1 1 0,0 5-2 16,-2 0 7-16,-1 0 0 0,-1 0-1 15,2-1 1-15,-5-1 0 0,5 1-1 16,-4-1 1-16,1 2-1 0,-1 1 1 16,2 1 1-16,-3 1 1 0,1-2-3 15,-1 2 0-15,1 1 0 0,-2 1 0 0,1 2 1 16,-1-1 0-16,3 2-2 16,-1 0 4-16,4-1-3 0,1 3 2 15,-5-2 0-15,4-3-4 0,2 6 4 16,-5-5-1-16,3 1 1 0,2 4-2 0,-7-3 3 15,7 5-2-15,-2-3 0 0,-2 2-2 16,3 0-1-16,-1-1 2 0,0 3 0 16,2-2 2-16,-5 1-1 0,3 1-1 15,2-2-1-15,-7-2 1 0,5 4-1 16,-4-4 3-16,6 3-3 0,-7 3 2 16,5-1 0-16,-2 0-2 0,-3 1 3 15,5-3-2-15,-2 2 0 0,1-1-1 16,-5-2 2-16,8 1-1 0,-7-4 1 15,7 4-2-15,0 0 2 0,-2-2 0 0,3 4 1 16,-1-3 1-16,0 5-5 0,4-2 3 16,-8-3-1-16,8 2 1 0,-7-3 1 15,3 1-1-15,2 3 1 0,2 0-4 16,-2-1 2-16,2 0 1 0,-2-1-1 16,1 3 1-16,-1-3-1 0,2 2 0 0,-2 0 0 15,2 0-1-15,2 3 2 0,-4-4-2 16,4-1 2-16,-4-4 0 0,0 0 0 15,4 4 0-15,-2-5 0 0,2 5 0 16,-5 0 1-16,5-5-1 0,0 4-2 16,0 0 2-16,0-1 0 0,-2 2-1 15,2-2 0-15,-4 1 0 0,4-6 2 16,0 6-2-16,-2 0 2 0,-2-7-1 16,4 6 0-16,0-6 0 0,0 1 1 15,0 6-1-15,0 1 0 0,0 5-2 0,0-7 1 16,0 0 0-16,0 1-2 0,0 0 2 15,0 6 1-15,0-1-2 0,0-6 2 16,0 0 1-16,0 1 0 0,0 0-1 16,0 6-2-16,0-2 1 0,0 2 0 15,0-1-1-15,0-1 2 0,0 1-1 0,0-1 0 16,0-4 1-16,0 0 0 16,0 0-2-16,-2-3 3 0,2 4-2 15,-4-4 1-15,2 0 0 0,-2 0-2 16,2 0 2-16,-3 0-1 0,3-1 1 0,-4 3-3 15,4-2 3-15,-4 2-1 0,0-3 0 16,-1 3 3-16,1-1-2 0,0-1 32 16,-2 1-20-16,8 4-13 0,-11-2 0 15,9 3 0-15,-8-2 0 0,2 1 0 16,4 1 0-16,-5-2 0 0,3 3 0 0,-2-2 0 16,-9 0 0-16,5 2 0 15,-5-3 0-15,-5-1-70 0,1-5-126 16,-10-4-96-16,2-4-12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AF4222-B674-489B-8216-885501BBA9E7}" type="datetimeFigureOut">
              <a:rPr lang="en-IN" smtClean="0"/>
              <a:t>12/08/26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B1BB47-2841-41F7-A97C-00FF517F9894}" type="slidenum">
              <a:rPr lang="en-IN" smtClean="0"/>
              <a:t>‹#›</a:t>
            </a:fld>
            <a:endParaRPr lang="en-IN"/>
          </a:p>
        </p:txBody>
      </p:sp>
    </p:spTree>
    <p:extLst>
      <p:ext uri="{BB962C8B-B14F-4D97-AF65-F5344CB8AC3E}">
        <p14:creationId xmlns:p14="http://schemas.microsoft.com/office/powerpoint/2010/main" val="6250800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B1BB47-2841-41F7-A97C-00FF517F9894}" type="slidenum">
              <a:rPr lang="en-IN" smtClean="0"/>
              <a:t>66</a:t>
            </a:fld>
            <a:endParaRPr lang="en-IN"/>
          </a:p>
        </p:txBody>
      </p:sp>
    </p:spTree>
    <p:extLst>
      <p:ext uri="{BB962C8B-B14F-4D97-AF65-F5344CB8AC3E}">
        <p14:creationId xmlns:p14="http://schemas.microsoft.com/office/powerpoint/2010/main" val="1350470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809402D-38DF-403C-9DF9-328D9B52D73B}"/>
              </a:ext>
            </a:extLst>
          </p:cNvPr>
          <p:cNvSpPr>
            <a:spLocks noGrp="1" noChangeArrowheads="1"/>
          </p:cNvSpPr>
          <p:nvPr>
            <p:ph type="sldNum" sz="quarter" idx="5"/>
          </p:nvPr>
        </p:nvSpPr>
        <p:spPr>
          <a:ln/>
        </p:spPr>
        <p:txBody>
          <a:bodyPr/>
          <a:lstStyle/>
          <a:p>
            <a:fld id="{73CF0181-7236-4D80-831D-F60F7A37355B}" type="slidenum">
              <a:rPr lang="en-US" altLang="en-US"/>
              <a:pPr/>
              <a:t>83</a:t>
            </a:fld>
            <a:endParaRPr lang="en-US" altLang="en-US"/>
          </a:p>
        </p:txBody>
      </p:sp>
      <p:sp>
        <p:nvSpPr>
          <p:cNvPr id="99330" name="Rectangle 2">
            <a:extLst>
              <a:ext uri="{FF2B5EF4-FFF2-40B4-BE49-F238E27FC236}">
                <a16:creationId xmlns:a16="http://schemas.microsoft.com/office/drawing/2014/main" id="{44CE9FB1-A7BA-44DE-810C-D60A6FC0D4E4}"/>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C1B20A72-B3E0-40DE-925E-10E9FC509B0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6BCB614-E34D-4508-B378-98BDA56F95AD}"/>
              </a:ext>
            </a:extLst>
          </p:cNvPr>
          <p:cNvSpPr>
            <a:spLocks noGrp="1" noChangeArrowheads="1"/>
          </p:cNvSpPr>
          <p:nvPr>
            <p:ph type="sldNum" sz="quarter" idx="5"/>
          </p:nvPr>
        </p:nvSpPr>
        <p:spPr>
          <a:ln/>
        </p:spPr>
        <p:txBody>
          <a:bodyPr/>
          <a:lstStyle/>
          <a:p>
            <a:fld id="{6D176A02-DCD8-4E8C-B136-53CF0C8A38D1}" type="slidenum">
              <a:rPr lang="en-US" altLang="en-US"/>
              <a:pPr/>
              <a:t>85</a:t>
            </a:fld>
            <a:endParaRPr lang="en-US" altLang="en-US"/>
          </a:p>
        </p:txBody>
      </p:sp>
      <p:sp>
        <p:nvSpPr>
          <p:cNvPr id="102402" name="Rectangle 2">
            <a:extLst>
              <a:ext uri="{FF2B5EF4-FFF2-40B4-BE49-F238E27FC236}">
                <a16:creationId xmlns:a16="http://schemas.microsoft.com/office/drawing/2014/main" id="{81AAEF4B-E121-4ADA-8ED8-3EADA42D191E}"/>
              </a:ext>
            </a:extLst>
          </p:cNvPr>
          <p:cNvSpPr>
            <a:spLocks noGrp="1" noRot="1" noChangeAspect="1" noChangeArrowheads="1" noTextEdit="1"/>
          </p:cNvSpPr>
          <p:nvPr>
            <p:ph type="sldImg"/>
          </p:nvPr>
        </p:nvSpPr>
        <p:spPr>
          <a:ln/>
        </p:spPr>
      </p:sp>
      <p:sp>
        <p:nvSpPr>
          <p:cNvPr id="102403" name="Rectangle 3">
            <a:extLst>
              <a:ext uri="{FF2B5EF4-FFF2-40B4-BE49-F238E27FC236}">
                <a16:creationId xmlns:a16="http://schemas.microsoft.com/office/drawing/2014/main" id="{C204BD14-3835-4AF5-9213-4C07BC30CE7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4FF02CA-1100-4228-BC8E-CB53EE11D9E6}"/>
              </a:ext>
            </a:extLst>
          </p:cNvPr>
          <p:cNvSpPr>
            <a:spLocks noGrp="1" noChangeArrowheads="1"/>
          </p:cNvSpPr>
          <p:nvPr>
            <p:ph type="sldNum" sz="quarter" idx="5"/>
          </p:nvPr>
        </p:nvSpPr>
        <p:spPr>
          <a:ln/>
        </p:spPr>
        <p:txBody>
          <a:bodyPr/>
          <a:lstStyle/>
          <a:p>
            <a:fld id="{89734465-4EFC-4100-98A6-2D525C5E834D}" type="slidenum">
              <a:rPr lang="en-US" altLang="en-US"/>
              <a:pPr/>
              <a:t>86</a:t>
            </a:fld>
            <a:endParaRPr lang="en-US" altLang="en-US"/>
          </a:p>
        </p:txBody>
      </p:sp>
      <p:sp>
        <p:nvSpPr>
          <p:cNvPr id="103426" name="Rectangle 2">
            <a:extLst>
              <a:ext uri="{FF2B5EF4-FFF2-40B4-BE49-F238E27FC236}">
                <a16:creationId xmlns:a16="http://schemas.microsoft.com/office/drawing/2014/main" id="{07C31D6D-6B48-41BF-8D1B-62BBEEB8EE43}"/>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D7EEDE47-FF02-47FC-9B2C-0145E88917C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6CD173E-B8B1-F108-63F2-C57B04230591}"/>
              </a:ext>
            </a:extLst>
          </p:cNvPr>
          <p:cNvSpPr>
            <a:spLocks noGrp="1" noChangeArrowheads="1"/>
          </p:cNvSpPr>
          <p:nvPr>
            <p:ph type="sldNum"/>
          </p:nvPr>
        </p:nvSpPr>
        <p:spPr>
          <a:ln/>
        </p:spPr>
        <p:txBody>
          <a:bodyPr/>
          <a:lstStyle/>
          <a:p>
            <a:fld id="{222E1C72-40DE-45D9-967F-4AA57F1E2790}" type="slidenum">
              <a:rPr lang="en-US" altLang="en-US"/>
              <a:pPr/>
              <a:t>102</a:t>
            </a:fld>
            <a:endParaRPr lang="en-US" altLang="en-US"/>
          </a:p>
        </p:txBody>
      </p:sp>
      <p:sp>
        <p:nvSpPr>
          <p:cNvPr id="28673" name="Rectangle 1">
            <a:extLst>
              <a:ext uri="{FF2B5EF4-FFF2-40B4-BE49-F238E27FC236}">
                <a16:creationId xmlns:a16="http://schemas.microsoft.com/office/drawing/2014/main" id="{6952E452-A410-96CC-01A3-6CB7BDE84813}"/>
              </a:ext>
            </a:extLst>
          </p:cNvPr>
          <p:cNvSpPr txBox="1">
            <a:spLocks noGrp="1" noRot="1" noChangeAspect="1" noChangeArrowheads="1"/>
          </p:cNvSpPr>
          <p:nvPr>
            <p:ph type="sldImg"/>
          </p:nvPr>
        </p:nvSpPr>
        <p:spPr bwMode="auto">
          <a:xfrm>
            <a:off x="1257300" y="720725"/>
            <a:ext cx="48006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8674" name="Rectangle 2">
            <a:extLst>
              <a:ext uri="{FF2B5EF4-FFF2-40B4-BE49-F238E27FC236}">
                <a16:creationId xmlns:a16="http://schemas.microsoft.com/office/drawing/2014/main" id="{8826EE52-63D3-56C3-9FE1-DBFE11F288F6}"/>
              </a:ext>
            </a:extLst>
          </p:cNvPr>
          <p:cNvSpPr txBox="1">
            <a:spLocks noGrp="1" noChangeArrowheads="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77FC7CA-A905-6C79-6964-11849207C654}"/>
              </a:ext>
            </a:extLst>
          </p:cNvPr>
          <p:cNvSpPr>
            <a:spLocks noGrp="1" noChangeArrowheads="1"/>
          </p:cNvSpPr>
          <p:nvPr>
            <p:ph type="sldNum"/>
          </p:nvPr>
        </p:nvSpPr>
        <p:spPr>
          <a:ln/>
        </p:spPr>
        <p:txBody>
          <a:bodyPr/>
          <a:lstStyle/>
          <a:p>
            <a:fld id="{66D63EB7-49E4-41F1-A57A-DAF16E5A0C69}" type="slidenum">
              <a:rPr lang="en-US" altLang="en-US"/>
              <a:pPr/>
              <a:t>104</a:t>
            </a:fld>
            <a:endParaRPr lang="en-US" altLang="en-US"/>
          </a:p>
        </p:txBody>
      </p:sp>
      <p:sp>
        <p:nvSpPr>
          <p:cNvPr id="29697" name="Rectangle 1">
            <a:extLst>
              <a:ext uri="{FF2B5EF4-FFF2-40B4-BE49-F238E27FC236}">
                <a16:creationId xmlns:a16="http://schemas.microsoft.com/office/drawing/2014/main" id="{565D1E5D-384F-7167-F734-4409D7DB6BC6}"/>
              </a:ext>
            </a:extLst>
          </p:cNvPr>
          <p:cNvSpPr txBox="1">
            <a:spLocks noGrp="1" noRot="1" noChangeAspect="1" noChangeArrowheads="1"/>
          </p:cNvSpPr>
          <p:nvPr>
            <p:ph type="sldImg"/>
          </p:nvPr>
        </p:nvSpPr>
        <p:spPr bwMode="auto">
          <a:xfrm>
            <a:off x="1257300" y="720725"/>
            <a:ext cx="48006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9698" name="Rectangle 2">
            <a:extLst>
              <a:ext uri="{FF2B5EF4-FFF2-40B4-BE49-F238E27FC236}">
                <a16:creationId xmlns:a16="http://schemas.microsoft.com/office/drawing/2014/main" id="{914EB313-E9CF-C7F5-507A-11005143719C}"/>
              </a:ext>
            </a:extLst>
          </p:cNvPr>
          <p:cNvSpPr txBox="1">
            <a:spLocks noGrp="1" noChangeArrowheads="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E00082E-D59B-FB73-8B2E-6991267B9389}"/>
              </a:ext>
            </a:extLst>
          </p:cNvPr>
          <p:cNvSpPr>
            <a:spLocks noGrp="1" noChangeArrowheads="1"/>
          </p:cNvSpPr>
          <p:nvPr>
            <p:ph type="sldNum"/>
          </p:nvPr>
        </p:nvSpPr>
        <p:spPr>
          <a:ln/>
        </p:spPr>
        <p:txBody>
          <a:bodyPr/>
          <a:lstStyle/>
          <a:p>
            <a:fld id="{D065745C-DDFC-471F-8013-78C5F5FD315B}" type="slidenum">
              <a:rPr lang="en-US" altLang="en-US"/>
              <a:pPr/>
              <a:t>105</a:t>
            </a:fld>
            <a:endParaRPr lang="en-US" altLang="en-US"/>
          </a:p>
        </p:txBody>
      </p:sp>
      <p:sp>
        <p:nvSpPr>
          <p:cNvPr id="30721" name="Rectangle 1">
            <a:extLst>
              <a:ext uri="{FF2B5EF4-FFF2-40B4-BE49-F238E27FC236}">
                <a16:creationId xmlns:a16="http://schemas.microsoft.com/office/drawing/2014/main" id="{1B658653-34B8-B8F6-0B85-91DD96576B87}"/>
              </a:ext>
            </a:extLst>
          </p:cNvPr>
          <p:cNvSpPr txBox="1">
            <a:spLocks noGrp="1" noRot="1" noChangeAspect="1" noChangeArrowheads="1"/>
          </p:cNvSpPr>
          <p:nvPr>
            <p:ph type="sldImg"/>
          </p:nvPr>
        </p:nvSpPr>
        <p:spPr bwMode="auto">
          <a:xfrm>
            <a:off x="1257300" y="720725"/>
            <a:ext cx="48006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2" name="Rectangle 2">
            <a:extLst>
              <a:ext uri="{FF2B5EF4-FFF2-40B4-BE49-F238E27FC236}">
                <a16:creationId xmlns:a16="http://schemas.microsoft.com/office/drawing/2014/main" id="{4CFDA37E-F293-2088-B898-0B42F9B9DB54}"/>
              </a:ext>
            </a:extLst>
          </p:cNvPr>
          <p:cNvSpPr txBox="1">
            <a:spLocks noGrp="1" noChangeArrowheads="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EF4176B-FA9D-9049-1C9E-98EBB10CC5B6}"/>
              </a:ext>
            </a:extLst>
          </p:cNvPr>
          <p:cNvSpPr>
            <a:spLocks noGrp="1" noChangeArrowheads="1"/>
          </p:cNvSpPr>
          <p:nvPr>
            <p:ph type="sldNum"/>
          </p:nvPr>
        </p:nvSpPr>
        <p:spPr>
          <a:ln/>
        </p:spPr>
        <p:txBody>
          <a:bodyPr/>
          <a:lstStyle/>
          <a:p>
            <a:fld id="{B0298868-D959-44BF-AEAE-63D70530A81F}" type="slidenum">
              <a:rPr lang="en-US" altLang="en-US"/>
              <a:pPr/>
              <a:t>106</a:t>
            </a:fld>
            <a:endParaRPr lang="en-US" altLang="en-US"/>
          </a:p>
        </p:txBody>
      </p:sp>
      <p:sp>
        <p:nvSpPr>
          <p:cNvPr id="31745" name="Rectangle 1">
            <a:extLst>
              <a:ext uri="{FF2B5EF4-FFF2-40B4-BE49-F238E27FC236}">
                <a16:creationId xmlns:a16="http://schemas.microsoft.com/office/drawing/2014/main" id="{865E1A99-9914-6A6A-9722-F1AA637F6624}"/>
              </a:ext>
            </a:extLst>
          </p:cNvPr>
          <p:cNvSpPr txBox="1">
            <a:spLocks noGrp="1" noRot="1" noChangeAspect="1" noChangeArrowheads="1"/>
          </p:cNvSpPr>
          <p:nvPr>
            <p:ph type="sldImg"/>
          </p:nvPr>
        </p:nvSpPr>
        <p:spPr bwMode="auto">
          <a:xfrm>
            <a:off x="1257300" y="720725"/>
            <a:ext cx="48006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746" name="Rectangle 2">
            <a:extLst>
              <a:ext uri="{FF2B5EF4-FFF2-40B4-BE49-F238E27FC236}">
                <a16:creationId xmlns:a16="http://schemas.microsoft.com/office/drawing/2014/main" id="{8C3BC490-D2F6-FC3E-A215-A02FA1632A06}"/>
              </a:ext>
            </a:extLst>
          </p:cNvPr>
          <p:cNvSpPr txBox="1">
            <a:spLocks noGrp="1" noChangeArrowheads="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8E6E917-522F-D78F-8A08-C4362CC7F78B}"/>
              </a:ext>
            </a:extLst>
          </p:cNvPr>
          <p:cNvSpPr>
            <a:spLocks noGrp="1" noChangeArrowheads="1"/>
          </p:cNvSpPr>
          <p:nvPr>
            <p:ph type="sldNum"/>
          </p:nvPr>
        </p:nvSpPr>
        <p:spPr>
          <a:ln/>
        </p:spPr>
        <p:txBody>
          <a:bodyPr/>
          <a:lstStyle/>
          <a:p>
            <a:fld id="{9E6F8132-076D-48EE-B33D-2DD530416430}" type="slidenum">
              <a:rPr lang="en-US" altLang="en-US"/>
              <a:pPr/>
              <a:t>107</a:t>
            </a:fld>
            <a:endParaRPr lang="en-US" altLang="en-US"/>
          </a:p>
        </p:txBody>
      </p:sp>
      <p:sp>
        <p:nvSpPr>
          <p:cNvPr id="32769" name="Rectangle 1">
            <a:extLst>
              <a:ext uri="{FF2B5EF4-FFF2-40B4-BE49-F238E27FC236}">
                <a16:creationId xmlns:a16="http://schemas.microsoft.com/office/drawing/2014/main" id="{F8AACED0-28CF-253A-B3B2-438322A49E55}"/>
              </a:ext>
            </a:extLst>
          </p:cNvPr>
          <p:cNvSpPr txBox="1">
            <a:spLocks noGrp="1" noRot="1" noChangeAspect="1" noChangeArrowheads="1"/>
          </p:cNvSpPr>
          <p:nvPr>
            <p:ph type="sldImg"/>
          </p:nvPr>
        </p:nvSpPr>
        <p:spPr bwMode="auto">
          <a:xfrm>
            <a:off x="457200" y="720725"/>
            <a:ext cx="64008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2770" name="Rectangle 2">
            <a:extLst>
              <a:ext uri="{FF2B5EF4-FFF2-40B4-BE49-F238E27FC236}">
                <a16:creationId xmlns:a16="http://schemas.microsoft.com/office/drawing/2014/main" id="{320BE2C3-CD46-6C8D-3B79-064C9CAA741A}"/>
              </a:ext>
            </a:extLst>
          </p:cNvPr>
          <p:cNvSpPr txBox="1">
            <a:spLocks noGrp="1" noChangeArrowheads="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E3E28E6-7544-505F-7B52-F7D3ED146D91}"/>
              </a:ext>
            </a:extLst>
          </p:cNvPr>
          <p:cNvSpPr>
            <a:spLocks noGrp="1" noChangeArrowheads="1"/>
          </p:cNvSpPr>
          <p:nvPr>
            <p:ph type="sldNum"/>
          </p:nvPr>
        </p:nvSpPr>
        <p:spPr>
          <a:ln/>
        </p:spPr>
        <p:txBody>
          <a:bodyPr/>
          <a:lstStyle/>
          <a:p>
            <a:fld id="{CD23BEA6-9726-41DF-B6D0-6EB38534DA5B}" type="slidenum">
              <a:rPr lang="en-US" altLang="en-US"/>
              <a:pPr/>
              <a:t>108</a:t>
            </a:fld>
            <a:endParaRPr lang="en-US" altLang="en-US"/>
          </a:p>
        </p:txBody>
      </p:sp>
      <p:sp>
        <p:nvSpPr>
          <p:cNvPr id="33793" name="Rectangle 1">
            <a:extLst>
              <a:ext uri="{FF2B5EF4-FFF2-40B4-BE49-F238E27FC236}">
                <a16:creationId xmlns:a16="http://schemas.microsoft.com/office/drawing/2014/main" id="{E4D82A8C-AFAE-1070-711E-C3AF64DBC70D}"/>
              </a:ext>
            </a:extLst>
          </p:cNvPr>
          <p:cNvSpPr txBox="1">
            <a:spLocks noGrp="1" noRot="1" noChangeAspect="1" noChangeArrowheads="1"/>
          </p:cNvSpPr>
          <p:nvPr>
            <p:ph type="sldImg"/>
          </p:nvPr>
        </p:nvSpPr>
        <p:spPr bwMode="auto">
          <a:xfrm>
            <a:off x="1257300" y="720725"/>
            <a:ext cx="48006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794" name="Rectangle 2">
            <a:extLst>
              <a:ext uri="{FF2B5EF4-FFF2-40B4-BE49-F238E27FC236}">
                <a16:creationId xmlns:a16="http://schemas.microsoft.com/office/drawing/2014/main" id="{A1B2DEEA-05AE-07B8-1170-98DC0125488E}"/>
              </a:ext>
            </a:extLst>
          </p:cNvPr>
          <p:cNvSpPr txBox="1">
            <a:spLocks noGrp="1" noChangeArrowheads="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F714779-D4D5-B833-C101-C908A97313BE}"/>
              </a:ext>
            </a:extLst>
          </p:cNvPr>
          <p:cNvSpPr>
            <a:spLocks noGrp="1" noChangeArrowheads="1"/>
          </p:cNvSpPr>
          <p:nvPr>
            <p:ph type="sldNum"/>
          </p:nvPr>
        </p:nvSpPr>
        <p:spPr>
          <a:ln/>
        </p:spPr>
        <p:txBody>
          <a:bodyPr/>
          <a:lstStyle/>
          <a:p>
            <a:fld id="{AE90F85B-05C0-4B8D-8403-6DF493F25E5F}" type="slidenum">
              <a:rPr lang="en-US" altLang="en-US"/>
              <a:pPr/>
              <a:t>109</a:t>
            </a:fld>
            <a:endParaRPr lang="en-US" altLang="en-US"/>
          </a:p>
        </p:txBody>
      </p:sp>
      <p:sp>
        <p:nvSpPr>
          <p:cNvPr id="34817" name="Rectangle 1">
            <a:extLst>
              <a:ext uri="{FF2B5EF4-FFF2-40B4-BE49-F238E27FC236}">
                <a16:creationId xmlns:a16="http://schemas.microsoft.com/office/drawing/2014/main" id="{127AC3C5-8A2F-82D7-A6E1-EA93CDE4E065}"/>
              </a:ext>
            </a:extLst>
          </p:cNvPr>
          <p:cNvSpPr txBox="1">
            <a:spLocks noGrp="1" noRot="1" noChangeAspect="1" noChangeArrowheads="1"/>
          </p:cNvSpPr>
          <p:nvPr>
            <p:ph type="sldImg"/>
          </p:nvPr>
        </p:nvSpPr>
        <p:spPr bwMode="auto">
          <a:xfrm>
            <a:off x="1257300" y="720725"/>
            <a:ext cx="48006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818" name="Rectangle 2">
            <a:extLst>
              <a:ext uri="{FF2B5EF4-FFF2-40B4-BE49-F238E27FC236}">
                <a16:creationId xmlns:a16="http://schemas.microsoft.com/office/drawing/2014/main" id="{4D90CEF7-F4D2-7E51-E3BD-23DB42064740}"/>
              </a:ext>
            </a:extLst>
          </p:cNvPr>
          <p:cNvSpPr txBox="1">
            <a:spLocks noGrp="1" noChangeArrowheads="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F1708DF-C2D3-24EF-A638-09B5B4CF8111}"/>
              </a:ext>
            </a:extLst>
          </p:cNvPr>
          <p:cNvSpPr>
            <a:spLocks noGrp="1" noChangeArrowheads="1"/>
          </p:cNvSpPr>
          <p:nvPr>
            <p:ph type="sldNum"/>
          </p:nvPr>
        </p:nvSpPr>
        <p:spPr>
          <a:ln/>
        </p:spPr>
        <p:txBody>
          <a:bodyPr/>
          <a:lstStyle/>
          <a:p>
            <a:fld id="{3547B224-C6CC-4AFF-9FD6-EDD49CD8074B}" type="slidenum">
              <a:rPr lang="en-US" altLang="en-US"/>
              <a:pPr/>
              <a:t>110</a:t>
            </a:fld>
            <a:endParaRPr lang="en-US" altLang="en-US"/>
          </a:p>
        </p:txBody>
      </p:sp>
      <p:sp>
        <p:nvSpPr>
          <p:cNvPr id="35841" name="Rectangle 1">
            <a:extLst>
              <a:ext uri="{FF2B5EF4-FFF2-40B4-BE49-F238E27FC236}">
                <a16:creationId xmlns:a16="http://schemas.microsoft.com/office/drawing/2014/main" id="{50CD3B8E-6605-B2C6-C2E9-09835D9985F8}"/>
              </a:ext>
            </a:extLst>
          </p:cNvPr>
          <p:cNvSpPr txBox="1">
            <a:spLocks noGrp="1" noRot="1" noChangeAspect="1" noChangeArrowheads="1"/>
          </p:cNvSpPr>
          <p:nvPr>
            <p:ph type="sldImg"/>
          </p:nvPr>
        </p:nvSpPr>
        <p:spPr bwMode="auto">
          <a:xfrm>
            <a:off x="1257300" y="720725"/>
            <a:ext cx="48006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842" name="Rectangle 2">
            <a:extLst>
              <a:ext uri="{FF2B5EF4-FFF2-40B4-BE49-F238E27FC236}">
                <a16:creationId xmlns:a16="http://schemas.microsoft.com/office/drawing/2014/main" id="{632A59B2-75EA-3007-B3A4-5FC2389FC19F}"/>
              </a:ext>
            </a:extLst>
          </p:cNvPr>
          <p:cNvSpPr txBox="1">
            <a:spLocks noGrp="1" noChangeArrowheads="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43884DE-90BD-1719-AC4B-F79627B7B860}"/>
              </a:ext>
            </a:extLst>
          </p:cNvPr>
          <p:cNvSpPr>
            <a:spLocks noGrp="1" noChangeArrowheads="1"/>
          </p:cNvSpPr>
          <p:nvPr>
            <p:ph type="sldNum"/>
          </p:nvPr>
        </p:nvSpPr>
        <p:spPr>
          <a:ln/>
        </p:spPr>
        <p:txBody>
          <a:bodyPr/>
          <a:lstStyle/>
          <a:p>
            <a:fld id="{442537A8-4975-4E03-B331-D1EE3D76D385}" type="slidenum">
              <a:rPr lang="en-US" altLang="en-US"/>
              <a:pPr/>
              <a:t>111</a:t>
            </a:fld>
            <a:endParaRPr lang="en-US" altLang="en-US"/>
          </a:p>
        </p:txBody>
      </p:sp>
      <p:sp>
        <p:nvSpPr>
          <p:cNvPr id="36865" name="Rectangle 1">
            <a:extLst>
              <a:ext uri="{FF2B5EF4-FFF2-40B4-BE49-F238E27FC236}">
                <a16:creationId xmlns:a16="http://schemas.microsoft.com/office/drawing/2014/main" id="{A1A33E21-5EE0-3971-28E8-020B80DB1E49}"/>
              </a:ext>
            </a:extLst>
          </p:cNvPr>
          <p:cNvSpPr txBox="1">
            <a:spLocks noGrp="1" noRot="1" noChangeAspect="1" noChangeArrowheads="1"/>
          </p:cNvSpPr>
          <p:nvPr>
            <p:ph type="sldImg"/>
          </p:nvPr>
        </p:nvSpPr>
        <p:spPr bwMode="auto">
          <a:xfrm>
            <a:off x="1257300" y="720725"/>
            <a:ext cx="48006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6" name="Rectangle 2">
            <a:extLst>
              <a:ext uri="{FF2B5EF4-FFF2-40B4-BE49-F238E27FC236}">
                <a16:creationId xmlns:a16="http://schemas.microsoft.com/office/drawing/2014/main" id="{31838FDA-6B92-90E4-5724-4DE9F8160A58}"/>
              </a:ext>
            </a:extLst>
          </p:cNvPr>
          <p:cNvSpPr txBox="1">
            <a:spLocks noGrp="1" noChangeArrowheads="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C3C4A83-040F-D41C-0C04-B1FC8C534047}"/>
              </a:ext>
            </a:extLst>
          </p:cNvPr>
          <p:cNvSpPr>
            <a:spLocks noGrp="1" noChangeArrowheads="1"/>
          </p:cNvSpPr>
          <p:nvPr>
            <p:ph type="sldNum"/>
          </p:nvPr>
        </p:nvSpPr>
        <p:spPr>
          <a:ln/>
        </p:spPr>
        <p:txBody>
          <a:bodyPr/>
          <a:lstStyle/>
          <a:p>
            <a:fld id="{29E4ABAB-C56B-400E-BA4E-71E61A56445A}" type="slidenum">
              <a:rPr lang="en-US" altLang="en-US"/>
              <a:pPr/>
              <a:t>112</a:t>
            </a:fld>
            <a:endParaRPr lang="en-US" altLang="en-US"/>
          </a:p>
        </p:txBody>
      </p:sp>
      <p:sp>
        <p:nvSpPr>
          <p:cNvPr id="37889" name="Rectangle 1">
            <a:extLst>
              <a:ext uri="{FF2B5EF4-FFF2-40B4-BE49-F238E27FC236}">
                <a16:creationId xmlns:a16="http://schemas.microsoft.com/office/drawing/2014/main" id="{42583109-001C-0CC5-3F8D-8B1D2C94E07A}"/>
              </a:ext>
            </a:extLst>
          </p:cNvPr>
          <p:cNvSpPr txBox="1">
            <a:spLocks noGrp="1" noRot="1" noChangeAspect="1" noChangeArrowheads="1"/>
          </p:cNvSpPr>
          <p:nvPr>
            <p:ph type="sldImg"/>
          </p:nvPr>
        </p:nvSpPr>
        <p:spPr bwMode="auto">
          <a:xfrm>
            <a:off x="1257300" y="720725"/>
            <a:ext cx="48006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890" name="Rectangle 2">
            <a:extLst>
              <a:ext uri="{FF2B5EF4-FFF2-40B4-BE49-F238E27FC236}">
                <a16:creationId xmlns:a16="http://schemas.microsoft.com/office/drawing/2014/main" id="{86004C11-ACEA-BD1D-5634-DE7D8E2A82A2}"/>
              </a:ext>
            </a:extLst>
          </p:cNvPr>
          <p:cNvSpPr txBox="1">
            <a:spLocks noGrp="1" noChangeArrowheads="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002370D-E08E-8B36-3EB7-93BFC946D91D}"/>
            </a:ext>
          </a:extLst>
        </p:cNvPr>
        <p:cNvGrpSpPr/>
        <p:nvPr/>
      </p:nvGrpSpPr>
      <p:grpSpPr>
        <a:xfrm>
          <a:off x="0" y="0"/>
          <a:ext cx="0" cy="0"/>
          <a:chOff x="0" y="0"/>
          <a:chExt cx="0" cy="0"/>
        </a:xfrm>
      </p:grpSpPr>
      <p:sp>
        <p:nvSpPr>
          <p:cNvPr id="33794" name="Rectangle 7">
            <a:extLst>
              <a:ext uri="{FF2B5EF4-FFF2-40B4-BE49-F238E27FC236}">
                <a16:creationId xmlns:a16="http://schemas.microsoft.com/office/drawing/2014/main" id="{B6524485-C966-8DDB-B4CE-DB93EB27B36E}"/>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WenQuanYi Micro Hei"/>
                <a:cs typeface="WenQuanYi Micro Hei"/>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WenQuanYi Micro Hei"/>
                <a:cs typeface="WenQuanYi Micro Hei"/>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WenQuanYi Micro Hei"/>
                <a:cs typeface="WenQuanYi Micro Hei"/>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WenQuanYi Micro Hei"/>
                <a:cs typeface="WenQuanYi Micro Hei"/>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WenQuanYi Micro Hei"/>
                <a:cs typeface="WenQuanYi Micro Hei"/>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WenQuanYi Micro Hei"/>
                <a:cs typeface="WenQuanYi Micro Hei"/>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WenQuanYi Micro Hei"/>
                <a:cs typeface="WenQuanYi Micro Hei"/>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WenQuanYi Micro Hei"/>
                <a:cs typeface="WenQuanYi Micro Hei"/>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WenQuanYi Micro Hei"/>
                <a:cs typeface="WenQuanYi Micro Hei"/>
              </a:defRPr>
            </a:lvl9pPr>
          </a:lstStyle>
          <a:p>
            <a:pPr>
              <a:buSzPct val="45000"/>
              <a:buFont typeface="Wingdings" panose="05000000000000000000" pitchFamily="2" charset="2"/>
              <a:buNone/>
            </a:pPr>
            <a:fld id="{F5F9BFB2-44C7-428F-9903-06500DA5EC8E}" type="slidenum">
              <a:rPr lang="en-US" altLang="en-US" smtClean="0">
                <a:solidFill>
                  <a:srgbClr val="000000"/>
                </a:solidFill>
                <a:latin typeface="Times New Roman" panose="02020603050405020304" pitchFamily="18" charset="0"/>
                <a:ea typeface="DejaVu Sans"/>
                <a:cs typeface="DejaVu Sans"/>
              </a:rPr>
              <a:pPr>
                <a:buSzPct val="45000"/>
                <a:buFont typeface="Wingdings" panose="05000000000000000000" pitchFamily="2" charset="2"/>
                <a:buNone/>
              </a:pPr>
              <a:t>115</a:t>
            </a:fld>
            <a:endParaRPr lang="en-US" altLang="en-US">
              <a:solidFill>
                <a:srgbClr val="000000"/>
              </a:solidFill>
              <a:latin typeface="Times New Roman" panose="02020603050405020304" pitchFamily="18" charset="0"/>
              <a:ea typeface="DejaVu Sans"/>
              <a:cs typeface="DejaVu Sans"/>
            </a:endParaRPr>
          </a:p>
        </p:txBody>
      </p:sp>
      <p:sp>
        <p:nvSpPr>
          <p:cNvPr id="33795" name="Rectangle 1">
            <a:extLst>
              <a:ext uri="{FF2B5EF4-FFF2-40B4-BE49-F238E27FC236}">
                <a16:creationId xmlns:a16="http://schemas.microsoft.com/office/drawing/2014/main" id="{2D088041-4004-BBA1-B025-83CEBCE7AD65}"/>
              </a:ext>
            </a:extLst>
          </p:cNvPr>
          <p:cNvSpPr txBox="1">
            <a:spLocks noGrp="1" noRot="1" noChangeAspect="1" noChangeArrowheads="1" noTextEdit="1"/>
          </p:cNvSpPr>
          <p:nvPr>
            <p:ph type="sldImg"/>
          </p:nvPr>
        </p:nvSpPr>
        <p:spPr>
          <a:xfrm>
            <a:off x="457200" y="720725"/>
            <a:ext cx="6400800" cy="3600450"/>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796" name="Rectangle 2">
            <a:extLst>
              <a:ext uri="{FF2B5EF4-FFF2-40B4-BE49-F238E27FC236}">
                <a16:creationId xmlns:a16="http://schemas.microsoft.com/office/drawing/2014/main" id="{21B44A5F-AB86-A82D-5FF0-556074F71382}"/>
              </a:ext>
            </a:extLst>
          </p:cNvPr>
          <p:cNvSpPr txBox="1">
            <a:spLocks noGrp="1" noChangeArrowheads="1"/>
          </p:cNvSpPr>
          <p:nvPr>
            <p:ph type="body" idx="1"/>
          </p:nvPr>
        </p:nvSpPr>
        <p:spPr>
          <a:xfrm>
            <a:off x="731838" y="4560888"/>
            <a:ext cx="5851525" cy="4319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1500174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36610AF-AAE1-841C-B378-49D36B91D423}"/>
              </a:ext>
            </a:extLst>
          </p:cNvPr>
          <p:cNvSpPr>
            <a:spLocks noGrp="1" noChangeArrowheads="1"/>
          </p:cNvSpPr>
          <p:nvPr>
            <p:ph type="sldNum"/>
          </p:nvPr>
        </p:nvSpPr>
        <p:spPr>
          <a:ln/>
        </p:spPr>
        <p:txBody>
          <a:bodyPr/>
          <a:lstStyle/>
          <a:p>
            <a:fld id="{551146CD-7529-4794-AB9E-28327CDE322B}" type="slidenum">
              <a:rPr lang="en-US" altLang="en-US"/>
              <a:pPr/>
              <a:t>127</a:t>
            </a:fld>
            <a:endParaRPr lang="en-US" altLang="en-US"/>
          </a:p>
        </p:txBody>
      </p:sp>
      <p:sp>
        <p:nvSpPr>
          <p:cNvPr id="41985" name="Rectangle 1">
            <a:extLst>
              <a:ext uri="{FF2B5EF4-FFF2-40B4-BE49-F238E27FC236}">
                <a16:creationId xmlns:a16="http://schemas.microsoft.com/office/drawing/2014/main" id="{ABE5ACA7-18A9-54AB-8358-5A8AF45C95BE}"/>
              </a:ext>
            </a:extLst>
          </p:cNvPr>
          <p:cNvSpPr txBox="1">
            <a:spLocks noGrp="1" noRot="1" noChangeAspect="1" noChangeArrowheads="1"/>
          </p:cNvSpPr>
          <p:nvPr>
            <p:ph type="sldImg"/>
          </p:nvPr>
        </p:nvSpPr>
        <p:spPr bwMode="auto">
          <a:xfrm>
            <a:off x="1257300" y="720725"/>
            <a:ext cx="48006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986" name="Rectangle 2">
            <a:extLst>
              <a:ext uri="{FF2B5EF4-FFF2-40B4-BE49-F238E27FC236}">
                <a16:creationId xmlns:a16="http://schemas.microsoft.com/office/drawing/2014/main" id="{2479B5A3-C3CE-F2CC-10A0-0CCA99F95A55}"/>
              </a:ext>
            </a:extLst>
          </p:cNvPr>
          <p:cNvSpPr txBox="1">
            <a:spLocks noGrp="1" noChangeArrowheads="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657D49B-CFFC-62DC-DF90-E8DEF7970828}"/>
              </a:ext>
            </a:extLst>
          </p:cNvPr>
          <p:cNvSpPr>
            <a:spLocks noGrp="1" noChangeArrowheads="1"/>
          </p:cNvSpPr>
          <p:nvPr>
            <p:ph type="sldNum"/>
          </p:nvPr>
        </p:nvSpPr>
        <p:spPr>
          <a:ln/>
        </p:spPr>
        <p:txBody>
          <a:bodyPr/>
          <a:lstStyle/>
          <a:p>
            <a:fld id="{15F02836-21B7-43A3-ABCE-5FD0AFE297A7}" type="slidenum">
              <a:rPr lang="en-US" altLang="en-US"/>
              <a:pPr/>
              <a:t>128</a:t>
            </a:fld>
            <a:endParaRPr lang="en-US" altLang="en-US"/>
          </a:p>
        </p:txBody>
      </p:sp>
      <p:sp>
        <p:nvSpPr>
          <p:cNvPr id="43009" name="Rectangle 1">
            <a:extLst>
              <a:ext uri="{FF2B5EF4-FFF2-40B4-BE49-F238E27FC236}">
                <a16:creationId xmlns:a16="http://schemas.microsoft.com/office/drawing/2014/main" id="{68858848-5D42-1CB2-0387-EF34B4986B37}"/>
              </a:ext>
            </a:extLst>
          </p:cNvPr>
          <p:cNvSpPr txBox="1">
            <a:spLocks noGrp="1" noRot="1" noChangeAspect="1" noChangeArrowheads="1"/>
          </p:cNvSpPr>
          <p:nvPr>
            <p:ph type="sldImg"/>
          </p:nvPr>
        </p:nvSpPr>
        <p:spPr bwMode="auto">
          <a:xfrm>
            <a:off x="457200" y="720725"/>
            <a:ext cx="64008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3010" name="Rectangle 2">
            <a:extLst>
              <a:ext uri="{FF2B5EF4-FFF2-40B4-BE49-F238E27FC236}">
                <a16:creationId xmlns:a16="http://schemas.microsoft.com/office/drawing/2014/main" id="{10BF13FD-CAF5-D1CF-C6F6-A302DA828E7E}"/>
              </a:ext>
            </a:extLst>
          </p:cNvPr>
          <p:cNvSpPr txBox="1">
            <a:spLocks noGrp="1" noChangeArrowheads="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891BE0D-8724-9498-EB3C-F324F79FE7F5}"/>
              </a:ext>
            </a:extLst>
          </p:cNvPr>
          <p:cNvSpPr>
            <a:spLocks noGrp="1" noChangeArrowheads="1"/>
          </p:cNvSpPr>
          <p:nvPr>
            <p:ph type="sldNum"/>
          </p:nvPr>
        </p:nvSpPr>
        <p:spPr>
          <a:ln/>
        </p:spPr>
        <p:txBody>
          <a:bodyPr/>
          <a:lstStyle/>
          <a:p>
            <a:fld id="{7712B8F7-6315-4B74-A4B1-C898EDB9335A}" type="slidenum">
              <a:rPr lang="en-US" altLang="en-US"/>
              <a:pPr/>
              <a:t>129</a:t>
            </a:fld>
            <a:endParaRPr lang="en-US" altLang="en-US"/>
          </a:p>
        </p:txBody>
      </p:sp>
      <p:sp>
        <p:nvSpPr>
          <p:cNvPr id="44033" name="Rectangle 1">
            <a:extLst>
              <a:ext uri="{FF2B5EF4-FFF2-40B4-BE49-F238E27FC236}">
                <a16:creationId xmlns:a16="http://schemas.microsoft.com/office/drawing/2014/main" id="{2DD94300-E081-92F6-C4F9-1D6CDD1C2F85}"/>
              </a:ext>
            </a:extLst>
          </p:cNvPr>
          <p:cNvSpPr txBox="1">
            <a:spLocks noGrp="1" noRot="1" noChangeAspect="1" noChangeArrowheads="1"/>
          </p:cNvSpPr>
          <p:nvPr>
            <p:ph type="sldImg"/>
          </p:nvPr>
        </p:nvSpPr>
        <p:spPr bwMode="auto">
          <a:xfrm>
            <a:off x="457200" y="720725"/>
            <a:ext cx="64008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4034" name="Rectangle 2">
            <a:extLst>
              <a:ext uri="{FF2B5EF4-FFF2-40B4-BE49-F238E27FC236}">
                <a16:creationId xmlns:a16="http://schemas.microsoft.com/office/drawing/2014/main" id="{0B6AE1B5-AE73-F182-0A7B-F634E349D37E}"/>
              </a:ext>
            </a:extLst>
          </p:cNvPr>
          <p:cNvSpPr txBox="1">
            <a:spLocks noGrp="1" noChangeArrowheads="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B8B28B2-A706-4B86-7AA2-AF0B5EF4E120}"/>
              </a:ext>
            </a:extLst>
          </p:cNvPr>
          <p:cNvSpPr>
            <a:spLocks noGrp="1" noChangeArrowheads="1"/>
          </p:cNvSpPr>
          <p:nvPr>
            <p:ph type="sldNum"/>
          </p:nvPr>
        </p:nvSpPr>
        <p:spPr>
          <a:ln/>
        </p:spPr>
        <p:txBody>
          <a:bodyPr/>
          <a:lstStyle/>
          <a:p>
            <a:fld id="{F834FF6A-4819-4C4D-8C22-A4E9F03864B8}" type="slidenum">
              <a:rPr lang="en-US" altLang="en-US"/>
              <a:pPr/>
              <a:t>130</a:t>
            </a:fld>
            <a:endParaRPr lang="en-US" altLang="en-US"/>
          </a:p>
        </p:txBody>
      </p:sp>
      <p:sp>
        <p:nvSpPr>
          <p:cNvPr id="45057" name="Rectangle 1">
            <a:extLst>
              <a:ext uri="{FF2B5EF4-FFF2-40B4-BE49-F238E27FC236}">
                <a16:creationId xmlns:a16="http://schemas.microsoft.com/office/drawing/2014/main" id="{9FAAAE32-99F8-DF47-D0D8-690749D78715}"/>
              </a:ext>
            </a:extLst>
          </p:cNvPr>
          <p:cNvSpPr txBox="1">
            <a:spLocks noGrp="1" noRot="1" noChangeAspect="1" noChangeArrowheads="1"/>
          </p:cNvSpPr>
          <p:nvPr>
            <p:ph type="sldImg"/>
          </p:nvPr>
        </p:nvSpPr>
        <p:spPr bwMode="auto">
          <a:xfrm>
            <a:off x="1257300" y="720725"/>
            <a:ext cx="48006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5058" name="Rectangle 2">
            <a:extLst>
              <a:ext uri="{FF2B5EF4-FFF2-40B4-BE49-F238E27FC236}">
                <a16:creationId xmlns:a16="http://schemas.microsoft.com/office/drawing/2014/main" id="{A15DB1CD-26C4-6E57-9603-352D260C7857}"/>
              </a:ext>
            </a:extLst>
          </p:cNvPr>
          <p:cNvSpPr txBox="1">
            <a:spLocks noGrp="1" noChangeArrowheads="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21EAD07-955F-DCD7-7ABF-B7FDB252F5BA}"/>
              </a:ext>
            </a:extLst>
          </p:cNvPr>
          <p:cNvSpPr>
            <a:spLocks noGrp="1" noChangeArrowheads="1"/>
          </p:cNvSpPr>
          <p:nvPr>
            <p:ph type="sldNum"/>
          </p:nvPr>
        </p:nvSpPr>
        <p:spPr>
          <a:ln/>
        </p:spPr>
        <p:txBody>
          <a:bodyPr/>
          <a:lstStyle/>
          <a:p>
            <a:fld id="{DE34C064-63C4-4D87-B140-7667C7B7732A}" type="slidenum">
              <a:rPr lang="en-US" altLang="en-US"/>
              <a:pPr/>
              <a:t>132</a:t>
            </a:fld>
            <a:endParaRPr lang="en-US" altLang="en-US"/>
          </a:p>
        </p:txBody>
      </p:sp>
      <p:sp>
        <p:nvSpPr>
          <p:cNvPr id="46081" name="Rectangle 1">
            <a:extLst>
              <a:ext uri="{FF2B5EF4-FFF2-40B4-BE49-F238E27FC236}">
                <a16:creationId xmlns:a16="http://schemas.microsoft.com/office/drawing/2014/main" id="{4DA6BD73-D521-6B3F-EE54-E36ECEC8349F}"/>
              </a:ext>
            </a:extLst>
          </p:cNvPr>
          <p:cNvSpPr txBox="1">
            <a:spLocks noGrp="1" noRot="1" noChangeAspect="1" noChangeArrowheads="1"/>
          </p:cNvSpPr>
          <p:nvPr>
            <p:ph type="sldImg"/>
          </p:nvPr>
        </p:nvSpPr>
        <p:spPr bwMode="auto">
          <a:xfrm>
            <a:off x="1257300" y="720725"/>
            <a:ext cx="48006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6082" name="Rectangle 2">
            <a:extLst>
              <a:ext uri="{FF2B5EF4-FFF2-40B4-BE49-F238E27FC236}">
                <a16:creationId xmlns:a16="http://schemas.microsoft.com/office/drawing/2014/main" id="{87580ED0-EE92-1476-80E6-A31EBDE8647B}"/>
              </a:ext>
            </a:extLst>
          </p:cNvPr>
          <p:cNvSpPr txBox="1">
            <a:spLocks noGrp="1" noChangeArrowheads="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0833873-2757-3254-7063-46F0B5CF62A3}"/>
              </a:ext>
            </a:extLst>
          </p:cNvPr>
          <p:cNvSpPr>
            <a:spLocks noGrp="1" noChangeArrowheads="1"/>
          </p:cNvSpPr>
          <p:nvPr>
            <p:ph type="sldNum"/>
          </p:nvPr>
        </p:nvSpPr>
        <p:spPr>
          <a:ln/>
        </p:spPr>
        <p:txBody>
          <a:bodyPr/>
          <a:lstStyle/>
          <a:p>
            <a:fld id="{5C8C6E27-205C-4900-8031-4101E0175331}" type="slidenum">
              <a:rPr lang="en-US" altLang="en-US"/>
              <a:pPr/>
              <a:t>133</a:t>
            </a:fld>
            <a:endParaRPr lang="en-US" altLang="en-US"/>
          </a:p>
        </p:txBody>
      </p:sp>
      <p:sp>
        <p:nvSpPr>
          <p:cNvPr id="47105" name="Rectangle 1">
            <a:extLst>
              <a:ext uri="{FF2B5EF4-FFF2-40B4-BE49-F238E27FC236}">
                <a16:creationId xmlns:a16="http://schemas.microsoft.com/office/drawing/2014/main" id="{5126346E-0AAD-4B59-9835-4D4FE58D8EC7}"/>
              </a:ext>
            </a:extLst>
          </p:cNvPr>
          <p:cNvSpPr txBox="1">
            <a:spLocks noGrp="1" noRot="1" noChangeAspect="1" noChangeArrowheads="1"/>
          </p:cNvSpPr>
          <p:nvPr>
            <p:ph type="sldImg"/>
          </p:nvPr>
        </p:nvSpPr>
        <p:spPr bwMode="auto">
          <a:xfrm>
            <a:off x="1257300" y="720725"/>
            <a:ext cx="48006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7106" name="Rectangle 2">
            <a:extLst>
              <a:ext uri="{FF2B5EF4-FFF2-40B4-BE49-F238E27FC236}">
                <a16:creationId xmlns:a16="http://schemas.microsoft.com/office/drawing/2014/main" id="{F1E6378B-6119-0667-E686-1C69471AF012}"/>
              </a:ext>
            </a:extLst>
          </p:cNvPr>
          <p:cNvSpPr txBox="1">
            <a:spLocks noGrp="1" noChangeArrowheads="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81229CE-694B-BDDE-F71A-BC3F4975B080}"/>
              </a:ext>
            </a:extLst>
          </p:cNvPr>
          <p:cNvSpPr>
            <a:spLocks noGrp="1" noChangeArrowheads="1"/>
          </p:cNvSpPr>
          <p:nvPr>
            <p:ph type="sldNum"/>
          </p:nvPr>
        </p:nvSpPr>
        <p:spPr>
          <a:ln/>
        </p:spPr>
        <p:txBody>
          <a:bodyPr/>
          <a:lstStyle/>
          <a:p>
            <a:fld id="{E0848F6D-FDF9-44F4-8BB1-4F47965B0795}" type="slidenum">
              <a:rPr lang="en-US" altLang="en-US"/>
              <a:pPr/>
              <a:t>134</a:t>
            </a:fld>
            <a:endParaRPr lang="en-US" altLang="en-US"/>
          </a:p>
        </p:txBody>
      </p:sp>
      <p:sp>
        <p:nvSpPr>
          <p:cNvPr id="48129" name="Rectangle 1">
            <a:extLst>
              <a:ext uri="{FF2B5EF4-FFF2-40B4-BE49-F238E27FC236}">
                <a16:creationId xmlns:a16="http://schemas.microsoft.com/office/drawing/2014/main" id="{5B00A3A8-E974-A5FD-19AE-D7A2B9F609C7}"/>
              </a:ext>
            </a:extLst>
          </p:cNvPr>
          <p:cNvSpPr txBox="1">
            <a:spLocks noGrp="1" noRot="1" noChangeAspect="1" noChangeArrowheads="1"/>
          </p:cNvSpPr>
          <p:nvPr>
            <p:ph type="sldImg"/>
          </p:nvPr>
        </p:nvSpPr>
        <p:spPr bwMode="auto">
          <a:xfrm>
            <a:off x="457200" y="720725"/>
            <a:ext cx="6400800" cy="36004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8130" name="Rectangle 2">
            <a:extLst>
              <a:ext uri="{FF2B5EF4-FFF2-40B4-BE49-F238E27FC236}">
                <a16:creationId xmlns:a16="http://schemas.microsoft.com/office/drawing/2014/main" id="{6F481575-8202-82E5-0314-99BCBAFFB227}"/>
              </a:ext>
            </a:extLst>
          </p:cNvPr>
          <p:cNvSpPr txBox="1">
            <a:spLocks noGrp="1" noChangeArrowheads="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EE920-CAE1-4FF3-A588-A1E718483995}"/>
              </a:ext>
            </a:extLst>
          </p:cNvPr>
          <p:cNvSpPr>
            <a:spLocks noGrp="1"/>
          </p:cNvSpPr>
          <p:nvPr>
            <p:ph type="ctrTitle"/>
          </p:nvPr>
        </p:nvSpPr>
        <p:spPr>
          <a:xfrm>
            <a:off x="1524000" y="1122363"/>
            <a:ext cx="9144000" cy="2387600"/>
          </a:xfrm>
        </p:spPr>
        <p:txBody>
          <a:bodyPr anchor="b">
            <a:normAutofit/>
          </a:bodyPr>
          <a:lstStyle>
            <a:lvl1pPr algn="ctr">
              <a:defRPr sz="4000"/>
            </a:lvl1pPr>
          </a:lstStyle>
          <a:p>
            <a:r>
              <a:rPr lang="en-US" dirty="0"/>
              <a:t>Click to edit Master title style</a:t>
            </a:r>
            <a:endParaRPr lang="en-IN" dirty="0"/>
          </a:p>
        </p:txBody>
      </p:sp>
      <p:sp>
        <p:nvSpPr>
          <p:cNvPr id="3" name="Subtitle 2">
            <a:extLst>
              <a:ext uri="{FF2B5EF4-FFF2-40B4-BE49-F238E27FC236}">
                <a16:creationId xmlns:a16="http://schemas.microsoft.com/office/drawing/2014/main" id="{A7E8BEEC-6080-4731-81F7-D05BF5B52A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69AF7A9-7878-424C-ACFF-0B51D0D09127}"/>
              </a:ext>
            </a:extLst>
          </p:cNvPr>
          <p:cNvSpPr>
            <a:spLocks noGrp="1"/>
          </p:cNvSpPr>
          <p:nvPr>
            <p:ph type="dt" sz="half" idx="10"/>
          </p:nvPr>
        </p:nvSpPr>
        <p:spPr/>
        <p:txBody>
          <a:bodyPr/>
          <a:lstStyle/>
          <a:p>
            <a:fld id="{12EDD743-89A9-2244-B54B-3086B4D9292D}" type="datetime1">
              <a:rPr lang="en-IN" smtClean="0"/>
              <a:t>12/08/26</a:t>
            </a:fld>
            <a:endParaRPr lang="en-IN"/>
          </a:p>
        </p:txBody>
      </p:sp>
      <p:sp>
        <p:nvSpPr>
          <p:cNvPr id="5" name="Footer Placeholder 4">
            <a:extLst>
              <a:ext uri="{FF2B5EF4-FFF2-40B4-BE49-F238E27FC236}">
                <a16:creationId xmlns:a16="http://schemas.microsoft.com/office/drawing/2014/main" id="{592FF521-05F2-49FB-81DC-470B055480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70635F-AC68-45B8-8F94-3C35BB3FD856}"/>
              </a:ext>
            </a:extLst>
          </p:cNvPr>
          <p:cNvSpPr>
            <a:spLocks noGrp="1"/>
          </p:cNvSpPr>
          <p:nvPr>
            <p:ph type="sldNum" sz="quarter" idx="12"/>
          </p:nvPr>
        </p:nvSpPr>
        <p:spPr/>
        <p:txBody>
          <a:bodyPr/>
          <a:lstStyle/>
          <a:p>
            <a:fld id="{A56F1F74-EAAB-4BA4-8360-0B2AFE8E155E}" type="slidenum">
              <a:rPr lang="en-IN" smtClean="0"/>
              <a:t>‹#›</a:t>
            </a:fld>
            <a:endParaRPr lang="en-IN"/>
          </a:p>
        </p:txBody>
      </p:sp>
    </p:spTree>
    <p:extLst>
      <p:ext uri="{BB962C8B-B14F-4D97-AF65-F5344CB8AC3E}">
        <p14:creationId xmlns:p14="http://schemas.microsoft.com/office/powerpoint/2010/main" val="3264907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B3AFA-D93B-4590-9280-AA4815CFD9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7C2FFDD-9690-4C4D-AD2D-2C96A775800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46635B-3460-495B-9B64-E267D706DD9C}"/>
              </a:ext>
            </a:extLst>
          </p:cNvPr>
          <p:cNvSpPr>
            <a:spLocks noGrp="1"/>
          </p:cNvSpPr>
          <p:nvPr>
            <p:ph type="dt" sz="half" idx="10"/>
          </p:nvPr>
        </p:nvSpPr>
        <p:spPr/>
        <p:txBody>
          <a:bodyPr/>
          <a:lstStyle/>
          <a:p>
            <a:fld id="{DB80DBD3-3126-014B-9F0F-D7F5D1C3B57C}" type="datetime1">
              <a:rPr lang="en-IN" smtClean="0"/>
              <a:t>12/08/26</a:t>
            </a:fld>
            <a:endParaRPr lang="en-IN"/>
          </a:p>
        </p:txBody>
      </p:sp>
      <p:sp>
        <p:nvSpPr>
          <p:cNvPr id="5" name="Footer Placeholder 4">
            <a:extLst>
              <a:ext uri="{FF2B5EF4-FFF2-40B4-BE49-F238E27FC236}">
                <a16:creationId xmlns:a16="http://schemas.microsoft.com/office/drawing/2014/main" id="{AD5EB75D-2776-4761-8099-70064C885D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AD8C38-73B1-45B5-862E-410872B5563A}"/>
              </a:ext>
            </a:extLst>
          </p:cNvPr>
          <p:cNvSpPr>
            <a:spLocks noGrp="1"/>
          </p:cNvSpPr>
          <p:nvPr>
            <p:ph type="sldNum" sz="quarter" idx="12"/>
          </p:nvPr>
        </p:nvSpPr>
        <p:spPr/>
        <p:txBody>
          <a:bodyPr/>
          <a:lstStyle/>
          <a:p>
            <a:fld id="{A56F1F74-EAAB-4BA4-8360-0B2AFE8E155E}" type="slidenum">
              <a:rPr lang="en-IN" smtClean="0"/>
              <a:t>‹#›</a:t>
            </a:fld>
            <a:endParaRPr lang="en-IN"/>
          </a:p>
        </p:txBody>
      </p:sp>
    </p:spTree>
    <p:extLst>
      <p:ext uri="{BB962C8B-B14F-4D97-AF65-F5344CB8AC3E}">
        <p14:creationId xmlns:p14="http://schemas.microsoft.com/office/powerpoint/2010/main" val="1937498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53B88-876A-48C6-A47A-19EB7DD92866}"/>
              </a:ext>
            </a:extLst>
          </p:cNvPr>
          <p:cNvSpPr>
            <a:spLocks noGrp="1"/>
          </p:cNvSpPr>
          <p:nvPr>
            <p:ph type="title"/>
          </p:nvPr>
        </p:nvSpPr>
        <p:spPr>
          <a:xfrm>
            <a:off x="831850" y="1709738"/>
            <a:ext cx="10515600" cy="2852737"/>
          </a:xfrm>
        </p:spPr>
        <p:txBody>
          <a:bodyPr anchor="b">
            <a:normAutofit/>
          </a:bodyPr>
          <a:lstStyle>
            <a:lvl1pPr>
              <a:defRPr sz="4000"/>
            </a:lvl1p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33E06FC1-1574-4123-A737-BFBAD4155F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E32EBEB-D377-46C1-909F-D0D208CD6A14}"/>
              </a:ext>
            </a:extLst>
          </p:cNvPr>
          <p:cNvSpPr>
            <a:spLocks noGrp="1"/>
          </p:cNvSpPr>
          <p:nvPr>
            <p:ph type="dt" sz="half" idx="10"/>
          </p:nvPr>
        </p:nvSpPr>
        <p:spPr/>
        <p:txBody>
          <a:bodyPr/>
          <a:lstStyle/>
          <a:p>
            <a:fld id="{E09ABB4D-C80C-B945-B065-CF10E08F3B4E}" type="datetime1">
              <a:rPr lang="en-IN" smtClean="0"/>
              <a:t>12/08/26</a:t>
            </a:fld>
            <a:endParaRPr lang="en-IN"/>
          </a:p>
        </p:txBody>
      </p:sp>
      <p:sp>
        <p:nvSpPr>
          <p:cNvPr id="5" name="Footer Placeholder 4">
            <a:extLst>
              <a:ext uri="{FF2B5EF4-FFF2-40B4-BE49-F238E27FC236}">
                <a16:creationId xmlns:a16="http://schemas.microsoft.com/office/drawing/2014/main" id="{CA318776-E3F0-4947-99F5-3CBDD0223B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87DCB9-8B56-4196-974E-49B2C30B20FE}"/>
              </a:ext>
            </a:extLst>
          </p:cNvPr>
          <p:cNvSpPr>
            <a:spLocks noGrp="1"/>
          </p:cNvSpPr>
          <p:nvPr>
            <p:ph type="sldNum" sz="quarter" idx="12"/>
          </p:nvPr>
        </p:nvSpPr>
        <p:spPr/>
        <p:txBody>
          <a:bodyPr/>
          <a:lstStyle/>
          <a:p>
            <a:fld id="{A56F1F74-EAAB-4BA4-8360-0B2AFE8E155E}" type="slidenum">
              <a:rPr lang="en-IN" smtClean="0"/>
              <a:t>‹#›</a:t>
            </a:fld>
            <a:endParaRPr lang="en-IN"/>
          </a:p>
        </p:txBody>
      </p:sp>
    </p:spTree>
    <p:extLst>
      <p:ext uri="{BB962C8B-B14F-4D97-AF65-F5344CB8AC3E}">
        <p14:creationId xmlns:p14="http://schemas.microsoft.com/office/powerpoint/2010/main" val="160128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67336-802B-48EA-B742-3C0DBAAADFB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447ECC-F409-4033-901D-84B3C629109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67EFF4F-0D65-457D-9CB3-CDF936F3920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D4C8BB6-058D-4845-A3E1-2046BC098F39}"/>
              </a:ext>
            </a:extLst>
          </p:cNvPr>
          <p:cNvSpPr>
            <a:spLocks noGrp="1"/>
          </p:cNvSpPr>
          <p:nvPr>
            <p:ph type="dt" sz="half" idx="10"/>
          </p:nvPr>
        </p:nvSpPr>
        <p:spPr/>
        <p:txBody>
          <a:bodyPr/>
          <a:lstStyle/>
          <a:p>
            <a:fld id="{28373267-BE6E-9047-9DBC-9F0060B8C7B3}" type="datetime1">
              <a:rPr lang="en-IN" smtClean="0"/>
              <a:t>12/08/26</a:t>
            </a:fld>
            <a:endParaRPr lang="en-IN"/>
          </a:p>
        </p:txBody>
      </p:sp>
      <p:sp>
        <p:nvSpPr>
          <p:cNvPr id="6" name="Footer Placeholder 5">
            <a:extLst>
              <a:ext uri="{FF2B5EF4-FFF2-40B4-BE49-F238E27FC236}">
                <a16:creationId xmlns:a16="http://schemas.microsoft.com/office/drawing/2014/main" id="{A961BE22-60BC-4C37-8929-9A64D72CE1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D8A6C3-D9EB-4158-BEDA-B0144851FCF3}"/>
              </a:ext>
            </a:extLst>
          </p:cNvPr>
          <p:cNvSpPr>
            <a:spLocks noGrp="1"/>
          </p:cNvSpPr>
          <p:nvPr>
            <p:ph type="sldNum" sz="quarter" idx="12"/>
          </p:nvPr>
        </p:nvSpPr>
        <p:spPr/>
        <p:txBody>
          <a:bodyPr/>
          <a:lstStyle/>
          <a:p>
            <a:fld id="{A56F1F74-EAAB-4BA4-8360-0B2AFE8E155E}" type="slidenum">
              <a:rPr lang="en-IN" smtClean="0"/>
              <a:t>‹#›</a:t>
            </a:fld>
            <a:endParaRPr lang="en-IN"/>
          </a:p>
        </p:txBody>
      </p:sp>
    </p:spTree>
    <p:extLst>
      <p:ext uri="{BB962C8B-B14F-4D97-AF65-F5344CB8AC3E}">
        <p14:creationId xmlns:p14="http://schemas.microsoft.com/office/powerpoint/2010/main" val="1911653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42CC9-FE0B-4256-B7E8-C9758E81CC8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D7C4DB-06B7-4B5E-B784-6508765239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7CE687F-29E2-4551-B600-7B9A520476D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06F1379-1E24-40AE-8E05-3717F14A31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7A47BA6-ED88-4753-A8FC-EB1BC5EA321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564CAE0-4F3C-4285-8EB3-9D00DB3AB4E3}"/>
              </a:ext>
            </a:extLst>
          </p:cNvPr>
          <p:cNvSpPr>
            <a:spLocks noGrp="1"/>
          </p:cNvSpPr>
          <p:nvPr>
            <p:ph type="dt" sz="half" idx="10"/>
          </p:nvPr>
        </p:nvSpPr>
        <p:spPr/>
        <p:txBody>
          <a:bodyPr/>
          <a:lstStyle/>
          <a:p>
            <a:fld id="{7F5B8336-E975-AC48-B551-A010D6CD2414}" type="datetime1">
              <a:rPr lang="en-IN" smtClean="0"/>
              <a:t>12/08/26</a:t>
            </a:fld>
            <a:endParaRPr lang="en-IN"/>
          </a:p>
        </p:txBody>
      </p:sp>
      <p:sp>
        <p:nvSpPr>
          <p:cNvPr id="8" name="Footer Placeholder 7">
            <a:extLst>
              <a:ext uri="{FF2B5EF4-FFF2-40B4-BE49-F238E27FC236}">
                <a16:creationId xmlns:a16="http://schemas.microsoft.com/office/drawing/2014/main" id="{BA5D8E35-D7EB-485E-A8BE-397E72DC419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386076B-2CA3-42F6-9D70-0D5CFAE60360}"/>
              </a:ext>
            </a:extLst>
          </p:cNvPr>
          <p:cNvSpPr>
            <a:spLocks noGrp="1"/>
          </p:cNvSpPr>
          <p:nvPr>
            <p:ph type="sldNum" sz="quarter" idx="12"/>
          </p:nvPr>
        </p:nvSpPr>
        <p:spPr/>
        <p:txBody>
          <a:bodyPr/>
          <a:lstStyle/>
          <a:p>
            <a:fld id="{A56F1F74-EAAB-4BA4-8360-0B2AFE8E155E}" type="slidenum">
              <a:rPr lang="en-IN" smtClean="0"/>
              <a:t>‹#›</a:t>
            </a:fld>
            <a:endParaRPr lang="en-IN"/>
          </a:p>
        </p:txBody>
      </p:sp>
    </p:spTree>
    <p:extLst>
      <p:ext uri="{BB962C8B-B14F-4D97-AF65-F5344CB8AC3E}">
        <p14:creationId xmlns:p14="http://schemas.microsoft.com/office/powerpoint/2010/main" val="3396125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E8D6E-EB3D-440F-B2DE-FE786BDA09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887C20F-F6E3-4384-BE76-220260873EA6}"/>
              </a:ext>
            </a:extLst>
          </p:cNvPr>
          <p:cNvSpPr>
            <a:spLocks noGrp="1"/>
          </p:cNvSpPr>
          <p:nvPr>
            <p:ph type="dt" sz="half" idx="10"/>
          </p:nvPr>
        </p:nvSpPr>
        <p:spPr/>
        <p:txBody>
          <a:bodyPr/>
          <a:lstStyle/>
          <a:p>
            <a:fld id="{859D84F7-FF95-BF46-AD29-4927B098627E}" type="datetime1">
              <a:rPr lang="en-IN" smtClean="0"/>
              <a:t>12/08/26</a:t>
            </a:fld>
            <a:endParaRPr lang="en-IN"/>
          </a:p>
        </p:txBody>
      </p:sp>
      <p:sp>
        <p:nvSpPr>
          <p:cNvPr id="4" name="Footer Placeholder 3">
            <a:extLst>
              <a:ext uri="{FF2B5EF4-FFF2-40B4-BE49-F238E27FC236}">
                <a16:creationId xmlns:a16="http://schemas.microsoft.com/office/drawing/2014/main" id="{4FF5AD7B-3A66-4702-8370-5355507BFB8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C1C81DF-1CAA-4630-970A-242E8ECA65A9}"/>
              </a:ext>
            </a:extLst>
          </p:cNvPr>
          <p:cNvSpPr>
            <a:spLocks noGrp="1"/>
          </p:cNvSpPr>
          <p:nvPr>
            <p:ph type="sldNum" sz="quarter" idx="12"/>
          </p:nvPr>
        </p:nvSpPr>
        <p:spPr/>
        <p:txBody>
          <a:bodyPr/>
          <a:lstStyle/>
          <a:p>
            <a:fld id="{A56F1F74-EAAB-4BA4-8360-0B2AFE8E155E}" type="slidenum">
              <a:rPr lang="en-IN" smtClean="0"/>
              <a:t>‹#›</a:t>
            </a:fld>
            <a:endParaRPr lang="en-IN"/>
          </a:p>
        </p:txBody>
      </p:sp>
    </p:spTree>
    <p:extLst>
      <p:ext uri="{BB962C8B-B14F-4D97-AF65-F5344CB8AC3E}">
        <p14:creationId xmlns:p14="http://schemas.microsoft.com/office/powerpoint/2010/main" val="2909563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B45E6A-25F5-4C7B-A9A0-B53C1A791398}"/>
              </a:ext>
            </a:extLst>
          </p:cNvPr>
          <p:cNvSpPr>
            <a:spLocks noGrp="1"/>
          </p:cNvSpPr>
          <p:nvPr>
            <p:ph type="dt" sz="half" idx="10"/>
          </p:nvPr>
        </p:nvSpPr>
        <p:spPr/>
        <p:txBody>
          <a:bodyPr/>
          <a:lstStyle/>
          <a:p>
            <a:fld id="{B940A660-B950-5744-A145-B3282E088683}" type="datetime1">
              <a:rPr lang="en-IN" smtClean="0"/>
              <a:t>12/08/26</a:t>
            </a:fld>
            <a:endParaRPr lang="en-IN"/>
          </a:p>
        </p:txBody>
      </p:sp>
      <p:sp>
        <p:nvSpPr>
          <p:cNvPr id="3" name="Footer Placeholder 2">
            <a:extLst>
              <a:ext uri="{FF2B5EF4-FFF2-40B4-BE49-F238E27FC236}">
                <a16:creationId xmlns:a16="http://schemas.microsoft.com/office/drawing/2014/main" id="{894F211A-8479-49E3-84E5-93483965CED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EC5F15E-5B22-4C90-A24E-8D60DFF88732}"/>
              </a:ext>
            </a:extLst>
          </p:cNvPr>
          <p:cNvSpPr>
            <a:spLocks noGrp="1"/>
          </p:cNvSpPr>
          <p:nvPr>
            <p:ph type="sldNum" sz="quarter" idx="12"/>
          </p:nvPr>
        </p:nvSpPr>
        <p:spPr/>
        <p:txBody>
          <a:bodyPr/>
          <a:lstStyle/>
          <a:p>
            <a:fld id="{A56F1F74-EAAB-4BA4-8360-0B2AFE8E155E}" type="slidenum">
              <a:rPr lang="en-IN" smtClean="0"/>
              <a:t>‹#›</a:t>
            </a:fld>
            <a:endParaRPr lang="en-IN"/>
          </a:p>
        </p:txBody>
      </p:sp>
    </p:spTree>
    <p:extLst>
      <p:ext uri="{BB962C8B-B14F-4D97-AF65-F5344CB8AC3E}">
        <p14:creationId xmlns:p14="http://schemas.microsoft.com/office/powerpoint/2010/main" val="3485022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4ABE2-CDF5-48D7-AB6A-12A446162A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5ECF481-4601-4FA9-8308-CE9474CE26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96BC2F9-1018-4D25-9B67-05789018FB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00DA447-E628-4162-8027-AF5169597621}"/>
              </a:ext>
            </a:extLst>
          </p:cNvPr>
          <p:cNvSpPr>
            <a:spLocks noGrp="1"/>
          </p:cNvSpPr>
          <p:nvPr>
            <p:ph type="dt" sz="half" idx="10"/>
          </p:nvPr>
        </p:nvSpPr>
        <p:spPr/>
        <p:txBody>
          <a:bodyPr/>
          <a:lstStyle/>
          <a:p>
            <a:fld id="{8717D6FE-94B9-BD45-BB6E-A3441239D341}" type="datetime1">
              <a:rPr lang="en-IN" smtClean="0"/>
              <a:t>12/08/26</a:t>
            </a:fld>
            <a:endParaRPr lang="en-IN"/>
          </a:p>
        </p:txBody>
      </p:sp>
      <p:sp>
        <p:nvSpPr>
          <p:cNvPr id="6" name="Footer Placeholder 5">
            <a:extLst>
              <a:ext uri="{FF2B5EF4-FFF2-40B4-BE49-F238E27FC236}">
                <a16:creationId xmlns:a16="http://schemas.microsoft.com/office/drawing/2014/main" id="{8CF5A990-EEC2-43DE-A620-131745F65C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15C472-0136-430E-BE93-FAAAFF726CA8}"/>
              </a:ext>
            </a:extLst>
          </p:cNvPr>
          <p:cNvSpPr>
            <a:spLocks noGrp="1"/>
          </p:cNvSpPr>
          <p:nvPr>
            <p:ph type="sldNum" sz="quarter" idx="12"/>
          </p:nvPr>
        </p:nvSpPr>
        <p:spPr/>
        <p:txBody>
          <a:bodyPr/>
          <a:lstStyle/>
          <a:p>
            <a:fld id="{A56F1F74-EAAB-4BA4-8360-0B2AFE8E155E}" type="slidenum">
              <a:rPr lang="en-IN" smtClean="0"/>
              <a:t>‹#›</a:t>
            </a:fld>
            <a:endParaRPr lang="en-IN"/>
          </a:p>
        </p:txBody>
      </p:sp>
    </p:spTree>
    <p:extLst>
      <p:ext uri="{BB962C8B-B14F-4D97-AF65-F5344CB8AC3E}">
        <p14:creationId xmlns:p14="http://schemas.microsoft.com/office/powerpoint/2010/main" val="4158629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AD525-4D99-49A5-A5E9-133A7D47DF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69B4A25-D791-458E-B4BD-CF85EBBE34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683526-9F63-4B4D-A708-285645EF63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5D732C0-9F0E-4730-8903-3AB2DC1AB3E2}"/>
              </a:ext>
            </a:extLst>
          </p:cNvPr>
          <p:cNvSpPr>
            <a:spLocks noGrp="1"/>
          </p:cNvSpPr>
          <p:nvPr>
            <p:ph type="dt" sz="half" idx="10"/>
          </p:nvPr>
        </p:nvSpPr>
        <p:spPr/>
        <p:txBody>
          <a:bodyPr/>
          <a:lstStyle/>
          <a:p>
            <a:fld id="{FA8C6346-7CD9-0B4E-B1F8-AAEDEFE20ECF}" type="datetime1">
              <a:rPr lang="en-IN" smtClean="0"/>
              <a:t>12/08/26</a:t>
            </a:fld>
            <a:endParaRPr lang="en-IN"/>
          </a:p>
        </p:txBody>
      </p:sp>
      <p:sp>
        <p:nvSpPr>
          <p:cNvPr id="6" name="Footer Placeholder 5">
            <a:extLst>
              <a:ext uri="{FF2B5EF4-FFF2-40B4-BE49-F238E27FC236}">
                <a16:creationId xmlns:a16="http://schemas.microsoft.com/office/drawing/2014/main" id="{8445A3DC-AB90-4583-8A80-9363EE39C3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B24803-C2D5-445C-A7CE-119117C16CDF}"/>
              </a:ext>
            </a:extLst>
          </p:cNvPr>
          <p:cNvSpPr>
            <a:spLocks noGrp="1"/>
          </p:cNvSpPr>
          <p:nvPr>
            <p:ph type="sldNum" sz="quarter" idx="12"/>
          </p:nvPr>
        </p:nvSpPr>
        <p:spPr/>
        <p:txBody>
          <a:bodyPr/>
          <a:lstStyle/>
          <a:p>
            <a:fld id="{A56F1F74-EAAB-4BA4-8360-0B2AFE8E155E}" type="slidenum">
              <a:rPr lang="en-IN" smtClean="0"/>
              <a:t>‹#›</a:t>
            </a:fld>
            <a:endParaRPr lang="en-IN"/>
          </a:p>
        </p:txBody>
      </p:sp>
    </p:spTree>
    <p:extLst>
      <p:ext uri="{BB962C8B-B14F-4D97-AF65-F5344CB8AC3E}">
        <p14:creationId xmlns:p14="http://schemas.microsoft.com/office/powerpoint/2010/main" val="2972322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8BEA8-AB58-4BFD-8F57-7E4832EDB88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FB049B-3695-4FD9-9F9F-E7DA6B32AF3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D0EFDC-3F71-43D7-BE9F-E3C38E9E11C6}"/>
              </a:ext>
            </a:extLst>
          </p:cNvPr>
          <p:cNvSpPr>
            <a:spLocks noGrp="1"/>
          </p:cNvSpPr>
          <p:nvPr>
            <p:ph type="dt" sz="half" idx="10"/>
          </p:nvPr>
        </p:nvSpPr>
        <p:spPr/>
        <p:txBody>
          <a:bodyPr/>
          <a:lstStyle/>
          <a:p>
            <a:fld id="{228C0AC6-A5C0-B841-8B98-EA9972817175}" type="datetime1">
              <a:rPr lang="en-IN" smtClean="0"/>
              <a:t>12/08/26</a:t>
            </a:fld>
            <a:endParaRPr lang="en-IN"/>
          </a:p>
        </p:txBody>
      </p:sp>
      <p:sp>
        <p:nvSpPr>
          <p:cNvPr id="5" name="Footer Placeholder 4">
            <a:extLst>
              <a:ext uri="{FF2B5EF4-FFF2-40B4-BE49-F238E27FC236}">
                <a16:creationId xmlns:a16="http://schemas.microsoft.com/office/drawing/2014/main" id="{11478AE5-602E-4F25-B115-41E512D576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420422-07D0-45AF-81E5-E39370195D6D}"/>
              </a:ext>
            </a:extLst>
          </p:cNvPr>
          <p:cNvSpPr>
            <a:spLocks noGrp="1"/>
          </p:cNvSpPr>
          <p:nvPr>
            <p:ph type="sldNum" sz="quarter" idx="12"/>
          </p:nvPr>
        </p:nvSpPr>
        <p:spPr/>
        <p:txBody>
          <a:bodyPr/>
          <a:lstStyle/>
          <a:p>
            <a:fld id="{A56F1F74-EAAB-4BA4-8360-0B2AFE8E155E}" type="slidenum">
              <a:rPr lang="en-IN" smtClean="0"/>
              <a:t>‹#›</a:t>
            </a:fld>
            <a:endParaRPr lang="en-IN"/>
          </a:p>
        </p:txBody>
      </p:sp>
    </p:spTree>
    <p:extLst>
      <p:ext uri="{BB962C8B-B14F-4D97-AF65-F5344CB8AC3E}">
        <p14:creationId xmlns:p14="http://schemas.microsoft.com/office/powerpoint/2010/main" val="2971964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BFEE5D-2A3D-437A-A470-2F17E8717A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113C6F-FB00-4E85-A685-B73778CFFED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D378F9-04C2-480D-B027-98841C690AD0}"/>
              </a:ext>
            </a:extLst>
          </p:cNvPr>
          <p:cNvSpPr>
            <a:spLocks noGrp="1"/>
          </p:cNvSpPr>
          <p:nvPr>
            <p:ph type="dt" sz="half" idx="10"/>
          </p:nvPr>
        </p:nvSpPr>
        <p:spPr/>
        <p:txBody>
          <a:bodyPr/>
          <a:lstStyle/>
          <a:p>
            <a:fld id="{AC26C73C-FB67-F346-A9A9-2C03C62169DB}" type="datetime1">
              <a:rPr lang="en-IN" smtClean="0"/>
              <a:t>12/08/26</a:t>
            </a:fld>
            <a:endParaRPr lang="en-IN"/>
          </a:p>
        </p:txBody>
      </p:sp>
      <p:sp>
        <p:nvSpPr>
          <p:cNvPr id="5" name="Footer Placeholder 4">
            <a:extLst>
              <a:ext uri="{FF2B5EF4-FFF2-40B4-BE49-F238E27FC236}">
                <a16:creationId xmlns:a16="http://schemas.microsoft.com/office/drawing/2014/main" id="{3864DDE3-503F-465C-9988-2ACCE2E550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3267BE-1DA7-4FC7-9ECD-C2D6C834F4D7}"/>
              </a:ext>
            </a:extLst>
          </p:cNvPr>
          <p:cNvSpPr>
            <a:spLocks noGrp="1"/>
          </p:cNvSpPr>
          <p:nvPr>
            <p:ph type="sldNum" sz="quarter" idx="12"/>
          </p:nvPr>
        </p:nvSpPr>
        <p:spPr/>
        <p:txBody>
          <a:bodyPr/>
          <a:lstStyle/>
          <a:p>
            <a:fld id="{A56F1F74-EAAB-4BA4-8360-0B2AFE8E155E}" type="slidenum">
              <a:rPr lang="en-IN" smtClean="0"/>
              <a:t>‹#›</a:t>
            </a:fld>
            <a:endParaRPr lang="en-IN"/>
          </a:p>
        </p:txBody>
      </p:sp>
    </p:spTree>
    <p:extLst>
      <p:ext uri="{BB962C8B-B14F-4D97-AF65-F5344CB8AC3E}">
        <p14:creationId xmlns:p14="http://schemas.microsoft.com/office/powerpoint/2010/main" val="2338701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778C24-C351-4F70-B940-39A3007D10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15224819-C38E-4677-9779-02BDBC668A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869F051B-6424-4921-9E47-580390EE54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7D5329-CBC4-2940-B2B7-0331BCCAA56B}" type="datetime1">
              <a:rPr lang="en-IN" smtClean="0"/>
              <a:t>12/08/26</a:t>
            </a:fld>
            <a:endParaRPr lang="en-IN"/>
          </a:p>
        </p:txBody>
      </p:sp>
      <p:sp>
        <p:nvSpPr>
          <p:cNvPr id="5" name="Footer Placeholder 4">
            <a:extLst>
              <a:ext uri="{FF2B5EF4-FFF2-40B4-BE49-F238E27FC236}">
                <a16:creationId xmlns:a16="http://schemas.microsoft.com/office/drawing/2014/main" id="{679E8E08-63C0-4B98-B0BA-1915C8F722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95C5270-BD1F-4192-9324-E199D9B0DB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6F1F74-EAAB-4BA4-8360-0B2AFE8E155E}" type="slidenum">
              <a:rPr lang="en-IN" smtClean="0"/>
              <a:t>‹#›</a:t>
            </a:fld>
            <a:endParaRPr lang="en-IN"/>
          </a:p>
        </p:txBody>
      </p:sp>
    </p:spTree>
    <p:extLst>
      <p:ext uri="{BB962C8B-B14F-4D97-AF65-F5344CB8AC3E}">
        <p14:creationId xmlns:p14="http://schemas.microsoft.com/office/powerpoint/2010/main" val="9096835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600" b="1" kern="1200">
          <a:solidFill>
            <a:schemeClr val="tx1"/>
          </a:solidFill>
          <a:latin typeface="+mn-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0"/>
        </a:spcBef>
        <a:spcAft>
          <a:spcPts val="6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5.png"/><Relationship Id="rId4" Type="http://schemas.openxmlformats.org/officeDocument/2006/relationships/customXml" Target="../ink/ink1.xml"/></Relationships>
</file>

<file path=ppt/slides/_rels/slide28.xml.rels><?xml version="1.0" encoding="UTF-8" standalone="yes"?>
<Relationships xmlns="http://schemas.openxmlformats.org/package/2006/relationships"><Relationship Id="rId8" Type="http://schemas.openxmlformats.org/officeDocument/2006/relationships/customXml" Target="../ink/ink5.xml"/><Relationship Id="rId13" Type="http://schemas.openxmlformats.org/officeDocument/2006/relationships/image" Target="../media/image11.png"/><Relationship Id="rId3" Type="http://schemas.openxmlformats.org/officeDocument/2006/relationships/image" Target="../media/image2.emf"/><Relationship Id="rId7" Type="http://schemas.openxmlformats.org/officeDocument/2006/relationships/image" Target="../media/image8.png"/><Relationship Id="rId12" Type="http://schemas.openxmlformats.org/officeDocument/2006/relationships/customXml" Target="../ink/ink7.xml"/><Relationship Id="rId2" Type="http://schemas.openxmlformats.org/officeDocument/2006/relationships/image" Target="../media/image5.emf"/><Relationship Id="rId1" Type="http://schemas.openxmlformats.org/officeDocument/2006/relationships/slideLayout" Target="../slideLayouts/slideLayout2.xml"/><Relationship Id="rId6" Type="http://schemas.openxmlformats.org/officeDocument/2006/relationships/customXml" Target="../ink/ink4.xml"/><Relationship Id="rId11" Type="http://schemas.openxmlformats.org/officeDocument/2006/relationships/image" Target="../media/image10.png"/><Relationship Id="rId5" Type="http://schemas.openxmlformats.org/officeDocument/2006/relationships/image" Target="../media/image7.png"/><Relationship Id="rId10" Type="http://schemas.openxmlformats.org/officeDocument/2006/relationships/customXml" Target="../ink/ink6.xml"/><Relationship Id="rId4" Type="http://schemas.openxmlformats.org/officeDocument/2006/relationships/customXml" Target="../ink/ink3.xml"/><Relationship Id="rId9"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13.png"/><Relationship Id="rId2" Type="http://schemas.openxmlformats.org/officeDocument/2006/relationships/image" Target="../media/image5.emf"/><Relationship Id="rId1" Type="http://schemas.openxmlformats.org/officeDocument/2006/relationships/slideLayout" Target="../slideLayouts/slideLayout2.xml"/><Relationship Id="rId6" Type="http://schemas.openxmlformats.org/officeDocument/2006/relationships/customXml" Target="../ink/ink9.xml"/><Relationship Id="rId5" Type="http://schemas.openxmlformats.org/officeDocument/2006/relationships/image" Target="../media/image12.png"/><Relationship Id="rId4" Type="http://schemas.openxmlformats.org/officeDocument/2006/relationships/customXml" Target="../ink/ink8.xml"/></Relationships>
</file>

<file path=ppt/slides/_rels/slide3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emf"/><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customXml" Target="../ink/ink10.xml"/></Relationships>
</file>

<file path=ppt/slides/_rels/slide3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emf"/><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customXml" Target="../ink/ink11.xml"/></Relationships>
</file>

<file path=ppt/slides/_rels/slide3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emf"/><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customXml" Target="../ink/ink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3.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customXml" Target="../ink/ink14.xml"/><Relationship Id="rId4" Type="http://schemas.openxmlformats.org/officeDocument/2006/relationships/image" Target="../media/image7.emf"/></Relationships>
</file>

<file path=ppt/slides/_rels/slide3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customXml" Target="../ink/ink17.xml"/><Relationship Id="rId2" Type="http://schemas.openxmlformats.org/officeDocument/2006/relationships/customXml" Target="../ink/ink1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customXml" Target="../ink/ink16.xml"/><Relationship Id="rId4" Type="http://schemas.openxmlformats.org/officeDocument/2006/relationships/image" Target="../media/image7.emf"/></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8.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customXml" Target="../ink/ink19.xml"/><Relationship Id="rId4" Type="http://schemas.openxmlformats.org/officeDocument/2006/relationships/image" Target="../media/image7.emf"/></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20.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customXml" Target="../ink/ink21.xml"/><Relationship Id="rId4" Type="http://schemas.openxmlformats.org/officeDocument/2006/relationships/image" Target="../media/image7.emf"/></Relationships>
</file>

<file path=ppt/slides/_rels/slide39.xml.rels><?xml version="1.0" encoding="UTF-8" standalone="yes"?>
<Relationships xmlns="http://schemas.openxmlformats.org/package/2006/relationships"><Relationship Id="rId3" Type="http://schemas.openxmlformats.org/officeDocument/2006/relationships/customXml" Target="../ink/ink22.xml"/><Relationship Id="rId2" Type="http://schemas.openxmlformats.org/officeDocument/2006/relationships/image" Target="../media/image7.emf"/><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3" Type="http://schemas.openxmlformats.org/officeDocument/2006/relationships/customXml" Target="../ink/ink23.xml"/><Relationship Id="rId2" Type="http://schemas.openxmlformats.org/officeDocument/2006/relationships/image" Target="../media/image7.emf"/><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customXml" Target="../ink/ink29.xml"/><Relationship Id="rId18" Type="http://schemas.openxmlformats.org/officeDocument/2006/relationships/image" Target="../media/image35.png"/><Relationship Id="rId26" Type="http://schemas.openxmlformats.org/officeDocument/2006/relationships/image" Target="../media/image39.png"/><Relationship Id="rId3" Type="http://schemas.openxmlformats.org/officeDocument/2006/relationships/customXml" Target="../ink/ink24.xml"/><Relationship Id="rId21" Type="http://schemas.openxmlformats.org/officeDocument/2006/relationships/customXml" Target="../ink/ink33.xml"/><Relationship Id="rId7" Type="http://schemas.openxmlformats.org/officeDocument/2006/relationships/customXml" Target="../ink/ink26.xml"/><Relationship Id="rId12" Type="http://schemas.openxmlformats.org/officeDocument/2006/relationships/image" Target="../media/image32.png"/><Relationship Id="rId17" Type="http://schemas.openxmlformats.org/officeDocument/2006/relationships/customXml" Target="../ink/ink31.xml"/><Relationship Id="rId25" Type="http://schemas.openxmlformats.org/officeDocument/2006/relationships/customXml" Target="../ink/ink35.xml"/><Relationship Id="rId2" Type="http://schemas.openxmlformats.org/officeDocument/2006/relationships/image" Target="../media/image8.emf"/><Relationship Id="rId16" Type="http://schemas.openxmlformats.org/officeDocument/2006/relationships/image" Target="../media/image34.png"/><Relationship Id="rId20"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customXml" Target="../ink/ink28.xml"/><Relationship Id="rId24" Type="http://schemas.openxmlformats.org/officeDocument/2006/relationships/image" Target="../media/image38.png"/><Relationship Id="rId5" Type="http://schemas.openxmlformats.org/officeDocument/2006/relationships/customXml" Target="../ink/ink25.xml"/><Relationship Id="rId15" Type="http://schemas.openxmlformats.org/officeDocument/2006/relationships/customXml" Target="../ink/ink30.xml"/><Relationship Id="rId23" Type="http://schemas.openxmlformats.org/officeDocument/2006/relationships/customXml" Target="../ink/ink34.xml"/><Relationship Id="rId28" Type="http://schemas.openxmlformats.org/officeDocument/2006/relationships/image" Target="../media/image40.png"/><Relationship Id="rId10" Type="http://schemas.openxmlformats.org/officeDocument/2006/relationships/image" Target="../media/image31.png"/><Relationship Id="rId19" Type="http://schemas.openxmlformats.org/officeDocument/2006/relationships/customXml" Target="../ink/ink32.xml"/><Relationship Id="rId4" Type="http://schemas.openxmlformats.org/officeDocument/2006/relationships/image" Target="../media/image28.png"/><Relationship Id="rId9" Type="http://schemas.openxmlformats.org/officeDocument/2006/relationships/customXml" Target="../ink/ink27.xml"/><Relationship Id="rId14" Type="http://schemas.openxmlformats.org/officeDocument/2006/relationships/image" Target="../media/image33.png"/><Relationship Id="rId22" Type="http://schemas.openxmlformats.org/officeDocument/2006/relationships/image" Target="../media/image37.png"/><Relationship Id="rId27" Type="http://schemas.openxmlformats.org/officeDocument/2006/relationships/customXml" Target="../ink/ink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customXml" Target="../ink/ink37.xml"/><Relationship Id="rId2" Type="http://schemas.openxmlformats.org/officeDocument/2006/relationships/image" Target="../media/image7.emf"/><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3" Type="http://schemas.openxmlformats.org/officeDocument/2006/relationships/customXml" Target="../ink/ink38.xml"/><Relationship Id="rId2" Type="http://schemas.openxmlformats.org/officeDocument/2006/relationships/image" Target="../media/image9.emf"/><Relationship Id="rId1" Type="http://schemas.openxmlformats.org/officeDocument/2006/relationships/slideLayout" Target="../slideLayouts/slideLayout4.xml"/><Relationship Id="rId6" Type="http://schemas.openxmlformats.org/officeDocument/2006/relationships/image" Target="../media/image44.png"/><Relationship Id="rId5" Type="http://schemas.openxmlformats.org/officeDocument/2006/relationships/customXml" Target="../ink/ink39.xml"/><Relationship Id="rId4" Type="http://schemas.openxmlformats.org/officeDocument/2006/relationships/image" Target="../media/image43.png"/></Relationships>
</file>

<file path=ppt/slides/_rels/slide47.xml.rels><?xml version="1.0" encoding="UTF-8" standalone="yes"?>
<Relationships xmlns="http://schemas.openxmlformats.org/package/2006/relationships"><Relationship Id="rId3" Type="http://schemas.openxmlformats.org/officeDocument/2006/relationships/customXml" Target="../ink/ink40.xml"/><Relationship Id="rId2" Type="http://schemas.openxmlformats.org/officeDocument/2006/relationships/image" Target="../media/image9.emf"/><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48.xml.rels><?xml version="1.0" encoding="UTF-8" standalone="yes"?>
<Relationships xmlns="http://schemas.openxmlformats.org/package/2006/relationships"><Relationship Id="rId3" Type="http://schemas.openxmlformats.org/officeDocument/2006/relationships/customXml" Target="../ink/ink41.xml"/><Relationship Id="rId2" Type="http://schemas.openxmlformats.org/officeDocument/2006/relationships/image" Target="../media/image9.emf"/><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49.xml.rels><?xml version="1.0" encoding="UTF-8" standalone="yes"?>
<Relationships xmlns="http://schemas.openxmlformats.org/package/2006/relationships"><Relationship Id="rId3" Type="http://schemas.openxmlformats.org/officeDocument/2006/relationships/customXml" Target="../ink/ink42.xml"/><Relationship Id="rId2" Type="http://schemas.openxmlformats.org/officeDocument/2006/relationships/image" Target="../media/image9.emf"/><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50.xml.rels><?xml version="1.0" encoding="UTF-8" standalone="yes"?>
<Relationships xmlns="http://schemas.openxmlformats.org/package/2006/relationships"><Relationship Id="rId3" Type="http://schemas.openxmlformats.org/officeDocument/2006/relationships/customXml" Target="../ink/ink43.xml"/><Relationship Id="rId2" Type="http://schemas.openxmlformats.org/officeDocument/2006/relationships/image" Target="../media/image9.emf"/><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51.xml.rels><?xml version="1.0" encoding="UTF-8" standalone="yes"?>
<Relationships xmlns="http://schemas.openxmlformats.org/package/2006/relationships"><Relationship Id="rId3" Type="http://schemas.openxmlformats.org/officeDocument/2006/relationships/customXml" Target="../ink/ink44.xml"/><Relationship Id="rId2" Type="http://schemas.openxmlformats.org/officeDocument/2006/relationships/image" Target="../media/image9.emf"/><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52.xml.rels><?xml version="1.0" encoding="UTF-8" standalone="yes"?>
<Relationships xmlns="http://schemas.openxmlformats.org/package/2006/relationships"><Relationship Id="rId3" Type="http://schemas.openxmlformats.org/officeDocument/2006/relationships/customXml" Target="../ink/ink45.xml"/><Relationship Id="rId2" Type="http://schemas.openxmlformats.org/officeDocument/2006/relationships/image" Target="../media/image9.emf"/><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53.xml.rels><?xml version="1.0" encoding="UTF-8" standalone="yes"?>
<Relationships xmlns="http://schemas.openxmlformats.org/package/2006/relationships"><Relationship Id="rId3" Type="http://schemas.openxmlformats.org/officeDocument/2006/relationships/customXml" Target="../ink/ink46.xml"/><Relationship Id="rId2" Type="http://schemas.openxmlformats.org/officeDocument/2006/relationships/image" Target="../media/image9.emf"/><Relationship Id="rId1" Type="http://schemas.openxmlformats.org/officeDocument/2006/relationships/slideLayout" Target="../slideLayouts/slideLayout4.xml"/><Relationship Id="rId4" Type="http://schemas.openxmlformats.org/officeDocument/2006/relationships/image" Target="../media/image51.png"/></Relationships>
</file>

<file path=ppt/slides/_rels/slide54.xml.rels><?xml version="1.0" encoding="UTF-8" standalone="yes"?>
<Relationships xmlns="http://schemas.openxmlformats.org/package/2006/relationships"><Relationship Id="rId3" Type="http://schemas.openxmlformats.org/officeDocument/2006/relationships/customXml" Target="../ink/ink47.xml"/><Relationship Id="rId2" Type="http://schemas.openxmlformats.org/officeDocument/2006/relationships/image" Target="../media/image9.emf"/><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55.xml.rels><?xml version="1.0" encoding="UTF-8" standalone="yes"?>
<Relationships xmlns="http://schemas.openxmlformats.org/package/2006/relationships"><Relationship Id="rId3" Type="http://schemas.openxmlformats.org/officeDocument/2006/relationships/customXml" Target="../ink/ink48.xml"/><Relationship Id="rId2" Type="http://schemas.openxmlformats.org/officeDocument/2006/relationships/image" Target="../media/image9.emf"/><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56.xml.rels><?xml version="1.0" encoding="UTF-8" standalone="yes"?>
<Relationships xmlns="http://schemas.openxmlformats.org/package/2006/relationships"><Relationship Id="rId3" Type="http://schemas.openxmlformats.org/officeDocument/2006/relationships/customXml" Target="../ink/ink49.xml"/><Relationship Id="rId2" Type="http://schemas.openxmlformats.org/officeDocument/2006/relationships/image" Target="../media/image9.emf"/><Relationship Id="rId1" Type="http://schemas.openxmlformats.org/officeDocument/2006/relationships/slideLayout" Target="../slideLayouts/slideLayout4.xml"/><Relationship Id="rId4" Type="http://schemas.openxmlformats.org/officeDocument/2006/relationships/image" Target="../media/image54.png"/></Relationships>
</file>

<file path=ppt/slides/_rels/slide57.xml.rels><?xml version="1.0" encoding="UTF-8" standalone="yes"?>
<Relationships xmlns="http://schemas.openxmlformats.org/package/2006/relationships"><Relationship Id="rId3" Type="http://schemas.openxmlformats.org/officeDocument/2006/relationships/customXml" Target="../ink/ink50.xml"/><Relationship Id="rId2" Type="http://schemas.openxmlformats.org/officeDocument/2006/relationships/image" Target="../media/image9.emf"/><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5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customXml" Target="../ink/ink51.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customXml" Target="../ink/ink52.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customXml" Target="../ink/ink53.xml"/></Relationships>
</file>

<file path=ppt/slides/_rels/slide121.xml.rels><?xml version="1.0" encoding="UTF-8" standalone="yes"?>
<Relationships xmlns="http://schemas.openxmlformats.org/package/2006/relationships"><Relationship Id="rId8" Type="http://schemas.openxmlformats.org/officeDocument/2006/relationships/customXml" Target="../ink/ink57.xml"/><Relationship Id="rId3" Type="http://schemas.openxmlformats.org/officeDocument/2006/relationships/image" Target="../media/image65.png"/><Relationship Id="rId7" Type="http://schemas.openxmlformats.org/officeDocument/2006/relationships/image" Target="../media/image67.png"/><Relationship Id="rId2" Type="http://schemas.openxmlformats.org/officeDocument/2006/relationships/customXml" Target="../ink/ink54.xml"/><Relationship Id="rId1" Type="http://schemas.openxmlformats.org/officeDocument/2006/relationships/slideLayout" Target="../slideLayouts/slideLayout2.xml"/><Relationship Id="rId6" Type="http://schemas.openxmlformats.org/officeDocument/2006/relationships/customXml" Target="../ink/ink56.xml"/><Relationship Id="rId11" Type="http://schemas.openxmlformats.org/officeDocument/2006/relationships/image" Target="../media/image69.png"/><Relationship Id="rId5" Type="http://schemas.openxmlformats.org/officeDocument/2006/relationships/image" Target="../media/image66.png"/><Relationship Id="rId10" Type="http://schemas.openxmlformats.org/officeDocument/2006/relationships/customXml" Target="../ink/ink58.xml"/><Relationship Id="rId4" Type="http://schemas.openxmlformats.org/officeDocument/2006/relationships/customXml" Target="../ink/ink55.xml"/><Relationship Id="rId9" Type="http://schemas.openxmlformats.org/officeDocument/2006/relationships/image" Target="../media/image68.png"/></Relationships>
</file>

<file path=ppt/slides/_rels/slide12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406400" y="889000"/>
            <a:ext cx="11379200" cy="1727200"/>
          </a:xfrm>
          <a:prstGeom prst="rect">
            <a:avLst/>
          </a:prstGeom>
        </p:spPr>
        <p:txBody>
          <a:bodyPr>
            <a:normAutofit/>
          </a:bodyPr>
          <a:lstStyle/>
          <a:p>
            <a:pPr marL="457189" indent="-457189" algn="ctr">
              <a:lnSpc>
                <a:spcPct val="140000"/>
              </a:lnSpc>
              <a:spcAft>
                <a:spcPts val="800"/>
              </a:spcAft>
              <a:defRPr/>
            </a:pPr>
            <a:r>
              <a:rPr lang="en-US" sz="5067" b="1" dirty="0">
                <a:solidFill>
                  <a:srgbClr val="800000"/>
                </a:solidFill>
                <a:cs typeface="Times New Roman" pitchFamily="18" charset="0"/>
              </a:rPr>
              <a:t>Computer Organization and Architecture</a:t>
            </a:r>
          </a:p>
          <a:p>
            <a:pPr marL="457189" indent="-457189" algn="ctr" defTabSz="1219170">
              <a:spcBef>
                <a:spcPct val="20000"/>
              </a:spcBef>
              <a:defRPr/>
            </a:pPr>
            <a:endParaRPr lang="en-US" sz="2667" b="1" dirty="0">
              <a:solidFill>
                <a:schemeClr val="accent2"/>
              </a:solidFill>
              <a:latin typeface="Century Gothic" pitchFamily="34" charset="0"/>
              <a:cs typeface="Arial" pitchFamily="34" charset="0"/>
            </a:endParaRPr>
          </a:p>
        </p:txBody>
      </p:sp>
      <p:sp>
        <p:nvSpPr>
          <p:cNvPr id="6" name="Subtitle 2"/>
          <p:cNvSpPr txBox="1">
            <a:spLocks/>
          </p:cNvSpPr>
          <p:nvPr/>
        </p:nvSpPr>
        <p:spPr>
          <a:xfrm>
            <a:off x="1727200" y="4221223"/>
            <a:ext cx="8534400" cy="2359080"/>
          </a:xfrm>
          <a:prstGeom prst="rect">
            <a:avLst/>
          </a:prstGeom>
        </p:spPr>
        <p:txBody>
          <a:bodyPr vert="horz" lIns="121920" tIns="60960" rIns="121920" bIns="60960" rtlCol="0">
            <a:normAutofit/>
          </a:bodyPr>
          <a:lstStyle/>
          <a:p>
            <a:pPr algn="ctr" defTabSz="1219170">
              <a:spcBef>
                <a:spcPct val="20000"/>
              </a:spcBef>
              <a:spcAft>
                <a:spcPts val="800"/>
              </a:spcAft>
              <a:defRPr/>
            </a:pPr>
            <a:r>
              <a:rPr lang="en-US" sz="2667" b="1" dirty="0">
                <a:solidFill>
                  <a:srgbClr val="000090"/>
                </a:solidFill>
                <a:cs typeface="Arial" pitchFamily="34" charset="0"/>
              </a:rPr>
              <a:t>Department of Computer Science and Engineering </a:t>
            </a:r>
          </a:p>
          <a:p>
            <a:pPr algn="ctr" defTabSz="1219170">
              <a:spcBef>
                <a:spcPct val="20000"/>
              </a:spcBef>
              <a:spcAft>
                <a:spcPts val="800"/>
              </a:spcAft>
              <a:defRPr/>
            </a:pPr>
            <a:r>
              <a:rPr lang="en-US" sz="2667" b="1" dirty="0">
                <a:solidFill>
                  <a:srgbClr val="000090"/>
                </a:solidFill>
                <a:cs typeface="Arial" pitchFamily="34" charset="0"/>
              </a:rPr>
              <a:t>IIT </a:t>
            </a:r>
            <a:r>
              <a:rPr lang="en-US" sz="2667" b="1" dirty="0" err="1">
                <a:solidFill>
                  <a:srgbClr val="000090"/>
                </a:solidFill>
                <a:cs typeface="Arial" pitchFamily="34" charset="0"/>
              </a:rPr>
              <a:t>Kharagpur</a:t>
            </a:r>
            <a:endParaRPr lang="en-US" sz="2667" b="1" dirty="0">
              <a:solidFill>
                <a:srgbClr val="000090"/>
              </a:solidFill>
              <a:cs typeface="Arial" pitchFamily="34" charset="0"/>
            </a:endParaRPr>
          </a:p>
        </p:txBody>
      </p:sp>
      <p:sp>
        <p:nvSpPr>
          <p:cNvPr id="2" name="TextBox 1">
            <a:extLst>
              <a:ext uri="{FF2B5EF4-FFF2-40B4-BE49-F238E27FC236}">
                <a16:creationId xmlns:a16="http://schemas.microsoft.com/office/drawing/2014/main" id="{76FB2AAA-FBF9-9F47-D9BA-D5CCDCAECF8B}"/>
              </a:ext>
            </a:extLst>
          </p:cNvPr>
          <p:cNvSpPr txBox="1"/>
          <p:nvPr/>
        </p:nvSpPr>
        <p:spPr>
          <a:xfrm>
            <a:off x="859316" y="2302524"/>
            <a:ext cx="10432973" cy="1231106"/>
          </a:xfrm>
          <a:prstGeom prst="rect">
            <a:avLst/>
          </a:prstGeom>
          <a:noFill/>
          <a:ln w="25400">
            <a:solidFill>
              <a:schemeClr val="tx1"/>
            </a:solidFill>
          </a:ln>
        </p:spPr>
        <p:txBody>
          <a:bodyPr wrap="square" rtlCol="0">
            <a:spAutoFit/>
          </a:bodyPr>
          <a:lstStyle/>
          <a:p>
            <a:pPr algn="ctr">
              <a:spcAft>
                <a:spcPts val="1200"/>
              </a:spcAft>
            </a:pPr>
            <a:r>
              <a:rPr lang="en-US" sz="3200" b="1" dirty="0">
                <a:solidFill>
                  <a:srgbClr val="7030A0"/>
                </a:solidFill>
              </a:rPr>
              <a:t>Module 4</a:t>
            </a:r>
          </a:p>
          <a:p>
            <a:pPr algn="ctr"/>
            <a:r>
              <a:rPr lang="en-US" sz="3200" b="1" dirty="0">
                <a:solidFill>
                  <a:srgbClr val="7030A0"/>
                </a:solidFill>
              </a:rPr>
              <a:t>Design </a:t>
            </a:r>
            <a:r>
              <a:rPr lang="en-US" sz="3200" b="1">
                <a:solidFill>
                  <a:srgbClr val="7030A0"/>
                </a:solidFill>
              </a:rPr>
              <a:t>of Control Unit</a:t>
            </a:r>
            <a:endParaRPr lang="en-US" sz="3200" b="1" dirty="0">
              <a:solidFill>
                <a:srgbClr val="7030A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Design of Control Unit</a:t>
            </a:r>
          </a:p>
        </p:txBody>
      </p:sp>
      <p:sp>
        <p:nvSpPr>
          <p:cNvPr id="6" name="Subtitle 5"/>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A56F1F74-EAAB-4BA4-8360-0B2AFE8E155E}" type="slidenum">
              <a:rPr lang="en-IN" smtClean="0"/>
              <a:t>2</a:t>
            </a:fld>
            <a:endParaRPr lang="en-IN"/>
          </a:p>
        </p:txBody>
      </p:sp>
    </p:spTree>
    <p:extLst>
      <p:ext uri="{BB962C8B-B14F-4D97-AF65-F5344CB8AC3E}">
        <p14:creationId xmlns:p14="http://schemas.microsoft.com/office/powerpoint/2010/main" val="3365745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14324"/>
            <a:ext cx="10972800" cy="1143000"/>
          </a:xfrm>
        </p:spPr>
        <p:txBody>
          <a:bodyPr>
            <a:normAutofit/>
          </a:bodyPr>
          <a:lstStyle/>
          <a:p>
            <a:r>
              <a:rPr lang="en-IN" dirty="0"/>
              <a:t>Instructions</a:t>
            </a:r>
          </a:p>
        </p:txBody>
      </p:sp>
      <p:sp>
        <p:nvSpPr>
          <p:cNvPr id="3" name="Content Placeholder 2"/>
          <p:cNvSpPr>
            <a:spLocks noGrp="1"/>
          </p:cNvSpPr>
          <p:nvPr>
            <p:ph sz="half" idx="1"/>
          </p:nvPr>
        </p:nvSpPr>
        <p:spPr>
          <a:xfrm>
            <a:off x="304800" y="1600200"/>
            <a:ext cx="5941603" cy="4026154"/>
          </a:xfrm>
        </p:spPr>
        <p:txBody>
          <a:bodyPr>
            <a:normAutofit fontScale="92500"/>
          </a:bodyPr>
          <a:lstStyle/>
          <a:p>
            <a:r>
              <a:rPr lang="en-IN" sz="2600" dirty="0"/>
              <a:t>Instructions are stored in main memory.</a:t>
            </a:r>
          </a:p>
          <a:p>
            <a:r>
              <a:rPr lang="en-IN" sz="2600" dirty="0"/>
              <a:t>Program Counter (</a:t>
            </a:r>
            <a:r>
              <a:rPr lang="en-IN" sz="2600" i="1" dirty="0">
                <a:solidFill>
                  <a:srgbClr val="C00000"/>
                </a:solidFill>
              </a:rPr>
              <a:t>PC</a:t>
            </a:r>
            <a:r>
              <a:rPr lang="en-IN" sz="2600" dirty="0"/>
              <a:t>) points to the next instruction. </a:t>
            </a:r>
          </a:p>
          <a:p>
            <a:pPr marL="952476" lvl="1" indent="-342891"/>
            <a:r>
              <a:rPr lang="en-IN" sz="2200" dirty="0"/>
              <a:t>MIPS32 instructions are 4 bytes (32 bits) long. </a:t>
            </a:r>
          </a:p>
          <a:p>
            <a:pPr marL="952476" lvl="1" indent="-342891"/>
            <a:r>
              <a:rPr lang="en-IN" sz="2200" dirty="0"/>
              <a:t>All instructions starts from an address that is multiple of 4 (last 2 bits 00).</a:t>
            </a:r>
          </a:p>
          <a:p>
            <a:pPr marL="952476" lvl="1" indent="-342891"/>
            <a:r>
              <a:rPr lang="en-IN" sz="2200" dirty="0"/>
              <a:t>Normally, </a:t>
            </a:r>
            <a:r>
              <a:rPr lang="en-IN" sz="2200" i="1" dirty="0">
                <a:solidFill>
                  <a:srgbClr val="C00000"/>
                </a:solidFill>
              </a:rPr>
              <a:t>PC</a:t>
            </a:r>
            <a:r>
              <a:rPr lang="en-IN" sz="2200" dirty="0"/>
              <a:t> is incremented by 4 to point to the next instruction.</a:t>
            </a:r>
          </a:p>
          <a:p>
            <a:pPr marL="952476" lvl="1" indent="-342891"/>
            <a:r>
              <a:rPr lang="en-IN" sz="2200" dirty="0"/>
              <a:t>For branch, </a:t>
            </a:r>
            <a:r>
              <a:rPr lang="en-IN" sz="2200" i="1" dirty="0">
                <a:solidFill>
                  <a:srgbClr val="C00000"/>
                </a:solidFill>
              </a:rPr>
              <a:t>PC</a:t>
            </a:r>
            <a:r>
              <a:rPr lang="en-IN" sz="2200" dirty="0"/>
              <a:t> is loaded with the address of the target instruction.</a:t>
            </a:r>
          </a:p>
        </p:txBody>
      </p:sp>
      <p:sp>
        <p:nvSpPr>
          <p:cNvPr id="4" name="Slide Number Placeholder 3"/>
          <p:cNvSpPr>
            <a:spLocks noGrp="1"/>
          </p:cNvSpPr>
          <p:nvPr>
            <p:ph type="sldNum" sz="quarter" idx="12"/>
          </p:nvPr>
        </p:nvSpPr>
        <p:spPr/>
        <p:txBody>
          <a:bodyPr/>
          <a:lstStyle/>
          <a:p>
            <a:fld id="{F815AC96-4A5A-4699-9DBD-ACAB251D8CBA}" type="slidenum">
              <a:rPr lang="en-US" smtClean="0"/>
              <a:t>3</a:t>
            </a:fld>
            <a:endParaRPr lang="en-US"/>
          </a:p>
        </p:txBody>
      </p:sp>
      <p:cxnSp>
        <p:nvCxnSpPr>
          <p:cNvPr id="11" name="Straight Connector 10"/>
          <p:cNvCxnSpPr/>
          <p:nvPr/>
        </p:nvCxnSpPr>
        <p:spPr>
          <a:xfrm>
            <a:off x="7416800" y="1701800"/>
            <a:ext cx="0" cy="3759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807200" y="2413000"/>
            <a:ext cx="3911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6807200" y="5461000"/>
            <a:ext cx="3911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8229600" y="1701800"/>
            <a:ext cx="0" cy="37592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9093200" y="1701800"/>
            <a:ext cx="0" cy="37592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9855200" y="1701800"/>
            <a:ext cx="0" cy="37592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0718800" y="1701800"/>
            <a:ext cx="0" cy="3759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07200" y="3100391"/>
            <a:ext cx="3911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6807200" y="3835400"/>
            <a:ext cx="3911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6807200" y="4648200"/>
            <a:ext cx="3911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823200" y="1905000"/>
            <a:ext cx="0" cy="3048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8636000" y="1905000"/>
            <a:ext cx="0" cy="3048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9421403" y="1905000"/>
            <a:ext cx="0" cy="3048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10234203" y="1905000"/>
            <a:ext cx="0" cy="3048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7112000" y="1905000"/>
            <a:ext cx="0" cy="3048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6705601" y="4851400"/>
            <a:ext cx="762001" cy="400105"/>
          </a:xfrm>
          <a:prstGeom prst="rect">
            <a:avLst/>
          </a:prstGeom>
          <a:noFill/>
        </p:spPr>
        <p:txBody>
          <a:bodyPr wrap="square" lIns="121917" tIns="60958" rIns="121917" bIns="60958" rtlCol="0">
            <a:spAutoFit/>
          </a:bodyPr>
          <a:lstStyle/>
          <a:p>
            <a:r>
              <a:rPr lang="en-IN" b="1" dirty="0">
                <a:solidFill>
                  <a:srgbClr val="800000"/>
                </a:solidFill>
              </a:rPr>
              <a:t>0</a:t>
            </a:r>
          </a:p>
        </p:txBody>
      </p:sp>
      <p:sp>
        <p:nvSpPr>
          <p:cNvPr id="36" name="TextBox 35"/>
          <p:cNvSpPr txBox="1"/>
          <p:nvPr/>
        </p:nvSpPr>
        <p:spPr>
          <a:xfrm>
            <a:off x="6680200" y="4055732"/>
            <a:ext cx="762001" cy="400105"/>
          </a:xfrm>
          <a:prstGeom prst="rect">
            <a:avLst/>
          </a:prstGeom>
          <a:noFill/>
        </p:spPr>
        <p:txBody>
          <a:bodyPr wrap="square" lIns="121917" tIns="60958" rIns="121917" bIns="60958" rtlCol="0">
            <a:spAutoFit/>
          </a:bodyPr>
          <a:lstStyle/>
          <a:p>
            <a:r>
              <a:rPr lang="en-IN" b="1" dirty="0">
                <a:solidFill>
                  <a:srgbClr val="800000"/>
                </a:solidFill>
              </a:rPr>
              <a:t>4</a:t>
            </a:r>
          </a:p>
        </p:txBody>
      </p:sp>
      <p:sp>
        <p:nvSpPr>
          <p:cNvPr id="37" name="TextBox 36"/>
          <p:cNvSpPr txBox="1"/>
          <p:nvPr/>
        </p:nvSpPr>
        <p:spPr>
          <a:xfrm>
            <a:off x="6667356" y="3260569"/>
            <a:ext cx="762001" cy="400105"/>
          </a:xfrm>
          <a:prstGeom prst="rect">
            <a:avLst/>
          </a:prstGeom>
          <a:noFill/>
        </p:spPr>
        <p:txBody>
          <a:bodyPr wrap="square" lIns="121917" tIns="60958" rIns="121917" bIns="60958" rtlCol="0">
            <a:spAutoFit/>
          </a:bodyPr>
          <a:lstStyle/>
          <a:p>
            <a:r>
              <a:rPr lang="en-IN" b="1" dirty="0">
                <a:solidFill>
                  <a:srgbClr val="800000"/>
                </a:solidFill>
              </a:rPr>
              <a:t>8</a:t>
            </a:r>
          </a:p>
        </p:txBody>
      </p:sp>
      <p:sp>
        <p:nvSpPr>
          <p:cNvPr id="38" name="TextBox 37"/>
          <p:cNvSpPr txBox="1"/>
          <p:nvPr/>
        </p:nvSpPr>
        <p:spPr>
          <a:xfrm>
            <a:off x="6642101" y="2519233"/>
            <a:ext cx="762001" cy="400105"/>
          </a:xfrm>
          <a:prstGeom prst="rect">
            <a:avLst/>
          </a:prstGeom>
          <a:noFill/>
        </p:spPr>
        <p:txBody>
          <a:bodyPr wrap="square" lIns="121917" tIns="60958" rIns="121917" bIns="60958" rtlCol="0">
            <a:spAutoFit/>
          </a:bodyPr>
          <a:lstStyle/>
          <a:p>
            <a:r>
              <a:rPr lang="en-IN" b="1" dirty="0">
                <a:solidFill>
                  <a:srgbClr val="800000"/>
                </a:solidFill>
              </a:rPr>
              <a:t>12</a:t>
            </a:r>
          </a:p>
        </p:txBody>
      </p:sp>
      <p:sp>
        <p:nvSpPr>
          <p:cNvPr id="39" name="TextBox 38"/>
          <p:cNvSpPr txBox="1"/>
          <p:nvPr/>
        </p:nvSpPr>
        <p:spPr>
          <a:xfrm>
            <a:off x="7493000" y="4140200"/>
            <a:ext cx="3073400" cy="400105"/>
          </a:xfrm>
          <a:prstGeom prst="rect">
            <a:avLst/>
          </a:prstGeom>
          <a:noFill/>
        </p:spPr>
        <p:txBody>
          <a:bodyPr wrap="square" lIns="121917" tIns="60958" rIns="121917" bIns="60958" rtlCol="0">
            <a:spAutoFit/>
          </a:bodyPr>
          <a:lstStyle/>
          <a:p>
            <a:r>
              <a:rPr lang="en-IN" dirty="0"/>
              <a:t>instruction word</a:t>
            </a:r>
          </a:p>
        </p:txBody>
      </p:sp>
      <p:sp>
        <p:nvSpPr>
          <p:cNvPr id="40" name="TextBox 39"/>
          <p:cNvSpPr txBox="1"/>
          <p:nvPr/>
        </p:nvSpPr>
        <p:spPr>
          <a:xfrm>
            <a:off x="7519397" y="4802425"/>
            <a:ext cx="3073400" cy="400105"/>
          </a:xfrm>
          <a:prstGeom prst="rect">
            <a:avLst/>
          </a:prstGeom>
          <a:noFill/>
        </p:spPr>
        <p:txBody>
          <a:bodyPr wrap="square" lIns="121917" tIns="60958" rIns="121917" bIns="60958" rtlCol="0">
            <a:spAutoFit/>
          </a:bodyPr>
          <a:lstStyle/>
          <a:p>
            <a:r>
              <a:rPr lang="en-IN" dirty="0"/>
              <a:t>instruction word</a:t>
            </a:r>
          </a:p>
        </p:txBody>
      </p:sp>
    </p:spTree>
    <p:extLst>
      <p:ext uri="{BB962C8B-B14F-4D97-AF65-F5344CB8AC3E}">
        <p14:creationId xmlns:p14="http://schemas.microsoft.com/office/powerpoint/2010/main" val="741946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365125"/>
            <a:ext cx="10515600" cy="1325563"/>
          </a:xfrm>
        </p:spPr>
        <p:txBody>
          <a:bodyPr/>
          <a:lstStyle/>
          <a:p>
            <a:r>
              <a:rPr lang="en-IN" dirty="0"/>
              <a:t>Addressing a Byte in Memory</a:t>
            </a:r>
          </a:p>
        </p:txBody>
      </p:sp>
      <p:sp>
        <p:nvSpPr>
          <p:cNvPr id="7" name="Content Placeholder 6"/>
          <p:cNvSpPr>
            <a:spLocks noGrp="1"/>
          </p:cNvSpPr>
          <p:nvPr>
            <p:ph idx="1"/>
          </p:nvPr>
        </p:nvSpPr>
        <p:spPr>
          <a:xfrm>
            <a:off x="838200" y="1825625"/>
            <a:ext cx="10515600" cy="4351338"/>
          </a:xfrm>
        </p:spPr>
        <p:txBody>
          <a:bodyPr>
            <a:normAutofit/>
          </a:bodyPr>
          <a:lstStyle/>
          <a:p>
            <a:r>
              <a:rPr lang="en-IN" sz="2400" dirty="0"/>
              <a:t>Each byte in memory has a unique address.</a:t>
            </a:r>
          </a:p>
          <a:p>
            <a:pPr lvl="1">
              <a:spcAft>
                <a:spcPts val="1200"/>
              </a:spcAft>
            </a:pPr>
            <a:r>
              <a:rPr lang="en-IN" dirty="0"/>
              <a:t>Memory is said to be </a:t>
            </a:r>
            <a:r>
              <a:rPr lang="en-IN" i="1" dirty="0">
                <a:solidFill>
                  <a:srgbClr val="C00000"/>
                </a:solidFill>
              </a:rPr>
              <a:t>byte addressable</a:t>
            </a:r>
            <a:r>
              <a:rPr lang="en-IN" dirty="0"/>
              <a:t>.</a:t>
            </a:r>
          </a:p>
          <a:p>
            <a:pPr>
              <a:spcAft>
                <a:spcPts val="1200"/>
              </a:spcAft>
            </a:pPr>
            <a:r>
              <a:rPr lang="en-IN" sz="2400" dirty="0"/>
              <a:t>Typically the instructions are of 4 bytes, hence the instruction memory is addressed in terms of 4 bytes (word length = 32 bits).</a:t>
            </a:r>
          </a:p>
          <a:p>
            <a:r>
              <a:rPr lang="en-IN" sz="2400" dirty="0"/>
              <a:t>When an instruction is executed, PC is </a:t>
            </a:r>
            <a:r>
              <a:rPr lang="en-IN" sz="2400" i="1" dirty="0">
                <a:solidFill>
                  <a:srgbClr val="C00000"/>
                </a:solidFill>
              </a:rPr>
              <a:t>incremented by 4 </a:t>
            </a:r>
            <a:r>
              <a:rPr lang="en-IN" sz="2400" dirty="0"/>
              <a:t>to point to the next instruction.</a:t>
            </a:r>
          </a:p>
          <a:p>
            <a:pPr lvl="1"/>
            <a:r>
              <a:rPr lang="en-IN" sz="2000" dirty="0"/>
              <a:t>In MIPS32, words are byte aligned.</a:t>
            </a:r>
          </a:p>
          <a:p>
            <a:pPr lvl="1"/>
            <a:r>
              <a:rPr lang="en-IN" sz="2000" dirty="0"/>
              <a:t>Every word (including instruction) starts from a memory address that is some multiple of 4 (i.e., last two bits are `00’).</a:t>
            </a:r>
          </a:p>
        </p:txBody>
      </p:sp>
      <p:sp>
        <p:nvSpPr>
          <p:cNvPr id="5" name="Slide Number Placeholder 4"/>
          <p:cNvSpPr>
            <a:spLocks noGrp="1"/>
          </p:cNvSpPr>
          <p:nvPr>
            <p:ph type="sldNum" sz="quarter" idx="12"/>
          </p:nvPr>
        </p:nvSpPr>
        <p:spPr>
          <a:xfrm>
            <a:off x="8610600" y="6356350"/>
            <a:ext cx="2743200" cy="365125"/>
          </a:xfrm>
        </p:spPr>
        <p:txBody>
          <a:bodyPr/>
          <a:lstStyle/>
          <a:p>
            <a:fld id="{F815AC96-4A5A-4699-9DBD-ACAB251D8CBA}" type="slidenum">
              <a:rPr lang="en-US" smtClean="0"/>
              <a:pPr/>
              <a:t>4</a:t>
            </a:fld>
            <a:endParaRPr lang="en-US"/>
          </a:p>
        </p:txBody>
      </p:sp>
    </p:spTree>
    <p:extLst>
      <p:ext uri="{BB962C8B-B14F-4D97-AF65-F5344CB8AC3E}">
        <p14:creationId xmlns:p14="http://schemas.microsoft.com/office/powerpoint/2010/main" val="354468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How an instruction Gets Executed?	</a:t>
            </a:r>
          </a:p>
        </p:txBody>
      </p:sp>
      <p:sp>
        <p:nvSpPr>
          <p:cNvPr id="3" name="Content Placeholder 2"/>
          <p:cNvSpPr>
            <a:spLocks noGrp="1"/>
          </p:cNvSpPr>
          <p:nvPr>
            <p:ph sz="half" idx="1"/>
          </p:nvPr>
        </p:nvSpPr>
        <p:spPr>
          <a:xfrm>
            <a:off x="745437" y="1797483"/>
            <a:ext cx="4641572" cy="3454365"/>
          </a:xfrm>
          <a:solidFill>
            <a:schemeClr val="accent4">
              <a:lumMod val="20000"/>
              <a:lumOff val="80000"/>
            </a:schemeClr>
          </a:solidFill>
          <a:ln w="25400">
            <a:solidFill>
              <a:schemeClr val="tx1">
                <a:lumMod val="95000"/>
                <a:lumOff val="5000"/>
              </a:schemeClr>
            </a:solidFill>
          </a:ln>
        </p:spPr>
        <p:txBody>
          <a:bodyPr>
            <a:normAutofit/>
          </a:bodyPr>
          <a:lstStyle/>
          <a:p>
            <a:pPr marL="0" indent="0">
              <a:buNone/>
            </a:pPr>
            <a:r>
              <a:rPr lang="en-IN" sz="2000" b="1" dirty="0">
                <a:latin typeface="Courier New"/>
                <a:cs typeface="Courier New"/>
              </a:rPr>
              <a:t>repeat forever </a:t>
            </a:r>
          </a:p>
          <a:p>
            <a:pPr marL="0" indent="0">
              <a:buNone/>
            </a:pPr>
            <a:r>
              <a:rPr lang="en-IN" sz="2000" b="1" dirty="0">
                <a:latin typeface="Courier New"/>
                <a:cs typeface="Courier New"/>
              </a:rPr>
              <a:t>      // till power off or  </a:t>
            </a:r>
          </a:p>
          <a:p>
            <a:pPr marL="0" indent="0">
              <a:buNone/>
            </a:pPr>
            <a:r>
              <a:rPr lang="en-IN" sz="2000" b="1" dirty="0">
                <a:latin typeface="Courier New"/>
                <a:cs typeface="Courier New"/>
              </a:rPr>
              <a:t>      // system failure</a:t>
            </a:r>
          </a:p>
          <a:p>
            <a:pPr marL="0" indent="0">
              <a:buNone/>
            </a:pPr>
            <a:r>
              <a:rPr lang="en-IN" sz="2000" b="1" dirty="0">
                <a:latin typeface="Courier New"/>
                <a:cs typeface="Courier New"/>
              </a:rPr>
              <a:t>{</a:t>
            </a:r>
          </a:p>
          <a:p>
            <a:pPr marL="609585" lvl="1" indent="0">
              <a:buNone/>
            </a:pPr>
            <a:r>
              <a:rPr lang="en-IN" sz="2000" b="1" dirty="0">
                <a:latin typeface="Courier New"/>
                <a:cs typeface="Courier New"/>
              </a:rPr>
              <a:t>Fetch instruction </a:t>
            </a:r>
          </a:p>
          <a:p>
            <a:pPr marL="609585" lvl="1" indent="0">
              <a:buNone/>
            </a:pPr>
            <a:r>
              <a:rPr lang="en-IN" sz="2000" b="1" dirty="0">
                <a:latin typeface="Courier New"/>
                <a:cs typeface="Courier New"/>
              </a:rPr>
              <a:t>Decode instruction</a:t>
            </a:r>
          </a:p>
          <a:p>
            <a:pPr marL="609585" lvl="1" indent="0">
              <a:buNone/>
            </a:pPr>
            <a:r>
              <a:rPr lang="en-IN" sz="2000" b="1" dirty="0">
                <a:latin typeface="Courier New"/>
                <a:cs typeface="Courier New"/>
              </a:rPr>
              <a:t>Execute instruction</a:t>
            </a:r>
          </a:p>
          <a:p>
            <a:pPr marL="609585" lvl="1" indent="-609585">
              <a:buNone/>
            </a:pPr>
            <a:r>
              <a:rPr lang="en-IN" sz="2000" b="1" dirty="0">
                <a:latin typeface="Courier New"/>
                <a:cs typeface="Courier New"/>
              </a:rPr>
              <a:t>}</a:t>
            </a:r>
          </a:p>
        </p:txBody>
      </p:sp>
      <p:sp>
        <p:nvSpPr>
          <p:cNvPr id="4" name="Slide Number Placeholder 3"/>
          <p:cNvSpPr>
            <a:spLocks noGrp="1"/>
          </p:cNvSpPr>
          <p:nvPr>
            <p:ph type="sldNum" sz="quarter" idx="12"/>
          </p:nvPr>
        </p:nvSpPr>
        <p:spPr/>
        <p:txBody>
          <a:bodyPr/>
          <a:lstStyle/>
          <a:p>
            <a:fld id="{F815AC96-4A5A-4699-9DBD-ACAB251D8CBA}" type="slidenum">
              <a:rPr lang="en-US" smtClean="0"/>
              <a:t>5</a:t>
            </a:fld>
            <a:endParaRPr lang="en-US"/>
          </a:p>
        </p:txBody>
      </p:sp>
      <p:grpSp>
        <p:nvGrpSpPr>
          <p:cNvPr id="5" name="Group 4"/>
          <p:cNvGrpSpPr/>
          <p:nvPr/>
        </p:nvGrpSpPr>
        <p:grpSpPr>
          <a:xfrm>
            <a:off x="6991500" y="1594248"/>
            <a:ext cx="4775200" cy="4064000"/>
            <a:chOff x="6991500" y="1594248"/>
            <a:chExt cx="4775200" cy="4064000"/>
          </a:xfrm>
        </p:grpSpPr>
        <p:sp>
          <p:nvSpPr>
            <p:cNvPr id="11" name="Rectangle 10"/>
            <p:cNvSpPr/>
            <p:nvPr/>
          </p:nvSpPr>
          <p:spPr>
            <a:xfrm>
              <a:off x="7702701" y="2305448"/>
              <a:ext cx="1079500" cy="471920"/>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r>
                <a:rPr lang="en-IN" b="1" dirty="0">
                  <a:solidFill>
                    <a:schemeClr val="tx1"/>
                  </a:solidFill>
                </a:rPr>
                <a:t>Fetch</a:t>
              </a:r>
            </a:p>
          </p:txBody>
        </p:sp>
        <p:sp>
          <p:nvSpPr>
            <p:cNvPr id="12" name="Rectangle 11"/>
            <p:cNvSpPr/>
            <p:nvPr/>
          </p:nvSpPr>
          <p:spPr>
            <a:xfrm>
              <a:off x="7654398" y="3524648"/>
              <a:ext cx="1267503" cy="471920"/>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r>
                <a:rPr lang="en-IN" b="1" dirty="0">
                  <a:solidFill>
                    <a:schemeClr val="tx1"/>
                  </a:solidFill>
                </a:rPr>
                <a:t>Decode</a:t>
              </a:r>
            </a:p>
          </p:txBody>
        </p:sp>
        <p:sp>
          <p:nvSpPr>
            <p:cNvPr id="13" name="Rectangle 12"/>
            <p:cNvSpPr/>
            <p:nvPr/>
          </p:nvSpPr>
          <p:spPr>
            <a:xfrm>
              <a:off x="7601100" y="4779928"/>
              <a:ext cx="1591352" cy="471920"/>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r>
                <a:rPr lang="en-IN" b="1" dirty="0">
                  <a:solidFill>
                    <a:schemeClr val="tx1"/>
                  </a:solidFill>
                </a:rPr>
                <a:t>Execute</a:t>
              </a:r>
            </a:p>
          </p:txBody>
        </p:sp>
        <p:cxnSp>
          <p:nvCxnSpPr>
            <p:cNvPr id="7" name="Straight Arrow Connector 6"/>
            <p:cNvCxnSpPr>
              <a:stCxn id="11" idx="2"/>
              <a:endCxn id="12" idx="0"/>
            </p:cNvCxnSpPr>
            <p:nvPr/>
          </p:nvCxnSpPr>
          <p:spPr>
            <a:xfrm>
              <a:off x="8242451" y="2777368"/>
              <a:ext cx="0" cy="747280"/>
            </a:xfrm>
            <a:prstGeom prst="straightConnector1">
              <a:avLst/>
            </a:prstGeom>
            <a:ln w="38100">
              <a:solidFill>
                <a:schemeClr val="tx1">
                  <a:lumMod val="95000"/>
                  <a:lumOff val="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a:stCxn id="12" idx="2"/>
              <a:endCxn id="13" idx="0"/>
            </p:cNvCxnSpPr>
            <p:nvPr/>
          </p:nvCxnSpPr>
          <p:spPr>
            <a:xfrm>
              <a:off x="8288149" y="3996568"/>
              <a:ext cx="14400" cy="783360"/>
            </a:xfrm>
            <a:prstGeom prst="straightConnector1">
              <a:avLst/>
            </a:prstGeom>
            <a:ln w="38100">
              <a:solidFill>
                <a:schemeClr val="tx1">
                  <a:lumMod val="95000"/>
                  <a:lumOff val="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8312300" y="5251848"/>
              <a:ext cx="0" cy="304800"/>
            </a:xfrm>
            <a:prstGeom prst="line">
              <a:avLst/>
            </a:prstGeom>
            <a:ln w="38100">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6991500" y="5556648"/>
              <a:ext cx="1320800" cy="0"/>
            </a:xfrm>
            <a:prstGeom prst="line">
              <a:avLst/>
            </a:prstGeom>
            <a:ln w="38100">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flipV="1">
              <a:off x="6991500" y="1797448"/>
              <a:ext cx="0" cy="3759200"/>
            </a:xfrm>
            <a:prstGeom prst="line">
              <a:avLst/>
            </a:prstGeom>
            <a:ln w="38100">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6991500" y="1797448"/>
              <a:ext cx="1276800" cy="0"/>
            </a:xfrm>
            <a:prstGeom prst="line">
              <a:avLst/>
            </a:prstGeom>
            <a:ln w="38100">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endCxn id="11" idx="0"/>
            </p:cNvCxnSpPr>
            <p:nvPr/>
          </p:nvCxnSpPr>
          <p:spPr>
            <a:xfrm flipH="1">
              <a:off x="8242451" y="1797448"/>
              <a:ext cx="0" cy="508000"/>
            </a:xfrm>
            <a:prstGeom prst="straightConnector1">
              <a:avLst/>
            </a:prstGeom>
            <a:ln w="38100">
              <a:solidFill>
                <a:schemeClr val="tx1">
                  <a:lumMod val="95000"/>
                  <a:lumOff val="5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0242700" y="1594248"/>
              <a:ext cx="1524000" cy="4064000"/>
            </a:xfrm>
            <a:prstGeom prst="rect">
              <a:avLst/>
            </a:prstGeom>
            <a:solidFill>
              <a:schemeClr val="accent6">
                <a:lumMod val="20000"/>
                <a:lumOff val="80000"/>
              </a:schemeClr>
            </a:solidFill>
            <a:ln w="25400">
              <a:solidFill>
                <a:srgbClr val="800000"/>
              </a:solidFill>
            </a:ln>
          </p:spPr>
          <p:style>
            <a:lnRef idx="1">
              <a:schemeClr val="accent1"/>
            </a:lnRef>
            <a:fillRef idx="3">
              <a:schemeClr val="accent1"/>
            </a:fillRef>
            <a:effectRef idx="2">
              <a:schemeClr val="accent1"/>
            </a:effectRef>
            <a:fontRef idx="minor">
              <a:schemeClr val="lt1"/>
            </a:fontRef>
          </p:style>
          <p:txBody>
            <a:bodyPr lIns="121917" tIns="60958" rIns="121917" bIns="60958" rtlCol="0" anchor="ctr"/>
            <a:lstStyle/>
            <a:p>
              <a:pPr algn="ctr"/>
              <a:r>
                <a:rPr lang="en-US" sz="2400" dirty="0">
                  <a:solidFill>
                    <a:srgbClr val="000090"/>
                  </a:solidFill>
                </a:rPr>
                <a:t>Main Memory</a:t>
              </a:r>
            </a:p>
          </p:txBody>
        </p:sp>
        <p:cxnSp>
          <p:nvCxnSpPr>
            <p:cNvPr id="37" name="Straight Arrow Connector 36"/>
            <p:cNvCxnSpPr/>
            <p:nvPr/>
          </p:nvCxnSpPr>
          <p:spPr>
            <a:xfrm flipH="1">
              <a:off x="9125100" y="2508648"/>
              <a:ext cx="1117600" cy="0"/>
            </a:xfrm>
            <a:prstGeom prst="straightConnector1">
              <a:avLst/>
            </a:prstGeom>
            <a:ln w="38100">
              <a:solidFill>
                <a:srgbClr val="3366FF"/>
              </a:solidFill>
              <a:tailEnd type="triangle" w="lg" len="med"/>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a:cxnSpLocks/>
            </p:cNvCxnSpPr>
            <p:nvPr/>
          </p:nvCxnSpPr>
          <p:spPr>
            <a:xfrm>
              <a:off x="9283959" y="5048648"/>
              <a:ext cx="958741" cy="0"/>
            </a:xfrm>
            <a:prstGeom prst="straightConnector1">
              <a:avLst/>
            </a:prstGeom>
            <a:ln w="38100">
              <a:solidFill>
                <a:srgbClr val="3366FF"/>
              </a:solidFill>
              <a:headEnd type="triangle" w="lg" len="med"/>
              <a:tailEnd type="triangle" w="lg" len="med"/>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071002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Fetch-Execute Cycle</a:t>
            </a:r>
          </a:p>
        </p:txBody>
      </p:sp>
      <p:sp>
        <p:nvSpPr>
          <p:cNvPr id="3" name="Content Placeholder 2"/>
          <p:cNvSpPr>
            <a:spLocks noGrp="1"/>
          </p:cNvSpPr>
          <p:nvPr>
            <p:ph idx="1"/>
          </p:nvPr>
        </p:nvSpPr>
        <p:spPr/>
        <p:txBody>
          <a:bodyPr>
            <a:normAutofit/>
          </a:bodyPr>
          <a:lstStyle/>
          <a:p>
            <a:pPr marL="514350" indent="-514350">
              <a:buFont typeface="+mj-lt"/>
              <a:buAutoNum type="arabicParenR"/>
            </a:pPr>
            <a:r>
              <a:rPr lang="en-IN" sz="2400" dirty="0"/>
              <a:t>Fetch the next instruction from memory.</a:t>
            </a:r>
          </a:p>
          <a:p>
            <a:pPr marL="514350" indent="-514350">
              <a:buFont typeface="+mj-lt"/>
              <a:buAutoNum type="arabicParenR"/>
            </a:pPr>
            <a:r>
              <a:rPr lang="en-IN" sz="2400" dirty="0"/>
              <a:t>Decode the instruction.</a:t>
            </a:r>
          </a:p>
          <a:p>
            <a:pPr marL="514350" indent="-514350">
              <a:buFont typeface="+mj-lt"/>
              <a:buAutoNum type="arabicParenR"/>
            </a:pPr>
            <a:r>
              <a:rPr lang="en-IN" sz="2400" dirty="0"/>
              <a:t>Execute the operation.</a:t>
            </a:r>
          </a:p>
          <a:p>
            <a:pPr lvl="1"/>
            <a:r>
              <a:rPr lang="en-IN" dirty="0"/>
              <a:t>Get data from memory if needed (data not available in the processor).</a:t>
            </a:r>
          </a:p>
          <a:p>
            <a:pPr lvl="1"/>
            <a:r>
              <a:rPr lang="en-IN" dirty="0"/>
              <a:t>Perform the required operation on the data.</a:t>
            </a:r>
          </a:p>
          <a:p>
            <a:pPr lvl="1"/>
            <a:r>
              <a:rPr lang="en-IN" dirty="0"/>
              <a:t>May also store the result back in memory or register.</a:t>
            </a:r>
          </a:p>
        </p:txBody>
      </p:sp>
      <p:sp>
        <p:nvSpPr>
          <p:cNvPr id="4" name="Slide Number Placeholder 3"/>
          <p:cNvSpPr>
            <a:spLocks noGrp="1"/>
          </p:cNvSpPr>
          <p:nvPr>
            <p:ph type="sldNum" sz="quarter" idx="12"/>
          </p:nvPr>
        </p:nvSpPr>
        <p:spPr/>
        <p:txBody>
          <a:bodyPr/>
          <a:lstStyle/>
          <a:p>
            <a:fld id="{F815AC96-4A5A-4699-9DBD-ACAB251D8CBA}" type="slidenum">
              <a:rPr lang="en-US" smtClean="0"/>
              <a:pPr/>
              <a:t>6</a:t>
            </a:fld>
            <a:endParaRPr lang="en-US"/>
          </a:p>
        </p:txBody>
      </p:sp>
    </p:spTree>
    <p:extLst>
      <p:ext uri="{BB962C8B-B14F-4D97-AF65-F5344CB8AC3E}">
        <p14:creationId xmlns:p14="http://schemas.microsoft.com/office/powerpoint/2010/main" val="3743189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Registers: PC and IR</a:t>
            </a:r>
          </a:p>
        </p:txBody>
      </p:sp>
      <p:sp>
        <p:nvSpPr>
          <p:cNvPr id="3" name="Content Placeholder 2"/>
          <p:cNvSpPr>
            <a:spLocks noGrp="1"/>
          </p:cNvSpPr>
          <p:nvPr>
            <p:ph idx="1"/>
          </p:nvPr>
        </p:nvSpPr>
        <p:spPr>
          <a:xfrm>
            <a:off x="838200" y="1825625"/>
            <a:ext cx="10877550" cy="4351338"/>
          </a:xfrm>
        </p:spPr>
        <p:txBody>
          <a:bodyPr>
            <a:normAutofit fontScale="92500" lnSpcReduction="10000"/>
          </a:bodyPr>
          <a:lstStyle/>
          <a:p>
            <a:r>
              <a:rPr lang="en-IN" b="1" dirty="0">
                <a:solidFill>
                  <a:srgbClr val="800000"/>
                </a:solidFill>
              </a:rPr>
              <a:t>Program Counter (PC) </a:t>
            </a:r>
            <a:r>
              <a:rPr lang="en-IN" dirty="0"/>
              <a:t>holds the address of the memory location containing the next instruction  to be executed.</a:t>
            </a:r>
          </a:p>
          <a:p>
            <a:r>
              <a:rPr lang="en-IN" b="1" dirty="0">
                <a:solidFill>
                  <a:srgbClr val="800000"/>
                </a:solidFill>
              </a:rPr>
              <a:t>Instruction Register (IR)</a:t>
            </a:r>
            <a:r>
              <a:rPr lang="en-IN" dirty="0"/>
              <a:t> contains the current instruction being executed.</a:t>
            </a:r>
          </a:p>
          <a:p>
            <a:r>
              <a:rPr lang="en-IN" dirty="0"/>
              <a:t>Basic processing cycle:</a:t>
            </a:r>
          </a:p>
          <a:p>
            <a:pPr lvl="1"/>
            <a:r>
              <a:rPr lang="en-IN" dirty="0"/>
              <a:t>Instruction Fetch (IF)</a:t>
            </a:r>
          </a:p>
          <a:p>
            <a:pPr marL="914400" lvl="2" indent="0">
              <a:buNone/>
            </a:pPr>
            <a:r>
              <a:rPr lang="en-IN" sz="2200" dirty="0"/>
              <a:t>  </a:t>
            </a:r>
            <a:r>
              <a:rPr lang="en-IN" sz="2200" i="1" dirty="0">
                <a:solidFill>
                  <a:srgbClr val="800000"/>
                </a:solidFill>
              </a:rPr>
              <a:t> IR  </a:t>
            </a:r>
            <a:r>
              <a:rPr lang="en-IN" sz="2200" dirty="0">
                <a:solidFill>
                  <a:srgbClr val="800000"/>
                </a:solidFill>
              </a:rPr>
              <a:t>←</a:t>
            </a:r>
            <a:r>
              <a:rPr lang="en-IN" sz="2200" i="1" dirty="0">
                <a:solidFill>
                  <a:srgbClr val="800000"/>
                </a:solidFill>
              </a:rPr>
              <a:t>  Mem [PC]</a:t>
            </a:r>
          </a:p>
          <a:p>
            <a:pPr lvl="1"/>
            <a:r>
              <a:rPr lang="en-IN" dirty="0"/>
              <a:t>Considering the word length of the machine is 32 bits, the PC is incremented by 4 to point to the next instruction.</a:t>
            </a:r>
          </a:p>
          <a:p>
            <a:pPr marL="914400" lvl="2" indent="0">
              <a:buNone/>
            </a:pPr>
            <a:r>
              <a:rPr lang="en-IN" dirty="0"/>
              <a:t>   </a:t>
            </a:r>
            <a:r>
              <a:rPr lang="en-IN" sz="2200" i="1" dirty="0">
                <a:solidFill>
                  <a:srgbClr val="800000"/>
                </a:solidFill>
              </a:rPr>
              <a:t>PC  </a:t>
            </a:r>
            <a:r>
              <a:rPr lang="en-IN" sz="2200" dirty="0">
                <a:solidFill>
                  <a:srgbClr val="800000"/>
                </a:solidFill>
              </a:rPr>
              <a:t>←</a:t>
            </a:r>
            <a:r>
              <a:rPr lang="en-IN" sz="2200" i="1" dirty="0">
                <a:solidFill>
                  <a:srgbClr val="800000"/>
                </a:solidFill>
              </a:rPr>
              <a:t>  PC </a:t>
            </a:r>
            <a:r>
              <a:rPr lang="en-IN" sz="2200" dirty="0">
                <a:solidFill>
                  <a:srgbClr val="800000"/>
                </a:solidFill>
              </a:rPr>
              <a:t>+</a:t>
            </a:r>
            <a:r>
              <a:rPr lang="en-IN" sz="2200" i="1" dirty="0">
                <a:solidFill>
                  <a:srgbClr val="800000"/>
                </a:solidFill>
              </a:rPr>
              <a:t> </a:t>
            </a:r>
            <a:r>
              <a:rPr lang="en-IN" sz="2200" dirty="0">
                <a:solidFill>
                  <a:srgbClr val="800000"/>
                </a:solidFill>
              </a:rPr>
              <a:t>4</a:t>
            </a:r>
          </a:p>
          <a:p>
            <a:pPr lvl="1"/>
            <a:r>
              <a:rPr lang="en-IN" dirty="0"/>
              <a:t>Carry out the operations specified in </a:t>
            </a:r>
            <a:r>
              <a:rPr lang="en-IN" i="1" dirty="0">
                <a:solidFill>
                  <a:srgbClr val="C00000"/>
                </a:solidFill>
              </a:rPr>
              <a:t>IR</a:t>
            </a:r>
            <a:r>
              <a:rPr lang="en-IN" dirty="0"/>
              <a:t>.</a:t>
            </a:r>
          </a:p>
        </p:txBody>
      </p:sp>
      <p:sp>
        <p:nvSpPr>
          <p:cNvPr id="4" name="Slide Number Placeholder 3"/>
          <p:cNvSpPr>
            <a:spLocks noGrp="1"/>
          </p:cNvSpPr>
          <p:nvPr>
            <p:ph type="sldNum" sz="quarter" idx="12"/>
          </p:nvPr>
        </p:nvSpPr>
        <p:spPr/>
        <p:txBody>
          <a:bodyPr/>
          <a:lstStyle/>
          <a:p>
            <a:fld id="{F815AC96-4A5A-4699-9DBD-ACAB251D8CBA}" type="slidenum">
              <a:rPr lang="en-US" smtClean="0"/>
              <a:pPr/>
              <a:t>7</a:t>
            </a:fld>
            <a:endParaRPr lang="en-US"/>
          </a:p>
        </p:txBody>
      </p:sp>
    </p:spTree>
    <p:extLst>
      <p:ext uri="{BB962C8B-B14F-4D97-AF65-F5344CB8AC3E}">
        <p14:creationId xmlns:p14="http://schemas.microsoft.com/office/powerpoint/2010/main" val="1015529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Example:   Add R1, R2</a:t>
            </a:r>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1463417075"/>
              </p:ext>
            </p:extLst>
          </p:nvPr>
        </p:nvGraphicFramePr>
        <p:xfrm>
          <a:off x="603892" y="2616200"/>
          <a:ext cx="3657600" cy="1483359"/>
        </p:xfrm>
        <a:graphic>
          <a:graphicData uri="http://schemas.openxmlformats.org/drawingml/2006/table">
            <a:tbl>
              <a:tblPr firstRow="1" bandRow="1">
                <a:tableStyleId>{5940675A-B579-460E-94D1-54222C63F5DA}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494453">
                <a:tc>
                  <a:txBody>
                    <a:bodyPr/>
                    <a:lstStyle/>
                    <a:p>
                      <a:pPr algn="ctr"/>
                      <a:r>
                        <a:rPr lang="en-IN" sz="2400" dirty="0"/>
                        <a:t>Address</a:t>
                      </a:r>
                    </a:p>
                  </a:txBody>
                  <a:tcPr marL="153852" marR="153852" marT="60960" marB="60960"/>
                </a:tc>
                <a:tc>
                  <a:txBody>
                    <a:bodyPr/>
                    <a:lstStyle/>
                    <a:p>
                      <a:pPr algn="ctr"/>
                      <a:r>
                        <a:rPr lang="en-IN" sz="2400" dirty="0"/>
                        <a:t>Instruction</a:t>
                      </a:r>
                    </a:p>
                  </a:txBody>
                  <a:tcPr marL="153852" marR="153852" marT="60960" marB="60960"/>
                </a:tc>
                <a:extLst>
                  <a:ext uri="{0D108BD9-81ED-4DB2-BD59-A6C34878D82A}">
                    <a16:rowId xmlns:a16="http://schemas.microsoft.com/office/drawing/2014/main" val="10000"/>
                  </a:ext>
                </a:extLst>
              </a:tr>
              <a:tr h="494453">
                <a:tc>
                  <a:txBody>
                    <a:bodyPr/>
                    <a:lstStyle/>
                    <a:p>
                      <a:pPr algn="ctr"/>
                      <a:r>
                        <a:rPr lang="en-IN" sz="2400" dirty="0"/>
                        <a:t>1000</a:t>
                      </a:r>
                    </a:p>
                  </a:txBody>
                  <a:tcPr marL="153852" marR="153852" marT="60960" marB="60960"/>
                </a:tc>
                <a:tc>
                  <a:txBody>
                    <a:bodyPr/>
                    <a:lstStyle/>
                    <a:p>
                      <a:r>
                        <a:rPr lang="en-IN" sz="2400" dirty="0"/>
                        <a:t>ADD</a:t>
                      </a:r>
                      <a:r>
                        <a:rPr lang="en-IN" sz="2400" baseline="0" dirty="0"/>
                        <a:t> R1, R2</a:t>
                      </a:r>
                      <a:endParaRPr lang="en-IN" sz="2400" dirty="0"/>
                    </a:p>
                  </a:txBody>
                  <a:tcPr marL="153852" marR="153852" marT="60960" marB="60960"/>
                </a:tc>
                <a:extLst>
                  <a:ext uri="{0D108BD9-81ED-4DB2-BD59-A6C34878D82A}">
                    <a16:rowId xmlns:a16="http://schemas.microsoft.com/office/drawing/2014/main" val="10001"/>
                  </a:ext>
                </a:extLst>
              </a:tr>
              <a:tr h="494453">
                <a:tc>
                  <a:txBody>
                    <a:bodyPr/>
                    <a:lstStyle/>
                    <a:p>
                      <a:pPr algn="ctr"/>
                      <a:r>
                        <a:rPr lang="en-IN" sz="2400" dirty="0"/>
                        <a:t>1004</a:t>
                      </a:r>
                    </a:p>
                  </a:txBody>
                  <a:tcPr marL="153852" marR="153852" marT="60960" marB="60960"/>
                </a:tc>
                <a:tc>
                  <a:txBody>
                    <a:bodyPr/>
                    <a:lstStyle/>
                    <a:p>
                      <a:r>
                        <a:rPr lang="en-IN" sz="2400" dirty="0"/>
                        <a:t>MUL</a:t>
                      </a:r>
                      <a:r>
                        <a:rPr lang="en-IN" sz="2400" baseline="0" dirty="0"/>
                        <a:t> R3, R4</a:t>
                      </a:r>
                      <a:endParaRPr lang="en-IN" sz="2400" dirty="0"/>
                    </a:p>
                  </a:txBody>
                  <a:tcPr marL="153852" marR="153852" marT="60960" marB="60960"/>
                </a:tc>
                <a:extLst>
                  <a:ext uri="{0D108BD9-81ED-4DB2-BD59-A6C34878D82A}">
                    <a16:rowId xmlns:a16="http://schemas.microsoft.com/office/drawing/2014/main" val="10002"/>
                  </a:ext>
                </a:extLst>
              </a:tr>
            </a:tbl>
          </a:graphicData>
        </a:graphic>
      </p:graphicFrame>
      <p:sp>
        <p:nvSpPr>
          <p:cNvPr id="6" name="Content Placeholder 5"/>
          <p:cNvSpPr>
            <a:spLocks noGrp="1"/>
          </p:cNvSpPr>
          <p:nvPr>
            <p:ph sz="half" idx="2"/>
          </p:nvPr>
        </p:nvSpPr>
        <p:spPr>
          <a:xfrm>
            <a:off x="5080000" y="1701800"/>
            <a:ext cx="6502400" cy="4065443"/>
          </a:xfrm>
        </p:spPr>
        <p:txBody>
          <a:bodyPr>
            <a:normAutofit/>
          </a:bodyPr>
          <a:lstStyle/>
          <a:p>
            <a:pPr marL="609585" indent="-609585">
              <a:buFont typeface="+mj-lt"/>
              <a:buAutoNum type="alphaLcParenR"/>
            </a:pPr>
            <a:r>
              <a:rPr lang="en-IN" sz="2000" dirty="0"/>
              <a:t>PC 	=  1000</a:t>
            </a:r>
          </a:p>
          <a:p>
            <a:pPr marL="609585" indent="-609585">
              <a:buFont typeface="+mj-lt"/>
              <a:buAutoNum type="alphaLcParenR"/>
            </a:pPr>
            <a:r>
              <a:rPr lang="en-IN" sz="2000" dirty="0"/>
              <a:t>MAR 	=  1000</a:t>
            </a:r>
          </a:p>
          <a:p>
            <a:pPr marL="609585" indent="-609585">
              <a:buFont typeface="+mj-lt"/>
              <a:buAutoNum type="alphaLcParenR"/>
            </a:pPr>
            <a:r>
              <a:rPr lang="en-IN" sz="2000" dirty="0"/>
              <a:t>PC		=  PC + 4  = 1004</a:t>
            </a:r>
          </a:p>
          <a:p>
            <a:pPr marL="609585" indent="-609585">
              <a:buFont typeface="+mj-lt"/>
              <a:buAutoNum type="alphaLcParenR"/>
            </a:pPr>
            <a:r>
              <a:rPr lang="en-IN" sz="2000" dirty="0"/>
              <a:t>MDR	=  “ADD R1, R2”</a:t>
            </a:r>
          </a:p>
          <a:p>
            <a:pPr marL="609585" indent="-609585">
              <a:buFont typeface="+mj-lt"/>
              <a:buAutoNum type="alphaLcParenR"/>
            </a:pPr>
            <a:r>
              <a:rPr lang="en-IN" sz="2000" dirty="0"/>
              <a:t>IR		=  “ADD R1, R2” </a:t>
            </a:r>
          </a:p>
          <a:p>
            <a:pPr marL="0" indent="0">
              <a:buNone/>
            </a:pPr>
            <a:r>
              <a:rPr lang="en-IN" sz="2000" dirty="0"/>
              <a:t>                              (</a:t>
            </a:r>
            <a:r>
              <a:rPr lang="en-IN" sz="2000" i="1" dirty="0">
                <a:solidFill>
                  <a:srgbClr val="C00000"/>
                </a:solidFill>
              </a:rPr>
              <a:t>Decode and finally execute</a:t>
            </a:r>
            <a:r>
              <a:rPr lang="en-IN" sz="2000" dirty="0"/>
              <a:t>)</a:t>
            </a:r>
          </a:p>
          <a:p>
            <a:pPr marL="609585" indent="-609585">
              <a:buFont typeface="+mj-lt"/>
              <a:buAutoNum type="alphaLcParenR" startAt="6"/>
            </a:pPr>
            <a:r>
              <a:rPr lang="en-IN" sz="2000" dirty="0"/>
              <a:t>R1		=  R1 + R2</a:t>
            </a:r>
          </a:p>
          <a:p>
            <a:endParaRPr lang="en-IN" dirty="0"/>
          </a:p>
        </p:txBody>
      </p:sp>
      <p:sp>
        <p:nvSpPr>
          <p:cNvPr id="4" name="Slide Number Placeholder 3"/>
          <p:cNvSpPr>
            <a:spLocks noGrp="1"/>
          </p:cNvSpPr>
          <p:nvPr>
            <p:ph type="sldNum" sz="quarter" idx="12"/>
          </p:nvPr>
        </p:nvSpPr>
        <p:spPr>
          <a:xfrm>
            <a:off x="8610600" y="6365681"/>
            <a:ext cx="2743200" cy="365125"/>
          </a:xfrm>
        </p:spPr>
        <p:txBody>
          <a:bodyPr/>
          <a:lstStyle/>
          <a:p>
            <a:fld id="{F815AC96-4A5A-4699-9DBD-ACAB251D8CBA}" type="slidenum">
              <a:rPr lang="en-US" smtClean="0"/>
              <a:t>8</a:t>
            </a:fld>
            <a:endParaRPr lang="en-US"/>
          </a:p>
        </p:txBody>
      </p:sp>
      <p:sp>
        <p:nvSpPr>
          <p:cNvPr id="3" name="TextBox 2">
            <a:extLst>
              <a:ext uri="{FF2B5EF4-FFF2-40B4-BE49-F238E27FC236}">
                <a16:creationId xmlns:a16="http://schemas.microsoft.com/office/drawing/2014/main" id="{5A9BFD40-7B6D-436D-45DC-5046B11584A5}"/>
              </a:ext>
            </a:extLst>
          </p:cNvPr>
          <p:cNvSpPr txBox="1"/>
          <p:nvPr/>
        </p:nvSpPr>
        <p:spPr>
          <a:xfrm>
            <a:off x="5663681" y="4644430"/>
            <a:ext cx="4954555" cy="707886"/>
          </a:xfrm>
          <a:prstGeom prst="rect">
            <a:avLst/>
          </a:prstGeom>
          <a:noFill/>
        </p:spPr>
        <p:txBody>
          <a:bodyPr wrap="square" rtlCol="0">
            <a:spAutoFit/>
          </a:bodyPr>
          <a:lstStyle/>
          <a:p>
            <a:r>
              <a:rPr lang="en-US" sz="2000" i="1" dirty="0">
                <a:solidFill>
                  <a:srgbClr val="C00000"/>
                </a:solidFill>
              </a:rPr>
              <a:t>May require one or more steps depending on the target architecture.</a:t>
            </a:r>
          </a:p>
        </p:txBody>
      </p:sp>
    </p:spTree>
    <p:extLst>
      <p:ext uri="{BB962C8B-B14F-4D97-AF65-F5344CB8AC3E}">
        <p14:creationId xmlns:p14="http://schemas.microsoft.com/office/powerpoint/2010/main" val="4235846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Requirement for Instruction Execution</a:t>
            </a:r>
            <a:endParaRPr lang="en-IN" dirty="0"/>
          </a:p>
        </p:txBody>
      </p:sp>
      <p:sp>
        <p:nvSpPr>
          <p:cNvPr id="3" name="Content Placeholder 2"/>
          <p:cNvSpPr>
            <a:spLocks noGrp="1"/>
          </p:cNvSpPr>
          <p:nvPr>
            <p:ph idx="1"/>
          </p:nvPr>
        </p:nvSpPr>
        <p:spPr/>
        <p:txBody>
          <a:bodyPr>
            <a:normAutofit/>
          </a:bodyPr>
          <a:lstStyle/>
          <a:p>
            <a:r>
              <a:rPr lang="en-IN" sz="2400" dirty="0"/>
              <a:t>The necessary registers must be present.</a:t>
            </a:r>
          </a:p>
          <a:p>
            <a:r>
              <a:rPr lang="en-IN" sz="2400" dirty="0"/>
              <a:t>The internal organization of the registers must be known.</a:t>
            </a:r>
          </a:p>
          <a:p>
            <a:r>
              <a:rPr lang="en-IN" sz="2400" dirty="0"/>
              <a:t>The data path must be known.</a:t>
            </a:r>
          </a:p>
          <a:p>
            <a:r>
              <a:rPr lang="en-IN" sz="2400" dirty="0"/>
              <a:t>For instruction execution, a number of </a:t>
            </a:r>
            <a:r>
              <a:rPr lang="en-IN" sz="2400" i="1" dirty="0">
                <a:solidFill>
                  <a:srgbClr val="C00000"/>
                </a:solidFill>
              </a:rPr>
              <a:t>micro-operations</a:t>
            </a:r>
            <a:r>
              <a:rPr lang="en-IN" sz="2400" dirty="0"/>
              <a:t> are carried out on the data path.</a:t>
            </a:r>
          </a:p>
          <a:p>
            <a:pPr lvl="1"/>
            <a:r>
              <a:rPr lang="en-IN" dirty="0"/>
              <a:t>An instruction consists of several micro-operations or micro-instructions.</a:t>
            </a:r>
          </a:p>
          <a:p>
            <a:pPr lvl="1"/>
            <a:r>
              <a:rPr lang="en-IN" dirty="0"/>
              <a:t>Typically involves movement of data.</a:t>
            </a:r>
          </a:p>
        </p:txBody>
      </p:sp>
      <p:sp>
        <p:nvSpPr>
          <p:cNvPr id="4" name="Slide Number Placeholder 3"/>
          <p:cNvSpPr>
            <a:spLocks noGrp="1"/>
          </p:cNvSpPr>
          <p:nvPr>
            <p:ph type="sldNum" sz="quarter" idx="12"/>
          </p:nvPr>
        </p:nvSpPr>
        <p:spPr/>
        <p:txBody>
          <a:bodyPr/>
          <a:lstStyle/>
          <a:p>
            <a:fld id="{F815AC96-4A5A-4699-9DBD-ACAB251D8CBA}" type="slidenum">
              <a:rPr lang="en-US" smtClean="0"/>
              <a:pPr/>
              <a:t>9</a:t>
            </a:fld>
            <a:endParaRPr lang="en-US"/>
          </a:p>
        </p:txBody>
      </p:sp>
    </p:spTree>
    <p:extLst>
      <p:ext uri="{BB962C8B-B14F-4D97-AF65-F5344CB8AC3E}">
        <p14:creationId xmlns:p14="http://schemas.microsoft.com/office/powerpoint/2010/main" val="2354023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IN"/>
              <a:t>Kinds of Data Movement	</a:t>
            </a:r>
            <a:endParaRPr lang="en-IN" dirty="0"/>
          </a:p>
        </p:txBody>
      </p:sp>
      <p:sp>
        <p:nvSpPr>
          <p:cNvPr id="7" name="Content Placeholder 6"/>
          <p:cNvSpPr>
            <a:spLocks noGrp="1"/>
          </p:cNvSpPr>
          <p:nvPr>
            <p:ph idx="1"/>
          </p:nvPr>
        </p:nvSpPr>
        <p:spPr/>
        <p:txBody>
          <a:bodyPr>
            <a:normAutofit/>
          </a:bodyPr>
          <a:lstStyle/>
          <a:p>
            <a:r>
              <a:rPr lang="en-IN" sz="2400" dirty="0"/>
              <a:t>Broadly three types:</a:t>
            </a:r>
          </a:p>
          <a:p>
            <a:pPr marL="914400" lvl="1" indent="-457200">
              <a:buFont typeface="+mj-lt"/>
              <a:buAutoNum type="alphaLcParenR"/>
            </a:pPr>
            <a:r>
              <a:rPr lang="en-IN" sz="2000" dirty="0"/>
              <a:t>Register to Register </a:t>
            </a:r>
          </a:p>
          <a:p>
            <a:pPr marL="914400" lvl="1" indent="-457200">
              <a:buFont typeface="+mj-lt"/>
              <a:buAutoNum type="alphaLcParenR"/>
            </a:pPr>
            <a:r>
              <a:rPr lang="en-IN" sz="2000" dirty="0"/>
              <a:t>Register to ALU</a:t>
            </a:r>
          </a:p>
          <a:p>
            <a:pPr marL="914400" lvl="1" indent="-457200">
              <a:spcAft>
                <a:spcPts val="1200"/>
              </a:spcAft>
              <a:buFont typeface="+mj-lt"/>
              <a:buAutoNum type="alphaLcParenR"/>
            </a:pPr>
            <a:r>
              <a:rPr lang="en-IN" sz="2000" dirty="0"/>
              <a:t>ALU to Register</a:t>
            </a:r>
          </a:p>
          <a:p>
            <a:r>
              <a:rPr lang="en-IN" sz="2400" dirty="0"/>
              <a:t>Data movement is supported in the data path by:</a:t>
            </a:r>
          </a:p>
          <a:p>
            <a:pPr lvl="1"/>
            <a:r>
              <a:rPr lang="en-IN" sz="2000" dirty="0"/>
              <a:t>The Registers</a:t>
            </a:r>
          </a:p>
          <a:p>
            <a:pPr lvl="1"/>
            <a:r>
              <a:rPr lang="en-IN" sz="2000" dirty="0"/>
              <a:t>The Bus (single or multiple)</a:t>
            </a:r>
          </a:p>
          <a:p>
            <a:pPr lvl="1"/>
            <a:r>
              <a:rPr lang="en-IN" sz="2000" dirty="0"/>
              <a:t>The ALU temporary Register (</a:t>
            </a:r>
            <a:r>
              <a:rPr lang="en-IN" sz="2000" i="1" dirty="0">
                <a:solidFill>
                  <a:srgbClr val="C00000"/>
                </a:solidFill>
              </a:rPr>
              <a:t>Y</a:t>
            </a:r>
            <a:r>
              <a:rPr lang="en-IN" sz="2000" dirty="0"/>
              <a:t> and </a:t>
            </a:r>
            <a:r>
              <a:rPr lang="en-IN" sz="2000" i="1" dirty="0">
                <a:solidFill>
                  <a:srgbClr val="C00000"/>
                </a:solidFill>
              </a:rPr>
              <a:t>Z</a:t>
            </a:r>
            <a:r>
              <a:rPr lang="en-IN" sz="2000" dirty="0"/>
              <a:t>)</a:t>
            </a:r>
          </a:p>
        </p:txBody>
      </p:sp>
      <p:sp>
        <p:nvSpPr>
          <p:cNvPr id="5" name="Slide Number Placeholder 4"/>
          <p:cNvSpPr>
            <a:spLocks noGrp="1"/>
          </p:cNvSpPr>
          <p:nvPr>
            <p:ph type="sldNum" sz="quarter" idx="12"/>
          </p:nvPr>
        </p:nvSpPr>
        <p:spPr/>
        <p:txBody>
          <a:bodyPr/>
          <a:lstStyle/>
          <a:p>
            <a:fld id="{F815AC96-4A5A-4699-9DBD-ACAB251D8CBA}" type="slidenum">
              <a:rPr lang="en-US" smtClean="0"/>
              <a:pPr/>
              <a:t>10</a:t>
            </a:fld>
            <a:endParaRPr lang="en-US"/>
          </a:p>
        </p:txBody>
      </p:sp>
    </p:spTree>
    <p:extLst>
      <p:ext uri="{BB962C8B-B14F-4D97-AF65-F5344CB8AC3E}">
        <p14:creationId xmlns:p14="http://schemas.microsoft.com/office/powerpoint/2010/main" val="894055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737600" y="6518275"/>
            <a:ext cx="2844800" cy="365125"/>
          </a:xfrm>
        </p:spPr>
        <p:txBody>
          <a:bodyPr/>
          <a:lstStyle/>
          <a:p>
            <a:fld id="{F815AC96-4A5A-4699-9DBD-ACAB251D8CBA}" type="slidenum">
              <a:rPr lang="en-US" smtClean="0"/>
              <a:t>11</a:t>
            </a:fld>
            <a:endParaRPr lang="en-US"/>
          </a:p>
        </p:txBody>
      </p:sp>
      <p:grpSp>
        <p:nvGrpSpPr>
          <p:cNvPr id="20" name="Group 19">
            <a:extLst>
              <a:ext uri="{FF2B5EF4-FFF2-40B4-BE49-F238E27FC236}">
                <a16:creationId xmlns:a16="http://schemas.microsoft.com/office/drawing/2014/main" id="{61978396-B7D6-CEC7-B0B9-01CDD489C96D}"/>
              </a:ext>
            </a:extLst>
          </p:cNvPr>
          <p:cNvGrpSpPr/>
          <p:nvPr/>
        </p:nvGrpSpPr>
        <p:grpSpPr>
          <a:xfrm>
            <a:off x="27607" y="187564"/>
            <a:ext cx="11859593" cy="6342310"/>
            <a:chOff x="27607" y="-474910"/>
            <a:chExt cx="11859593" cy="6342310"/>
          </a:xfrm>
        </p:grpSpPr>
        <p:sp>
          <p:nvSpPr>
            <p:cNvPr id="59" name="Freeform 58"/>
            <p:cNvSpPr>
              <a:spLocks/>
            </p:cNvSpPr>
            <p:nvPr/>
          </p:nvSpPr>
          <p:spPr bwMode="auto">
            <a:xfrm rot="16200000">
              <a:off x="3097337" y="3887663"/>
              <a:ext cx="612528" cy="1320803"/>
            </a:xfrm>
            <a:custGeom>
              <a:avLst/>
              <a:gdLst>
                <a:gd name="T0" fmla="*/ 600075 w 47"/>
                <a:gd name="T1" fmla="*/ 0 h 75"/>
                <a:gd name="T2" fmla="*/ 600075 w 47"/>
                <a:gd name="T3" fmla="*/ 420497 h 75"/>
                <a:gd name="T4" fmla="*/ 485167 w 47"/>
                <a:gd name="T5" fmla="*/ 471466 h 75"/>
                <a:gd name="T6" fmla="*/ 600075 w 47"/>
                <a:gd name="T7" fmla="*/ 535178 h 75"/>
                <a:gd name="T8" fmla="*/ 600075 w 47"/>
                <a:gd name="T9" fmla="*/ 955675 h 75"/>
                <a:gd name="T10" fmla="*/ 0 w 47"/>
                <a:gd name="T11" fmla="*/ 764540 h 75"/>
                <a:gd name="T12" fmla="*/ 0 w 47"/>
                <a:gd name="T13" fmla="*/ 178393 h 75"/>
                <a:gd name="T14" fmla="*/ 600075 w 47"/>
                <a:gd name="T15" fmla="*/ 0 h 75"/>
                <a:gd name="T16" fmla="*/ 0 60000 65536"/>
                <a:gd name="T17" fmla="*/ 0 60000 65536"/>
                <a:gd name="T18" fmla="*/ 0 60000 65536"/>
                <a:gd name="T19" fmla="*/ 0 60000 65536"/>
                <a:gd name="T20" fmla="*/ 0 60000 65536"/>
                <a:gd name="T21" fmla="*/ 0 60000 65536"/>
                <a:gd name="T22" fmla="*/ 0 60000 65536"/>
                <a:gd name="T23" fmla="*/ 0 60000 65536"/>
                <a:gd name="T24" fmla="*/ 0 w 47"/>
                <a:gd name="T25" fmla="*/ 0 h 75"/>
                <a:gd name="T26" fmla="*/ 47 w 47"/>
                <a:gd name="T27" fmla="*/ 75 h 7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 h="75">
                  <a:moveTo>
                    <a:pt x="47" y="0"/>
                  </a:moveTo>
                  <a:lnTo>
                    <a:pt x="47" y="33"/>
                  </a:lnTo>
                  <a:lnTo>
                    <a:pt x="38" y="37"/>
                  </a:lnTo>
                  <a:lnTo>
                    <a:pt x="47" y="42"/>
                  </a:lnTo>
                  <a:lnTo>
                    <a:pt x="47" y="75"/>
                  </a:lnTo>
                  <a:lnTo>
                    <a:pt x="0" y="60"/>
                  </a:lnTo>
                  <a:lnTo>
                    <a:pt x="0" y="14"/>
                  </a:lnTo>
                  <a:lnTo>
                    <a:pt x="47" y="0"/>
                  </a:lnTo>
                </a:path>
              </a:pathLst>
            </a:custGeom>
            <a:solidFill>
              <a:schemeClr val="accent5">
                <a:lumMod val="20000"/>
                <a:lumOff val="80000"/>
              </a:schemeClr>
            </a:solidFill>
            <a:ln w="25400">
              <a:solidFill>
                <a:srgbClr val="800000"/>
              </a:solidFill>
              <a:prstDash val="solid"/>
              <a:round/>
              <a:headEnd/>
              <a:tailEnd/>
            </a:ln>
          </p:spPr>
          <p:txBody>
            <a:bodyPr vert="vert" lIns="121917" tIns="60958" rIns="121917" bIns="60958" anchor="t" anchorCtr="0"/>
            <a:lstStyle/>
            <a:p>
              <a:endParaRPr lang="en-US" dirty="0"/>
            </a:p>
            <a:p>
              <a:r>
                <a:rPr lang="en-US" dirty="0"/>
                <a:t>       </a:t>
              </a:r>
            </a:p>
          </p:txBody>
        </p:sp>
        <p:sp>
          <p:nvSpPr>
            <p:cNvPr id="32" name="TextBox 31"/>
            <p:cNvSpPr txBox="1"/>
            <p:nvPr/>
          </p:nvSpPr>
          <p:spPr>
            <a:xfrm>
              <a:off x="3657600" y="381000"/>
              <a:ext cx="4064000" cy="533480"/>
            </a:xfrm>
            <a:prstGeom prst="rect">
              <a:avLst/>
            </a:prstGeom>
            <a:noFill/>
          </p:spPr>
          <p:txBody>
            <a:bodyPr wrap="square" lIns="121917" tIns="60958" rIns="121917" bIns="60958" rtlCol="0">
              <a:spAutoFit/>
            </a:bodyPr>
            <a:lstStyle/>
            <a:p>
              <a:pPr algn="ctr"/>
              <a:r>
                <a:rPr lang="en-US" sz="2700" b="1" dirty="0">
                  <a:solidFill>
                    <a:srgbClr val="800000"/>
                  </a:solidFill>
                </a:rPr>
                <a:t>Internal Processor Bus</a:t>
              </a:r>
            </a:p>
          </p:txBody>
        </p:sp>
        <p:grpSp>
          <p:nvGrpSpPr>
            <p:cNvPr id="83" name="Group 82"/>
            <p:cNvGrpSpPr/>
            <p:nvPr/>
          </p:nvGrpSpPr>
          <p:grpSpPr>
            <a:xfrm>
              <a:off x="406400" y="889000"/>
              <a:ext cx="11277600" cy="4978400"/>
              <a:chOff x="152400" y="666750"/>
              <a:chExt cx="8458200" cy="3733800"/>
            </a:xfrm>
          </p:grpSpPr>
          <p:sp>
            <p:nvSpPr>
              <p:cNvPr id="5" name="Up-Down Arrow 4"/>
              <p:cNvSpPr/>
              <p:nvPr/>
            </p:nvSpPr>
            <p:spPr>
              <a:xfrm>
                <a:off x="3962400" y="666750"/>
                <a:ext cx="381000" cy="3733800"/>
              </a:xfrm>
              <a:prstGeom prst="upDownArrow">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a:off x="1981200" y="819150"/>
                <a:ext cx="914400" cy="3048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95000"/>
                        <a:lumOff val="5000"/>
                      </a:schemeClr>
                    </a:solidFill>
                  </a:rPr>
                  <a:t>PC</a:t>
                </a:r>
              </a:p>
            </p:txBody>
          </p:sp>
          <p:sp>
            <p:nvSpPr>
              <p:cNvPr id="7" name="Rectangle 6"/>
              <p:cNvSpPr/>
              <p:nvPr/>
            </p:nvSpPr>
            <p:spPr>
              <a:xfrm>
                <a:off x="1981200" y="1276350"/>
                <a:ext cx="914400" cy="3048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95000"/>
                        <a:lumOff val="5000"/>
                      </a:schemeClr>
                    </a:solidFill>
                  </a:rPr>
                  <a:t>MAR</a:t>
                </a:r>
              </a:p>
            </p:txBody>
          </p:sp>
          <p:sp>
            <p:nvSpPr>
              <p:cNvPr id="8" name="Rectangle 7"/>
              <p:cNvSpPr/>
              <p:nvPr/>
            </p:nvSpPr>
            <p:spPr>
              <a:xfrm>
                <a:off x="1981200" y="1733550"/>
                <a:ext cx="914400" cy="3048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95000"/>
                        <a:lumOff val="5000"/>
                      </a:schemeClr>
                    </a:solidFill>
                  </a:rPr>
                  <a:t>MDR</a:t>
                </a:r>
              </a:p>
            </p:txBody>
          </p:sp>
          <p:sp>
            <p:nvSpPr>
              <p:cNvPr id="9" name="Rectangle 8"/>
              <p:cNvSpPr/>
              <p:nvPr/>
            </p:nvSpPr>
            <p:spPr>
              <a:xfrm>
                <a:off x="1981200" y="2190750"/>
                <a:ext cx="914400" cy="3048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95000"/>
                        <a:lumOff val="5000"/>
                      </a:schemeClr>
                    </a:solidFill>
                  </a:rPr>
                  <a:t>Y</a:t>
                </a:r>
              </a:p>
            </p:txBody>
          </p:sp>
          <p:sp>
            <p:nvSpPr>
              <p:cNvPr id="10" name="Rectangle 9"/>
              <p:cNvSpPr/>
              <p:nvPr/>
            </p:nvSpPr>
            <p:spPr>
              <a:xfrm>
                <a:off x="5410200" y="1885950"/>
                <a:ext cx="914400" cy="3048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95000"/>
                        <a:lumOff val="5000"/>
                      </a:schemeClr>
                    </a:solidFill>
                  </a:rPr>
                  <a:t>IR</a:t>
                </a:r>
              </a:p>
            </p:txBody>
          </p:sp>
          <p:sp>
            <p:nvSpPr>
              <p:cNvPr id="11" name="Rectangle 10"/>
              <p:cNvSpPr/>
              <p:nvPr/>
            </p:nvSpPr>
            <p:spPr>
              <a:xfrm>
                <a:off x="5410200" y="2266950"/>
                <a:ext cx="914400" cy="3048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95000"/>
                        <a:lumOff val="5000"/>
                      </a:schemeClr>
                    </a:solidFill>
                  </a:rPr>
                  <a:t>R0</a:t>
                </a:r>
              </a:p>
            </p:txBody>
          </p:sp>
          <p:sp>
            <p:nvSpPr>
              <p:cNvPr id="12" name="Rectangle 11"/>
              <p:cNvSpPr/>
              <p:nvPr/>
            </p:nvSpPr>
            <p:spPr>
              <a:xfrm>
                <a:off x="5410200" y="2647950"/>
                <a:ext cx="914400" cy="3048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95000"/>
                        <a:lumOff val="5000"/>
                      </a:schemeClr>
                    </a:solidFill>
                  </a:rPr>
                  <a:t>R1</a:t>
                </a:r>
              </a:p>
            </p:txBody>
          </p:sp>
          <p:sp>
            <p:nvSpPr>
              <p:cNvPr id="13" name="Rectangle 12"/>
              <p:cNvSpPr/>
              <p:nvPr/>
            </p:nvSpPr>
            <p:spPr>
              <a:xfrm>
                <a:off x="5410200" y="3409950"/>
                <a:ext cx="914400" cy="3048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tIns="0" rtlCol="0" anchor="ctr"/>
              <a:lstStyle/>
              <a:p>
                <a:pPr algn="ctr"/>
                <a:r>
                  <a:rPr lang="en-US" dirty="0">
                    <a:solidFill>
                      <a:schemeClr val="tx1">
                        <a:lumMod val="95000"/>
                        <a:lumOff val="5000"/>
                      </a:schemeClr>
                    </a:solidFill>
                  </a:rPr>
                  <a:t>R</a:t>
                </a:r>
                <a:r>
                  <a:rPr lang="en-US" baseline="-25000" dirty="0">
                    <a:solidFill>
                      <a:schemeClr val="tx1">
                        <a:lumMod val="95000"/>
                        <a:lumOff val="5000"/>
                      </a:schemeClr>
                    </a:solidFill>
                  </a:rPr>
                  <a:t>n-1</a:t>
                </a:r>
              </a:p>
            </p:txBody>
          </p:sp>
          <p:sp>
            <p:nvSpPr>
              <p:cNvPr id="15" name="Rectangle 14"/>
              <p:cNvSpPr/>
              <p:nvPr/>
            </p:nvSpPr>
            <p:spPr>
              <a:xfrm>
                <a:off x="5410200" y="819150"/>
                <a:ext cx="1752600" cy="8382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D0D0D"/>
                    </a:solidFill>
                  </a:rPr>
                  <a:t>Instruction Decoding and Control Unit</a:t>
                </a:r>
              </a:p>
            </p:txBody>
          </p:sp>
          <p:sp>
            <p:nvSpPr>
              <p:cNvPr id="16" name="Rectangle 15"/>
              <p:cNvSpPr/>
              <p:nvPr/>
            </p:nvSpPr>
            <p:spPr>
              <a:xfrm>
                <a:off x="1981200" y="3867150"/>
                <a:ext cx="914400" cy="3048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95000"/>
                        <a:lumOff val="5000"/>
                      </a:schemeClr>
                    </a:solidFill>
                  </a:rPr>
                  <a:t>Z</a:t>
                </a:r>
              </a:p>
            </p:txBody>
          </p:sp>
          <p:sp>
            <p:nvSpPr>
              <p:cNvPr id="17" name="Trapezoid 16"/>
              <p:cNvSpPr/>
              <p:nvPr/>
            </p:nvSpPr>
            <p:spPr>
              <a:xfrm rot="10800000">
                <a:off x="1447800" y="2647950"/>
                <a:ext cx="838200" cy="304799"/>
              </a:xfrm>
              <a:prstGeom prst="trapezoid">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0D0D0D"/>
                  </a:solidFill>
                </a:endParaRPr>
              </a:p>
            </p:txBody>
          </p:sp>
          <p:cxnSp>
            <p:nvCxnSpPr>
              <p:cNvPr id="14" name="Straight Arrow Connector 13"/>
              <p:cNvCxnSpPr>
                <a:stCxn id="6" idx="3"/>
              </p:cNvCxnSpPr>
              <p:nvPr/>
            </p:nvCxnSpPr>
            <p:spPr>
              <a:xfrm>
                <a:off x="2895600" y="971550"/>
                <a:ext cx="1143000" cy="0"/>
              </a:xfrm>
              <a:prstGeom prst="straightConnector1">
                <a:avLst/>
              </a:prstGeom>
              <a:ln>
                <a:solidFill>
                  <a:schemeClr val="tx1">
                    <a:lumMod val="95000"/>
                    <a:lumOff val="5000"/>
                  </a:schemeClr>
                </a:solidFill>
                <a:headEnd type="arrow"/>
                <a:tailEnd type="arrow"/>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a:endCxn id="7" idx="3"/>
              </p:cNvCxnSpPr>
              <p:nvPr/>
            </p:nvCxnSpPr>
            <p:spPr>
              <a:xfrm flipH="1">
                <a:off x="2895600" y="1428750"/>
                <a:ext cx="1143000" cy="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a:stCxn id="9" idx="3"/>
              </p:cNvCxnSpPr>
              <p:nvPr/>
            </p:nvCxnSpPr>
            <p:spPr>
              <a:xfrm>
                <a:off x="2895600" y="2343150"/>
                <a:ext cx="1143000" cy="0"/>
              </a:xfrm>
              <a:prstGeom prst="straightConnector1">
                <a:avLst/>
              </a:prstGeom>
              <a:ln>
                <a:solidFill>
                  <a:schemeClr val="tx1">
                    <a:lumMod val="95000"/>
                    <a:lumOff val="5000"/>
                  </a:schemeClr>
                </a:solidFill>
                <a:headEnd type="arrow"/>
                <a:tailEnd type="arrow"/>
              </a:ln>
              <a:effectLst/>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13" idx="1"/>
              </p:cNvCxnSpPr>
              <p:nvPr/>
            </p:nvCxnSpPr>
            <p:spPr>
              <a:xfrm flipH="1">
                <a:off x="4267200" y="3562350"/>
                <a:ext cx="1143000" cy="0"/>
              </a:xfrm>
              <a:prstGeom prst="straightConnector1">
                <a:avLst/>
              </a:prstGeom>
              <a:ln>
                <a:solidFill>
                  <a:schemeClr val="tx1">
                    <a:lumMod val="95000"/>
                    <a:lumOff val="5000"/>
                  </a:schemeClr>
                </a:solidFill>
                <a:headEnd type="arrow"/>
                <a:tailEnd type="arrow"/>
              </a:ln>
              <a:effectLst/>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flipH="1">
                <a:off x="4267200" y="2419350"/>
                <a:ext cx="1143000" cy="0"/>
              </a:xfrm>
              <a:prstGeom prst="straightConnector1">
                <a:avLst/>
              </a:prstGeom>
              <a:ln>
                <a:solidFill>
                  <a:schemeClr val="tx1">
                    <a:lumMod val="95000"/>
                    <a:lumOff val="5000"/>
                  </a:schemeClr>
                </a:solidFill>
                <a:headEnd type="arrow"/>
                <a:tailEnd type="arrow"/>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flipH="1">
                <a:off x="4267200" y="2800350"/>
                <a:ext cx="1143000" cy="0"/>
              </a:xfrm>
              <a:prstGeom prst="straightConnector1">
                <a:avLst/>
              </a:prstGeom>
              <a:ln>
                <a:solidFill>
                  <a:schemeClr val="tx1">
                    <a:lumMod val="95000"/>
                    <a:lumOff val="5000"/>
                  </a:schemeClr>
                </a:solidFill>
                <a:headEnd type="arrow"/>
                <a:tailEnd type="arrow"/>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a:endCxn id="10" idx="1"/>
              </p:cNvCxnSpPr>
              <p:nvPr/>
            </p:nvCxnSpPr>
            <p:spPr>
              <a:xfrm>
                <a:off x="4267200" y="2038350"/>
                <a:ext cx="1143000" cy="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a:stCxn id="15" idx="1"/>
              </p:cNvCxnSpPr>
              <p:nvPr/>
            </p:nvCxnSpPr>
            <p:spPr>
              <a:xfrm flipH="1">
                <a:off x="4267200" y="1238250"/>
                <a:ext cx="1143000" cy="36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a:stCxn id="10" idx="0"/>
              </p:cNvCxnSpPr>
              <p:nvPr/>
            </p:nvCxnSpPr>
            <p:spPr>
              <a:xfrm flipV="1">
                <a:off x="5867400" y="1657350"/>
                <a:ext cx="0" cy="2286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a:stCxn id="16" idx="3"/>
              </p:cNvCxnSpPr>
              <p:nvPr/>
            </p:nvCxnSpPr>
            <p:spPr>
              <a:xfrm>
                <a:off x="2895600" y="4019550"/>
                <a:ext cx="1143000" cy="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a:endCxn id="16" idx="0"/>
              </p:cNvCxnSpPr>
              <p:nvPr/>
            </p:nvCxnSpPr>
            <p:spPr>
              <a:xfrm>
                <a:off x="2438400" y="3638550"/>
                <a:ext cx="0" cy="2286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flipH="1">
                <a:off x="2819400" y="2724150"/>
                <a:ext cx="1219200" cy="0"/>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a:off x="2819400" y="2724150"/>
                <a:ext cx="0" cy="4572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a:stCxn id="17" idx="0"/>
              </p:cNvCxnSpPr>
              <p:nvPr/>
            </p:nvCxnSpPr>
            <p:spPr>
              <a:xfrm>
                <a:off x="1866900" y="2952749"/>
                <a:ext cx="190500" cy="228601"/>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a:off x="1524000" y="2419350"/>
                <a:ext cx="0" cy="2286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a:off x="2133600" y="2495550"/>
                <a:ext cx="0" cy="1524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152400" y="1200150"/>
                <a:ext cx="1143000" cy="9144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95000"/>
                        <a:lumOff val="5000"/>
                      </a:schemeClr>
                    </a:solidFill>
                  </a:rPr>
                  <a:t>MEMORY</a:t>
                </a:r>
              </a:p>
            </p:txBody>
          </p:sp>
          <p:cxnSp>
            <p:nvCxnSpPr>
              <p:cNvPr id="64" name="Straight Arrow Connector 63"/>
              <p:cNvCxnSpPr>
                <a:stCxn id="7" idx="1"/>
              </p:cNvCxnSpPr>
              <p:nvPr/>
            </p:nvCxnSpPr>
            <p:spPr>
              <a:xfrm flipH="1">
                <a:off x="1295400" y="1428750"/>
                <a:ext cx="685800" cy="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p:cNvCxnSpPr>
                <a:stCxn id="8" idx="1"/>
              </p:cNvCxnSpPr>
              <p:nvPr/>
            </p:nvCxnSpPr>
            <p:spPr>
              <a:xfrm flipH="1">
                <a:off x="1295400" y="1885950"/>
                <a:ext cx="685800" cy="0"/>
              </a:xfrm>
              <a:prstGeom prst="straightConnector1">
                <a:avLst/>
              </a:prstGeom>
              <a:ln>
                <a:solidFill>
                  <a:schemeClr val="tx1">
                    <a:lumMod val="95000"/>
                    <a:lumOff val="5000"/>
                  </a:schemeClr>
                </a:solidFill>
                <a:headEnd type="arrow"/>
                <a:tailEnd type="arrow"/>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1371600" y="2114550"/>
                <a:ext cx="304800" cy="276999"/>
              </a:xfrm>
              <a:prstGeom prst="rect">
                <a:avLst/>
              </a:prstGeom>
              <a:noFill/>
            </p:spPr>
            <p:txBody>
              <a:bodyPr wrap="square" rtlCol="0">
                <a:spAutoFit/>
              </a:bodyPr>
              <a:lstStyle/>
              <a:p>
                <a:r>
                  <a:rPr lang="en-US" dirty="0"/>
                  <a:t>4</a:t>
                </a:r>
              </a:p>
            </p:txBody>
          </p:sp>
          <p:cxnSp>
            <p:nvCxnSpPr>
              <p:cNvPr id="69" name="Straight Arrow Connector 68"/>
              <p:cNvCxnSpPr>
                <a:endCxn id="17" idx="3"/>
              </p:cNvCxnSpPr>
              <p:nvPr/>
            </p:nvCxnSpPr>
            <p:spPr>
              <a:xfrm flipV="1">
                <a:off x="1143000" y="2800349"/>
                <a:ext cx="342900" cy="1"/>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71" name="Straight Arrow Connector 70"/>
              <p:cNvCxnSpPr/>
              <p:nvPr/>
            </p:nvCxnSpPr>
            <p:spPr>
              <a:xfrm>
                <a:off x="1075914" y="3448880"/>
                <a:ext cx="914400" cy="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152400" y="3181350"/>
                <a:ext cx="1066800" cy="484748"/>
              </a:xfrm>
              <a:prstGeom prst="rect">
                <a:avLst/>
              </a:prstGeom>
              <a:noFill/>
            </p:spPr>
            <p:txBody>
              <a:bodyPr wrap="square" rtlCol="0">
                <a:spAutoFit/>
              </a:bodyPr>
              <a:lstStyle/>
              <a:p>
                <a:pPr algn="ctr"/>
                <a:r>
                  <a:rPr lang="en-US" dirty="0"/>
                  <a:t>Function select</a:t>
                </a:r>
              </a:p>
            </p:txBody>
          </p:sp>
          <p:sp>
            <p:nvSpPr>
              <p:cNvPr id="73" name="TextBox 72"/>
              <p:cNvSpPr txBox="1"/>
              <p:nvPr/>
            </p:nvSpPr>
            <p:spPr>
              <a:xfrm>
                <a:off x="594692" y="2643056"/>
                <a:ext cx="685800" cy="276999"/>
              </a:xfrm>
              <a:prstGeom prst="rect">
                <a:avLst/>
              </a:prstGeom>
              <a:noFill/>
            </p:spPr>
            <p:txBody>
              <a:bodyPr wrap="square" rtlCol="0">
                <a:spAutoFit/>
              </a:bodyPr>
              <a:lstStyle/>
              <a:p>
                <a:r>
                  <a:rPr lang="en-US" dirty="0"/>
                  <a:t>Select</a:t>
                </a:r>
              </a:p>
            </p:txBody>
          </p:sp>
          <p:sp>
            <p:nvSpPr>
              <p:cNvPr id="74" name="TextBox 73"/>
              <p:cNvSpPr txBox="1"/>
              <p:nvPr/>
            </p:nvSpPr>
            <p:spPr>
              <a:xfrm>
                <a:off x="2057400" y="3292408"/>
                <a:ext cx="685800" cy="276999"/>
              </a:xfrm>
              <a:prstGeom prst="rect">
                <a:avLst/>
              </a:prstGeom>
              <a:noFill/>
            </p:spPr>
            <p:txBody>
              <a:bodyPr wrap="square" rtlCol="0">
                <a:spAutoFit/>
              </a:bodyPr>
              <a:lstStyle/>
              <a:p>
                <a:pPr algn="ctr"/>
                <a:r>
                  <a:rPr lang="en-US" dirty="0"/>
                  <a:t>ALU</a:t>
                </a:r>
              </a:p>
            </p:txBody>
          </p:sp>
          <p:cxnSp>
            <p:nvCxnSpPr>
              <p:cNvPr id="76" name="Straight Arrow Connector 75"/>
              <p:cNvCxnSpPr/>
              <p:nvPr/>
            </p:nvCxnSpPr>
            <p:spPr>
              <a:xfrm>
                <a:off x="7162800" y="971550"/>
                <a:ext cx="381000" cy="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78" name="Straight Arrow Connector 77"/>
              <p:cNvCxnSpPr/>
              <p:nvPr/>
            </p:nvCxnSpPr>
            <p:spPr>
              <a:xfrm>
                <a:off x="7162800" y="1504950"/>
                <a:ext cx="381000" cy="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7543800" y="895350"/>
                <a:ext cx="1066800" cy="484748"/>
              </a:xfrm>
              <a:prstGeom prst="rect">
                <a:avLst/>
              </a:prstGeom>
              <a:noFill/>
            </p:spPr>
            <p:txBody>
              <a:bodyPr wrap="square" rtlCol="0">
                <a:spAutoFit/>
              </a:bodyPr>
              <a:lstStyle/>
              <a:p>
                <a:pPr algn="ctr"/>
                <a:r>
                  <a:rPr lang="en-US" dirty="0"/>
                  <a:t>Control signals</a:t>
                </a:r>
              </a:p>
            </p:txBody>
          </p:sp>
          <p:sp>
            <p:nvSpPr>
              <p:cNvPr id="80" name="TextBox 79"/>
              <p:cNvSpPr txBox="1"/>
              <p:nvPr/>
            </p:nvSpPr>
            <p:spPr>
              <a:xfrm>
                <a:off x="1600200" y="2670188"/>
                <a:ext cx="685800" cy="276999"/>
              </a:xfrm>
              <a:prstGeom prst="rect">
                <a:avLst/>
              </a:prstGeom>
              <a:noFill/>
            </p:spPr>
            <p:txBody>
              <a:bodyPr wrap="square" rtlCol="0">
                <a:spAutoFit/>
              </a:bodyPr>
              <a:lstStyle/>
              <a:p>
                <a:r>
                  <a:rPr lang="en-US" dirty="0"/>
                  <a:t>MUX</a:t>
                </a:r>
              </a:p>
            </p:txBody>
          </p:sp>
          <p:sp>
            <p:nvSpPr>
              <p:cNvPr id="81" name="TextBox 80"/>
              <p:cNvSpPr txBox="1"/>
              <p:nvPr/>
            </p:nvSpPr>
            <p:spPr>
              <a:xfrm>
                <a:off x="5715000" y="2952750"/>
                <a:ext cx="381000" cy="549381"/>
              </a:xfrm>
              <a:prstGeom prst="rect">
                <a:avLst/>
              </a:prstGeom>
              <a:noFill/>
            </p:spPr>
            <p:txBody>
              <a:bodyPr wrap="square" rtlCol="0">
                <a:spAutoFit/>
              </a:bodyPr>
              <a:lstStyle/>
              <a:p>
                <a:pPr>
                  <a:lnSpc>
                    <a:spcPct val="30000"/>
                  </a:lnSpc>
                </a:pPr>
                <a:r>
                  <a:rPr lang="en-US" sz="3200" b="1" dirty="0"/>
                  <a:t>.</a:t>
                </a:r>
              </a:p>
              <a:p>
                <a:pPr>
                  <a:lnSpc>
                    <a:spcPct val="30000"/>
                  </a:lnSpc>
                </a:pPr>
                <a:r>
                  <a:rPr lang="en-US" sz="3200" b="1" dirty="0"/>
                  <a:t>.</a:t>
                </a:r>
              </a:p>
              <a:p>
                <a:pPr>
                  <a:lnSpc>
                    <a:spcPct val="30000"/>
                  </a:lnSpc>
                </a:pPr>
                <a:r>
                  <a:rPr lang="en-US" sz="3200" b="1" dirty="0"/>
                  <a:t>.</a:t>
                </a:r>
              </a:p>
            </p:txBody>
          </p:sp>
          <p:sp>
            <p:nvSpPr>
              <p:cNvPr id="82" name="TextBox 81"/>
              <p:cNvSpPr txBox="1"/>
              <p:nvPr/>
            </p:nvSpPr>
            <p:spPr>
              <a:xfrm>
                <a:off x="7239000" y="1047750"/>
                <a:ext cx="381000" cy="549381"/>
              </a:xfrm>
              <a:prstGeom prst="rect">
                <a:avLst/>
              </a:prstGeom>
              <a:noFill/>
            </p:spPr>
            <p:txBody>
              <a:bodyPr wrap="square" rtlCol="0">
                <a:spAutoFit/>
              </a:bodyPr>
              <a:lstStyle/>
              <a:p>
                <a:pPr>
                  <a:lnSpc>
                    <a:spcPct val="30000"/>
                  </a:lnSpc>
                </a:pPr>
                <a:r>
                  <a:rPr lang="en-US" sz="3200" b="1" dirty="0"/>
                  <a:t>.</a:t>
                </a:r>
              </a:p>
              <a:p>
                <a:pPr>
                  <a:lnSpc>
                    <a:spcPct val="30000"/>
                  </a:lnSpc>
                </a:pPr>
                <a:r>
                  <a:rPr lang="en-US" sz="3200" b="1" dirty="0"/>
                  <a:t>.</a:t>
                </a:r>
              </a:p>
              <a:p>
                <a:pPr>
                  <a:lnSpc>
                    <a:spcPct val="30000"/>
                  </a:lnSpc>
                </a:pPr>
                <a:r>
                  <a:rPr lang="en-US" sz="3200" b="1" dirty="0"/>
                  <a:t>.</a:t>
                </a:r>
              </a:p>
            </p:txBody>
          </p:sp>
        </p:grpSp>
        <p:cxnSp>
          <p:nvCxnSpPr>
            <p:cNvPr id="86" name="Straight Arrow Connector 85"/>
            <p:cNvCxnSpPr/>
            <p:nvPr/>
          </p:nvCxnSpPr>
          <p:spPr>
            <a:xfrm flipH="1">
              <a:off x="3890617" y="4648200"/>
              <a:ext cx="609600" cy="48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4165600" y="4603195"/>
              <a:ext cx="1524000" cy="451405"/>
            </a:xfrm>
            <a:prstGeom prst="rect">
              <a:avLst/>
            </a:prstGeom>
            <a:noFill/>
          </p:spPr>
          <p:txBody>
            <a:bodyPr wrap="square" lIns="121917" tIns="60958" rIns="121917" bIns="60958" rtlCol="0">
              <a:spAutoFit/>
            </a:bodyPr>
            <a:lstStyle/>
            <a:p>
              <a:r>
                <a:rPr lang="en-US" sz="2100" dirty="0"/>
                <a:t>Carry-in</a:t>
              </a:r>
            </a:p>
          </p:txBody>
        </p:sp>
        <p:sp>
          <p:nvSpPr>
            <p:cNvPr id="2" name="TextBox 1"/>
            <p:cNvSpPr txBox="1"/>
            <p:nvPr/>
          </p:nvSpPr>
          <p:spPr>
            <a:xfrm>
              <a:off x="27607" y="-474910"/>
              <a:ext cx="2641600" cy="1107996"/>
            </a:xfrm>
            <a:prstGeom prst="rect">
              <a:avLst/>
            </a:prstGeom>
            <a:noFill/>
          </p:spPr>
          <p:txBody>
            <a:bodyPr wrap="square" lIns="121917" tIns="60958" rIns="121917" bIns="60958" rtlCol="0">
              <a:spAutoFit/>
            </a:bodyPr>
            <a:lstStyle/>
            <a:p>
              <a:pPr algn="ctr"/>
              <a:r>
                <a:rPr lang="en-US" sz="3200" b="1" dirty="0"/>
                <a:t>Single Bus Organization</a:t>
              </a:r>
            </a:p>
          </p:txBody>
        </p:sp>
        <p:sp>
          <p:nvSpPr>
            <p:cNvPr id="3" name="Right Brace 2"/>
            <p:cNvSpPr/>
            <p:nvPr/>
          </p:nvSpPr>
          <p:spPr>
            <a:xfrm>
              <a:off x="8839200" y="2921000"/>
              <a:ext cx="609600" cy="2032000"/>
            </a:xfrm>
            <a:prstGeom prst="rightBrace">
              <a:avLst/>
            </a:prstGeom>
            <a:ln>
              <a:solidFill>
                <a:srgbClr val="000090"/>
              </a:solidFill>
            </a:ln>
            <a:effectLst/>
          </p:spPr>
          <p:style>
            <a:lnRef idx="2">
              <a:schemeClr val="accent1"/>
            </a:lnRef>
            <a:fillRef idx="0">
              <a:schemeClr val="accent1"/>
            </a:fillRef>
            <a:effectRef idx="1">
              <a:schemeClr val="accent1"/>
            </a:effectRef>
            <a:fontRef idx="minor">
              <a:schemeClr val="tx1"/>
            </a:fontRef>
          </p:style>
          <p:txBody>
            <a:bodyPr lIns="121917" tIns="60958" rIns="121917" bIns="60958" rtlCol="0" anchor="ctr"/>
            <a:lstStyle/>
            <a:p>
              <a:pPr algn="ctr"/>
              <a:endParaRPr lang="en-US"/>
            </a:p>
          </p:txBody>
        </p:sp>
        <p:sp>
          <p:nvSpPr>
            <p:cNvPr id="18" name="TextBox 17"/>
            <p:cNvSpPr txBox="1"/>
            <p:nvPr/>
          </p:nvSpPr>
          <p:spPr>
            <a:xfrm>
              <a:off x="9550400" y="3530601"/>
              <a:ext cx="2336800" cy="677104"/>
            </a:xfrm>
            <a:prstGeom prst="rect">
              <a:avLst/>
            </a:prstGeom>
            <a:noFill/>
          </p:spPr>
          <p:txBody>
            <a:bodyPr wrap="square" lIns="121917" tIns="60958" rIns="121917" bIns="60958" rtlCol="0">
              <a:spAutoFit/>
            </a:bodyPr>
            <a:lstStyle/>
            <a:p>
              <a:r>
                <a:rPr lang="en-US" dirty="0"/>
                <a:t>General-purpose Registers</a:t>
              </a:r>
            </a:p>
          </p:txBody>
        </p:sp>
        <p:cxnSp>
          <p:nvCxnSpPr>
            <p:cNvPr id="19" name="Straight Arrow Connector 18">
              <a:extLst>
                <a:ext uri="{FF2B5EF4-FFF2-40B4-BE49-F238E27FC236}">
                  <a16:creationId xmlns:a16="http://schemas.microsoft.com/office/drawing/2014/main" id="{8881DD91-A206-38C4-41D8-AA329C420BE1}"/>
                </a:ext>
              </a:extLst>
            </p:cNvPr>
            <p:cNvCxnSpPr/>
            <p:nvPr/>
          </p:nvCxnSpPr>
          <p:spPr>
            <a:xfrm>
              <a:off x="4064000" y="2514600"/>
              <a:ext cx="1524000" cy="0"/>
            </a:xfrm>
            <a:prstGeom prst="straightConnector1">
              <a:avLst/>
            </a:prstGeom>
            <a:ln>
              <a:solidFill>
                <a:schemeClr val="tx1">
                  <a:lumMod val="95000"/>
                  <a:lumOff val="5000"/>
                </a:schemeClr>
              </a:solidFill>
              <a:headEnd type="arrow"/>
              <a:tailEnd type="arrow"/>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189841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863"/>
          </a:xfrm>
        </p:spPr>
        <p:txBody>
          <a:bodyPr>
            <a:normAutofit/>
          </a:bodyPr>
          <a:lstStyle/>
          <a:p>
            <a:r>
              <a:rPr lang="en-IN" dirty="0"/>
              <a:t>Single Internal Bus Organization</a:t>
            </a:r>
          </a:p>
        </p:txBody>
      </p:sp>
      <p:sp>
        <p:nvSpPr>
          <p:cNvPr id="3" name="Content Placeholder 2"/>
          <p:cNvSpPr>
            <a:spLocks noGrp="1"/>
          </p:cNvSpPr>
          <p:nvPr>
            <p:ph idx="1"/>
          </p:nvPr>
        </p:nvSpPr>
        <p:spPr>
          <a:xfrm>
            <a:off x="609600" y="1184988"/>
            <a:ext cx="10972800" cy="4267199"/>
          </a:xfrm>
        </p:spPr>
        <p:txBody>
          <a:bodyPr>
            <a:normAutofit/>
          </a:bodyPr>
          <a:lstStyle/>
          <a:p>
            <a:r>
              <a:rPr lang="en-IN" sz="2400" dirty="0"/>
              <a:t>All the registers and various units are connected using a single internal bus.</a:t>
            </a:r>
          </a:p>
          <a:p>
            <a:r>
              <a:rPr lang="en-IN" sz="2400" dirty="0"/>
              <a:t>Registers </a:t>
            </a:r>
            <a:r>
              <a:rPr lang="en-IN" sz="2400" i="1" dirty="0">
                <a:solidFill>
                  <a:srgbClr val="C00000"/>
                </a:solidFill>
              </a:rPr>
              <a:t>R</a:t>
            </a:r>
            <a:r>
              <a:rPr lang="en-IN" sz="2400" baseline="-25000" dirty="0">
                <a:solidFill>
                  <a:srgbClr val="C00000"/>
                </a:solidFill>
              </a:rPr>
              <a:t>0</a:t>
            </a:r>
            <a:r>
              <a:rPr lang="en-IN" sz="2400" dirty="0">
                <a:solidFill>
                  <a:srgbClr val="C00000"/>
                </a:solidFill>
              </a:rPr>
              <a:t>-</a:t>
            </a:r>
            <a:r>
              <a:rPr lang="en-IN" sz="2400" i="1" dirty="0">
                <a:solidFill>
                  <a:srgbClr val="C00000"/>
                </a:solidFill>
              </a:rPr>
              <a:t>R</a:t>
            </a:r>
            <a:r>
              <a:rPr lang="en-IN" sz="2400" i="1" baseline="-25000" dirty="0">
                <a:solidFill>
                  <a:srgbClr val="C00000"/>
                </a:solidFill>
              </a:rPr>
              <a:t>n</a:t>
            </a:r>
            <a:r>
              <a:rPr lang="en-IN" sz="2400" baseline="-25000" dirty="0">
                <a:solidFill>
                  <a:srgbClr val="C00000"/>
                </a:solidFill>
              </a:rPr>
              <a:t>-1</a:t>
            </a:r>
            <a:r>
              <a:rPr lang="en-IN" sz="2400" baseline="-25000" dirty="0"/>
              <a:t>   </a:t>
            </a:r>
            <a:r>
              <a:rPr lang="en-IN" sz="2400" dirty="0"/>
              <a:t>are general-purpose registers used for various purposes.</a:t>
            </a:r>
          </a:p>
          <a:p>
            <a:r>
              <a:rPr lang="en-IN" sz="2400" dirty="0"/>
              <a:t>Registers </a:t>
            </a:r>
            <a:r>
              <a:rPr lang="en-IN" sz="2400" i="1" dirty="0">
                <a:solidFill>
                  <a:srgbClr val="C00000"/>
                </a:solidFill>
              </a:rPr>
              <a:t>Y</a:t>
            </a:r>
            <a:r>
              <a:rPr lang="en-IN" sz="2400" dirty="0"/>
              <a:t> and </a:t>
            </a:r>
            <a:r>
              <a:rPr lang="en-IN" sz="2400" i="1" dirty="0">
                <a:solidFill>
                  <a:srgbClr val="C00000"/>
                </a:solidFill>
              </a:rPr>
              <a:t>Z</a:t>
            </a:r>
            <a:r>
              <a:rPr lang="en-IN" sz="2400" dirty="0"/>
              <a:t> are used for storing intermediate results and never used by instructions explicitly.</a:t>
            </a:r>
          </a:p>
          <a:p>
            <a:r>
              <a:rPr lang="en-IN" sz="2400" dirty="0"/>
              <a:t>The multiplexer selects either a </a:t>
            </a:r>
            <a:r>
              <a:rPr lang="en-IN" sz="2400" i="1" dirty="0">
                <a:solidFill>
                  <a:srgbClr val="C00000"/>
                </a:solidFill>
              </a:rPr>
              <a:t>constant 4</a:t>
            </a:r>
            <a:r>
              <a:rPr lang="en-IN" sz="2400" dirty="0"/>
              <a:t> or output of register </a:t>
            </a:r>
            <a:r>
              <a:rPr lang="en-IN" sz="2400" i="1" dirty="0">
                <a:solidFill>
                  <a:srgbClr val="C00000"/>
                </a:solidFill>
              </a:rPr>
              <a:t>Y</a:t>
            </a:r>
            <a:r>
              <a:rPr lang="en-IN" sz="2400" dirty="0"/>
              <a:t>.</a:t>
            </a:r>
          </a:p>
          <a:p>
            <a:pPr lvl="1"/>
            <a:r>
              <a:rPr lang="en-IN" sz="2000" dirty="0"/>
              <a:t>When </a:t>
            </a:r>
            <a:r>
              <a:rPr lang="en-IN" sz="2000" i="1" dirty="0">
                <a:solidFill>
                  <a:srgbClr val="C00000"/>
                </a:solidFill>
              </a:rPr>
              <a:t>PC</a:t>
            </a:r>
            <a:r>
              <a:rPr lang="en-IN" sz="2000" dirty="0"/>
              <a:t> is incremented, a constant 4 has to be added.</a:t>
            </a:r>
          </a:p>
        </p:txBody>
      </p:sp>
      <p:sp>
        <p:nvSpPr>
          <p:cNvPr id="4" name="Slide Number Placeholder 3"/>
          <p:cNvSpPr>
            <a:spLocks noGrp="1"/>
          </p:cNvSpPr>
          <p:nvPr>
            <p:ph type="sldNum" sz="quarter" idx="12"/>
          </p:nvPr>
        </p:nvSpPr>
        <p:spPr/>
        <p:txBody>
          <a:bodyPr/>
          <a:lstStyle/>
          <a:p>
            <a:fld id="{F815AC96-4A5A-4699-9DBD-ACAB251D8CBA}" type="slidenum">
              <a:rPr lang="en-US" smtClean="0"/>
              <a:t>12</a:t>
            </a:fld>
            <a:endParaRPr lang="en-US"/>
          </a:p>
        </p:txBody>
      </p:sp>
      <p:pic>
        <p:nvPicPr>
          <p:cNvPr id="5" name="Picture 4">
            <a:extLst>
              <a:ext uri="{FF2B5EF4-FFF2-40B4-BE49-F238E27FC236}">
                <a16:creationId xmlns:a16="http://schemas.microsoft.com/office/drawing/2014/main" id="{680093A5-767E-F56A-B14A-8C892DE08E99}"/>
              </a:ext>
            </a:extLst>
          </p:cNvPr>
          <p:cNvPicPr>
            <a:picLocks noChangeAspect="1"/>
          </p:cNvPicPr>
          <p:nvPr/>
        </p:nvPicPr>
        <p:blipFill>
          <a:blip r:embed="rId2"/>
          <a:stretch>
            <a:fillRect/>
          </a:stretch>
        </p:blipFill>
        <p:spPr>
          <a:xfrm>
            <a:off x="2360030" y="3984172"/>
            <a:ext cx="5580938" cy="2801498"/>
          </a:xfrm>
          <a:prstGeom prst="rect">
            <a:avLst/>
          </a:prstGeom>
        </p:spPr>
      </p:pic>
    </p:spTree>
    <p:extLst>
      <p:ext uri="{BB962C8B-B14F-4D97-AF65-F5344CB8AC3E}">
        <p14:creationId xmlns:p14="http://schemas.microsoft.com/office/powerpoint/2010/main" val="3827546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400" y="502923"/>
            <a:ext cx="11379200" cy="3783328"/>
          </a:xfrm>
        </p:spPr>
        <p:txBody>
          <a:bodyPr>
            <a:normAutofit/>
          </a:bodyPr>
          <a:lstStyle/>
          <a:p>
            <a:r>
              <a:rPr lang="en-IN" sz="2400" dirty="0"/>
              <a:t>The instruction decoder and control unit is responsible for performing the actions specified by the instruction loaded into </a:t>
            </a:r>
            <a:r>
              <a:rPr lang="en-IN" sz="2400" i="1" dirty="0">
                <a:solidFill>
                  <a:srgbClr val="C00000"/>
                </a:solidFill>
              </a:rPr>
              <a:t>IR</a:t>
            </a:r>
            <a:r>
              <a:rPr lang="en-IN" sz="2400" dirty="0"/>
              <a:t>.</a:t>
            </a:r>
          </a:p>
          <a:p>
            <a:r>
              <a:rPr lang="en-IN" sz="2400" dirty="0"/>
              <a:t>The decoder generates all the control signals in the proper sequence required to execute the instruction specified by the </a:t>
            </a:r>
            <a:r>
              <a:rPr lang="en-IN" sz="2400" i="1" dirty="0">
                <a:solidFill>
                  <a:srgbClr val="C00000"/>
                </a:solidFill>
              </a:rPr>
              <a:t>IR</a:t>
            </a:r>
            <a:r>
              <a:rPr lang="en-IN" sz="2400" dirty="0"/>
              <a:t>.</a:t>
            </a:r>
          </a:p>
          <a:p>
            <a:r>
              <a:rPr lang="en-IN" sz="2400" dirty="0"/>
              <a:t>The registers, the ALU and the interconnecting bus are collectively referred to as the </a:t>
            </a:r>
            <a:r>
              <a:rPr lang="en-IN" sz="2400" i="1" dirty="0">
                <a:solidFill>
                  <a:srgbClr val="C00000"/>
                </a:solidFill>
              </a:rPr>
              <a:t>data path</a:t>
            </a:r>
            <a:r>
              <a:rPr lang="en-IN" sz="2400" dirty="0"/>
              <a:t>.</a:t>
            </a:r>
          </a:p>
          <a:p>
            <a:r>
              <a:rPr lang="en-IN" sz="2400" dirty="0"/>
              <a:t>The control unit that generates the control signals in proper sequence is referred to as the </a:t>
            </a:r>
            <a:r>
              <a:rPr lang="en-IN" sz="2400" i="1" dirty="0">
                <a:solidFill>
                  <a:srgbClr val="C00000"/>
                </a:solidFill>
              </a:rPr>
              <a:t>control path</a:t>
            </a:r>
            <a:r>
              <a:rPr lang="en-IN" sz="2400" dirty="0"/>
              <a:t>.</a:t>
            </a:r>
            <a:endParaRPr lang="en-IN" sz="3200" dirty="0"/>
          </a:p>
          <a:p>
            <a:endParaRPr lang="en-IN" sz="3200" dirty="0"/>
          </a:p>
        </p:txBody>
      </p:sp>
      <p:sp>
        <p:nvSpPr>
          <p:cNvPr id="4" name="Slide Number Placeholder 3"/>
          <p:cNvSpPr>
            <a:spLocks noGrp="1"/>
          </p:cNvSpPr>
          <p:nvPr>
            <p:ph type="sldNum" sz="quarter" idx="12"/>
          </p:nvPr>
        </p:nvSpPr>
        <p:spPr/>
        <p:txBody>
          <a:bodyPr/>
          <a:lstStyle/>
          <a:p>
            <a:fld id="{F815AC96-4A5A-4699-9DBD-ACAB251D8CBA}" type="slidenum">
              <a:rPr lang="en-US" smtClean="0"/>
              <a:t>13</a:t>
            </a:fld>
            <a:endParaRPr lang="en-US"/>
          </a:p>
        </p:txBody>
      </p:sp>
      <p:pic>
        <p:nvPicPr>
          <p:cNvPr id="2" name="Picture 1">
            <a:extLst>
              <a:ext uri="{FF2B5EF4-FFF2-40B4-BE49-F238E27FC236}">
                <a16:creationId xmlns:a16="http://schemas.microsoft.com/office/drawing/2014/main" id="{0BE9960A-CDD8-144A-907B-440EED5DD3A0}"/>
              </a:ext>
            </a:extLst>
          </p:cNvPr>
          <p:cNvPicPr>
            <a:picLocks noChangeAspect="1"/>
          </p:cNvPicPr>
          <p:nvPr/>
        </p:nvPicPr>
        <p:blipFill>
          <a:blip r:embed="rId2"/>
          <a:stretch>
            <a:fillRect/>
          </a:stretch>
        </p:blipFill>
        <p:spPr>
          <a:xfrm>
            <a:off x="2991086" y="4049486"/>
            <a:ext cx="5093044" cy="2556587"/>
          </a:xfrm>
          <a:prstGeom prst="rect">
            <a:avLst/>
          </a:prstGeom>
        </p:spPr>
      </p:pic>
    </p:spTree>
    <p:extLst>
      <p:ext uri="{BB962C8B-B14F-4D97-AF65-F5344CB8AC3E}">
        <p14:creationId xmlns:p14="http://schemas.microsoft.com/office/powerpoint/2010/main" val="688854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Kinds of Operations</a:t>
            </a:r>
          </a:p>
        </p:txBody>
      </p:sp>
      <p:sp>
        <p:nvSpPr>
          <p:cNvPr id="3" name="Content Placeholder 2"/>
          <p:cNvSpPr>
            <a:spLocks noGrp="1"/>
          </p:cNvSpPr>
          <p:nvPr>
            <p:ph idx="1"/>
          </p:nvPr>
        </p:nvSpPr>
        <p:spPr>
          <a:xfrm>
            <a:off x="609600" y="1600202"/>
            <a:ext cx="11480800" cy="4267199"/>
          </a:xfrm>
        </p:spPr>
        <p:txBody>
          <a:bodyPr>
            <a:normAutofit/>
          </a:bodyPr>
          <a:lstStyle/>
          <a:p>
            <a:r>
              <a:rPr lang="en-IN" sz="2400" dirty="0"/>
              <a:t>Transfer of data from one register to another.</a:t>
            </a:r>
          </a:p>
          <a:p>
            <a:pPr marL="609585" lvl="1" indent="0">
              <a:spcAft>
                <a:spcPts val="800"/>
              </a:spcAft>
              <a:buNone/>
            </a:pPr>
            <a:r>
              <a:rPr lang="en-IN" dirty="0"/>
              <a:t>     </a:t>
            </a:r>
            <a:r>
              <a:rPr lang="en-IN" dirty="0">
                <a:solidFill>
                  <a:srgbClr val="800000"/>
                </a:solidFill>
              </a:rPr>
              <a:t>MOVE   R1, R2		// R1 = R2</a:t>
            </a:r>
          </a:p>
          <a:p>
            <a:r>
              <a:rPr lang="en-IN" sz="2400" dirty="0"/>
              <a:t>Perform arithmetic or logic operation on data loaded into registers.</a:t>
            </a:r>
          </a:p>
          <a:p>
            <a:pPr marL="609585" lvl="1" indent="0">
              <a:spcAft>
                <a:spcPts val="800"/>
              </a:spcAft>
              <a:buNone/>
            </a:pPr>
            <a:r>
              <a:rPr lang="en-IN" dirty="0"/>
              <a:t>     </a:t>
            </a:r>
            <a:r>
              <a:rPr lang="en-IN" dirty="0">
                <a:solidFill>
                  <a:srgbClr val="800000"/>
                </a:solidFill>
              </a:rPr>
              <a:t>ADD    R1, R2		// R1 = R1 + R2</a:t>
            </a:r>
          </a:p>
          <a:p>
            <a:r>
              <a:rPr lang="en-IN" sz="2400" dirty="0"/>
              <a:t>Fetch the content of a memory location and load it into a register.</a:t>
            </a:r>
          </a:p>
          <a:p>
            <a:pPr marL="609585" lvl="1" indent="0">
              <a:spcAft>
                <a:spcPts val="800"/>
              </a:spcAft>
              <a:buNone/>
            </a:pPr>
            <a:r>
              <a:rPr lang="en-IN" dirty="0"/>
              <a:t>    </a:t>
            </a:r>
            <a:r>
              <a:rPr lang="en-IN" dirty="0">
                <a:solidFill>
                  <a:srgbClr val="800000"/>
                </a:solidFill>
              </a:rPr>
              <a:t>LOAD   R1, LOCA	// R1 = Mem[LOCA]</a:t>
            </a:r>
          </a:p>
          <a:p>
            <a:pPr marL="274638" indent="-274638"/>
            <a:r>
              <a:rPr lang="en-IN" sz="2400" dirty="0"/>
              <a:t>Store a word of data from a register into a given memory location.</a:t>
            </a:r>
          </a:p>
          <a:p>
            <a:pPr marL="685783" lvl="1" indent="0">
              <a:buNone/>
            </a:pPr>
            <a:r>
              <a:rPr lang="en-IN" dirty="0"/>
              <a:t>   </a:t>
            </a:r>
            <a:r>
              <a:rPr lang="en-IN" dirty="0">
                <a:solidFill>
                  <a:srgbClr val="800000"/>
                </a:solidFill>
              </a:rPr>
              <a:t>STOR   LOCA, R1	// Mem[LOCA] = R1</a:t>
            </a:r>
          </a:p>
        </p:txBody>
      </p:sp>
      <p:sp>
        <p:nvSpPr>
          <p:cNvPr id="4" name="Slide Number Placeholder 3"/>
          <p:cNvSpPr>
            <a:spLocks noGrp="1"/>
          </p:cNvSpPr>
          <p:nvPr>
            <p:ph type="sldNum" sz="quarter" idx="12"/>
          </p:nvPr>
        </p:nvSpPr>
        <p:spPr/>
        <p:txBody>
          <a:bodyPr/>
          <a:lstStyle/>
          <a:p>
            <a:fld id="{F815AC96-4A5A-4699-9DBD-ACAB251D8CBA}" type="slidenum">
              <a:rPr lang="en-US" smtClean="0"/>
              <a:t>14</a:t>
            </a:fld>
            <a:endParaRPr lang="en-US"/>
          </a:p>
        </p:txBody>
      </p:sp>
    </p:spTree>
    <p:extLst>
      <p:ext uri="{BB962C8B-B14F-4D97-AF65-F5344CB8AC3E}">
        <p14:creationId xmlns:p14="http://schemas.microsoft.com/office/powerpoint/2010/main" val="2273584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Three Bus Organization</a:t>
            </a:r>
            <a:endParaRPr lang="en-IN" dirty="0"/>
          </a:p>
        </p:txBody>
      </p:sp>
      <p:sp>
        <p:nvSpPr>
          <p:cNvPr id="3" name="Content Placeholder 2"/>
          <p:cNvSpPr>
            <a:spLocks noGrp="1"/>
          </p:cNvSpPr>
          <p:nvPr>
            <p:ph idx="1"/>
          </p:nvPr>
        </p:nvSpPr>
        <p:spPr/>
        <p:txBody>
          <a:bodyPr/>
          <a:lstStyle/>
          <a:p>
            <a:r>
              <a:rPr lang="en-IN" dirty="0"/>
              <a:t>A typical 3-bus architecture for the processor </a:t>
            </a:r>
            <a:r>
              <a:rPr lang="en-IN" dirty="0" err="1"/>
              <a:t>datapath</a:t>
            </a:r>
            <a:r>
              <a:rPr lang="en-IN" dirty="0"/>
              <a:t> is shown in the next slide.</a:t>
            </a:r>
          </a:p>
          <a:p>
            <a:pPr lvl="1"/>
            <a:r>
              <a:rPr lang="en-IN" dirty="0"/>
              <a:t>The 3-bus organization is internal to the CPU.</a:t>
            </a:r>
          </a:p>
          <a:p>
            <a:pPr lvl="1">
              <a:spcAft>
                <a:spcPts val="1800"/>
              </a:spcAft>
            </a:pPr>
            <a:r>
              <a:rPr lang="en-IN" dirty="0"/>
              <a:t>Three buses allow three parallel data transfer operations to be carried out.</a:t>
            </a:r>
          </a:p>
          <a:p>
            <a:r>
              <a:rPr lang="en-IN" dirty="0"/>
              <a:t>Less number of cycles required to execute an instruction compared to single bus organization.</a:t>
            </a:r>
          </a:p>
          <a:p>
            <a:endParaRPr lang="en-IN" dirty="0"/>
          </a:p>
          <a:p>
            <a:endParaRPr lang="en-IN" dirty="0"/>
          </a:p>
        </p:txBody>
      </p:sp>
      <p:sp>
        <p:nvSpPr>
          <p:cNvPr id="4" name="Slide Number Placeholder 3"/>
          <p:cNvSpPr>
            <a:spLocks noGrp="1"/>
          </p:cNvSpPr>
          <p:nvPr>
            <p:ph type="sldNum" sz="quarter" idx="12"/>
          </p:nvPr>
        </p:nvSpPr>
        <p:spPr/>
        <p:txBody>
          <a:bodyPr/>
          <a:lstStyle/>
          <a:p>
            <a:fld id="{F815AC96-4A5A-4699-9DBD-ACAB251D8CBA}" type="slidenum">
              <a:rPr lang="en-US" smtClean="0"/>
              <a:pPr/>
              <a:t>15</a:t>
            </a:fld>
            <a:endParaRPr lang="en-US"/>
          </a:p>
        </p:txBody>
      </p:sp>
    </p:spTree>
    <p:extLst>
      <p:ext uri="{BB962C8B-B14F-4D97-AF65-F5344CB8AC3E}">
        <p14:creationId xmlns:p14="http://schemas.microsoft.com/office/powerpoint/2010/main" val="2027689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Freeform 58"/>
          <p:cNvSpPr>
            <a:spLocks/>
          </p:cNvSpPr>
          <p:nvPr/>
        </p:nvSpPr>
        <p:spPr bwMode="auto">
          <a:xfrm rot="10800000">
            <a:off x="4775201" y="2514600"/>
            <a:ext cx="508000" cy="914400"/>
          </a:xfrm>
          <a:custGeom>
            <a:avLst/>
            <a:gdLst>
              <a:gd name="T0" fmla="*/ 600075 w 47"/>
              <a:gd name="T1" fmla="*/ 0 h 75"/>
              <a:gd name="T2" fmla="*/ 600075 w 47"/>
              <a:gd name="T3" fmla="*/ 420497 h 75"/>
              <a:gd name="T4" fmla="*/ 485167 w 47"/>
              <a:gd name="T5" fmla="*/ 471466 h 75"/>
              <a:gd name="T6" fmla="*/ 600075 w 47"/>
              <a:gd name="T7" fmla="*/ 535178 h 75"/>
              <a:gd name="T8" fmla="*/ 600075 w 47"/>
              <a:gd name="T9" fmla="*/ 955675 h 75"/>
              <a:gd name="T10" fmla="*/ 0 w 47"/>
              <a:gd name="T11" fmla="*/ 764540 h 75"/>
              <a:gd name="T12" fmla="*/ 0 w 47"/>
              <a:gd name="T13" fmla="*/ 178393 h 75"/>
              <a:gd name="T14" fmla="*/ 600075 w 47"/>
              <a:gd name="T15" fmla="*/ 0 h 75"/>
              <a:gd name="T16" fmla="*/ 0 60000 65536"/>
              <a:gd name="T17" fmla="*/ 0 60000 65536"/>
              <a:gd name="T18" fmla="*/ 0 60000 65536"/>
              <a:gd name="T19" fmla="*/ 0 60000 65536"/>
              <a:gd name="T20" fmla="*/ 0 60000 65536"/>
              <a:gd name="T21" fmla="*/ 0 60000 65536"/>
              <a:gd name="T22" fmla="*/ 0 60000 65536"/>
              <a:gd name="T23" fmla="*/ 0 60000 65536"/>
              <a:gd name="T24" fmla="*/ 0 w 47"/>
              <a:gd name="T25" fmla="*/ 0 h 75"/>
              <a:gd name="T26" fmla="*/ 47 w 47"/>
              <a:gd name="T27" fmla="*/ 75 h 7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 h="75">
                <a:moveTo>
                  <a:pt x="47" y="0"/>
                </a:moveTo>
                <a:lnTo>
                  <a:pt x="47" y="33"/>
                </a:lnTo>
                <a:lnTo>
                  <a:pt x="38" y="37"/>
                </a:lnTo>
                <a:lnTo>
                  <a:pt x="47" y="42"/>
                </a:lnTo>
                <a:lnTo>
                  <a:pt x="47" y="75"/>
                </a:lnTo>
                <a:lnTo>
                  <a:pt x="0" y="60"/>
                </a:lnTo>
                <a:lnTo>
                  <a:pt x="0" y="14"/>
                </a:lnTo>
                <a:lnTo>
                  <a:pt x="47" y="0"/>
                </a:lnTo>
              </a:path>
            </a:pathLst>
          </a:custGeom>
          <a:solidFill>
            <a:schemeClr val="accent5">
              <a:lumMod val="20000"/>
              <a:lumOff val="80000"/>
            </a:schemeClr>
          </a:solidFill>
          <a:ln w="25400">
            <a:solidFill>
              <a:srgbClr val="800000"/>
            </a:solidFill>
            <a:prstDash val="solid"/>
            <a:round/>
            <a:headEnd/>
            <a:tailEnd/>
          </a:ln>
        </p:spPr>
        <p:txBody>
          <a:bodyPr vert="vert" lIns="121917" tIns="60958" rIns="121917" bIns="60958" anchor="t" anchorCtr="0"/>
          <a:lstStyle/>
          <a:p>
            <a:endParaRPr lang="en-US" dirty="0"/>
          </a:p>
          <a:p>
            <a:r>
              <a:rPr lang="en-US" dirty="0"/>
              <a:t>       </a:t>
            </a:r>
          </a:p>
        </p:txBody>
      </p:sp>
      <p:sp>
        <p:nvSpPr>
          <p:cNvPr id="4" name="Slide Number Placeholder 3"/>
          <p:cNvSpPr>
            <a:spLocks noGrp="1"/>
          </p:cNvSpPr>
          <p:nvPr>
            <p:ph type="sldNum" sz="quarter" idx="12"/>
          </p:nvPr>
        </p:nvSpPr>
        <p:spPr>
          <a:xfrm>
            <a:off x="8737600" y="6518275"/>
            <a:ext cx="2844800" cy="365125"/>
          </a:xfrm>
        </p:spPr>
        <p:txBody>
          <a:bodyPr/>
          <a:lstStyle/>
          <a:p>
            <a:fld id="{F815AC96-4A5A-4699-9DBD-ACAB251D8CBA}" type="slidenum">
              <a:rPr lang="en-US" smtClean="0"/>
              <a:t>16</a:t>
            </a:fld>
            <a:endParaRPr lang="en-US"/>
          </a:p>
        </p:txBody>
      </p:sp>
      <p:sp>
        <p:nvSpPr>
          <p:cNvPr id="5" name="Up-Down Arrow 4"/>
          <p:cNvSpPr/>
          <p:nvPr/>
        </p:nvSpPr>
        <p:spPr>
          <a:xfrm>
            <a:off x="1422400" y="787400"/>
            <a:ext cx="508000" cy="5080000"/>
          </a:xfrm>
          <a:prstGeom prst="upDownArrow">
            <a:avLst/>
          </a:prstGeom>
          <a:ln w="2540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lIns="121917" tIns="60958" rIns="121917" bIns="60958" rtlCol="0" anchor="ctr"/>
          <a:lstStyle/>
          <a:p>
            <a:pPr algn="ctr"/>
            <a:endParaRPr lang="en-US"/>
          </a:p>
        </p:txBody>
      </p:sp>
      <p:sp>
        <p:nvSpPr>
          <p:cNvPr id="6" name="Rectangle 5"/>
          <p:cNvSpPr/>
          <p:nvPr/>
        </p:nvSpPr>
        <p:spPr>
          <a:xfrm>
            <a:off x="4470400" y="1193800"/>
            <a:ext cx="1219200" cy="4064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lIns="121917" tIns="60958" rIns="121917" bIns="60958" rtlCol="0" anchor="ctr"/>
          <a:lstStyle/>
          <a:p>
            <a:pPr algn="ctr"/>
            <a:r>
              <a:rPr lang="en-US" dirty="0">
                <a:solidFill>
                  <a:schemeClr val="tx1">
                    <a:lumMod val="95000"/>
                    <a:lumOff val="5000"/>
                  </a:schemeClr>
                </a:solidFill>
              </a:rPr>
              <a:t>PC</a:t>
            </a:r>
          </a:p>
        </p:txBody>
      </p:sp>
      <p:sp>
        <p:nvSpPr>
          <p:cNvPr id="7" name="Rectangle 6"/>
          <p:cNvSpPr/>
          <p:nvPr/>
        </p:nvSpPr>
        <p:spPr>
          <a:xfrm>
            <a:off x="4470400" y="5359400"/>
            <a:ext cx="1219200" cy="4064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lIns="121917" tIns="60958" rIns="121917" bIns="60958" rtlCol="0" anchor="ctr"/>
          <a:lstStyle/>
          <a:p>
            <a:pPr algn="ctr"/>
            <a:r>
              <a:rPr lang="en-US" dirty="0">
                <a:solidFill>
                  <a:schemeClr val="tx1">
                    <a:lumMod val="95000"/>
                    <a:lumOff val="5000"/>
                  </a:schemeClr>
                </a:solidFill>
              </a:rPr>
              <a:t>MAR</a:t>
            </a:r>
          </a:p>
        </p:txBody>
      </p:sp>
      <p:sp>
        <p:nvSpPr>
          <p:cNvPr id="8" name="Rectangle 7"/>
          <p:cNvSpPr/>
          <p:nvPr/>
        </p:nvSpPr>
        <p:spPr>
          <a:xfrm>
            <a:off x="4470400" y="4851400"/>
            <a:ext cx="1219200" cy="4064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lIns="121917" tIns="60958" rIns="121917" bIns="60958" rtlCol="0" anchor="ctr"/>
          <a:lstStyle/>
          <a:p>
            <a:pPr algn="ctr"/>
            <a:r>
              <a:rPr lang="en-US" dirty="0">
                <a:solidFill>
                  <a:schemeClr val="tx1">
                    <a:lumMod val="95000"/>
                    <a:lumOff val="5000"/>
                  </a:schemeClr>
                </a:solidFill>
              </a:rPr>
              <a:t>MDR</a:t>
            </a:r>
          </a:p>
        </p:txBody>
      </p:sp>
      <p:sp>
        <p:nvSpPr>
          <p:cNvPr id="10" name="Rectangle 9"/>
          <p:cNvSpPr/>
          <p:nvPr/>
        </p:nvSpPr>
        <p:spPr>
          <a:xfrm>
            <a:off x="4470400" y="4343400"/>
            <a:ext cx="1219200" cy="4064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lIns="121917" tIns="60958" rIns="121917" bIns="60958" rtlCol="0" anchor="ctr"/>
          <a:lstStyle/>
          <a:p>
            <a:pPr algn="ctr"/>
            <a:r>
              <a:rPr lang="en-US" dirty="0">
                <a:solidFill>
                  <a:schemeClr val="tx1">
                    <a:lumMod val="95000"/>
                    <a:lumOff val="5000"/>
                  </a:schemeClr>
                </a:solidFill>
              </a:rPr>
              <a:t>IR</a:t>
            </a:r>
          </a:p>
        </p:txBody>
      </p:sp>
      <p:sp>
        <p:nvSpPr>
          <p:cNvPr id="15" name="Rectangle 14"/>
          <p:cNvSpPr/>
          <p:nvPr/>
        </p:nvSpPr>
        <p:spPr>
          <a:xfrm>
            <a:off x="3556000" y="3530600"/>
            <a:ext cx="2946400" cy="5080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lIns="121917" tIns="60958" rIns="121917" bIns="60958" rtlCol="0" anchor="ctr"/>
          <a:lstStyle/>
          <a:p>
            <a:pPr algn="ctr"/>
            <a:r>
              <a:rPr lang="en-US" dirty="0">
                <a:solidFill>
                  <a:srgbClr val="0D0D0D"/>
                </a:solidFill>
              </a:rPr>
              <a:t>Instruction Decoder</a:t>
            </a:r>
          </a:p>
        </p:txBody>
      </p:sp>
      <p:sp>
        <p:nvSpPr>
          <p:cNvPr id="17" name="Trapezoid 16"/>
          <p:cNvSpPr/>
          <p:nvPr/>
        </p:nvSpPr>
        <p:spPr>
          <a:xfrm rot="5400000">
            <a:off x="3301998" y="2463803"/>
            <a:ext cx="711201" cy="406399"/>
          </a:xfrm>
          <a:prstGeom prst="trapezoid">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lIns="121917" tIns="60958" rIns="121917" bIns="60958" rtlCol="0" anchor="ctr"/>
          <a:lstStyle/>
          <a:p>
            <a:pPr algn="ctr"/>
            <a:endParaRPr lang="en-US" dirty="0">
              <a:solidFill>
                <a:srgbClr val="0D0D0D"/>
              </a:solidFill>
            </a:endParaRPr>
          </a:p>
        </p:txBody>
      </p:sp>
      <p:sp>
        <p:nvSpPr>
          <p:cNvPr id="80" name="TextBox 79"/>
          <p:cNvSpPr txBox="1"/>
          <p:nvPr/>
        </p:nvSpPr>
        <p:spPr>
          <a:xfrm>
            <a:off x="4572000" y="2600056"/>
            <a:ext cx="914400" cy="828945"/>
          </a:xfrm>
          <a:prstGeom prst="rect">
            <a:avLst/>
          </a:prstGeom>
          <a:noFill/>
        </p:spPr>
        <p:txBody>
          <a:bodyPr wrap="square" lIns="121917" tIns="60958" rIns="121917" bIns="60958" rtlCol="0">
            <a:spAutoFit/>
          </a:bodyPr>
          <a:lstStyle/>
          <a:p>
            <a:pPr algn="ctr">
              <a:lnSpc>
                <a:spcPct val="70000"/>
              </a:lnSpc>
            </a:pPr>
            <a:r>
              <a:rPr lang="en-US" sz="2100" dirty="0"/>
              <a:t>A</a:t>
            </a:r>
          </a:p>
          <a:p>
            <a:pPr algn="ctr">
              <a:lnSpc>
                <a:spcPct val="70000"/>
              </a:lnSpc>
            </a:pPr>
            <a:r>
              <a:rPr lang="en-US" sz="2100" dirty="0"/>
              <a:t>L</a:t>
            </a:r>
          </a:p>
          <a:p>
            <a:pPr algn="ctr">
              <a:lnSpc>
                <a:spcPct val="70000"/>
              </a:lnSpc>
            </a:pPr>
            <a:r>
              <a:rPr lang="en-US" sz="2100" dirty="0"/>
              <a:t>U</a:t>
            </a:r>
          </a:p>
        </p:txBody>
      </p:sp>
      <p:sp>
        <p:nvSpPr>
          <p:cNvPr id="51" name="Rectangle 50"/>
          <p:cNvSpPr/>
          <p:nvPr/>
        </p:nvSpPr>
        <p:spPr>
          <a:xfrm>
            <a:off x="4165600" y="482600"/>
            <a:ext cx="1828800" cy="4064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lIns="121917" tIns="60958" rIns="121917" bIns="60958" rtlCol="0" anchor="ctr"/>
          <a:lstStyle/>
          <a:p>
            <a:pPr algn="ctr"/>
            <a:r>
              <a:rPr lang="en-US" dirty="0" err="1">
                <a:solidFill>
                  <a:schemeClr val="tx1">
                    <a:lumMod val="95000"/>
                    <a:lumOff val="5000"/>
                  </a:schemeClr>
                </a:solidFill>
              </a:rPr>
              <a:t>Incrementer</a:t>
            </a:r>
            <a:endParaRPr lang="en-US" dirty="0">
              <a:solidFill>
                <a:schemeClr val="tx1">
                  <a:lumMod val="95000"/>
                  <a:lumOff val="5000"/>
                </a:schemeClr>
              </a:solidFill>
            </a:endParaRPr>
          </a:p>
        </p:txBody>
      </p:sp>
      <p:sp>
        <p:nvSpPr>
          <p:cNvPr id="53" name="Rectangle 52"/>
          <p:cNvSpPr/>
          <p:nvPr/>
        </p:nvSpPr>
        <p:spPr>
          <a:xfrm>
            <a:off x="3860800" y="1803400"/>
            <a:ext cx="2438400" cy="5080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lIns="121917" tIns="60958" rIns="121917" bIns="60958" rtlCol="0" anchor="ctr"/>
          <a:lstStyle/>
          <a:p>
            <a:pPr algn="ctr"/>
            <a:r>
              <a:rPr lang="en-US" dirty="0">
                <a:solidFill>
                  <a:schemeClr val="tx1">
                    <a:lumMod val="95000"/>
                    <a:lumOff val="5000"/>
                  </a:schemeClr>
                </a:solidFill>
              </a:rPr>
              <a:t>Register File</a:t>
            </a:r>
          </a:p>
        </p:txBody>
      </p:sp>
      <p:sp>
        <p:nvSpPr>
          <p:cNvPr id="55" name="Up-Down Arrow 54"/>
          <p:cNvSpPr/>
          <p:nvPr/>
        </p:nvSpPr>
        <p:spPr>
          <a:xfrm>
            <a:off x="406400" y="787400"/>
            <a:ext cx="508000" cy="5080000"/>
          </a:xfrm>
          <a:prstGeom prst="upDownArrow">
            <a:avLst/>
          </a:prstGeom>
          <a:solidFill>
            <a:schemeClr val="accent3">
              <a:lumMod val="75000"/>
            </a:schemeClr>
          </a:solidFill>
          <a:ln w="2540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lIns="121917" tIns="60958" rIns="121917" bIns="60958" rtlCol="0" anchor="ctr"/>
          <a:lstStyle/>
          <a:p>
            <a:pPr algn="ctr"/>
            <a:endParaRPr lang="en-US"/>
          </a:p>
        </p:txBody>
      </p:sp>
      <p:sp>
        <p:nvSpPr>
          <p:cNvPr id="57" name="Up-Down Arrow 56"/>
          <p:cNvSpPr/>
          <p:nvPr/>
        </p:nvSpPr>
        <p:spPr>
          <a:xfrm>
            <a:off x="7913370" y="679505"/>
            <a:ext cx="508000" cy="5365174"/>
          </a:xfrm>
          <a:prstGeom prst="upDownArrow">
            <a:avLst/>
          </a:prstGeom>
          <a:solidFill>
            <a:schemeClr val="accent6">
              <a:lumMod val="20000"/>
              <a:lumOff val="80000"/>
            </a:schemeClr>
          </a:solidFill>
          <a:ln w="2540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lIns="121917" tIns="60958" rIns="121917" bIns="60958" rtlCol="0" anchor="ctr"/>
          <a:lstStyle/>
          <a:p>
            <a:pPr algn="ctr"/>
            <a:endParaRPr lang="en-US"/>
          </a:p>
        </p:txBody>
      </p:sp>
      <p:cxnSp>
        <p:nvCxnSpPr>
          <p:cNvPr id="3" name="Straight Arrow Connector 2"/>
          <p:cNvCxnSpPr>
            <a:stCxn id="6" idx="1"/>
          </p:cNvCxnSpPr>
          <p:nvPr/>
        </p:nvCxnSpPr>
        <p:spPr>
          <a:xfrm flipH="1">
            <a:off x="1828800" y="1397000"/>
            <a:ext cx="2641600" cy="0"/>
          </a:xfrm>
          <a:prstGeom prst="straightConnector1">
            <a:avLst/>
          </a:prstGeom>
          <a:ln>
            <a:solidFill>
              <a:schemeClr val="tx1">
                <a:lumMod val="95000"/>
                <a:lumOff val="5000"/>
              </a:schemeClr>
            </a:solidFill>
            <a:tailEnd type="triangle" w="lg" len="med"/>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812800" y="1905000"/>
            <a:ext cx="3048000" cy="0"/>
          </a:xfrm>
          <a:prstGeom prst="straightConnector1">
            <a:avLst/>
          </a:prstGeom>
          <a:ln>
            <a:solidFill>
              <a:schemeClr val="tx1">
                <a:lumMod val="95000"/>
                <a:lumOff val="5000"/>
              </a:schemeClr>
            </a:solidFill>
            <a:tailEnd type="triangle" w="lg" len="med"/>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H="1">
            <a:off x="1828800" y="2209800"/>
            <a:ext cx="2032000" cy="0"/>
          </a:xfrm>
          <a:prstGeom prst="straightConnector1">
            <a:avLst/>
          </a:prstGeom>
          <a:ln>
            <a:solidFill>
              <a:schemeClr val="tx1">
                <a:lumMod val="95000"/>
                <a:lumOff val="5000"/>
              </a:schemeClr>
            </a:solidFill>
            <a:tailEnd type="triangle" w="lg" len="med"/>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a:stCxn id="5" idx="6"/>
          </p:cNvCxnSpPr>
          <p:nvPr/>
        </p:nvCxnSpPr>
        <p:spPr>
          <a:xfrm flipV="1">
            <a:off x="1803400" y="3281400"/>
            <a:ext cx="2971800" cy="0"/>
          </a:xfrm>
          <a:prstGeom prst="straightConnector1">
            <a:avLst/>
          </a:prstGeom>
          <a:ln>
            <a:solidFill>
              <a:schemeClr val="tx1">
                <a:lumMod val="95000"/>
                <a:lumOff val="5000"/>
              </a:schemeClr>
            </a:solidFill>
            <a:tailEnd type="triangle" w="lg" len="med"/>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endCxn id="6" idx="3"/>
          </p:cNvCxnSpPr>
          <p:nvPr/>
        </p:nvCxnSpPr>
        <p:spPr>
          <a:xfrm flipH="1">
            <a:off x="5689600" y="1397000"/>
            <a:ext cx="2336800" cy="0"/>
          </a:xfrm>
          <a:prstGeom prst="straightConnector1">
            <a:avLst/>
          </a:prstGeom>
          <a:ln>
            <a:solidFill>
              <a:schemeClr val="tx1">
                <a:lumMod val="95000"/>
                <a:lumOff val="5000"/>
              </a:schemeClr>
            </a:solidFill>
            <a:tailEnd type="triangle" w="lg" len="med"/>
          </a:ln>
          <a:effectLst/>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H="1">
            <a:off x="6299200" y="2006600"/>
            <a:ext cx="1727200" cy="4800"/>
          </a:xfrm>
          <a:prstGeom prst="straightConnector1">
            <a:avLst/>
          </a:prstGeom>
          <a:ln>
            <a:solidFill>
              <a:schemeClr val="tx1">
                <a:lumMod val="95000"/>
                <a:lumOff val="5000"/>
              </a:schemeClr>
            </a:solidFill>
            <a:tailEnd type="triangle" w="lg" len="med"/>
          </a:ln>
          <a:effectLst/>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5283200" y="3022600"/>
            <a:ext cx="2743200" cy="0"/>
          </a:xfrm>
          <a:prstGeom prst="straightConnector1">
            <a:avLst/>
          </a:prstGeom>
          <a:ln>
            <a:solidFill>
              <a:schemeClr val="tx1">
                <a:lumMod val="95000"/>
                <a:lumOff val="5000"/>
              </a:schemeClr>
            </a:solidFill>
            <a:tailEnd type="triangle" w="lg" len="med"/>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cxnSpLocks/>
          </p:cNvCxnSpPr>
          <p:nvPr/>
        </p:nvCxnSpPr>
        <p:spPr>
          <a:xfrm flipH="1">
            <a:off x="5689600" y="4544558"/>
            <a:ext cx="2336800" cy="0"/>
          </a:xfrm>
          <a:prstGeom prst="straightConnector1">
            <a:avLst/>
          </a:prstGeom>
          <a:ln>
            <a:solidFill>
              <a:schemeClr val="tx1">
                <a:lumMod val="95000"/>
                <a:lumOff val="5000"/>
              </a:schemeClr>
            </a:solidFill>
            <a:tailEnd type="triangle" w="lg" len="med"/>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a:stCxn id="15" idx="1"/>
          </p:cNvCxnSpPr>
          <p:nvPr/>
        </p:nvCxnSpPr>
        <p:spPr>
          <a:xfrm flipH="1" flipV="1">
            <a:off x="812800" y="3733800"/>
            <a:ext cx="2743200" cy="4800"/>
          </a:xfrm>
          <a:prstGeom prst="straightConnector1">
            <a:avLst/>
          </a:prstGeom>
          <a:ln>
            <a:solidFill>
              <a:schemeClr val="tx1">
                <a:lumMod val="95000"/>
                <a:lumOff val="5000"/>
              </a:schemeClr>
            </a:solidFill>
            <a:tailEnd type="triangle" w="lg" len="med"/>
          </a:ln>
          <a:effectLst/>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flipH="1">
            <a:off x="812800" y="4953000"/>
            <a:ext cx="3657600" cy="0"/>
          </a:xfrm>
          <a:prstGeom prst="straightConnector1">
            <a:avLst/>
          </a:prstGeom>
          <a:ln>
            <a:solidFill>
              <a:schemeClr val="tx1">
                <a:lumMod val="95000"/>
                <a:lumOff val="5000"/>
              </a:schemeClr>
            </a:solidFill>
            <a:tailEnd type="triangle" w="lg" len="med"/>
          </a:ln>
          <a:effectLst/>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flipH="1">
            <a:off x="1828800" y="5156200"/>
            <a:ext cx="2641600" cy="0"/>
          </a:xfrm>
          <a:prstGeom prst="straightConnector1">
            <a:avLst/>
          </a:prstGeom>
          <a:ln>
            <a:solidFill>
              <a:schemeClr val="tx1">
                <a:lumMod val="95000"/>
                <a:lumOff val="5000"/>
              </a:schemeClr>
            </a:solidFill>
            <a:tailEnd type="triangle" w="lg" len="med"/>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flipH="1">
            <a:off x="5689600" y="5143104"/>
            <a:ext cx="2336800" cy="4800"/>
          </a:xfrm>
          <a:prstGeom prst="straightConnector1">
            <a:avLst/>
          </a:prstGeom>
          <a:ln>
            <a:solidFill>
              <a:schemeClr val="tx1">
                <a:lumMod val="95000"/>
                <a:lumOff val="5000"/>
              </a:schemeClr>
            </a:solidFill>
            <a:tailEnd type="triangle" w="lg" len="med"/>
          </a:ln>
          <a:effectLst/>
        </p:spPr>
        <p:style>
          <a:lnRef idx="2">
            <a:schemeClr val="accent1"/>
          </a:lnRef>
          <a:fillRef idx="0">
            <a:schemeClr val="accent1"/>
          </a:fillRef>
          <a:effectRef idx="1">
            <a:schemeClr val="accent1"/>
          </a:effectRef>
          <a:fontRef idx="minor">
            <a:schemeClr val="tx1"/>
          </a:fontRef>
        </p:style>
      </p:cxnSp>
      <p:cxnSp>
        <p:nvCxnSpPr>
          <p:cNvPr id="84" name="Straight Arrow Connector 83"/>
          <p:cNvCxnSpPr/>
          <p:nvPr/>
        </p:nvCxnSpPr>
        <p:spPr>
          <a:xfrm flipH="1">
            <a:off x="5689600" y="5641779"/>
            <a:ext cx="2336800" cy="4800"/>
          </a:xfrm>
          <a:prstGeom prst="straightConnector1">
            <a:avLst/>
          </a:prstGeom>
          <a:ln>
            <a:solidFill>
              <a:schemeClr val="tx1">
                <a:lumMod val="95000"/>
                <a:lumOff val="5000"/>
              </a:schemeClr>
            </a:solidFill>
            <a:tailEnd type="triangle" w="lg" len="med"/>
          </a:ln>
          <a:effectLst/>
        </p:spPr>
        <p:style>
          <a:lnRef idx="2">
            <a:schemeClr val="accent1"/>
          </a:lnRef>
          <a:fillRef idx="0">
            <a:schemeClr val="accent1"/>
          </a:fillRef>
          <a:effectRef idx="1">
            <a:schemeClr val="accent1"/>
          </a:effectRef>
          <a:fontRef idx="minor">
            <a:schemeClr val="tx1"/>
          </a:fontRef>
        </p:style>
      </p:cxnSp>
      <p:cxnSp>
        <p:nvCxnSpPr>
          <p:cNvPr id="63" name="Straight Arrow Connector 62"/>
          <p:cNvCxnSpPr>
            <a:stCxn id="17" idx="0"/>
          </p:cNvCxnSpPr>
          <p:nvPr/>
        </p:nvCxnSpPr>
        <p:spPr>
          <a:xfrm>
            <a:off x="3860797" y="2667003"/>
            <a:ext cx="914403" cy="4800"/>
          </a:xfrm>
          <a:prstGeom prst="straightConnector1">
            <a:avLst/>
          </a:prstGeom>
          <a:ln>
            <a:solidFill>
              <a:schemeClr val="tx1">
                <a:lumMod val="95000"/>
                <a:lumOff val="5000"/>
              </a:schemeClr>
            </a:solidFill>
            <a:tailEnd type="triangle" w="lg" len="med"/>
          </a:ln>
          <a:effectLst/>
        </p:spPr>
        <p:style>
          <a:lnRef idx="2">
            <a:schemeClr val="accent1"/>
          </a:lnRef>
          <a:fillRef idx="0">
            <a:schemeClr val="accent1"/>
          </a:fillRef>
          <a:effectRef idx="1">
            <a:schemeClr val="accent1"/>
          </a:effectRef>
          <a:fontRef idx="minor">
            <a:schemeClr val="tx1"/>
          </a:fontRef>
        </p:style>
      </p:cxnSp>
      <p:cxnSp>
        <p:nvCxnSpPr>
          <p:cNvPr id="68" name="Straight Arrow Connector 67"/>
          <p:cNvCxnSpPr/>
          <p:nvPr/>
        </p:nvCxnSpPr>
        <p:spPr>
          <a:xfrm>
            <a:off x="812800" y="2819400"/>
            <a:ext cx="2641600" cy="0"/>
          </a:xfrm>
          <a:prstGeom prst="straightConnector1">
            <a:avLst/>
          </a:prstGeom>
          <a:ln>
            <a:solidFill>
              <a:schemeClr val="tx1">
                <a:lumMod val="95000"/>
                <a:lumOff val="5000"/>
              </a:schemeClr>
            </a:solidFill>
            <a:tailEnd type="triangle" w="lg" len="med"/>
          </a:ln>
          <a:effectLst/>
        </p:spPr>
        <p:style>
          <a:lnRef idx="2">
            <a:schemeClr val="accent1"/>
          </a:lnRef>
          <a:fillRef idx="0">
            <a:schemeClr val="accent1"/>
          </a:fillRef>
          <a:effectRef idx="1">
            <a:schemeClr val="accent1"/>
          </a:effectRef>
          <a:fontRef idx="minor">
            <a:schemeClr val="tx1"/>
          </a:fontRef>
        </p:style>
      </p:cxnSp>
      <p:cxnSp>
        <p:nvCxnSpPr>
          <p:cNvPr id="75" name="Straight Arrow Connector 74"/>
          <p:cNvCxnSpPr/>
          <p:nvPr/>
        </p:nvCxnSpPr>
        <p:spPr>
          <a:xfrm>
            <a:off x="2844800" y="2514600"/>
            <a:ext cx="609600" cy="0"/>
          </a:xfrm>
          <a:prstGeom prst="straightConnector1">
            <a:avLst/>
          </a:prstGeom>
          <a:ln>
            <a:solidFill>
              <a:schemeClr val="tx1">
                <a:lumMod val="95000"/>
                <a:lumOff val="5000"/>
              </a:schemeClr>
            </a:solidFill>
            <a:tailEnd type="triangle" w="lg" len="med"/>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2540000" y="2266395"/>
            <a:ext cx="406400" cy="451405"/>
          </a:xfrm>
          <a:prstGeom prst="rect">
            <a:avLst/>
          </a:prstGeom>
          <a:noFill/>
        </p:spPr>
        <p:txBody>
          <a:bodyPr wrap="square" lIns="121917" tIns="60958" rIns="121917" bIns="60958" rtlCol="0">
            <a:spAutoFit/>
          </a:bodyPr>
          <a:lstStyle/>
          <a:p>
            <a:r>
              <a:rPr lang="en-US" sz="2100" dirty="0"/>
              <a:t>4</a:t>
            </a:r>
          </a:p>
        </p:txBody>
      </p:sp>
      <p:cxnSp>
        <p:nvCxnSpPr>
          <p:cNvPr id="85" name="Straight Arrow Connector 84"/>
          <p:cNvCxnSpPr/>
          <p:nvPr/>
        </p:nvCxnSpPr>
        <p:spPr>
          <a:xfrm flipV="1">
            <a:off x="4673600" y="889000"/>
            <a:ext cx="0" cy="304800"/>
          </a:xfrm>
          <a:prstGeom prst="straightConnector1">
            <a:avLst/>
          </a:prstGeom>
          <a:ln>
            <a:solidFill>
              <a:schemeClr val="tx1">
                <a:lumMod val="95000"/>
                <a:lumOff val="5000"/>
              </a:schemeClr>
            </a:solidFill>
            <a:tailEnd type="triangle" w="lg" len="med"/>
          </a:ln>
          <a:effectLst/>
        </p:spPr>
        <p:style>
          <a:lnRef idx="2">
            <a:schemeClr val="accent1"/>
          </a:lnRef>
          <a:fillRef idx="0">
            <a:schemeClr val="accent1"/>
          </a:fillRef>
          <a:effectRef idx="1">
            <a:schemeClr val="accent1"/>
          </a:effectRef>
          <a:fontRef idx="minor">
            <a:schemeClr val="tx1"/>
          </a:fontRef>
        </p:style>
      </p:cxnSp>
      <p:cxnSp>
        <p:nvCxnSpPr>
          <p:cNvPr id="90" name="Straight Arrow Connector 89"/>
          <p:cNvCxnSpPr/>
          <p:nvPr/>
        </p:nvCxnSpPr>
        <p:spPr>
          <a:xfrm>
            <a:off x="5384800" y="889000"/>
            <a:ext cx="0" cy="304800"/>
          </a:xfrm>
          <a:prstGeom prst="straightConnector1">
            <a:avLst/>
          </a:prstGeom>
          <a:ln>
            <a:solidFill>
              <a:schemeClr val="tx1">
                <a:lumMod val="95000"/>
                <a:lumOff val="5000"/>
              </a:schemeClr>
            </a:solidFill>
            <a:tailEnd type="triangle" w="lg" len="med"/>
          </a:ln>
          <a:effectLst/>
        </p:spPr>
        <p:style>
          <a:lnRef idx="2">
            <a:schemeClr val="accent1"/>
          </a:lnRef>
          <a:fillRef idx="0">
            <a:schemeClr val="accent1"/>
          </a:fillRef>
          <a:effectRef idx="1">
            <a:schemeClr val="accent1"/>
          </a:effectRef>
          <a:fontRef idx="minor">
            <a:schemeClr val="tx1"/>
          </a:fontRef>
        </p:style>
      </p:cxnSp>
      <p:cxnSp>
        <p:nvCxnSpPr>
          <p:cNvPr id="92" name="Straight Arrow Connector 91"/>
          <p:cNvCxnSpPr>
            <a:stCxn id="10" idx="0"/>
            <a:endCxn id="15" idx="2"/>
          </p:cNvCxnSpPr>
          <p:nvPr/>
        </p:nvCxnSpPr>
        <p:spPr>
          <a:xfrm flipH="1" flipV="1">
            <a:off x="5029200" y="4038600"/>
            <a:ext cx="4800" cy="304800"/>
          </a:xfrm>
          <a:prstGeom prst="straightConnector1">
            <a:avLst/>
          </a:prstGeom>
          <a:ln>
            <a:solidFill>
              <a:schemeClr val="tx1">
                <a:lumMod val="95000"/>
                <a:lumOff val="5000"/>
              </a:schemeClr>
            </a:solidFill>
            <a:tailEnd type="triangle" w="lg" len="med"/>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203200" y="279400"/>
            <a:ext cx="1016000" cy="400105"/>
          </a:xfrm>
          <a:prstGeom prst="rect">
            <a:avLst/>
          </a:prstGeom>
          <a:noFill/>
        </p:spPr>
        <p:txBody>
          <a:bodyPr wrap="square" lIns="121917" tIns="60958" rIns="121917" bIns="60958" rtlCol="0">
            <a:spAutoFit/>
          </a:bodyPr>
          <a:lstStyle/>
          <a:p>
            <a:r>
              <a:rPr lang="en-US" b="1" dirty="0">
                <a:solidFill>
                  <a:srgbClr val="800000"/>
                </a:solidFill>
              </a:rPr>
              <a:t>Bus A</a:t>
            </a:r>
          </a:p>
        </p:txBody>
      </p:sp>
      <p:sp>
        <p:nvSpPr>
          <p:cNvPr id="94" name="TextBox 93"/>
          <p:cNvSpPr txBox="1"/>
          <p:nvPr/>
        </p:nvSpPr>
        <p:spPr>
          <a:xfrm>
            <a:off x="1219200" y="279400"/>
            <a:ext cx="1016000" cy="400105"/>
          </a:xfrm>
          <a:prstGeom prst="rect">
            <a:avLst/>
          </a:prstGeom>
          <a:noFill/>
        </p:spPr>
        <p:txBody>
          <a:bodyPr wrap="square" lIns="121917" tIns="60958" rIns="121917" bIns="60958" rtlCol="0">
            <a:spAutoFit/>
          </a:bodyPr>
          <a:lstStyle/>
          <a:p>
            <a:r>
              <a:rPr lang="en-US" b="1" dirty="0">
                <a:solidFill>
                  <a:srgbClr val="800000"/>
                </a:solidFill>
              </a:rPr>
              <a:t>Bus B</a:t>
            </a:r>
          </a:p>
        </p:txBody>
      </p:sp>
      <p:sp>
        <p:nvSpPr>
          <p:cNvPr id="95" name="TextBox 94"/>
          <p:cNvSpPr txBox="1"/>
          <p:nvPr/>
        </p:nvSpPr>
        <p:spPr>
          <a:xfrm>
            <a:off x="7769291" y="279400"/>
            <a:ext cx="1016000" cy="400105"/>
          </a:xfrm>
          <a:prstGeom prst="rect">
            <a:avLst/>
          </a:prstGeom>
          <a:noFill/>
        </p:spPr>
        <p:txBody>
          <a:bodyPr wrap="square" lIns="121917" tIns="60958" rIns="121917" bIns="60958" rtlCol="0">
            <a:spAutoFit/>
          </a:bodyPr>
          <a:lstStyle/>
          <a:p>
            <a:r>
              <a:rPr lang="en-US" b="1" dirty="0">
                <a:solidFill>
                  <a:srgbClr val="800000"/>
                </a:solidFill>
              </a:rPr>
              <a:t>Bus C</a:t>
            </a:r>
          </a:p>
        </p:txBody>
      </p:sp>
      <p:sp>
        <p:nvSpPr>
          <p:cNvPr id="97" name="TextBox 96"/>
          <p:cNvSpPr txBox="1"/>
          <p:nvPr/>
        </p:nvSpPr>
        <p:spPr>
          <a:xfrm>
            <a:off x="3149600" y="2311401"/>
            <a:ext cx="914400" cy="751740"/>
          </a:xfrm>
          <a:prstGeom prst="rect">
            <a:avLst/>
          </a:prstGeom>
          <a:noFill/>
        </p:spPr>
        <p:txBody>
          <a:bodyPr wrap="square" lIns="121917" tIns="60958" rIns="121917" bIns="60958" rtlCol="0">
            <a:spAutoFit/>
          </a:bodyPr>
          <a:lstStyle/>
          <a:p>
            <a:pPr algn="ctr">
              <a:lnSpc>
                <a:spcPct val="70000"/>
              </a:lnSpc>
            </a:pPr>
            <a:r>
              <a:rPr lang="en-US" sz="1900" dirty="0"/>
              <a:t>M</a:t>
            </a:r>
          </a:p>
          <a:p>
            <a:pPr algn="ctr">
              <a:lnSpc>
                <a:spcPct val="70000"/>
              </a:lnSpc>
            </a:pPr>
            <a:r>
              <a:rPr lang="en-US" sz="1900" dirty="0"/>
              <a:t>U </a:t>
            </a:r>
          </a:p>
          <a:p>
            <a:pPr algn="ctr">
              <a:lnSpc>
                <a:spcPct val="70000"/>
              </a:lnSpc>
            </a:pPr>
            <a:r>
              <a:rPr lang="en-US" sz="1900" dirty="0"/>
              <a:t>X</a:t>
            </a:r>
          </a:p>
        </p:txBody>
      </p:sp>
      <p:sp>
        <p:nvSpPr>
          <p:cNvPr id="98" name="Rectangle 97"/>
          <p:cNvSpPr/>
          <p:nvPr/>
        </p:nvSpPr>
        <p:spPr>
          <a:xfrm>
            <a:off x="9448800" y="4369292"/>
            <a:ext cx="2032000" cy="1524000"/>
          </a:xfrm>
          <a:prstGeom prst="rect">
            <a:avLst/>
          </a:prstGeom>
          <a:solidFill>
            <a:schemeClr val="accent6">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lIns="121917" tIns="60958" rIns="121917" bIns="60958" rtlCol="0" anchor="ctr"/>
          <a:lstStyle/>
          <a:p>
            <a:pPr algn="ctr"/>
            <a:r>
              <a:rPr lang="en-US" sz="2000" dirty="0">
                <a:solidFill>
                  <a:schemeClr val="tx1">
                    <a:lumMod val="95000"/>
                    <a:lumOff val="5000"/>
                  </a:schemeClr>
                </a:solidFill>
              </a:rPr>
              <a:t>Memory</a:t>
            </a:r>
          </a:p>
        </p:txBody>
      </p:sp>
      <p:cxnSp>
        <p:nvCxnSpPr>
          <p:cNvPr id="100" name="Straight Arrow Connector 99"/>
          <p:cNvCxnSpPr/>
          <p:nvPr/>
        </p:nvCxnSpPr>
        <p:spPr>
          <a:xfrm flipV="1">
            <a:off x="5689600" y="5474478"/>
            <a:ext cx="3759200" cy="0"/>
          </a:xfrm>
          <a:prstGeom prst="straightConnector1">
            <a:avLst/>
          </a:prstGeom>
          <a:ln>
            <a:solidFill>
              <a:srgbClr val="FF0000"/>
            </a:solidFill>
            <a:tailEnd type="triangle" w="lg" len="med"/>
          </a:ln>
          <a:effectLst/>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p:nvPr/>
        </p:nvCxnSpPr>
        <p:spPr>
          <a:xfrm flipV="1">
            <a:off x="5689600" y="4971472"/>
            <a:ext cx="3759200" cy="0"/>
          </a:xfrm>
          <a:prstGeom prst="straightConnector1">
            <a:avLst/>
          </a:prstGeom>
          <a:ln>
            <a:solidFill>
              <a:srgbClr val="FF0000"/>
            </a:solidFill>
            <a:headEnd type="arrow"/>
            <a:tailEnd type="triangle" w="lg" len="med"/>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8374064" y="5073262"/>
            <a:ext cx="1422400" cy="451405"/>
          </a:xfrm>
          <a:prstGeom prst="rect">
            <a:avLst/>
          </a:prstGeom>
          <a:noFill/>
        </p:spPr>
        <p:txBody>
          <a:bodyPr wrap="square" lIns="121917" tIns="60958" rIns="121917" bIns="60958" rtlCol="0">
            <a:spAutoFit/>
          </a:bodyPr>
          <a:lstStyle/>
          <a:p>
            <a:r>
              <a:rPr lang="en-US" sz="2100" dirty="0"/>
              <a:t>Address</a:t>
            </a:r>
          </a:p>
        </p:txBody>
      </p:sp>
      <p:sp>
        <p:nvSpPr>
          <p:cNvPr id="108" name="TextBox 107"/>
          <p:cNvSpPr txBox="1"/>
          <p:nvPr/>
        </p:nvSpPr>
        <p:spPr>
          <a:xfrm>
            <a:off x="8702678" y="4519648"/>
            <a:ext cx="1422400" cy="451405"/>
          </a:xfrm>
          <a:prstGeom prst="rect">
            <a:avLst/>
          </a:prstGeom>
          <a:noFill/>
        </p:spPr>
        <p:txBody>
          <a:bodyPr wrap="square" lIns="121917" tIns="60958" rIns="121917" bIns="60958" rtlCol="0">
            <a:spAutoFit/>
          </a:bodyPr>
          <a:lstStyle/>
          <a:p>
            <a:r>
              <a:rPr lang="en-US" sz="2100" dirty="0"/>
              <a:t>Data</a:t>
            </a:r>
          </a:p>
        </p:txBody>
      </p:sp>
      <p:sp>
        <p:nvSpPr>
          <p:cNvPr id="2" name="TextBox 1">
            <a:extLst>
              <a:ext uri="{FF2B5EF4-FFF2-40B4-BE49-F238E27FC236}">
                <a16:creationId xmlns:a16="http://schemas.microsoft.com/office/drawing/2014/main" id="{05342D9E-6E39-C91A-F209-AA3D3C833752}"/>
              </a:ext>
            </a:extLst>
          </p:cNvPr>
          <p:cNvSpPr txBox="1"/>
          <p:nvPr/>
        </p:nvSpPr>
        <p:spPr>
          <a:xfrm>
            <a:off x="8785291" y="1193800"/>
            <a:ext cx="3027264" cy="1200329"/>
          </a:xfrm>
          <a:prstGeom prst="rect">
            <a:avLst/>
          </a:prstGeom>
          <a:noFill/>
        </p:spPr>
        <p:txBody>
          <a:bodyPr wrap="square" rtlCol="0">
            <a:spAutoFit/>
          </a:bodyPr>
          <a:lstStyle/>
          <a:p>
            <a:r>
              <a:rPr lang="en-US" i="1" dirty="0">
                <a:solidFill>
                  <a:srgbClr val="C00000"/>
                </a:solidFill>
              </a:rPr>
              <a:t>We assume that two register reads and one register write operations can be carried out in a single clock cycle.</a:t>
            </a:r>
          </a:p>
        </p:txBody>
      </p:sp>
    </p:spTree>
    <p:extLst>
      <p:ext uri="{BB962C8B-B14F-4D97-AF65-F5344CB8AC3E}">
        <p14:creationId xmlns:p14="http://schemas.microsoft.com/office/powerpoint/2010/main" val="4036071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7685" y="326642"/>
            <a:ext cx="10515600" cy="1325563"/>
          </a:xfrm>
        </p:spPr>
        <p:txBody>
          <a:bodyPr>
            <a:normAutofit/>
          </a:bodyPr>
          <a:lstStyle/>
          <a:p>
            <a:r>
              <a:rPr lang="en-US" dirty="0"/>
              <a:t>Organization of a Register</a:t>
            </a:r>
          </a:p>
        </p:txBody>
      </p:sp>
      <p:sp>
        <p:nvSpPr>
          <p:cNvPr id="3" name="Content Placeholder 2"/>
          <p:cNvSpPr>
            <a:spLocks noGrp="1"/>
          </p:cNvSpPr>
          <p:nvPr>
            <p:ph idx="1"/>
          </p:nvPr>
        </p:nvSpPr>
        <p:spPr>
          <a:xfrm>
            <a:off x="406400" y="1600202"/>
            <a:ext cx="7278700" cy="4931156"/>
          </a:xfrm>
        </p:spPr>
        <p:txBody>
          <a:bodyPr>
            <a:normAutofit/>
          </a:bodyPr>
          <a:lstStyle/>
          <a:p>
            <a:r>
              <a:rPr lang="en-US" sz="2400" dirty="0"/>
              <a:t>A register is used for temporary storage of data (parallel-in, parallel-out, etc.).</a:t>
            </a:r>
          </a:p>
          <a:p>
            <a:r>
              <a:rPr lang="en-US" sz="2400" dirty="0"/>
              <a:t>A register </a:t>
            </a:r>
            <a:r>
              <a:rPr lang="en-US" sz="2400" dirty="0" err="1">
                <a:solidFill>
                  <a:srgbClr val="800000"/>
                </a:solidFill>
              </a:rPr>
              <a:t>Ri</a:t>
            </a:r>
            <a:r>
              <a:rPr lang="en-US" sz="2400" dirty="0"/>
              <a:t> typically has two control signals.</a:t>
            </a:r>
          </a:p>
          <a:p>
            <a:pPr lvl="1"/>
            <a:r>
              <a:rPr lang="en-US" sz="2000" dirty="0" err="1">
                <a:solidFill>
                  <a:srgbClr val="800000"/>
                </a:solidFill>
              </a:rPr>
              <a:t>Ri</a:t>
            </a:r>
            <a:r>
              <a:rPr lang="en-US" sz="2000" baseline="-25000" dirty="0" err="1">
                <a:solidFill>
                  <a:srgbClr val="800000"/>
                </a:solidFill>
              </a:rPr>
              <a:t>in</a:t>
            </a:r>
            <a:r>
              <a:rPr lang="en-US" sz="2000" dirty="0"/>
              <a:t> : used to load the register with data from the bus.</a:t>
            </a:r>
          </a:p>
          <a:p>
            <a:pPr lvl="1"/>
            <a:r>
              <a:rPr lang="en-US" sz="2000" dirty="0" err="1">
                <a:solidFill>
                  <a:srgbClr val="800000"/>
                </a:solidFill>
              </a:rPr>
              <a:t>Ri</a:t>
            </a:r>
            <a:r>
              <a:rPr lang="en-US" sz="2000" baseline="-25000" dirty="0" err="1">
                <a:solidFill>
                  <a:srgbClr val="800000"/>
                </a:solidFill>
              </a:rPr>
              <a:t>out</a:t>
            </a:r>
            <a:r>
              <a:rPr lang="en-US" sz="2000" dirty="0"/>
              <a:t> : used to place the data stored in the register on the bus.</a:t>
            </a:r>
          </a:p>
          <a:p>
            <a:r>
              <a:rPr lang="en-US" sz="2400" dirty="0"/>
              <a:t>Input and output lines of the register </a:t>
            </a:r>
            <a:r>
              <a:rPr lang="en-US" sz="2400" dirty="0">
                <a:solidFill>
                  <a:srgbClr val="800000"/>
                </a:solidFill>
              </a:rPr>
              <a:t>Ri</a:t>
            </a:r>
            <a:r>
              <a:rPr lang="en-US" sz="2400" dirty="0"/>
              <a:t> are connected to the bus via controlled switches.</a:t>
            </a:r>
          </a:p>
          <a:p>
            <a:pPr lvl="1"/>
            <a:r>
              <a:rPr lang="en-US" sz="2000" dirty="0"/>
              <a:t>If </a:t>
            </a:r>
            <a:r>
              <a:rPr lang="en-US" sz="2000" dirty="0" err="1">
                <a:solidFill>
                  <a:srgbClr val="800000"/>
                </a:solidFill>
              </a:rPr>
              <a:t>Ri</a:t>
            </a:r>
            <a:r>
              <a:rPr lang="en-US" sz="2000" baseline="-25000" dirty="0" err="1">
                <a:solidFill>
                  <a:srgbClr val="800000"/>
                </a:solidFill>
              </a:rPr>
              <a:t>out</a:t>
            </a:r>
            <a:r>
              <a:rPr lang="en-US" sz="2000" dirty="0"/>
              <a:t> is not selected, the register outputs are set in the high impedance state.</a:t>
            </a:r>
          </a:p>
        </p:txBody>
      </p:sp>
      <p:sp>
        <p:nvSpPr>
          <p:cNvPr id="4" name="Slide Number Placeholder 3"/>
          <p:cNvSpPr>
            <a:spLocks noGrp="1"/>
          </p:cNvSpPr>
          <p:nvPr>
            <p:ph type="sldNum" sz="quarter" idx="12"/>
          </p:nvPr>
        </p:nvSpPr>
        <p:spPr/>
        <p:txBody>
          <a:bodyPr/>
          <a:lstStyle/>
          <a:p>
            <a:fld id="{F815AC96-4A5A-4699-9DBD-ACAB251D8CBA}" type="slidenum">
              <a:rPr lang="en-US" smtClean="0"/>
              <a:t>17</a:t>
            </a:fld>
            <a:endParaRPr lang="en-US" dirty="0"/>
          </a:p>
        </p:txBody>
      </p:sp>
      <p:grpSp>
        <p:nvGrpSpPr>
          <p:cNvPr id="43" name="Group 42"/>
          <p:cNvGrpSpPr/>
          <p:nvPr/>
        </p:nvGrpSpPr>
        <p:grpSpPr>
          <a:xfrm>
            <a:off x="8331200" y="1471712"/>
            <a:ext cx="3352800" cy="3459777"/>
            <a:chOff x="6248400" y="1103784"/>
            <a:chExt cx="2514600" cy="2594833"/>
          </a:xfrm>
        </p:grpSpPr>
        <p:sp>
          <p:nvSpPr>
            <p:cNvPr id="6" name="Up-Down Arrow 5"/>
            <p:cNvSpPr/>
            <p:nvPr/>
          </p:nvSpPr>
          <p:spPr>
            <a:xfrm>
              <a:off x="8305800" y="1352550"/>
              <a:ext cx="457200" cy="2286000"/>
            </a:xfrm>
            <a:prstGeom prst="upDownArrow">
              <a:avLst/>
            </a:prstGeom>
            <a:solidFill>
              <a:schemeClr val="accent3">
                <a:lumMod val="75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Process 6"/>
            <p:cNvSpPr/>
            <p:nvPr/>
          </p:nvSpPr>
          <p:spPr>
            <a:xfrm>
              <a:off x="6248400" y="2190750"/>
              <a:ext cx="1524000" cy="457200"/>
            </a:xfrm>
            <a:prstGeom prst="flowChartProcess">
              <a:avLst/>
            </a:prstGeom>
            <a:solidFill>
              <a:schemeClr val="accent5">
                <a:lumMod val="20000"/>
                <a:lumOff val="80000"/>
              </a:schemeClr>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90"/>
                  </a:solidFill>
                </a:rPr>
                <a:t>Register </a:t>
              </a:r>
              <a:r>
                <a:rPr lang="en-US" dirty="0" err="1">
                  <a:solidFill>
                    <a:srgbClr val="000090"/>
                  </a:solidFill>
                </a:rPr>
                <a:t>Ri</a:t>
              </a:r>
              <a:endParaRPr lang="en-US" dirty="0">
                <a:solidFill>
                  <a:srgbClr val="000090"/>
                </a:solidFill>
              </a:endParaRPr>
            </a:p>
          </p:txBody>
        </p:sp>
        <p:cxnSp>
          <p:nvCxnSpPr>
            <p:cNvPr id="19" name="Straight Arrow Connector 18"/>
            <p:cNvCxnSpPr/>
            <p:nvPr/>
          </p:nvCxnSpPr>
          <p:spPr>
            <a:xfrm flipH="1">
              <a:off x="7543800" y="1882350"/>
              <a:ext cx="914400" cy="36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H="1">
              <a:off x="6934200" y="1885950"/>
              <a:ext cx="609600" cy="0"/>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H="1">
              <a:off x="6930600" y="1885950"/>
              <a:ext cx="3600" cy="3060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a:off x="7315200" y="3028950"/>
              <a:ext cx="1143000" cy="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a:stCxn id="7" idx="2"/>
            </p:cNvCxnSpPr>
            <p:nvPr/>
          </p:nvCxnSpPr>
          <p:spPr>
            <a:xfrm>
              <a:off x="7010400" y="2647950"/>
              <a:ext cx="0" cy="381000"/>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7010400" y="3028950"/>
              <a:ext cx="338278" cy="72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grpSp>
          <p:nvGrpSpPr>
            <p:cNvPr id="14" name="Group 13"/>
            <p:cNvGrpSpPr/>
            <p:nvPr/>
          </p:nvGrpSpPr>
          <p:grpSpPr>
            <a:xfrm>
              <a:off x="7315200" y="1771200"/>
              <a:ext cx="228600" cy="228600"/>
              <a:chOff x="6172200" y="3409950"/>
              <a:chExt cx="304800" cy="304800"/>
            </a:xfrm>
          </p:grpSpPr>
          <p:sp>
            <p:nvSpPr>
              <p:cNvPr id="15" name="Oval 14"/>
              <p:cNvSpPr/>
              <p:nvPr/>
            </p:nvSpPr>
            <p:spPr>
              <a:xfrm>
                <a:off x="6172200" y="3409950"/>
                <a:ext cx="304800" cy="304800"/>
              </a:xfrm>
              <a:prstGeom prst="ellipse">
                <a:avLst/>
              </a:prstGeom>
              <a:solidFill>
                <a:schemeClr val="accent6">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Connector 15"/>
              <p:cNvCxnSpPr>
                <a:stCxn id="15" idx="1"/>
                <a:endCxn id="15" idx="5"/>
              </p:cNvCxnSpPr>
              <p:nvPr/>
            </p:nvCxnSpPr>
            <p:spPr>
              <a:xfrm>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15" idx="7"/>
                <a:endCxn id="15" idx="3"/>
              </p:cNvCxnSpPr>
              <p:nvPr/>
            </p:nvCxnSpPr>
            <p:spPr>
              <a:xfrm flipH="1">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grpSp>
        <p:grpSp>
          <p:nvGrpSpPr>
            <p:cNvPr id="13" name="Group 12"/>
            <p:cNvGrpSpPr/>
            <p:nvPr/>
          </p:nvGrpSpPr>
          <p:grpSpPr>
            <a:xfrm>
              <a:off x="7315200" y="2923200"/>
              <a:ext cx="228600" cy="228600"/>
              <a:chOff x="6172200" y="3409950"/>
              <a:chExt cx="304800" cy="304800"/>
            </a:xfrm>
          </p:grpSpPr>
          <p:sp>
            <p:nvSpPr>
              <p:cNvPr id="8" name="Oval 7"/>
              <p:cNvSpPr/>
              <p:nvPr/>
            </p:nvSpPr>
            <p:spPr>
              <a:xfrm>
                <a:off x="6172200" y="3409950"/>
                <a:ext cx="304800" cy="304800"/>
              </a:xfrm>
              <a:prstGeom prst="ellipse">
                <a:avLst/>
              </a:prstGeom>
              <a:solidFill>
                <a:schemeClr val="accent6">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Straight Connector 9"/>
              <p:cNvCxnSpPr>
                <a:stCxn id="8" idx="1"/>
                <a:endCxn id="8" idx="5"/>
              </p:cNvCxnSpPr>
              <p:nvPr/>
            </p:nvCxnSpPr>
            <p:spPr>
              <a:xfrm>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a:stCxn id="8" idx="7"/>
                <a:endCxn id="8" idx="3"/>
              </p:cNvCxnSpPr>
              <p:nvPr/>
            </p:nvCxnSpPr>
            <p:spPr>
              <a:xfrm flipH="1">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grpSp>
        <p:cxnSp>
          <p:nvCxnSpPr>
            <p:cNvPr id="38" name="Straight Arrow Connector 37"/>
            <p:cNvCxnSpPr/>
            <p:nvPr/>
          </p:nvCxnSpPr>
          <p:spPr>
            <a:xfrm>
              <a:off x="7426800" y="1428750"/>
              <a:ext cx="3600" cy="342450"/>
            </a:xfrm>
            <a:prstGeom prst="straightConnector1">
              <a:avLst/>
            </a:prstGeom>
            <a:ln>
              <a:solidFill>
                <a:srgbClr val="800000"/>
              </a:solidFill>
              <a:prstDash val="sysDot"/>
              <a:tailEnd type="arrow"/>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a:endCxn id="8" idx="4"/>
            </p:cNvCxnSpPr>
            <p:nvPr/>
          </p:nvCxnSpPr>
          <p:spPr>
            <a:xfrm flipH="1" flipV="1">
              <a:off x="7429500" y="3151800"/>
              <a:ext cx="3600" cy="334350"/>
            </a:xfrm>
            <a:prstGeom prst="straightConnector1">
              <a:avLst/>
            </a:prstGeom>
            <a:ln>
              <a:solidFill>
                <a:srgbClr val="800000"/>
              </a:solidFill>
              <a:prstDash val="sysDot"/>
              <a:tailEnd type="arrow"/>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218826" y="1103784"/>
              <a:ext cx="609600" cy="276999"/>
            </a:xfrm>
            <a:prstGeom prst="rect">
              <a:avLst/>
            </a:prstGeom>
            <a:noFill/>
          </p:spPr>
          <p:txBody>
            <a:bodyPr wrap="square" rtlCol="0">
              <a:spAutoFit/>
            </a:bodyPr>
            <a:lstStyle/>
            <a:p>
              <a:r>
                <a:rPr lang="en-US" dirty="0" err="1"/>
                <a:t>Ri</a:t>
              </a:r>
              <a:r>
                <a:rPr lang="en-US" baseline="-25000" dirty="0" err="1"/>
                <a:t>in</a:t>
              </a:r>
              <a:endParaRPr lang="en-US" dirty="0"/>
            </a:p>
          </p:txBody>
        </p:sp>
        <p:sp>
          <p:nvSpPr>
            <p:cNvPr id="42" name="TextBox 41"/>
            <p:cNvSpPr txBox="1"/>
            <p:nvPr/>
          </p:nvSpPr>
          <p:spPr>
            <a:xfrm>
              <a:off x="7239000" y="3421618"/>
              <a:ext cx="609600" cy="276999"/>
            </a:xfrm>
            <a:prstGeom prst="rect">
              <a:avLst/>
            </a:prstGeom>
            <a:noFill/>
          </p:spPr>
          <p:txBody>
            <a:bodyPr wrap="square" rtlCol="0">
              <a:spAutoFit/>
            </a:bodyPr>
            <a:lstStyle/>
            <a:p>
              <a:r>
                <a:rPr lang="en-US" dirty="0" err="1"/>
                <a:t>Ri</a:t>
              </a:r>
              <a:r>
                <a:rPr lang="en-US" baseline="-25000" dirty="0" err="1"/>
                <a:t>out</a:t>
              </a:r>
              <a:endParaRPr lang="en-US" dirty="0"/>
            </a:p>
          </p:txBody>
        </p:sp>
      </p:grpSp>
    </p:spTree>
    <p:extLst>
      <p:ext uri="{BB962C8B-B14F-4D97-AF65-F5344CB8AC3E}">
        <p14:creationId xmlns:p14="http://schemas.microsoft.com/office/powerpoint/2010/main" val="35910371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815AC96-4A5A-4699-9DBD-ACAB251D8CBA}" type="slidenum">
              <a:rPr lang="en-US" smtClean="0"/>
              <a:t>18</a:t>
            </a:fld>
            <a:endParaRPr lang="en-US" dirty="0"/>
          </a:p>
        </p:txBody>
      </p:sp>
      <p:grpSp>
        <p:nvGrpSpPr>
          <p:cNvPr id="5" name="Group 4"/>
          <p:cNvGrpSpPr/>
          <p:nvPr/>
        </p:nvGrpSpPr>
        <p:grpSpPr>
          <a:xfrm>
            <a:off x="6397362" y="305498"/>
            <a:ext cx="2735000" cy="2995275"/>
            <a:chOff x="6248400" y="1103784"/>
            <a:chExt cx="2514600" cy="2594833"/>
          </a:xfrm>
        </p:grpSpPr>
        <p:sp>
          <p:nvSpPr>
            <p:cNvPr id="6" name="Up-Down Arrow 5"/>
            <p:cNvSpPr/>
            <p:nvPr/>
          </p:nvSpPr>
          <p:spPr>
            <a:xfrm>
              <a:off x="8305800" y="1352550"/>
              <a:ext cx="457200" cy="2286000"/>
            </a:xfrm>
            <a:prstGeom prst="upDownArrow">
              <a:avLst/>
            </a:prstGeom>
            <a:solidFill>
              <a:schemeClr val="accent3">
                <a:lumMod val="75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Process 6"/>
            <p:cNvSpPr/>
            <p:nvPr/>
          </p:nvSpPr>
          <p:spPr>
            <a:xfrm>
              <a:off x="6248400" y="2190750"/>
              <a:ext cx="1524000" cy="457200"/>
            </a:xfrm>
            <a:prstGeom prst="flowChartProcess">
              <a:avLst/>
            </a:prstGeom>
            <a:solidFill>
              <a:schemeClr val="accent5">
                <a:lumMod val="20000"/>
                <a:lumOff val="80000"/>
              </a:schemeClr>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90"/>
                  </a:solidFill>
                </a:rPr>
                <a:t>Register </a:t>
              </a:r>
              <a:r>
                <a:rPr lang="en-US" dirty="0" err="1">
                  <a:solidFill>
                    <a:srgbClr val="000090"/>
                  </a:solidFill>
                </a:rPr>
                <a:t>Ri</a:t>
              </a:r>
              <a:endParaRPr lang="en-US" dirty="0">
                <a:solidFill>
                  <a:srgbClr val="000090"/>
                </a:solidFill>
              </a:endParaRPr>
            </a:p>
          </p:txBody>
        </p:sp>
        <p:cxnSp>
          <p:nvCxnSpPr>
            <p:cNvPr id="8" name="Straight Arrow Connector 7"/>
            <p:cNvCxnSpPr/>
            <p:nvPr/>
          </p:nvCxnSpPr>
          <p:spPr>
            <a:xfrm flipH="1">
              <a:off x="7543800" y="1882350"/>
              <a:ext cx="914400" cy="3600"/>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6934200" y="1885950"/>
              <a:ext cx="609600"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H="1">
              <a:off x="6930600" y="1885950"/>
              <a:ext cx="3600" cy="306000"/>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7315200" y="3028950"/>
              <a:ext cx="1143000" cy="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a:stCxn id="7" idx="2"/>
            </p:cNvCxnSpPr>
            <p:nvPr/>
          </p:nvCxnSpPr>
          <p:spPr>
            <a:xfrm>
              <a:off x="7010400" y="2647950"/>
              <a:ext cx="0" cy="381000"/>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7010400" y="3028950"/>
              <a:ext cx="338278" cy="72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grpSp>
          <p:nvGrpSpPr>
            <p:cNvPr id="14" name="Group 13"/>
            <p:cNvGrpSpPr/>
            <p:nvPr/>
          </p:nvGrpSpPr>
          <p:grpSpPr>
            <a:xfrm>
              <a:off x="7315200" y="1771200"/>
              <a:ext cx="228600" cy="228600"/>
              <a:chOff x="6172200" y="3409950"/>
              <a:chExt cx="304800" cy="304800"/>
            </a:xfrm>
          </p:grpSpPr>
          <p:sp>
            <p:nvSpPr>
              <p:cNvPr id="23" name="Oval 22"/>
              <p:cNvSpPr/>
              <p:nvPr/>
            </p:nvSpPr>
            <p:spPr>
              <a:xfrm>
                <a:off x="6172200" y="3409950"/>
                <a:ext cx="304800" cy="304800"/>
              </a:xfrm>
              <a:prstGeom prst="ellipse">
                <a:avLst/>
              </a:prstGeom>
              <a:solidFill>
                <a:schemeClr val="accent6">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4" name="Straight Connector 23"/>
              <p:cNvCxnSpPr>
                <a:stCxn id="23" idx="1"/>
                <a:endCxn id="23" idx="5"/>
              </p:cNvCxnSpPr>
              <p:nvPr/>
            </p:nvCxnSpPr>
            <p:spPr>
              <a:xfrm>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p:cNvCxnSpPr>
                <a:stCxn id="23" idx="7"/>
                <a:endCxn id="23" idx="3"/>
              </p:cNvCxnSpPr>
              <p:nvPr/>
            </p:nvCxnSpPr>
            <p:spPr>
              <a:xfrm flipH="1">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grpSp>
        <p:grpSp>
          <p:nvGrpSpPr>
            <p:cNvPr id="15" name="Group 14"/>
            <p:cNvGrpSpPr/>
            <p:nvPr/>
          </p:nvGrpSpPr>
          <p:grpSpPr>
            <a:xfrm>
              <a:off x="7315200" y="2923200"/>
              <a:ext cx="228600" cy="228600"/>
              <a:chOff x="6172200" y="3409950"/>
              <a:chExt cx="304800" cy="304800"/>
            </a:xfrm>
          </p:grpSpPr>
          <p:sp>
            <p:nvSpPr>
              <p:cNvPr id="20" name="Oval 19"/>
              <p:cNvSpPr/>
              <p:nvPr/>
            </p:nvSpPr>
            <p:spPr>
              <a:xfrm>
                <a:off x="6172200" y="3409950"/>
                <a:ext cx="304800" cy="304800"/>
              </a:xfrm>
              <a:prstGeom prst="ellipse">
                <a:avLst/>
              </a:prstGeom>
              <a:solidFill>
                <a:schemeClr val="accent6">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1" name="Straight Connector 20"/>
              <p:cNvCxnSpPr>
                <a:stCxn id="20" idx="1"/>
                <a:endCxn id="20" idx="5"/>
              </p:cNvCxnSpPr>
              <p:nvPr/>
            </p:nvCxnSpPr>
            <p:spPr>
              <a:xfrm>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20" idx="7"/>
                <a:endCxn id="20" idx="3"/>
              </p:cNvCxnSpPr>
              <p:nvPr/>
            </p:nvCxnSpPr>
            <p:spPr>
              <a:xfrm flipH="1">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grpSp>
        <p:cxnSp>
          <p:nvCxnSpPr>
            <p:cNvPr id="16" name="Straight Arrow Connector 15"/>
            <p:cNvCxnSpPr/>
            <p:nvPr/>
          </p:nvCxnSpPr>
          <p:spPr>
            <a:xfrm>
              <a:off x="7426800" y="1428750"/>
              <a:ext cx="3600" cy="342450"/>
            </a:xfrm>
            <a:prstGeom prst="straightConnector1">
              <a:avLst/>
            </a:prstGeom>
            <a:ln>
              <a:solidFill>
                <a:srgbClr val="800000"/>
              </a:solidFill>
              <a:prstDash val="sysDot"/>
              <a:tailEnd type="arrow"/>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a:endCxn id="20" idx="4"/>
            </p:cNvCxnSpPr>
            <p:nvPr/>
          </p:nvCxnSpPr>
          <p:spPr>
            <a:xfrm flipH="1" flipV="1">
              <a:off x="7429500" y="3151800"/>
              <a:ext cx="3600" cy="334350"/>
            </a:xfrm>
            <a:prstGeom prst="straightConnector1">
              <a:avLst/>
            </a:prstGeom>
            <a:ln>
              <a:solidFill>
                <a:srgbClr val="800000"/>
              </a:solidFill>
              <a:prstDash val="sysDot"/>
              <a:tailEnd type="arrow"/>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218826" y="1103784"/>
              <a:ext cx="609600" cy="276999"/>
            </a:xfrm>
            <a:prstGeom prst="rect">
              <a:avLst/>
            </a:prstGeom>
            <a:noFill/>
          </p:spPr>
          <p:txBody>
            <a:bodyPr wrap="square" rtlCol="0">
              <a:spAutoFit/>
            </a:bodyPr>
            <a:lstStyle/>
            <a:p>
              <a:r>
                <a:rPr lang="en-US" dirty="0" err="1"/>
                <a:t>Ri</a:t>
              </a:r>
              <a:r>
                <a:rPr lang="en-US" baseline="-25000" dirty="0" err="1"/>
                <a:t>in</a:t>
              </a:r>
              <a:endParaRPr lang="en-US" dirty="0"/>
            </a:p>
          </p:txBody>
        </p:sp>
        <p:sp>
          <p:nvSpPr>
            <p:cNvPr id="19" name="TextBox 18"/>
            <p:cNvSpPr txBox="1"/>
            <p:nvPr/>
          </p:nvSpPr>
          <p:spPr>
            <a:xfrm>
              <a:off x="7239000" y="3421618"/>
              <a:ext cx="609600" cy="276999"/>
            </a:xfrm>
            <a:prstGeom prst="rect">
              <a:avLst/>
            </a:prstGeom>
            <a:noFill/>
          </p:spPr>
          <p:txBody>
            <a:bodyPr wrap="square" rtlCol="0">
              <a:spAutoFit/>
            </a:bodyPr>
            <a:lstStyle/>
            <a:p>
              <a:r>
                <a:rPr lang="en-US" dirty="0" err="1"/>
                <a:t>Ri</a:t>
              </a:r>
              <a:r>
                <a:rPr lang="en-US" baseline="-25000" dirty="0" err="1"/>
                <a:t>out</a:t>
              </a:r>
              <a:endParaRPr lang="en-US" dirty="0"/>
            </a:p>
          </p:txBody>
        </p:sp>
      </p:grpSp>
      <p:sp>
        <p:nvSpPr>
          <p:cNvPr id="26" name="Content Placeholder 2"/>
          <p:cNvSpPr>
            <a:spLocks noGrp="1"/>
          </p:cNvSpPr>
          <p:nvPr>
            <p:ph sz="half" idx="1"/>
          </p:nvPr>
        </p:nvSpPr>
        <p:spPr>
          <a:xfrm>
            <a:off x="711200" y="1134929"/>
            <a:ext cx="5384800" cy="998371"/>
          </a:xfrm>
        </p:spPr>
        <p:txBody>
          <a:bodyPr>
            <a:normAutofit/>
          </a:bodyPr>
          <a:lstStyle/>
          <a:p>
            <a:r>
              <a:rPr lang="en-IN" sz="2400" dirty="0"/>
              <a:t>When (</a:t>
            </a:r>
            <a:r>
              <a:rPr lang="en-IN" sz="2400" dirty="0" err="1">
                <a:solidFill>
                  <a:srgbClr val="800000"/>
                </a:solidFill>
              </a:rPr>
              <a:t>Ri</a:t>
            </a:r>
            <a:r>
              <a:rPr lang="en-IN" sz="2400" baseline="-25000" dirty="0" err="1">
                <a:solidFill>
                  <a:srgbClr val="800000"/>
                </a:solidFill>
              </a:rPr>
              <a:t>in</a:t>
            </a:r>
            <a:r>
              <a:rPr lang="en-IN" sz="2400" baseline="-25000" dirty="0">
                <a:solidFill>
                  <a:srgbClr val="800000"/>
                </a:solidFill>
              </a:rPr>
              <a:t> </a:t>
            </a:r>
            <a:r>
              <a:rPr lang="en-IN" sz="2400" dirty="0">
                <a:solidFill>
                  <a:srgbClr val="800000"/>
                </a:solidFill>
              </a:rPr>
              <a:t>= 1</a:t>
            </a:r>
            <a:r>
              <a:rPr lang="en-IN" sz="2400" dirty="0"/>
              <a:t>), the data available on bus is loaded into </a:t>
            </a:r>
            <a:r>
              <a:rPr lang="en-IN" sz="2400" dirty="0" err="1">
                <a:solidFill>
                  <a:srgbClr val="800000"/>
                </a:solidFill>
              </a:rPr>
              <a:t>Ri</a:t>
            </a:r>
            <a:r>
              <a:rPr lang="en-IN" sz="2400" dirty="0"/>
              <a:t>.</a:t>
            </a:r>
          </a:p>
          <a:p>
            <a:pPr marL="0" indent="0">
              <a:buNone/>
            </a:pPr>
            <a:endParaRPr lang="en-IN" dirty="0"/>
          </a:p>
        </p:txBody>
      </p:sp>
      <p:sp>
        <p:nvSpPr>
          <p:cNvPr id="2" name="Content Placeholder 2">
            <a:extLst>
              <a:ext uri="{FF2B5EF4-FFF2-40B4-BE49-F238E27FC236}">
                <a16:creationId xmlns:a16="http://schemas.microsoft.com/office/drawing/2014/main" id="{0DB82569-8DCD-4B20-0529-E6F16630AC15}"/>
              </a:ext>
            </a:extLst>
          </p:cNvPr>
          <p:cNvSpPr txBox="1">
            <a:spLocks/>
          </p:cNvSpPr>
          <p:nvPr/>
        </p:nvSpPr>
        <p:spPr>
          <a:xfrm>
            <a:off x="704283" y="4497354"/>
            <a:ext cx="5384800" cy="133177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0"/>
              </a:spcBef>
              <a:spcAft>
                <a:spcPts val="6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400" dirty="0"/>
              <a:t>When (</a:t>
            </a:r>
            <a:r>
              <a:rPr lang="en-IN" sz="2400" dirty="0" err="1">
                <a:solidFill>
                  <a:srgbClr val="800000"/>
                </a:solidFill>
              </a:rPr>
              <a:t>Ri</a:t>
            </a:r>
            <a:r>
              <a:rPr lang="en-IN" sz="2400" baseline="-25000" dirty="0" err="1">
                <a:solidFill>
                  <a:srgbClr val="800000"/>
                </a:solidFill>
              </a:rPr>
              <a:t>out</a:t>
            </a:r>
            <a:r>
              <a:rPr lang="en-IN" sz="2400" dirty="0">
                <a:solidFill>
                  <a:srgbClr val="800000"/>
                </a:solidFill>
              </a:rPr>
              <a:t> = 1</a:t>
            </a:r>
            <a:r>
              <a:rPr lang="en-IN" sz="2400" dirty="0"/>
              <a:t>), the data from register </a:t>
            </a:r>
            <a:r>
              <a:rPr lang="en-IN" sz="2400" dirty="0">
                <a:solidFill>
                  <a:srgbClr val="800000"/>
                </a:solidFill>
              </a:rPr>
              <a:t>Ri</a:t>
            </a:r>
            <a:r>
              <a:rPr lang="en-IN" sz="2400" dirty="0"/>
              <a:t> are placed on the bus.</a:t>
            </a:r>
          </a:p>
        </p:txBody>
      </p:sp>
      <p:grpSp>
        <p:nvGrpSpPr>
          <p:cNvPr id="3" name="Group 2">
            <a:extLst>
              <a:ext uri="{FF2B5EF4-FFF2-40B4-BE49-F238E27FC236}">
                <a16:creationId xmlns:a16="http://schemas.microsoft.com/office/drawing/2014/main" id="{1CDC38B1-1F58-020C-C134-295D30F118CE}"/>
              </a:ext>
            </a:extLst>
          </p:cNvPr>
          <p:cNvGrpSpPr/>
          <p:nvPr/>
        </p:nvGrpSpPr>
        <p:grpSpPr>
          <a:xfrm>
            <a:off x="6225224" y="3418354"/>
            <a:ext cx="2945384" cy="3094020"/>
            <a:chOff x="6248400" y="1103784"/>
            <a:chExt cx="2514600" cy="2594833"/>
          </a:xfrm>
        </p:grpSpPr>
        <p:sp>
          <p:nvSpPr>
            <p:cNvPr id="27" name="Up-Down Arrow 5">
              <a:extLst>
                <a:ext uri="{FF2B5EF4-FFF2-40B4-BE49-F238E27FC236}">
                  <a16:creationId xmlns:a16="http://schemas.microsoft.com/office/drawing/2014/main" id="{1A7CC95F-A4C2-5513-3737-D256F4326022}"/>
                </a:ext>
              </a:extLst>
            </p:cNvPr>
            <p:cNvSpPr/>
            <p:nvPr/>
          </p:nvSpPr>
          <p:spPr>
            <a:xfrm>
              <a:off x="8305800" y="1352550"/>
              <a:ext cx="457200" cy="2286000"/>
            </a:xfrm>
            <a:prstGeom prst="upDownArrow">
              <a:avLst/>
            </a:prstGeom>
            <a:solidFill>
              <a:schemeClr val="accent3">
                <a:lumMod val="75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Process 27">
              <a:extLst>
                <a:ext uri="{FF2B5EF4-FFF2-40B4-BE49-F238E27FC236}">
                  <a16:creationId xmlns:a16="http://schemas.microsoft.com/office/drawing/2014/main" id="{08D94BA9-AB5B-CCF1-2F94-EC0622FCF8D6}"/>
                </a:ext>
              </a:extLst>
            </p:cNvPr>
            <p:cNvSpPr/>
            <p:nvPr/>
          </p:nvSpPr>
          <p:spPr>
            <a:xfrm>
              <a:off x="6248400" y="2190750"/>
              <a:ext cx="1524000" cy="457200"/>
            </a:xfrm>
            <a:prstGeom prst="flowChartProcess">
              <a:avLst/>
            </a:prstGeom>
            <a:solidFill>
              <a:schemeClr val="accent5">
                <a:lumMod val="20000"/>
                <a:lumOff val="80000"/>
              </a:schemeClr>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90"/>
                  </a:solidFill>
                </a:rPr>
                <a:t>Register </a:t>
              </a:r>
              <a:r>
                <a:rPr lang="en-US" dirty="0" err="1">
                  <a:solidFill>
                    <a:srgbClr val="000090"/>
                  </a:solidFill>
                </a:rPr>
                <a:t>Ri</a:t>
              </a:r>
              <a:endParaRPr lang="en-US" dirty="0">
                <a:solidFill>
                  <a:srgbClr val="000090"/>
                </a:solidFill>
              </a:endParaRPr>
            </a:p>
          </p:txBody>
        </p:sp>
        <p:cxnSp>
          <p:nvCxnSpPr>
            <p:cNvPr id="29" name="Straight Arrow Connector 28">
              <a:extLst>
                <a:ext uri="{FF2B5EF4-FFF2-40B4-BE49-F238E27FC236}">
                  <a16:creationId xmlns:a16="http://schemas.microsoft.com/office/drawing/2014/main" id="{A73D0FBA-1390-D6B1-77D7-F83EA7624B72}"/>
                </a:ext>
              </a:extLst>
            </p:cNvPr>
            <p:cNvCxnSpPr/>
            <p:nvPr/>
          </p:nvCxnSpPr>
          <p:spPr>
            <a:xfrm flipH="1">
              <a:off x="7543800" y="1882350"/>
              <a:ext cx="914400" cy="36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8B3EFBA6-FD1E-4F47-BBD8-FCBE145B98DD}"/>
                </a:ext>
              </a:extLst>
            </p:cNvPr>
            <p:cNvCxnSpPr/>
            <p:nvPr/>
          </p:nvCxnSpPr>
          <p:spPr>
            <a:xfrm flipH="1">
              <a:off x="6934200" y="1885950"/>
              <a:ext cx="609600" cy="0"/>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CFA17017-6EE9-92CE-B52F-078C83282163}"/>
                </a:ext>
              </a:extLst>
            </p:cNvPr>
            <p:cNvCxnSpPr/>
            <p:nvPr/>
          </p:nvCxnSpPr>
          <p:spPr>
            <a:xfrm flipH="1">
              <a:off x="6930600" y="1885950"/>
              <a:ext cx="3600" cy="3060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16B7D1C1-0919-C8EF-0EAB-FBCBCA3DD8E7}"/>
                </a:ext>
              </a:extLst>
            </p:cNvPr>
            <p:cNvCxnSpPr/>
            <p:nvPr/>
          </p:nvCxnSpPr>
          <p:spPr>
            <a:xfrm>
              <a:off x="7315200" y="3028950"/>
              <a:ext cx="1143000" cy="0"/>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86F0DB5-8C18-CE6E-DB2A-B773FC1A26A0}"/>
                </a:ext>
              </a:extLst>
            </p:cNvPr>
            <p:cNvCxnSpPr>
              <a:stCxn id="28" idx="2"/>
            </p:cNvCxnSpPr>
            <p:nvPr/>
          </p:nvCxnSpPr>
          <p:spPr>
            <a:xfrm>
              <a:off x="7010400" y="2647950"/>
              <a:ext cx="0" cy="38100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BE50BACA-257B-4421-1B15-C97A55AA734C}"/>
                </a:ext>
              </a:extLst>
            </p:cNvPr>
            <p:cNvCxnSpPr/>
            <p:nvPr/>
          </p:nvCxnSpPr>
          <p:spPr>
            <a:xfrm>
              <a:off x="7010400" y="3028950"/>
              <a:ext cx="338278" cy="7200"/>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grpSp>
          <p:nvGrpSpPr>
            <p:cNvPr id="35" name="Group 34">
              <a:extLst>
                <a:ext uri="{FF2B5EF4-FFF2-40B4-BE49-F238E27FC236}">
                  <a16:creationId xmlns:a16="http://schemas.microsoft.com/office/drawing/2014/main" id="{DB5B38AF-993F-0DDD-16CA-C1F30EFF898D}"/>
                </a:ext>
              </a:extLst>
            </p:cNvPr>
            <p:cNvGrpSpPr/>
            <p:nvPr/>
          </p:nvGrpSpPr>
          <p:grpSpPr>
            <a:xfrm>
              <a:off x="7315200" y="1771200"/>
              <a:ext cx="228600" cy="228600"/>
              <a:chOff x="6172200" y="3409950"/>
              <a:chExt cx="304800" cy="304800"/>
            </a:xfrm>
          </p:grpSpPr>
          <p:sp>
            <p:nvSpPr>
              <p:cNvPr id="44" name="Oval 43">
                <a:extLst>
                  <a:ext uri="{FF2B5EF4-FFF2-40B4-BE49-F238E27FC236}">
                    <a16:creationId xmlns:a16="http://schemas.microsoft.com/office/drawing/2014/main" id="{49EF8F27-4901-4886-3732-13B86E1FB9AB}"/>
                  </a:ext>
                </a:extLst>
              </p:cNvPr>
              <p:cNvSpPr/>
              <p:nvPr/>
            </p:nvSpPr>
            <p:spPr>
              <a:xfrm>
                <a:off x="6172200" y="3409950"/>
                <a:ext cx="304800" cy="304800"/>
              </a:xfrm>
              <a:prstGeom prst="ellipse">
                <a:avLst/>
              </a:prstGeom>
              <a:solidFill>
                <a:schemeClr val="accent6">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5" name="Straight Connector 44">
                <a:extLst>
                  <a:ext uri="{FF2B5EF4-FFF2-40B4-BE49-F238E27FC236}">
                    <a16:creationId xmlns:a16="http://schemas.microsoft.com/office/drawing/2014/main" id="{F145F4C4-0FBC-67B8-D64F-4AA5EA24E01E}"/>
                  </a:ext>
                </a:extLst>
              </p:cNvPr>
              <p:cNvCxnSpPr>
                <a:stCxn id="44" idx="1"/>
                <a:endCxn id="44" idx="5"/>
              </p:cNvCxnSpPr>
              <p:nvPr/>
            </p:nvCxnSpPr>
            <p:spPr>
              <a:xfrm>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831E229D-1D8C-385D-7761-5E74BA1C71B3}"/>
                  </a:ext>
                </a:extLst>
              </p:cNvPr>
              <p:cNvCxnSpPr>
                <a:stCxn id="44" idx="7"/>
                <a:endCxn id="44" idx="3"/>
              </p:cNvCxnSpPr>
              <p:nvPr/>
            </p:nvCxnSpPr>
            <p:spPr>
              <a:xfrm flipH="1">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grpSp>
        <p:grpSp>
          <p:nvGrpSpPr>
            <p:cNvPr id="36" name="Group 35">
              <a:extLst>
                <a:ext uri="{FF2B5EF4-FFF2-40B4-BE49-F238E27FC236}">
                  <a16:creationId xmlns:a16="http://schemas.microsoft.com/office/drawing/2014/main" id="{294B0A74-9159-91BF-DC95-5410DF91318E}"/>
                </a:ext>
              </a:extLst>
            </p:cNvPr>
            <p:cNvGrpSpPr/>
            <p:nvPr/>
          </p:nvGrpSpPr>
          <p:grpSpPr>
            <a:xfrm>
              <a:off x="7315200" y="2923200"/>
              <a:ext cx="228600" cy="228600"/>
              <a:chOff x="6172200" y="3409950"/>
              <a:chExt cx="304800" cy="304800"/>
            </a:xfrm>
          </p:grpSpPr>
          <p:sp>
            <p:nvSpPr>
              <p:cNvPr id="41" name="Oval 40">
                <a:extLst>
                  <a:ext uri="{FF2B5EF4-FFF2-40B4-BE49-F238E27FC236}">
                    <a16:creationId xmlns:a16="http://schemas.microsoft.com/office/drawing/2014/main" id="{23DA59F7-152E-81B9-23A1-61557A03F375}"/>
                  </a:ext>
                </a:extLst>
              </p:cNvPr>
              <p:cNvSpPr/>
              <p:nvPr/>
            </p:nvSpPr>
            <p:spPr>
              <a:xfrm>
                <a:off x="6172200" y="3409950"/>
                <a:ext cx="304800" cy="304800"/>
              </a:xfrm>
              <a:prstGeom prst="ellipse">
                <a:avLst/>
              </a:prstGeom>
              <a:solidFill>
                <a:schemeClr val="accent6">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2" name="Straight Connector 41">
                <a:extLst>
                  <a:ext uri="{FF2B5EF4-FFF2-40B4-BE49-F238E27FC236}">
                    <a16:creationId xmlns:a16="http://schemas.microsoft.com/office/drawing/2014/main" id="{180AB5F9-778D-9049-26EC-C876EA382503}"/>
                  </a:ext>
                </a:extLst>
              </p:cNvPr>
              <p:cNvCxnSpPr>
                <a:stCxn id="41" idx="1"/>
                <a:endCxn id="41" idx="5"/>
              </p:cNvCxnSpPr>
              <p:nvPr/>
            </p:nvCxnSpPr>
            <p:spPr>
              <a:xfrm>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76795369-5964-3410-2ACA-64231D19A1E5}"/>
                  </a:ext>
                </a:extLst>
              </p:cNvPr>
              <p:cNvCxnSpPr>
                <a:stCxn id="41" idx="7"/>
                <a:endCxn id="41" idx="3"/>
              </p:cNvCxnSpPr>
              <p:nvPr/>
            </p:nvCxnSpPr>
            <p:spPr>
              <a:xfrm flipH="1">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grpSp>
        <p:cxnSp>
          <p:nvCxnSpPr>
            <p:cNvPr id="37" name="Straight Arrow Connector 36">
              <a:extLst>
                <a:ext uri="{FF2B5EF4-FFF2-40B4-BE49-F238E27FC236}">
                  <a16:creationId xmlns:a16="http://schemas.microsoft.com/office/drawing/2014/main" id="{2A46F2B2-5FAB-0AFB-DA81-E9364DB9AAD9}"/>
                </a:ext>
              </a:extLst>
            </p:cNvPr>
            <p:cNvCxnSpPr/>
            <p:nvPr/>
          </p:nvCxnSpPr>
          <p:spPr>
            <a:xfrm>
              <a:off x="7426800" y="1428750"/>
              <a:ext cx="3600" cy="342450"/>
            </a:xfrm>
            <a:prstGeom prst="straightConnector1">
              <a:avLst/>
            </a:prstGeom>
            <a:ln>
              <a:solidFill>
                <a:srgbClr val="800000"/>
              </a:solidFill>
              <a:prstDash val="sysDot"/>
              <a:tailEnd type="arrow"/>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8293606D-E4B8-C18C-47C5-2E3AD7FB128C}"/>
                </a:ext>
              </a:extLst>
            </p:cNvPr>
            <p:cNvCxnSpPr>
              <a:endCxn id="41" idx="4"/>
            </p:cNvCxnSpPr>
            <p:nvPr/>
          </p:nvCxnSpPr>
          <p:spPr>
            <a:xfrm flipH="1" flipV="1">
              <a:off x="7429500" y="3151800"/>
              <a:ext cx="3600" cy="334350"/>
            </a:xfrm>
            <a:prstGeom prst="straightConnector1">
              <a:avLst/>
            </a:prstGeom>
            <a:ln>
              <a:solidFill>
                <a:srgbClr val="800000"/>
              </a:solidFill>
              <a:prstDash val="sysDot"/>
              <a:tailEnd type="arrow"/>
            </a:ln>
            <a:effectLst/>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5C5BB381-C8A5-248A-BB5B-D1D502F6025C}"/>
                </a:ext>
              </a:extLst>
            </p:cNvPr>
            <p:cNvSpPr txBox="1"/>
            <p:nvPr/>
          </p:nvSpPr>
          <p:spPr>
            <a:xfrm>
              <a:off x="7218826" y="1103784"/>
              <a:ext cx="609600" cy="276999"/>
            </a:xfrm>
            <a:prstGeom prst="rect">
              <a:avLst/>
            </a:prstGeom>
            <a:noFill/>
          </p:spPr>
          <p:txBody>
            <a:bodyPr wrap="square" rtlCol="0">
              <a:spAutoFit/>
            </a:bodyPr>
            <a:lstStyle/>
            <a:p>
              <a:r>
                <a:rPr lang="en-US" dirty="0" err="1"/>
                <a:t>Ri</a:t>
              </a:r>
              <a:r>
                <a:rPr lang="en-US" baseline="-25000" dirty="0" err="1"/>
                <a:t>in</a:t>
              </a:r>
              <a:endParaRPr lang="en-US" dirty="0"/>
            </a:p>
          </p:txBody>
        </p:sp>
        <p:sp>
          <p:nvSpPr>
            <p:cNvPr id="40" name="TextBox 39">
              <a:extLst>
                <a:ext uri="{FF2B5EF4-FFF2-40B4-BE49-F238E27FC236}">
                  <a16:creationId xmlns:a16="http://schemas.microsoft.com/office/drawing/2014/main" id="{B3F97CBD-9967-64F4-9EE1-A1F577D01A64}"/>
                </a:ext>
              </a:extLst>
            </p:cNvPr>
            <p:cNvSpPr txBox="1"/>
            <p:nvPr/>
          </p:nvSpPr>
          <p:spPr>
            <a:xfrm>
              <a:off x="7239000" y="3421618"/>
              <a:ext cx="609600" cy="276999"/>
            </a:xfrm>
            <a:prstGeom prst="rect">
              <a:avLst/>
            </a:prstGeom>
            <a:noFill/>
          </p:spPr>
          <p:txBody>
            <a:bodyPr wrap="square" rtlCol="0">
              <a:spAutoFit/>
            </a:bodyPr>
            <a:lstStyle/>
            <a:p>
              <a:r>
                <a:rPr lang="en-US" dirty="0" err="1"/>
                <a:t>Ri</a:t>
              </a:r>
              <a:r>
                <a:rPr lang="en-US" baseline="-25000" dirty="0" err="1"/>
                <a:t>out</a:t>
              </a:r>
              <a:endParaRPr lang="en-US" dirty="0"/>
            </a:p>
          </p:txBody>
        </p:sp>
      </p:grpSp>
    </p:spTree>
    <p:extLst>
      <p:ext uri="{BB962C8B-B14F-4D97-AF65-F5344CB8AC3E}">
        <p14:creationId xmlns:p14="http://schemas.microsoft.com/office/powerpoint/2010/main" val="741403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227" y="325949"/>
            <a:ext cx="6096000" cy="1143000"/>
          </a:xfrm>
        </p:spPr>
        <p:txBody>
          <a:bodyPr>
            <a:normAutofit/>
          </a:bodyPr>
          <a:lstStyle/>
          <a:p>
            <a:r>
              <a:rPr lang="en-US" dirty="0"/>
              <a:t>Register Transfer</a:t>
            </a:r>
          </a:p>
        </p:txBody>
      </p:sp>
      <p:sp>
        <p:nvSpPr>
          <p:cNvPr id="4" name="Slide Number Placeholder 3"/>
          <p:cNvSpPr>
            <a:spLocks noGrp="1"/>
          </p:cNvSpPr>
          <p:nvPr>
            <p:ph type="sldNum" sz="quarter" idx="12"/>
          </p:nvPr>
        </p:nvSpPr>
        <p:spPr/>
        <p:txBody>
          <a:bodyPr/>
          <a:lstStyle/>
          <a:p>
            <a:fld id="{F815AC96-4A5A-4699-9DBD-ACAB251D8CBA}" type="slidenum">
              <a:rPr lang="en-US" smtClean="0"/>
              <a:t>19</a:t>
            </a:fld>
            <a:endParaRPr lang="en-US" dirty="0"/>
          </a:p>
        </p:txBody>
      </p:sp>
      <p:sp>
        <p:nvSpPr>
          <p:cNvPr id="46" name="TextBox 45"/>
          <p:cNvSpPr txBox="1"/>
          <p:nvPr/>
        </p:nvSpPr>
        <p:spPr>
          <a:xfrm>
            <a:off x="9855200" y="279400"/>
            <a:ext cx="812800" cy="400105"/>
          </a:xfrm>
          <a:prstGeom prst="rect">
            <a:avLst/>
          </a:prstGeom>
          <a:noFill/>
        </p:spPr>
        <p:txBody>
          <a:bodyPr wrap="square" lIns="121917" tIns="60958" rIns="121917" bIns="60958" rtlCol="0">
            <a:spAutoFit/>
          </a:bodyPr>
          <a:lstStyle/>
          <a:p>
            <a:r>
              <a:rPr lang="en-US" dirty="0"/>
              <a:t>R1</a:t>
            </a:r>
            <a:r>
              <a:rPr lang="en-US" baseline="-25000" dirty="0"/>
              <a:t>in</a:t>
            </a:r>
            <a:endParaRPr lang="en-US" dirty="0"/>
          </a:p>
        </p:txBody>
      </p:sp>
      <p:grpSp>
        <p:nvGrpSpPr>
          <p:cNvPr id="49" name="Group 48"/>
          <p:cNvGrpSpPr/>
          <p:nvPr/>
        </p:nvGrpSpPr>
        <p:grpSpPr>
          <a:xfrm>
            <a:off x="8331200" y="467043"/>
            <a:ext cx="3352800" cy="5314314"/>
            <a:chOff x="6248400" y="350282"/>
            <a:chExt cx="2514600" cy="3985736"/>
          </a:xfrm>
        </p:grpSpPr>
        <p:sp>
          <p:nvSpPr>
            <p:cNvPr id="6" name="Up-Down Arrow 5"/>
            <p:cNvSpPr/>
            <p:nvPr/>
          </p:nvSpPr>
          <p:spPr>
            <a:xfrm>
              <a:off x="8305800" y="361950"/>
              <a:ext cx="457200" cy="3962400"/>
            </a:xfrm>
            <a:prstGeom prst="upDownArrow">
              <a:avLst/>
            </a:prstGeom>
            <a:solidFill>
              <a:schemeClr val="accent3">
                <a:lumMod val="75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Process 6"/>
            <p:cNvSpPr/>
            <p:nvPr/>
          </p:nvSpPr>
          <p:spPr>
            <a:xfrm>
              <a:off x="6248400" y="3116818"/>
              <a:ext cx="1524000" cy="457200"/>
            </a:xfrm>
            <a:prstGeom prst="flowChartProcess">
              <a:avLst/>
            </a:prstGeom>
            <a:solidFill>
              <a:schemeClr val="accent5">
                <a:lumMod val="20000"/>
                <a:lumOff val="80000"/>
              </a:schemeClr>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90"/>
                  </a:solidFill>
                </a:rPr>
                <a:t>Register R2</a:t>
              </a:r>
            </a:p>
          </p:txBody>
        </p:sp>
        <p:cxnSp>
          <p:nvCxnSpPr>
            <p:cNvPr id="8" name="Straight Arrow Connector 7"/>
            <p:cNvCxnSpPr/>
            <p:nvPr/>
          </p:nvCxnSpPr>
          <p:spPr>
            <a:xfrm flipH="1">
              <a:off x="7543800" y="2808418"/>
              <a:ext cx="914400" cy="36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6934200" y="2812018"/>
              <a:ext cx="609600" cy="0"/>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H="1">
              <a:off x="6930600" y="2812018"/>
              <a:ext cx="3600" cy="3060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7315200" y="3955018"/>
              <a:ext cx="1143000" cy="0"/>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a:stCxn id="7" idx="2"/>
            </p:cNvCxnSpPr>
            <p:nvPr/>
          </p:nvCxnSpPr>
          <p:spPr>
            <a:xfrm>
              <a:off x="7010400" y="3574018"/>
              <a:ext cx="0" cy="38100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7010400" y="3955018"/>
              <a:ext cx="338278" cy="7200"/>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grpSp>
          <p:nvGrpSpPr>
            <p:cNvPr id="14" name="Group 13"/>
            <p:cNvGrpSpPr/>
            <p:nvPr/>
          </p:nvGrpSpPr>
          <p:grpSpPr>
            <a:xfrm>
              <a:off x="7315200" y="2697268"/>
              <a:ext cx="228600" cy="228600"/>
              <a:chOff x="6172200" y="3409950"/>
              <a:chExt cx="304800" cy="304800"/>
            </a:xfrm>
          </p:grpSpPr>
          <p:sp>
            <p:nvSpPr>
              <p:cNvPr id="23" name="Oval 22"/>
              <p:cNvSpPr/>
              <p:nvPr/>
            </p:nvSpPr>
            <p:spPr>
              <a:xfrm>
                <a:off x="6172200" y="3409950"/>
                <a:ext cx="304800" cy="304800"/>
              </a:xfrm>
              <a:prstGeom prst="ellipse">
                <a:avLst/>
              </a:prstGeom>
              <a:solidFill>
                <a:schemeClr val="accent6">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4" name="Straight Connector 23"/>
              <p:cNvCxnSpPr>
                <a:stCxn id="23" idx="1"/>
                <a:endCxn id="23" idx="5"/>
              </p:cNvCxnSpPr>
              <p:nvPr/>
            </p:nvCxnSpPr>
            <p:spPr>
              <a:xfrm>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p:cNvCxnSpPr>
                <a:stCxn id="23" idx="7"/>
                <a:endCxn id="23" idx="3"/>
              </p:cNvCxnSpPr>
              <p:nvPr/>
            </p:nvCxnSpPr>
            <p:spPr>
              <a:xfrm flipH="1">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grpSp>
        <p:grpSp>
          <p:nvGrpSpPr>
            <p:cNvPr id="15" name="Group 14"/>
            <p:cNvGrpSpPr/>
            <p:nvPr/>
          </p:nvGrpSpPr>
          <p:grpSpPr>
            <a:xfrm>
              <a:off x="7315200" y="3849268"/>
              <a:ext cx="228600" cy="228600"/>
              <a:chOff x="6172200" y="3409950"/>
              <a:chExt cx="304800" cy="304800"/>
            </a:xfrm>
          </p:grpSpPr>
          <p:sp>
            <p:nvSpPr>
              <p:cNvPr id="20" name="Oval 19"/>
              <p:cNvSpPr/>
              <p:nvPr/>
            </p:nvSpPr>
            <p:spPr>
              <a:xfrm>
                <a:off x="6172200" y="3409950"/>
                <a:ext cx="304800" cy="304800"/>
              </a:xfrm>
              <a:prstGeom prst="ellipse">
                <a:avLst/>
              </a:prstGeom>
              <a:solidFill>
                <a:schemeClr val="accent6">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1" name="Straight Connector 20"/>
              <p:cNvCxnSpPr>
                <a:stCxn id="20" idx="1"/>
                <a:endCxn id="20" idx="5"/>
              </p:cNvCxnSpPr>
              <p:nvPr/>
            </p:nvCxnSpPr>
            <p:spPr>
              <a:xfrm>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20" idx="7"/>
                <a:endCxn id="20" idx="3"/>
              </p:cNvCxnSpPr>
              <p:nvPr/>
            </p:nvCxnSpPr>
            <p:spPr>
              <a:xfrm flipH="1">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grpSp>
        <p:cxnSp>
          <p:nvCxnSpPr>
            <p:cNvPr id="16" name="Straight Arrow Connector 15"/>
            <p:cNvCxnSpPr/>
            <p:nvPr/>
          </p:nvCxnSpPr>
          <p:spPr>
            <a:xfrm>
              <a:off x="7391400" y="2431018"/>
              <a:ext cx="3600" cy="266250"/>
            </a:xfrm>
            <a:prstGeom prst="straightConnector1">
              <a:avLst/>
            </a:prstGeom>
            <a:ln>
              <a:solidFill>
                <a:srgbClr val="800000"/>
              </a:solidFill>
              <a:prstDash val="sysDot"/>
              <a:tailEnd type="arrow"/>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a:endCxn id="20" idx="4"/>
            </p:cNvCxnSpPr>
            <p:nvPr/>
          </p:nvCxnSpPr>
          <p:spPr>
            <a:xfrm flipV="1">
              <a:off x="7391400" y="4077868"/>
              <a:ext cx="3600" cy="258150"/>
            </a:xfrm>
            <a:prstGeom prst="straightConnector1">
              <a:avLst/>
            </a:prstGeom>
            <a:ln>
              <a:solidFill>
                <a:srgbClr val="800000"/>
              </a:solidFill>
              <a:prstDash val="sysDot"/>
              <a:tailEnd type="arrow"/>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391400" y="2290286"/>
              <a:ext cx="609600" cy="276999"/>
            </a:xfrm>
            <a:prstGeom prst="rect">
              <a:avLst/>
            </a:prstGeom>
            <a:noFill/>
          </p:spPr>
          <p:txBody>
            <a:bodyPr wrap="square" rtlCol="0">
              <a:spAutoFit/>
            </a:bodyPr>
            <a:lstStyle/>
            <a:p>
              <a:r>
                <a:rPr lang="en-US" dirty="0"/>
                <a:t>R2</a:t>
              </a:r>
              <a:r>
                <a:rPr lang="en-US" baseline="-25000" dirty="0"/>
                <a:t>in</a:t>
              </a:r>
              <a:endParaRPr lang="en-US" dirty="0"/>
            </a:p>
          </p:txBody>
        </p:sp>
        <p:sp>
          <p:nvSpPr>
            <p:cNvPr id="19" name="TextBox 18"/>
            <p:cNvSpPr txBox="1"/>
            <p:nvPr/>
          </p:nvSpPr>
          <p:spPr>
            <a:xfrm>
              <a:off x="7391400" y="4031218"/>
              <a:ext cx="685800" cy="276999"/>
            </a:xfrm>
            <a:prstGeom prst="rect">
              <a:avLst/>
            </a:prstGeom>
            <a:noFill/>
          </p:spPr>
          <p:txBody>
            <a:bodyPr wrap="square" rtlCol="0">
              <a:spAutoFit/>
            </a:bodyPr>
            <a:lstStyle/>
            <a:p>
              <a:r>
                <a:rPr lang="en-US" dirty="0"/>
                <a:t>R2</a:t>
              </a:r>
              <a:r>
                <a:rPr lang="en-US" baseline="-25000" dirty="0"/>
                <a:t>out</a:t>
              </a:r>
              <a:endParaRPr lang="en-US" dirty="0"/>
            </a:p>
          </p:txBody>
        </p:sp>
        <p:sp>
          <p:nvSpPr>
            <p:cNvPr id="29" name="Process 28"/>
            <p:cNvSpPr/>
            <p:nvPr/>
          </p:nvSpPr>
          <p:spPr>
            <a:xfrm>
              <a:off x="6248400" y="1036082"/>
              <a:ext cx="1524000" cy="457200"/>
            </a:xfrm>
            <a:prstGeom prst="flowChartProcess">
              <a:avLst/>
            </a:prstGeom>
            <a:solidFill>
              <a:schemeClr val="accent5">
                <a:lumMod val="20000"/>
                <a:lumOff val="80000"/>
              </a:schemeClr>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90"/>
                  </a:solidFill>
                </a:rPr>
                <a:t>Register R1</a:t>
              </a:r>
            </a:p>
          </p:txBody>
        </p:sp>
        <p:cxnSp>
          <p:nvCxnSpPr>
            <p:cNvPr id="30" name="Straight Arrow Connector 29"/>
            <p:cNvCxnSpPr/>
            <p:nvPr/>
          </p:nvCxnSpPr>
          <p:spPr>
            <a:xfrm flipH="1">
              <a:off x="7543800" y="727682"/>
              <a:ext cx="914400" cy="3600"/>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flipH="1">
              <a:off x="6934200" y="731282"/>
              <a:ext cx="609600"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flipH="1">
              <a:off x="6930600" y="731282"/>
              <a:ext cx="3600" cy="306000"/>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a:off x="7315200" y="1874282"/>
              <a:ext cx="1143000" cy="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29" idx="2"/>
            </p:cNvCxnSpPr>
            <p:nvPr/>
          </p:nvCxnSpPr>
          <p:spPr>
            <a:xfrm>
              <a:off x="7010400" y="1493282"/>
              <a:ext cx="0" cy="381000"/>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7010400" y="1874282"/>
              <a:ext cx="338278" cy="72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grpSp>
          <p:nvGrpSpPr>
            <p:cNvPr id="36" name="Group 35"/>
            <p:cNvGrpSpPr/>
            <p:nvPr/>
          </p:nvGrpSpPr>
          <p:grpSpPr>
            <a:xfrm>
              <a:off x="7315200" y="616532"/>
              <a:ext cx="228600" cy="228600"/>
              <a:chOff x="6172200" y="3409950"/>
              <a:chExt cx="304800" cy="304800"/>
            </a:xfrm>
          </p:grpSpPr>
          <p:sp>
            <p:nvSpPr>
              <p:cNvPr id="37" name="Oval 36"/>
              <p:cNvSpPr/>
              <p:nvPr/>
            </p:nvSpPr>
            <p:spPr>
              <a:xfrm>
                <a:off x="6172200" y="3409950"/>
                <a:ext cx="304800" cy="304800"/>
              </a:xfrm>
              <a:prstGeom prst="ellipse">
                <a:avLst/>
              </a:prstGeom>
              <a:solidFill>
                <a:schemeClr val="accent6">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8" name="Straight Connector 37"/>
              <p:cNvCxnSpPr>
                <a:stCxn id="37" idx="1"/>
                <a:endCxn id="37" idx="5"/>
              </p:cNvCxnSpPr>
              <p:nvPr/>
            </p:nvCxnSpPr>
            <p:spPr>
              <a:xfrm>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39" name="Straight Connector 38"/>
              <p:cNvCxnSpPr>
                <a:stCxn id="37" idx="7"/>
                <a:endCxn id="37" idx="3"/>
              </p:cNvCxnSpPr>
              <p:nvPr/>
            </p:nvCxnSpPr>
            <p:spPr>
              <a:xfrm flipH="1">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grpSp>
        <p:grpSp>
          <p:nvGrpSpPr>
            <p:cNvPr id="40" name="Group 39"/>
            <p:cNvGrpSpPr/>
            <p:nvPr/>
          </p:nvGrpSpPr>
          <p:grpSpPr>
            <a:xfrm>
              <a:off x="7315200" y="1768532"/>
              <a:ext cx="228600" cy="228600"/>
              <a:chOff x="6172200" y="3409950"/>
              <a:chExt cx="304800" cy="304800"/>
            </a:xfrm>
          </p:grpSpPr>
          <p:sp>
            <p:nvSpPr>
              <p:cNvPr id="41" name="Oval 40"/>
              <p:cNvSpPr/>
              <p:nvPr/>
            </p:nvSpPr>
            <p:spPr>
              <a:xfrm>
                <a:off x="6172200" y="3409950"/>
                <a:ext cx="304800" cy="304800"/>
              </a:xfrm>
              <a:prstGeom prst="ellipse">
                <a:avLst/>
              </a:prstGeom>
              <a:solidFill>
                <a:schemeClr val="accent6">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2" name="Straight Connector 41"/>
              <p:cNvCxnSpPr>
                <a:stCxn id="41" idx="1"/>
                <a:endCxn id="41" idx="5"/>
              </p:cNvCxnSpPr>
              <p:nvPr/>
            </p:nvCxnSpPr>
            <p:spPr>
              <a:xfrm>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Straight Connector 42"/>
              <p:cNvCxnSpPr>
                <a:stCxn id="41" idx="7"/>
                <a:endCxn id="41" idx="3"/>
              </p:cNvCxnSpPr>
              <p:nvPr/>
            </p:nvCxnSpPr>
            <p:spPr>
              <a:xfrm flipH="1">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grpSp>
        <p:cxnSp>
          <p:nvCxnSpPr>
            <p:cNvPr id="44" name="Straight Arrow Connector 43"/>
            <p:cNvCxnSpPr/>
            <p:nvPr/>
          </p:nvCxnSpPr>
          <p:spPr>
            <a:xfrm>
              <a:off x="7391400" y="350282"/>
              <a:ext cx="3600" cy="266250"/>
            </a:xfrm>
            <a:prstGeom prst="straightConnector1">
              <a:avLst/>
            </a:prstGeom>
            <a:ln>
              <a:solidFill>
                <a:srgbClr val="800000"/>
              </a:solidFill>
              <a:prstDash val="sysDot"/>
              <a:tailEnd type="arrow"/>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a:endCxn id="41" idx="4"/>
            </p:cNvCxnSpPr>
            <p:nvPr/>
          </p:nvCxnSpPr>
          <p:spPr>
            <a:xfrm flipV="1">
              <a:off x="7391400" y="1997132"/>
              <a:ext cx="3600" cy="258150"/>
            </a:xfrm>
            <a:prstGeom prst="straightConnector1">
              <a:avLst/>
            </a:prstGeom>
            <a:ln>
              <a:solidFill>
                <a:srgbClr val="800000"/>
              </a:solidFill>
              <a:prstDash val="sysDot"/>
              <a:tailEnd type="arrow"/>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7391400" y="1950482"/>
              <a:ext cx="685800" cy="276999"/>
            </a:xfrm>
            <a:prstGeom prst="rect">
              <a:avLst/>
            </a:prstGeom>
            <a:noFill/>
          </p:spPr>
          <p:txBody>
            <a:bodyPr wrap="square" rtlCol="0">
              <a:spAutoFit/>
            </a:bodyPr>
            <a:lstStyle/>
            <a:p>
              <a:r>
                <a:rPr lang="en-US" dirty="0"/>
                <a:t>R1</a:t>
              </a:r>
              <a:r>
                <a:rPr lang="en-US" baseline="-25000" dirty="0"/>
                <a:t>out</a:t>
              </a:r>
              <a:endParaRPr lang="en-US" dirty="0"/>
            </a:p>
          </p:txBody>
        </p:sp>
      </p:grpSp>
      <p:sp>
        <p:nvSpPr>
          <p:cNvPr id="48" name="Content Placeholder 2"/>
          <p:cNvSpPr>
            <a:spLocks noGrp="1"/>
          </p:cNvSpPr>
          <p:nvPr>
            <p:ph sz="half" idx="1"/>
          </p:nvPr>
        </p:nvSpPr>
        <p:spPr>
          <a:xfrm>
            <a:off x="203200" y="1498600"/>
            <a:ext cx="7518400" cy="4064000"/>
          </a:xfrm>
        </p:spPr>
        <p:txBody>
          <a:bodyPr>
            <a:normAutofit fontScale="92500" lnSpcReduction="10000"/>
          </a:bodyPr>
          <a:lstStyle/>
          <a:p>
            <a:pPr marL="0" indent="0">
              <a:buNone/>
            </a:pPr>
            <a:r>
              <a:rPr lang="en-IN" sz="2900" b="1" dirty="0">
                <a:solidFill>
                  <a:srgbClr val="800000"/>
                </a:solidFill>
              </a:rPr>
              <a:t>     </a:t>
            </a:r>
            <a:r>
              <a:rPr lang="en-IN" sz="2600" b="1" dirty="0">
                <a:solidFill>
                  <a:srgbClr val="800000"/>
                </a:solidFill>
              </a:rPr>
              <a:t>MOVE    R1, R2      </a:t>
            </a:r>
            <a:r>
              <a:rPr lang="en-IN" sz="2900" dirty="0">
                <a:solidFill>
                  <a:srgbClr val="0000FF"/>
                </a:solidFill>
              </a:rPr>
              <a:t>//   </a:t>
            </a:r>
            <a:r>
              <a:rPr lang="en-IN" sz="2400" dirty="0">
                <a:solidFill>
                  <a:srgbClr val="0000FF"/>
                </a:solidFill>
              </a:rPr>
              <a:t>R1 </a:t>
            </a:r>
            <a:r>
              <a:rPr lang="en-IN" sz="2400" dirty="0">
                <a:solidFill>
                  <a:srgbClr val="0000FF"/>
                </a:solidFill>
                <a:sym typeface="Wingdings"/>
              </a:rPr>
              <a:t></a:t>
            </a:r>
            <a:r>
              <a:rPr lang="en-IN" sz="2400" dirty="0">
                <a:solidFill>
                  <a:srgbClr val="0000FF"/>
                </a:solidFill>
              </a:rPr>
              <a:t> R2</a:t>
            </a:r>
          </a:p>
          <a:p>
            <a:pPr marL="0" indent="0">
              <a:buNone/>
            </a:pPr>
            <a:endParaRPr lang="en-IN" sz="2400" dirty="0"/>
          </a:p>
          <a:p>
            <a:pPr marL="482588" lvl="1" indent="-364058">
              <a:spcAft>
                <a:spcPts val="800"/>
              </a:spcAft>
            </a:pPr>
            <a:r>
              <a:rPr lang="en-IN" dirty="0"/>
              <a:t>Enable the output of </a:t>
            </a:r>
            <a:r>
              <a:rPr lang="en-IN" dirty="0">
                <a:solidFill>
                  <a:srgbClr val="800000"/>
                </a:solidFill>
              </a:rPr>
              <a:t>R2</a:t>
            </a:r>
            <a:r>
              <a:rPr lang="en-IN" dirty="0"/>
              <a:t> by setting </a:t>
            </a:r>
            <a:r>
              <a:rPr lang="en-IN" dirty="0">
                <a:solidFill>
                  <a:srgbClr val="800000"/>
                </a:solidFill>
              </a:rPr>
              <a:t>R2</a:t>
            </a:r>
            <a:r>
              <a:rPr lang="en-IN" baseline="-25000" dirty="0">
                <a:solidFill>
                  <a:srgbClr val="800000"/>
                </a:solidFill>
              </a:rPr>
              <a:t>out</a:t>
            </a:r>
            <a:r>
              <a:rPr lang="en-IN" dirty="0">
                <a:solidFill>
                  <a:srgbClr val="800000"/>
                </a:solidFill>
              </a:rPr>
              <a:t> = 1</a:t>
            </a:r>
            <a:r>
              <a:rPr lang="en-IN" dirty="0"/>
              <a:t>.</a:t>
            </a:r>
          </a:p>
          <a:p>
            <a:pPr marL="482588" lvl="1" indent="-364058">
              <a:spcAft>
                <a:spcPts val="800"/>
              </a:spcAft>
            </a:pPr>
            <a:r>
              <a:rPr lang="en-IN" dirty="0"/>
              <a:t>Enable the input of register </a:t>
            </a:r>
            <a:r>
              <a:rPr lang="en-IN" dirty="0">
                <a:solidFill>
                  <a:srgbClr val="800000"/>
                </a:solidFill>
              </a:rPr>
              <a:t>R1</a:t>
            </a:r>
            <a:r>
              <a:rPr lang="en-IN" dirty="0"/>
              <a:t> by setting </a:t>
            </a:r>
            <a:r>
              <a:rPr lang="en-IN" dirty="0">
                <a:solidFill>
                  <a:srgbClr val="800000"/>
                </a:solidFill>
              </a:rPr>
              <a:t>R1</a:t>
            </a:r>
            <a:r>
              <a:rPr lang="en-IN" baseline="-25000" dirty="0">
                <a:solidFill>
                  <a:srgbClr val="800000"/>
                </a:solidFill>
              </a:rPr>
              <a:t>in</a:t>
            </a:r>
            <a:r>
              <a:rPr lang="en-IN" dirty="0">
                <a:solidFill>
                  <a:srgbClr val="800000"/>
                </a:solidFill>
              </a:rPr>
              <a:t>  = 1</a:t>
            </a:r>
            <a:r>
              <a:rPr lang="en-IN" dirty="0"/>
              <a:t>.</a:t>
            </a:r>
          </a:p>
          <a:p>
            <a:pPr marL="482588" lvl="1" indent="-364058">
              <a:spcAft>
                <a:spcPts val="400"/>
              </a:spcAft>
            </a:pPr>
            <a:r>
              <a:rPr lang="en-IN" dirty="0"/>
              <a:t>All operations are performed in synchronism with the processor clock.</a:t>
            </a:r>
          </a:p>
          <a:p>
            <a:pPr marL="1015975" lvl="2" indent="-364058">
              <a:spcAft>
                <a:spcPts val="400"/>
              </a:spcAft>
            </a:pPr>
            <a:r>
              <a:rPr lang="en-IN" sz="2200" dirty="0"/>
              <a:t>The control signals are asserted at the start of the clock cycle.</a:t>
            </a:r>
          </a:p>
          <a:p>
            <a:pPr marL="1015975" lvl="2" indent="-364058">
              <a:spcAft>
                <a:spcPts val="800"/>
              </a:spcAft>
            </a:pPr>
            <a:r>
              <a:rPr lang="en-IN" sz="2200" dirty="0"/>
              <a:t>After data transfer the control signals will return to 0.</a:t>
            </a:r>
          </a:p>
          <a:p>
            <a:pPr marL="482588" lvl="1" indent="-364058">
              <a:spcAft>
                <a:spcPts val="400"/>
              </a:spcAft>
            </a:pPr>
            <a:r>
              <a:rPr lang="en-IN" dirty="0"/>
              <a:t>We write as      </a:t>
            </a:r>
            <a:r>
              <a:rPr lang="en-IN" i="1" dirty="0">
                <a:solidFill>
                  <a:srgbClr val="800000"/>
                </a:solidFill>
              </a:rPr>
              <a:t>T1:  R2</a:t>
            </a:r>
            <a:r>
              <a:rPr lang="en-IN" i="1" baseline="-25000" dirty="0">
                <a:solidFill>
                  <a:srgbClr val="800000"/>
                </a:solidFill>
              </a:rPr>
              <a:t>out </a:t>
            </a:r>
            <a:r>
              <a:rPr lang="en-IN" i="1" dirty="0">
                <a:solidFill>
                  <a:srgbClr val="800000"/>
                </a:solidFill>
              </a:rPr>
              <a:t>, R1</a:t>
            </a:r>
            <a:r>
              <a:rPr lang="en-IN" i="1" baseline="-25000" dirty="0">
                <a:solidFill>
                  <a:srgbClr val="800000"/>
                </a:solidFill>
              </a:rPr>
              <a:t>in</a:t>
            </a:r>
          </a:p>
          <a:p>
            <a:pPr marL="609585" lvl="1" indent="0">
              <a:buNone/>
            </a:pPr>
            <a:endParaRPr lang="en-IN" sz="2100" dirty="0"/>
          </a:p>
        </p:txBody>
      </p:sp>
      <p:sp>
        <p:nvSpPr>
          <p:cNvPr id="3" name="TextBox 2"/>
          <p:cNvSpPr txBox="1"/>
          <p:nvPr/>
        </p:nvSpPr>
        <p:spPr>
          <a:xfrm>
            <a:off x="1282314" y="5807347"/>
            <a:ext cx="1524000" cy="451405"/>
          </a:xfrm>
          <a:prstGeom prst="rect">
            <a:avLst/>
          </a:prstGeom>
          <a:noFill/>
        </p:spPr>
        <p:txBody>
          <a:bodyPr wrap="square" lIns="121917" tIns="60958" rIns="121917" bIns="60958" rtlCol="0">
            <a:spAutoFit/>
          </a:bodyPr>
          <a:lstStyle/>
          <a:p>
            <a:r>
              <a:rPr lang="en-US" sz="2100" b="1" dirty="0">
                <a:solidFill>
                  <a:srgbClr val="3366FF"/>
                </a:solidFill>
              </a:rPr>
              <a:t>Time Step</a:t>
            </a:r>
          </a:p>
        </p:txBody>
      </p:sp>
      <p:sp>
        <p:nvSpPr>
          <p:cNvPr id="50" name="TextBox 49"/>
          <p:cNvSpPr txBox="1"/>
          <p:nvPr/>
        </p:nvSpPr>
        <p:spPr>
          <a:xfrm>
            <a:off x="3362543" y="5781690"/>
            <a:ext cx="1930400" cy="451405"/>
          </a:xfrm>
          <a:prstGeom prst="rect">
            <a:avLst/>
          </a:prstGeom>
          <a:noFill/>
        </p:spPr>
        <p:txBody>
          <a:bodyPr wrap="square" lIns="121917" tIns="60958" rIns="121917" bIns="60958" rtlCol="0">
            <a:spAutoFit/>
          </a:bodyPr>
          <a:lstStyle/>
          <a:p>
            <a:r>
              <a:rPr lang="en-US" sz="2100" b="1" dirty="0">
                <a:solidFill>
                  <a:srgbClr val="3366FF"/>
                </a:solidFill>
              </a:rPr>
              <a:t>Control Signals</a:t>
            </a:r>
          </a:p>
        </p:txBody>
      </p:sp>
      <p:cxnSp>
        <p:nvCxnSpPr>
          <p:cNvPr id="26" name="Straight Arrow Connector 25"/>
          <p:cNvCxnSpPr/>
          <p:nvPr/>
        </p:nvCxnSpPr>
        <p:spPr>
          <a:xfrm flipV="1">
            <a:off x="2145399" y="5502547"/>
            <a:ext cx="406400" cy="304800"/>
          </a:xfrm>
          <a:prstGeom prst="straightConnector1">
            <a:avLst/>
          </a:prstGeom>
          <a:ln>
            <a:solidFill>
              <a:srgbClr val="0000FF"/>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flipH="1" flipV="1">
            <a:off x="3426685" y="5564643"/>
            <a:ext cx="304800" cy="203200"/>
          </a:xfrm>
          <a:prstGeom prst="straightConnector1">
            <a:avLst/>
          </a:prstGeom>
          <a:ln>
            <a:solidFill>
              <a:srgbClr val="0000FF"/>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p:nvPr/>
        </p:nvCxnSpPr>
        <p:spPr>
          <a:xfrm flipH="1" flipV="1">
            <a:off x="4100428" y="5527181"/>
            <a:ext cx="203200" cy="304800"/>
          </a:xfrm>
          <a:prstGeom prst="straightConnector1">
            <a:avLst/>
          </a:prstGeom>
          <a:ln>
            <a:solidFill>
              <a:srgbClr val="0000FF"/>
            </a:solidFill>
            <a:tailEnd type="arrow"/>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8104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815AC96-4A5A-4699-9DBD-ACAB251D8CBA}" type="slidenum">
              <a:rPr lang="en-US" smtClean="0"/>
              <a:t>20</a:t>
            </a:fld>
            <a:endParaRPr lang="en-US" dirty="0"/>
          </a:p>
        </p:txBody>
      </p:sp>
      <p:sp>
        <p:nvSpPr>
          <p:cNvPr id="366" name="Title 1"/>
          <p:cNvSpPr>
            <a:spLocks noGrp="1"/>
          </p:cNvSpPr>
          <p:nvPr>
            <p:ph type="title"/>
          </p:nvPr>
        </p:nvSpPr>
        <p:spPr>
          <a:xfrm>
            <a:off x="384794" y="442138"/>
            <a:ext cx="7265059" cy="1009417"/>
          </a:xfrm>
        </p:spPr>
        <p:txBody>
          <a:bodyPr>
            <a:normAutofit/>
          </a:bodyPr>
          <a:lstStyle/>
          <a:p>
            <a:r>
              <a:rPr lang="en-IN" dirty="0"/>
              <a:t>ALU Operation</a:t>
            </a:r>
          </a:p>
        </p:txBody>
      </p:sp>
      <p:grpSp>
        <p:nvGrpSpPr>
          <p:cNvPr id="2" name="Group 1"/>
          <p:cNvGrpSpPr/>
          <p:nvPr/>
        </p:nvGrpSpPr>
        <p:grpSpPr>
          <a:xfrm>
            <a:off x="7112000" y="469849"/>
            <a:ext cx="3417424" cy="5279912"/>
            <a:chOff x="5289105" y="364329"/>
            <a:chExt cx="2563068" cy="3959934"/>
          </a:xfrm>
        </p:grpSpPr>
        <p:sp>
          <p:nvSpPr>
            <p:cNvPr id="151" name="Up-Down Arrow 150"/>
            <p:cNvSpPr/>
            <p:nvPr/>
          </p:nvSpPr>
          <p:spPr>
            <a:xfrm>
              <a:off x="7673687" y="500912"/>
              <a:ext cx="178486" cy="3823351"/>
            </a:xfrm>
            <a:prstGeom prst="upDownArrow">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9" name="Rectangle 198"/>
            <p:cNvSpPr/>
            <p:nvPr/>
          </p:nvSpPr>
          <p:spPr>
            <a:xfrm>
              <a:off x="6196859" y="943104"/>
              <a:ext cx="785025" cy="2689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solidFill>
                    <a:schemeClr val="tx1"/>
                  </a:solidFill>
                </a:rPr>
                <a:t>R</a:t>
              </a:r>
              <a:r>
                <a:rPr lang="en-IN" i="1" dirty="0" err="1">
                  <a:solidFill>
                    <a:schemeClr val="tx1"/>
                  </a:solidFill>
                </a:rPr>
                <a:t>i</a:t>
              </a:r>
              <a:endParaRPr lang="en-IN" i="1" dirty="0">
                <a:solidFill>
                  <a:schemeClr val="tx1"/>
                </a:solidFill>
              </a:endParaRPr>
            </a:p>
          </p:txBody>
        </p:sp>
        <p:cxnSp>
          <p:nvCxnSpPr>
            <p:cNvPr id="203" name="Elbow Connector 202"/>
            <p:cNvCxnSpPr>
              <a:endCxn id="199" idx="0"/>
            </p:cNvCxnSpPr>
            <p:nvPr/>
          </p:nvCxnSpPr>
          <p:spPr>
            <a:xfrm rot="10800000" flipV="1">
              <a:off x="6589373" y="800782"/>
              <a:ext cx="510267" cy="142322"/>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Elbow Connector 203"/>
            <p:cNvCxnSpPr/>
            <p:nvPr/>
          </p:nvCxnSpPr>
          <p:spPr>
            <a:xfrm rot="16200000" flipH="1">
              <a:off x="6784164" y="1011967"/>
              <a:ext cx="187419" cy="510266"/>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 name="Straight Arrow Connector 204"/>
            <p:cNvCxnSpPr/>
            <p:nvPr/>
          </p:nvCxnSpPr>
          <p:spPr>
            <a:xfrm flipV="1">
              <a:off x="7281508" y="1362191"/>
              <a:ext cx="453676" cy="676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rot="16200000" flipV="1">
              <a:off x="6954880" y="487369"/>
              <a:ext cx="142321" cy="372888"/>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Elbow Connector 206"/>
            <p:cNvCxnSpPr/>
            <p:nvPr/>
          </p:nvCxnSpPr>
          <p:spPr>
            <a:xfrm rot="5400000">
              <a:off x="6963472" y="1306237"/>
              <a:ext cx="120065" cy="372888"/>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8" name="Rectangle 207"/>
            <p:cNvSpPr/>
            <p:nvPr/>
          </p:nvSpPr>
          <p:spPr>
            <a:xfrm>
              <a:off x="6363007" y="364329"/>
              <a:ext cx="609064" cy="288541"/>
            </a:xfrm>
            <a:prstGeom prst="rect">
              <a:avLst/>
            </a:prstGeom>
          </p:spPr>
          <p:txBody>
            <a:bodyPr wrap="square">
              <a:spAutoFit/>
            </a:bodyPr>
            <a:lstStyle/>
            <a:p>
              <a:pPr algn="ctr"/>
              <a:r>
                <a:rPr lang="en-IN" sz="1900" dirty="0" err="1"/>
                <a:t>R</a:t>
              </a:r>
              <a:r>
                <a:rPr lang="en-IN" sz="1900" i="1" dirty="0" err="1"/>
                <a:t>i</a:t>
              </a:r>
              <a:r>
                <a:rPr lang="en-IN" sz="1900" i="1" baseline="-25000" dirty="0" err="1"/>
                <a:t>in</a:t>
              </a:r>
              <a:endParaRPr lang="en-IN" i="1" baseline="-25000" dirty="0"/>
            </a:p>
          </p:txBody>
        </p:sp>
        <p:sp>
          <p:nvSpPr>
            <p:cNvPr id="209" name="Rectangle 208"/>
            <p:cNvSpPr/>
            <p:nvPr/>
          </p:nvSpPr>
          <p:spPr>
            <a:xfrm>
              <a:off x="6265213" y="1337596"/>
              <a:ext cx="609064" cy="288541"/>
            </a:xfrm>
            <a:prstGeom prst="rect">
              <a:avLst/>
            </a:prstGeom>
          </p:spPr>
          <p:txBody>
            <a:bodyPr wrap="square">
              <a:spAutoFit/>
            </a:bodyPr>
            <a:lstStyle/>
            <a:p>
              <a:pPr algn="ctr"/>
              <a:r>
                <a:rPr lang="en-IN" sz="1900" dirty="0" err="1"/>
                <a:t>R</a:t>
              </a:r>
              <a:r>
                <a:rPr lang="en-IN" sz="1900" i="1" dirty="0" err="1"/>
                <a:t>i</a:t>
              </a:r>
              <a:r>
                <a:rPr lang="en-IN" sz="1900" i="1" baseline="-25000" dirty="0" err="1"/>
                <a:t>out</a:t>
              </a:r>
              <a:endParaRPr lang="en-IN" i="1" baseline="-25000" dirty="0"/>
            </a:p>
          </p:txBody>
        </p:sp>
        <p:sp>
          <p:nvSpPr>
            <p:cNvPr id="210" name="Rectangle 209"/>
            <p:cNvSpPr/>
            <p:nvPr/>
          </p:nvSpPr>
          <p:spPr>
            <a:xfrm>
              <a:off x="6221390" y="2312325"/>
              <a:ext cx="785025" cy="22490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Y</a:t>
              </a:r>
              <a:endParaRPr lang="en-IN" i="1" dirty="0">
                <a:solidFill>
                  <a:schemeClr val="tx1"/>
                </a:solidFill>
              </a:endParaRPr>
            </a:p>
          </p:txBody>
        </p:sp>
        <p:cxnSp>
          <p:nvCxnSpPr>
            <p:cNvPr id="212" name="Straight Connector 211"/>
            <p:cNvCxnSpPr/>
            <p:nvPr/>
          </p:nvCxnSpPr>
          <p:spPr>
            <a:xfrm flipH="1">
              <a:off x="7320211" y="2165554"/>
              <a:ext cx="4317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Elbow Connector 212"/>
            <p:cNvCxnSpPr/>
            <p:nvPr/>
          </p:nvCxnSpPr>
          <p:spPr>
            <a:xfrm rot="10800000" flipV="1">
              <a:off x="6659962" y="2170002"/>
              <a:ext cx="510266" cy="142321"/>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Elbow Connector 213"/>
            <p:cNvCxnSpPr/>
            <p:nvPr/>
          </p:nvCxnSpPr>
          <p:spPr>
            <a:xfrm rot="16200000" flipV="1">
              <a:off x="6984319" y="1799947"/>
              <a:ext cx="142321" cy="372888"/>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5" name="Rectangle 214"/>
            <p:cNvSpPr/>
            <p:nvPr/>
          </p:nvSpPr>
          <p:spPr>
            <a:xfrm>
              <a:off x="6387538" y="1733550"/>
              <a:ext cx="609064" cy="288541"/>
            </a:xfrm>
            <a:prstGeom prst="rect">
              <a:avLst/>
            </a:prstGeom>
          </p:spPr>
          <p:txBody>
            <a:bodyPr wrap="square">
              <a:spAutoFit/>
            </a:bodyPr>
            <a:lstStyle/>
            <a:p>
              <a:pPr algn="ctr"/>
              <a:r>
                <a:rPr lang="en-IN" sz="1900" dirty="0"/>
                <a:t>Y</a:t>
              </a:r>
              <a:r>
                <a:rPr lang="en-IN" sz="1900" i="1" baseline="-25000" dirty="0"/>
                <a:t>in</a:t>
              </a:r>
              <a:endParaRPr lang="en-IN" i="1" baseline="-25000" dirty="0"/>
            </a:p>
          </p:txBody>
        </p:sp>
        <p:sp>
          <p:nvSpPr>
            <p:cNvPr id="264" name="AutoShape 12"/>
            <p:cNvSpPr>
              <a:spLocks noChangeArrowheads="1"/>
            </p:cNvSpPr>
            <p:nvPr/>
          </p:nvSpPr>
          <p:spPr bwMode="auto">
            <a:xfrm rot="10800000" flipH="1" flipV="1">
              <a:off x="5643857" y="2729299"/>
              <a:ext cx="930298" cy="166364"/>
            </a:xfrm>
            <a:custGeom>
              <a:avLst/>
              <a:gdLst>
                <a:gd name="G0" fmla="+- 5399 0 0"/>
                <a:gd name="G1" fmla="+- 21600 0 5399"/>
                <a:gd name="G2" fmla="*/ 5399 1 2"/>
                <a:gd name="G3" fmla="+- 21600 0 G2"/>
                <a:gd name="G4" fmla="+/ 5399 21600 2"/>
                <a:gd name="G5" fmla="+/ G1 0 2"/>
                <a:gd name="G6" fmla="*/ 21600 21600 5399"/>
                <a:gd name="G7" fmla="*/ G6 1 2"/>
                <a:gd name="G8" fmla="+- 21600 0 G7"/>
                <a:gd name="G9" fmla="*/ 21600 1 2"/>
                <a:gd name="G10" fmla="+- 5399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399" y="21600"/>
                  </a:lnTo>
                  <a:lnTo>
                    <a:pt x="16201" y="21600"/>
                  </a:lnTo>
                  <a:lnTo>
                    <a:pt x="21600" y="0"/>
                  </a:lnTo>
                  <a:close/>
                </a:path>
              </a:pathLst>
            </a:custGeom>
            <a:noFill/>
            <a:ln w="25400">
              <a:solidFill>
                <a:schemeClr val="tx1"/>
              </a:solidFill>
              <a:miter lim="800000"/>
              <a:headEnd/>
              <a:tailEnd/>
            </a:ln>
            <a:effectLst/>
          </p:spPr>
          <p:txBody>
            <a:bodyPr wrap="none" anchor="ctr"/>
            <a:lstStyle/>
            <a:p>
              <a:r>
                <a:rPr lang="en-IN" sz="1500" dirty="0"/>
                <a:t>MUX</a:t>
              </a:r>
            </a:p>
          </p:txBody>
        </p:sp>
        <p:cxnSp>
          <p:nvCxnSpPr>
            <p:cNvPr id="266" name="Elbow Connector 265"/>
            <p:cNvCxnSpPr/>
            <p:nvPr/>
          </p:nvCxnSpPr>
          <p:spPr>
            <a:xfrm rot="5400000">
              <a:off x="6373669" y="2565041"/>
              <a:ext cx="192970" cy="127524"/>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7" name="Straight Arrow Connector 266"/>
            <p:cNvCxnSpPr/>
            <p:nvPr/>
          </p:nvCxnSpPr>
          <p:spPr>
            <a:xfrm>
              <a:off x="5729382" y="2521078"/>
              <a:ext cx="0" cy="20421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8" name="AutoShape 12"/>
            <p:cNvSpPr>
              <a:spLocks noChangeArrowheads="1"/>
            </p:cNvSpPr>
            <p:nvPr/>
          </p:nvSpPr>
          <p:spPr bwMode="auto">
            <a:xfrm rot="10800000" flipH="1" flipV="1">
              <a:off x="6127362" y="3045527"/>
              <a:ext cx="971161" cy="308847"/>
            </a:xfrm>
            <a:custGeom>
              <a:avLst/>
              <a:gdLst>
                <a:gd name="G0" fmla="+- 5399 0 0"/>
                <a:gd name="G1" fmla="+- 21600 0 5399"/>
                <a:gd name="G2" fmla="*/ 5399 1 2"/>
                <a:gd name="G3" fmla="+- 21600 0 G2"/>
                <a:gd name="G4" fmla="+/ 5399 21600 2"/>
                <a:gd name="G5" fmla="+/ G1 0 2"/>
                <a:gd name="G6" fmla="*/ 21600 21600 5399"/>
                <a:gd name="G7" fmla="*/ G6 1 2"/>
                <a:gd name="G8" fmla="+- 21600 0 G7"/>
                <a:gd name="G9" fmla="*/ 21600 1 2"/>
                <a:gd name="G10" fmla="+- 5399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399" y="21600"/>
                  </a:lnTo>
                  <a:lnTo>
                    <a:pt x="16201" y="21600"/>
                  </a:lnTo>
                  <a:lnTo>
                    <a:pt x="21600" y="0"/>
                  </a:lnTo>
                  <a:close/>
                </a:path>
              </a:pathLst>
            </a:custGeom>
            <a:noFill/>
            <a:ln w="25400">
              <a:solidFill>
                <a:schemeClr val="tx1"/>
              </a:solidFill>
              <a:miter lim="800000"/>
              <a:headEnd/>
              <a:tailEnd/>
            </a:ln>
            <a:effectLst/>
          </p:spPr>
          <p:txBody>
            <a:bodyPr wrap="none" anchor="ctr"/>
            <a:lstStyle/>
            <a:p>
              <a:r>
                <a:rPr lang="en-IN" sz="2100" dirty="0"/>
                <a:t>ALU</a:t>
              </a:r>
            </a:p>
          </p:txBody>
        </p:sp>
        <p:grpSp>
          <p:nvGrpSpPr>
            <p:cNvPr id="270" name="Group 269"/>
            <p:cNvGrpSpPr/>
            <p:nvPr/>
          </p:nvGrpSpPr>
          <p:grpSpPr>
            <a:xfrm>
              <a:off x="6864130" y="2876548"/>
              <a:ext cx="925077" cy="183578"/>
              <a:chOff x="3113481" y="3299205"/>
              <a:chExt cx="1232391" cy="186596"/>
            </a:xfrm>
          </p:grpSpPr>
          <p:cxnSp>
            <p:nvCxnSpPr>
              <p:cNvPr id="271" name="Straight Connector 270"/>
              <p:cNvCxnSpPr/>
              <p:nvPr/>
            </p:nvCxnSpPr>
            <p:spPr>
              <a:xfrm flipH="1">
                <a:off x="3113481" y="3299208"/>
                <a:ext cx="12323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2" name="Straight Arrow Connector 271"/>
              <p:cNvCxnSpPr/>
              <p:nvPr/>
            </p:nvCxnSpPr>
            <p:spPr>
              <a:xfrm>
                <a:off x="3113481" y="3299205"/>
                <a:ext cx="0" cy="18659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78" name="Straight Arrow Connector 277"/>
            <p:cNvCxnSpPr/>
            <p:nvPr/>
          </p:nvCxnSpPr>
          <p:spPr>
            <a:xfrm>
              <a:off x="5480991" y="2816963"/>
              <a:ext cx="25535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9" name="TextBox 278"/>
            <p:cNvSpPr txBox="1"/>
            <p:nvPr/>
          </p:nvSpPr>
          <p:spPr>
            <a:xfrm>
              <a:off x="5289105" y="2682799"/>
              <a:ext cx="467479" cy="253916"/>
            </a:xfrm>
            <a:prstGeom prst="rect">
              <a:avLst/>
            </a:prstGeom>
            <a:noFill/>
          </p:spPr>
          <p:txBody>
            <a:bodyPr wrap="square" rtlCol="0">
              <a:spAutoFit/>
            </a:bodyPr>
            <a:lstStyle/>
            <a:p>
              <a:r>
                <a:rPr lang="en-IN" sz="1600" dirty="0"/>
                <a:t>S</a:t>
              </a:r>
              <a:endParaRPr lang="en-IN" dirty="0"/>
            </a:p>
          </p:txBody>
        </p:sp>
        <p:sp>
          <p:nvSpPr>
            <p:cNvPr id="280" name="TextBox 279"/>
            <p:cNvSpPr txBox="1"/>
            <p:nvPr/>
          </p:nvSpPr>
          <p:spPr>
            <a:xfrm>
              <a:off x="5485036" y="2425420"/>
              <a:ext cx="238824" cy="242374"/>
            </a:xfrm>
            <a:prstGeom prst="rect">
              <a:avLst/>
            </a:prstGeom>
            <a:noFill/>
          </p:spPr>
          <p:txBody>
            <a:bodyPr wrap="square" rtlCol="0">
              <a:spAutoFit/>
            </a:bodyPr>
            <a:lstStyle/>
            <a:p>
              <a:r>
                <a:rPr lang="en-IN" sz="1500" dirty="0"/>
                <a:t>4</a:t>
              </a:r>
              <a:endParaRPr lang="en-IN" dirty="0"/>
            </a:p>
          </p:txBody>
        </p:sp>
        <p:sp>
          <p:nvSpPr>
            <p:cNvPr id="323" name="Rectangle 322"/>
            <p:cNvSpPr/>
            <p:nvPr/>
          </p:nvSpPr>
          <p:spPr>
            <a:xfrm>
              <a:off x="6623108" y="3504128"/>
              <a:ext cx="137229" cy="1409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dirty="0">
                  <a:solidFill>
                    <a:schemeClr val="tx1"/>
                  </a:solidFill>
                </a:rPr>
                <a:t>X</a:t>
              </a:r>
            </a:p>
          </p:txBody>
        </p:sp>
        <p:cxnSp>
          <p:nvCxnSpPr>
            <p:cNvPr id="334" name="Straight Arrow Connector 333"/>
            <p:cNvCxnSpPr>
              <a:stCxn id="323" idx="2"/>
            </p:cNvCxnSpPr>
            <p:nvPr/>
          </p:nvCxnSpPr>
          <p:spPr>
            <a:xfrm>
              <a:off x="6691722" y="3645044"/>
              <a:ext cx="2546" cy="1431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8" name="Straight Connector 337"/>
            <p:cNvCxnSpPr/>
            <p:nvPr/>
          </p:nvCxnSpPr>
          <p:spPr>
            <a:xfrm>
              <a:off x="6691722" y="3349683"/>
              <a:ext cx="0" cy="15444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42" name="Rectangle 341"/>
            <p:cNvSpPr/>
            <p:nvPr/>
          </p:nvSpPr>
          <p:spPr>
            <a:xfrm>
              <a:off x="6432497" y="3801045"/>
              <a:ext cx="518449" cy="1598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500" dirty="0">
                  <a:solidFill>
                    <a:schemeClr val="tx1"/>
                  </a:solidFill>
                </a:rPr>
                <a:t>Z</a:t>
              </a:r>
            </a:p>
          </p:txBody>
        </p:sp>
        <p:sp>
          <p:nvSpPr>
            <p:cNvPr id="343" name="Rectangle 342"/>
            <p:cNvSpPr/>
            <p:nvPr/>
          </p:nvSpPr>
          <p:spPr>
            <a:xfrm>
              <a:off x="7167115" y="3810528"/>
              <a:ext cx="137229" cy="1409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dirty="0">
                  <a:solidFill>
                    <a:schemeClr val="tx1"/>
                  </a:solidFill>
                </a:rPr>
                <a:t>X</a:t>
              </a:r>
            </a:p>
          </p:txBody>
        </p:sp>
        <p:cxnSp>
          <p:nvCxnSpPr>
            <p:cNvPr id="347" name="Straight Connector 346"/>
            <p:cNvCxnSpPr>
              <a:stCxn id="342" idx="3"/>
              <a:endCxn id="343" idx="1"/>
            </p:cNvCxnSpPr>
            <p:nvPr/>
          </p:nvCxnSpPr>
          <p:spPr>
            <a:xfrm>
              <a:off x="6950946" y="3880986"/>
              <a:ext cx="21616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9" name="Straight Arrow Connector 348"/>
            <p:cNvCxnSpPr>
              <a:stCxn id="343" idx="3"/>
            </p:cNvCxnSpPr>
            <p:nvPr/>
          </p:nvCxnSpPr>
          <p:spPr>
            <a:xfrm>
              <a:off x="7304344" y="3880986"/>
              <a:ext cx="42331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0" name="Rectangle 349"/>
            <p:cNvSpPr/>
            <p:nvPr/>
          </p:nvSpPr>
          <p:spPr>
            <a:xfrm>
              <a:off x="5866777" y="3402725"/>
              <a:ext cx="609064" cy="288541"/>
            </a:xfrm>
            <a:prstGeom prst="rect">
              <a:avLst/>
            </a:prstGeom>
          </p:spPr>
          <p:txBody>
            <a:bodyPr wrap="square">
              <a:spAutoFit/>
            </a:bodyPr>
            <a:lstStyle/>
            <a:p>
              <a:pPr algn="ctr"/>
              <a:r>
                <a:rPr lang="en-IN" sz="1900" dirty="0"/>
                <a:t>Z</a:t>
              </a:r>
              <a:r>
                <a:rPr lang="en-IN" sz="1900" i="1" baseline="-25000" dirty="0"/>
                <a:t>in</a:t>
              </a:r>
              <a:endParaRPr lang="en-IN" i="1" baseline="-25000" dirty="0"/>
            </a:p>
          </p:txBody>
        </p:sp>
        <p:cxnSp>
          <p:nvCxnSpPr>
            <p:cNvPr id="352" name="Straight Connector 351"/>
            <p:cNvCxnSpPr>
              <a:stCxn id="323" idx="1"/>
            </p:cNvCxnSpPr>
            <p:nvPr/>
          </p:nvCxnSpPr>
          <p:spPr>
            <a:xfrm flipH="1">
              <a:off x="6363007" y="3574586"/>
              <a:ext cx="2601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3" name="Rectangle 352"/>
            <p:cNvSpPr/>
            <p:nvPr/>
          </p:nvSpPr>
          <p:spPr>
            <a:xfrm>
              <a:off x="6842730" y="4018461"/>
              <a:ext cx="609064" cy="288541"/>
            </a:xfrm>
            <a:prstGeom prst="rect">
              <a:avLst/>
            </a:prstGeom>
          </p:spPr>
          <p:txBody>
            <a:bodyPr wrap="square">
              <a:spAutoFit/>
            </a:bodyPr>
            <a:lstStyle/>
            <a:p>
              <a:pPr algn="ctr"/>
              <a:r>
                <a:rPr lang="en-IN" sz="1900" dirty="0" err="1"/>
                <a:t>Z</a:t>
              </a:r>
              <a:r>
                <a:rPr lang="en-IN" sz="1900" i="1" baseline="-25000" dirty="0" err="1"/>
                <a:t>out</a:t>
              </a:r>
              <a:endParaRPr lang="en-IN" i="1" baseline="-25000" dirty="0"/>
            </a:p>
          </p:txBody>
        </p:sp>
        <p:cxnSp>
          <p:nvCxnSpPr>
            <p:cNvPr id="355" name="Straight Connector 354"/>
            <p:cNvCxnSpPr>
              <a:stCxn id="343" idx="2"/>
            </p:cNvCxnSpPr>
            <p:nvPr/>
          </p:nvCxnSpPr>
          <p:spPr>
            <a:xfrm>
              <a:off x="7235729" y="3951443"/>
              <a:ext cx="0" cy="1479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8" name="Rectangle 357"/>
            <p:cNvSpPr/>
            <p:nvPr/>
          </p:nvSpPr>
          <p:spPr>
            <a:xfrm>
              <a:off x="7182982" y="2065097"/>
              <a:ext cx="137229" cy="1409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dirty="0">
                  <a:solidFill>
                    <a:schemeClr val="tx1"/>
                  </a:solidFill>
                </a:rPr>
                <a:t>X</a:t>
              </a:r>
            </a:p>
          </p:txBody>
        </p:sp>
        <p:sp>
          <p:nvSpPr>
            <p:cNvPr id="359" name="Rectangle 358"/>
            <p:cNvSpPr/>
            <p:nvPr/>
          </p:nvSpPr>
          <p:spPr>
            <a:xfrm>
              <a:off x="7136753" y="1291733"/>
              <a:ext cx="137229" cy="1409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dirty="0">
                  <a:solidFill>
                    <a:schemeClr val="tx1"/>
                  </a:solidFill>
                </a:rPr>
                <a:t>X</a:t>
              </a:r>
            </a:p>
          </p:txBody>
        </p:sp>
        <p:sp>
          <p:nvSpPr>
            <p:cNvPr id="360" name="Rectangle 359"/>
            <p:cNvSpPr/>
            <p:nvPr/>
          </p:nvSpPr>
          <p:spPr>
            <a:xfrm>
              <a:off x="7131679" y="745865"/>
              <a:ext cx="137229" cy="1409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dirty="0">
                  <a:solidFill>
                    <a:schemeClr val="tx1"/>
                  </a:solidFill>
                </a:rPr>
                <a:t>X</a:t>
              </a:r>
            </a:p>
          </p:txBody>
        </p:sp>
        <p:cxnSp>
          <p:nvCxnSpPr>
            <p:cNvPr id="363" name="Straight Connector 362"/>
            <p:cNvCxnSpPr>
              <a:stCxn id="360" idx="3"/>
            </p:cNvCxnSpPr>
            <p:nvPr/>
          </p:nvCxnSpPr>
          <p:spPr>
            <a:xfrm>
              <a:off x="7268908" y="816323"/>
              <a:ext cx="5202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6229877" y="2885806"/>
              <a:ext cx="2546" cy="1431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7" name="Content Placeholder 2"/>
          <p:cNvSpPr>
            <a:spLocks noGrp="1"/>
          </p:cNvSpPr>
          <p:nvPr>
            <p:ph sz="half" idx="1"/>
          </p:nvPr>
        </p:nvSpPr>
        <p:spPr>
          <a:xfrm>
            <a:off x="272769" y="1498600"/>
            <a:ext cx="6981921" cy="4368800"/>
          </a:xfrm>
        </p:spPr>
        <p:txBody>
          <a:bodyPr>
            <a:normAutofit lnSpcReduction="10000"/>
          </a:bodyPr>
          <a:lstStyle/>
          <a:p>
            <a:pPr marL="0" indent="0">
              <a:buNone/>
            </a:pPr>
            <a:r>
              <a:rPr lang="en-IN" sz="2900" b="1" dirty="0">
                <a:solidFill>
                  <a:srgbClr val="800000"/>
                </a:solidFill>
              </a:rPr>
              <a:t>    </a:t>
            </a:r>
            <a:r>
              <a:rPr lang="en-IN" sz="2400" b="1" dirty="0">
                <a:solidFill>
                  <a:srgbClr val="800000"/>
                </a:solidFill>
              </a:rPr>
              <a:t>ADD R1, R2             </a:t>
            </a:r>
            <a:r>
              <a:rPr lang="en-IN" sz="2400" dirty="0">
                <a:solidFill>
                  <a:srgbClr val="0000FF"/>
                </a:solidFill>
              </a:rPr>
              <a:t>// R1 = R1 + R2</a:t>
            </a:r>
          </a:p>
          <a:p>
            <a:pPr marL="0" indent="0">
              <a:buNone/>
            </a:pPr>
            <a:endParaRPr lang="en-IN" sz="2400" dirty="0"/>
          </a:p>
          <a:p>
            <a:pPr marL="719982" lvl="1">
              <a:spcAft>
                <a:spcPts val="400"/>
              </a:spcAft>
            </a:pPr>
            <a:r>
              <a:rPr lang="en-IN" dirty="0"/>
              <a:t>Bring the two operands (</a:t>
            </a:r>
            <a:r>
              <a:rPr lang="en-IN" dirty="0">
                <a:solidFill>
                  <a:srgbClr val="800000"/>
                </a:solidFill>
              </a:rPr>
              <a:t>R1</a:t>
            </a:r>
            <a:r>
              <a:rPr lang="en-IN" dirty="0"/>
              <a:t> and </a:t>
            </a:r>
            <a:r>
              <a:rPr lang="en-IN" dirty="0">
                <a:solidFill>
                  <a:srgbClr val="800000"/>
                </a:solidFill>
              </a:rPr>
              <a:t>R2</a:t>
            </a:r>
            <a:r>
              <a:rPr lang="en-IN" dirty="0"/>
              <a:t>) to the two inputs of the ALU.</a:t>
            </a:r>
          </a:p>
          <a:p>
            <a:pPr marL="713300" lvl="2" indent="0">
              <a:spcAft>
                <a:spcPts val="1600"/>
              </a:spcAft>
              <a:buNone/>
            </a:pPr>
            <a:r>
              <a:rPr lang="en-IN" sz="2100" dirty="0"/>
              <a:t>One through </a:t>
            </a:r>
            <a:r>
              <a:rPr lang="en-IN" sz="2100" dirty="0">
                <a:solidFill>
                  <a:srgbClr val="800000"/>
                </a:solidFill>
              </a:rPr>
              <a:t>Y</a:t>
            </a:r>
            <a:r>
              <a:rPr lang="en-IN" sz="2100" dirty="0"/>
              <a:t> (</a:t>
            </a:r>
            <a:r>
              <a:rPr lang="en-IN" sz="2100" dirty="0">
                <a:solidFill>
                  <a:srgbClr val="800000"/>
                </a:solidFill>
              </a:rPr>
              <a:t>R1</a:t>
            </a:r>
            <a:r>
              <a:rPr lang="en-IN" sz="2100" dirty="0"/>
              <a:t>) and another (</a:t>
            </a:r>
            <a:r>
              <a:rPr lang="en-IN" sz="2100" dirty="0">
                <a:solidFill>
                  <a:srgbClr val="800000"/>
                </a:solidFill>
              </a:rPr>
              <a:t>R2</a:t>
            </a:r>
            <a:r>
              <a:rPr lang="en-IN" sz="2100" dirty="0"/>
              <a:t>) directly from internal bus.</a:t>
            </a:r>
          </a:p>
          <a:p>
            <a:pPr marL="719982" lvl="1">
              <a:spcAft>
                <a:spcPts val="400"/>
              </a:spcAft>
            </a:pPr>
            <a:r>
              <a:rPr lang="en-IN" dirty="0"/>
              <a:t>Result is stored in </a:t>
            </a:r>
            <a:r>
              <a:rPr lang="en-IN" dirty="0">
                <a:solidFill>
                  <a:srgbClr val="800000"/>
                </a:solidFill>
              </a:rPr>
              <a:t>Z</a:t>
            </a:r>
            <a:r>
              <a:rPr lang="en-IN" dirty="0"/>
              <a:t> and finally transferred to </a:t>
            </a:r>
            <a:r>
              <a:rPr lang="en-IN" dirty="0">
                <a:solidFill>
                  <a:srgbClr val="800000"/>
                </a:solidFill>
              </a:rPr>
              <a:t>R1</a:t>
            </a:r>
            <a:r>
              <a:rPr lang="en-IN" dirty="0"/>
              <a:t>.</a:t>
            </a:r>
          </a:p>
          <a:p>
            <a:pPr marL="338992" lvl="1" indent="0">
              <a:spcAft>
                <a:spcPts val="400"/>
              </a:spcAft>
              <a:buNone/>
            </a:pPr>
            <a:r>
              <a:rPr lang="en-IN" dirty="0"/>
              <a:t>	</a:t>
            </a:r>
            <a:r>
              <a:rPr lang="en-IN" sz="2000" i="1" dirty="0">
                <a:solidFill>
                  <a:srgbClr val="800000"/>
                </a:solidFill>
              </a:rPr>
              <a:t>T1:  R1</a:t>
            </a:r>
            <a:r>
              <a:rPr lang="en-IN" sz="2000" i="1" baseline="-25000" dirty="0">
                <a:solidFill>
                  <a:srgbClr val="800000"/>
                </a:solidFill>
              </a:rPr>
              <a:t>out </a:t>
            </a:r>
            <a:r>
              <a:rPr lang="en-IN" sz="2000" i="1" dirty="0">
                <a:solidFill>
                  <a:srgbClr val="800000"/>
                </a:solidFill>
              </a:rPr>
              <a:t>, Y</a:t>
            </a:r>
            <a:r>
              <a:rPr lang="en-IN" sz="2000" i="1" baseline="-25000" dirty="0">
                <a:solidFill>
                  <a:srgbClr val="800000"/>
                </a:solidFill>
              </a:rPr>
              <a:t>in</a:t>
            </a:r>
          </a:p>
          <a:p>
            <a:pPr marL="338992" lvl="1" indent="0">
              <a:spcAft>
                <a:spcPts val="400"/>
              </a:spcAft>
              <a:buNone/>
            </a:pPr>
            <a:r>
              <a:rPr lang="en-IN" sz="2000" i="1" dirty="0">
                <a:solidFill>
                  <a:srgbClr val="800000"/>
                </a:solidFill>
              </a:rPr>
              <a:t>	T2:  R2</a:t>
            </a:r>
            <a:r>
              <a:rPr lang="en-IN" sz="2000" i="1" baseline="-25000" dirty="0">
                <a:solidFill>
                  <a:srgbClr val="800000"/>
                </a:solidFill>
              </a:rPr>
              <a:t>out </a:t>
            </a:r>
            <a:r>
              <a:rPr lang="en-IN" sz="2000" i="1" dirty="0">
                <a:solidFill>
                  <a:srgbClr val="800000"/>
                </a:solidFill>
              </a:rPr>
              <a:t>, SelectY, ADD, Z</a:t>
            </a:r>
            <a:r>
              <a:rPr lang="en-IN" sz="2000" i="1" baseline="-25000" dirty="0">
                <a:solidFill>
                  <a:srgbClr val="800000"/>
                </a:solidFill>
              </a:rPr>
              <a:t>in</a:t>
            </a:r>
          </a:p>
          <a:p>
            <a:pPr marL="338992" lvl="1" indent="0">
              <a:spcAft>
                <a:spcPts val="400"/>
              </a:spcAft>
              <a:buNone/>
            </a:pPr>
            <a:r>
              <a:rPr lang="en-IN" sz="2000" i="1" dirty="0">
                <a:solidFill>
                  <a:srgbClr val="800000"/>
                </a:solidFill>
              </a:rPr>
              <a:t>	T3:  Z</a:t>
            </a:r>
            <a:r>
              <a:rPr lang="en-IN" sz="2000" i="1" baseline="-25000" dirty="0">
                <a:solidFill>
                  <a:srgbClr val="800000"/>
                </a:solidFill>
              </a:rPr>
              <a:t>out </a:t>
            </a:r>
            <a:r>
              <a:rPr lang="en-IN" sz="2000" i="1" dirty="0">
                <a:solidFill>
                  <a:srgbClr val="800000"/>
                </a:solidFill>
              </a:rPr>
              <a:t>, R1</a:t>
            </a:r>
            <a:r>
              <a:rPr lang="en-IN" sz="2000" i="1" baseline="-25000" dirty="0">
                <a:solidFill>
                  <a:srgbClr val="800000"/>
                </a:solidFill>
              </a:rPr>
              <a:t>in</a:t>
            </a:r>
          </a:p>
        </p:txBody>
      </p:sp>
    </p:spTree>
    <p:extLst>
      <p:ext uri="{BB962C8B-B14F-4D97-AF65-F5344CB8AC3E}">
        <p14:creationId xmlns:p14="http://schemas.microsoft.com/office/powerpoint/2010/main" val="214377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Fetching a Word from Memory</a:t>
            </a:r>
            <a:endParaRPr lang="en-IN" dirty="0"/>
          </a:p>
        </p:txBody>
      </p:sp>
      <p:sp>
        <p:nvSpPr>
          <p:cNvPr id="3" name="Content Placeholder 2"/>
          <p:cNvSpPr>
            <a:spLocks noGrp="1"/>
          </p:cNvSpPr>
          <p:nvPr>
            <p:ph idx="1"/>
          </p:nvPr>
        </p:nvSpPr>
        <p:spPr/>
        <p:txBody>
          <a:bodyPr/>
          <a:lstStyle/>
          <a:p>
            <a:r>
              <a:rPr lang="en-IN" dirty="0"/>
              <a:t>The steps involved to fetch a word from memory:</a:t>
            </a:r>
          </a:p>
          <a:p>
            <a:pPr lvl="1"/>
            <a:r>
              <a:rPr lang="en-IN" dirty="0"/>
              <a:t>The processor specifies the address of the memory location where the data or instruction is stored (move to </a:t>
            </a:r>
            <a:r>
              <a:rPr lang="en-IN" i="1" dirty="0">
                <a:solidFill>
                  <a:srgbClr val="C00000"/>
                </a:solidFill>
              </a:rPr>
              <a:t>MAR</a:t>
            </a:r>
            <a:r>
              <a:rPr lang="en-IN" dirty="0"/>
              <a:t>).</a:t>
            </a:r>
          </a:p>
          <a:p>
            <a:pPr lvl="1"/>
            <a:r>
              <a:rPr lang="en-IN" dirty="0"/>
              <a:t>The processor requests a </a:t>
            </a:r>
            <a:r>
              <a:rPr lang="en-IN" i="1" dirty="0">
                <a:solidFill>
                  <a:srgbClr val="C00000"/>
                </a:solidFill>
              </a:rPr>
              <a:t>read</a:t>
            </a:r>
            <a:r>
              <a:rPr lang="en-IN" dirty="0"/>
              <a:t> operation. </a:t>
            </a:r>
          </a:p>
          <a:p>
            <a:pPr lvl="2"/>
            <a:r>
              <a:rPr lang="en-IN" dirty="0"/>
              <a:t>The information to be fetched can either be an instruction or an operand of the instruction.</a:t>
            </a:r>
          </a:p>
          <a:p>
            <a:pPr lvl="1"/>
            <a:r>
              <a:rPr lang="en-IN" dirty="0"/>
              <a:t>The data read is brought from the memory to </a:t>
            </a:r>
            <a:r>
              <a:rPr lang="en-IN" i="1" dirty="0">
                <a:solidFill>
                  <a:srgbClr val="C00000"/>
                </a:solidFill>
              </a:rPr>
              <a:t>MDR</a:t>
            </a:r>
            <a:r>
              <a:rPr lang="en-IN" dirty="0"/>
              <a:t>.</a:t>
            </a:r>
          </a:p>
          <a:p>
            <a:pPr lvl="1"/>
            <a:r>
              <a:rPr lang="en-IN" dirty="0"/>
              <a:t>Then it is transferred to the required register or ALU for further operation.</a:t>
            </a:r>
          </a:p>
          <a:p>
            <a:pPr lvl="1"/>
            <a:endParaRPr lang="en-IN" dirty="0"/>
          </a:p>
        </p:txBody>
      </p:sp>
      <p:sp>
        <p:nvSpPr>
          <p:cNvPr id="4" name="Slide Number Placeholder 3"/>
          <p:cNvSpPr>
            <a:spLocks noGrp="1"/>
          </p:cNvSpPr>
          <p:nvPr>
            <p:ph type="sldNum" sz="quarter" idx="12"/>
          </p:nvPr>
        </p:nvSpPr>
        <p:spPr/>
        <p:txBody>
          <a:bodyPr/>
          <a:lstStyle/>
          <a:p>
            <a:fld id="{F815AC96-4A5A-4699-9DBD-ACAB251D8CBA}" type="slidenum">
              <a:rPr lang="en-US" smtClean="0"/>
              <a:pPr/>
              <a:t>21</a:t>
            </a:fld>
            <a:endParaRPr lang="en-US"/>
          </a:p>
        </p:txBody>
      </p:sp>
    </p:spTree>
    <p:extLst>
      <p:ext uri="{BB962C8B-B14F-4D97-AF65-F5344CB8AC3E}">
        <p14:creationId xmlns:p14="http://schemas.microsoft.com/office/powerpoint/2010/main" val="4045015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Storing a Word into Memory</a:t>
            </a:r>
            <a:endParaRPr lang="en-IN" dirty="0"/>
          </a:p>
        </p:txBody>
      </p:sp>
      <p:sp>
        <p:nvSpPr>
          <p:cNvPr id="7" name="Content Placeholder 2"/>
          <p:cNvSpPr>
            <a:spLocks noGrp="1"/>
          </p:cNvSpPr>
          <p:nvPr>
            <p:ph idx="1"/>
          </p:nvPr>
        </p:nvSpPr>
        <p:spPr/>
        <p:txBody>
          <a:bodyPr/>
          <a:lstStyle/>
          <a:p>
            <a:r>
              <a:rPr lang="en-IN" dirty="0"/>
              <a:t>The steps involved to store a word into the memory:</a:t>
            </a:r>
          </a:p>
          <a:p>
            <a:pPr lvl="1"/>
            <a:r>
              <a:rPr lang="en-IN" dirty="0"/>
              <a:t>The processor specifies the address of the memory location where the data is to be written (move to </a:t>
            </a:r>
            <a:r>
              <a:rPr lang="en-IN" i="1" dirty="0">
                <a:solidFill>
                  <a:srgbClr val="C00000"/>
                </a:solidFill>
              </a:rPr>
              <a:t>MAR</a:t>
            </a:r>
            <a:r>
              <a:rPr lang="en-IN" dirty="0"/>
              <a:t>).</a:t>
            </a:r>
          </a:p>
          <a:p>
            <a:pPr lvl="1"/>
            <a:r>
              <a:rPr lang="en-IN" dirty="0"/>
              <a:t>The data to be written in loaded into </a:t>
            </a:r>
            <a:r>
              <a:rPr lang="en-IN" i="1" dirty="0">
                <a:solidFill>
                  <a:srgbClr val="C00000"/>
                </a:solidFill>
              </a:rPr>
              <a:t>MDR</a:t>
            </a:r>
            <a:r>
              <a:rPr lang="en-IN" dirty="0"/>
              <a:t>.</a:t>
            </a:r>
          </a:p>
          <a:p>
            <a:pPr lvl="1"/>
            <a:r>
              <a:rPr lang="en-IN" dirty="0"/>
              <a:t>The processor requests a </a:t>
            </a:r>
            <a:r>
              <a:rPr lang="en-IN" i="1" dirty="0">
                <a:solidFill>
                  <a:srgbClr val="C00000"/>
                </a:solidFill>
              </a:rPr>
              <a:t>write</a:t>
            </a:r>
            <a:r>
              <a:rPr lang="en-IN" dirty="0"/>
              <a:t> operation. </a:t>
            </a:r>
          </a:p>
          <a:p>
            <a:pPr lvl="1"/>
            <a:r>
              <a:rPr lang="en-IN" dirty="0"/>
              <a:t>The content of </a:t>
            </a:r>
            <a:r>
              <a:rPr lang="en-IN" i="1" dirty="0">
                <a:solidFill>
                  <a:srgbClr val="C00000"/>
                </a:solidFill>
              </a:rPr>
              <a:t>MDR</a:t>
            </a:r>
            <a:r>
              <a:rPr lang="en-IN" dirty="0"/>
              <a:t> will be written to the specified memory location.</a:t>
            </a:r>
          </a:p>
          <a:p>
            <a:pPr lvl="1"/>
            <a:endParaRPr lang="en-IN" dirty="0"/>
          </a:p>
        </p:txBody>
      </p:sp>
      <p:sp>
        <p:nvSpPr>
          <p:cNvPr id="4" name="Slide Number Placeholder 3"/>
          <p:cNvSpPr>
            <a:spLocks noGrp="1"/>
          </p:cNvSpPr>
          <p:nvPr>
            <p:ph type="sldNum" sz="quarter" idx="12"/>
          </p:nvPr>
        </p:nvSpPr>
        <p:spPr/>
        <p:txBody>
          <a:bodyPr/>
          <a:lstStyle/>
          <a:p>
            <a:fld id="{F815AC96-4A5A-4699-9DBD-ACAB251D8CBA}" type="slidenum">
              <a:rPr lang="en-US" smtClean="0"/>
              <a:pPr/>
              <a:t>22</a:t>
            </a:fld>
            <a:endParaRPr lang="en-US"/>
          </a:p>
        </p:txBody>
      </p:sp>
    </p:spTree>
    <p:extLst>
      <p:ext uri="{BB962C8B-B14F-4D97-AF65-F5344CB8AC3E}">
        <p14:creationId xmlns:p14="http://schemas.microsoft.com/office/powerpoint/2010/main" val="13817183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Connecting MDR to Memory Bus and Internal Bus</a:t>
            </a:r>
          </a:p>
        </p:txBody>
      </p:sp>
      <p:sp>
        <p:nvSpPr>
          <p:cNvPr id="4" name="Slide Number Placeholder 3"/>
          <p:cNvSpPr>
            <a:spLocks noGrp="1"/>
          </p:cNvSpPr>
          <p:nvPr>
            <p:ph type="sldNum" sz="quarter" idx="12"/>
          </p:nvPr>
        </p:nvSpPr>
        <p:spPr/>
        <p:txBody>
          <a:bodyPr/>
          <a:lstStyle/>
          <a:p>
            <a:fld id="{F815AC96-4A5A-4699-9DBD-ACAB251D8CBA}" type="slidenum">
              <a:rPr lang="en-US" smtClean="0"/>
              <a:t>23</a:t>
            </a:fld>
            <a:endParaRPr lang="en-US" dirty="0"/>
          </a:p>
        </p:txBody>
      </p:sp>
      <p:grpSp>
        <p:nvGrpSpPr>
          <p:cNvPr id="3" name="Group 2">
            <a:extLst>
              <a:ext uri="{FF2B5EF4-FFF2-40B4-BE49-F238E27FC236}">
                <a16:creationId xmlns:a16="http://schemas.microsoft.com/office/drawing/2014/main" id="{7E94BE15-EA1C-D5B9-0712-D6A24845283E}"/>
              </a:ext>
            </a:extLst>
          </p:cNvPr>
          <p:cNvGrpSpPr/>
          <p:nvPr/>
        </p:nvGrpSpPr>
        <p:grpSpPr>
          <a:xfrm>
            <a:off x="594360" y="1924710"/>
            <a:ext cx="11196320" cy="3815452"/>
            <a:chOff x="182880" y="1616100"/>
            <a:chExt cx="11196320" cy="3815452"/>
          </a:xfrm>
        </p:grpSpPr>
        <p:sp>
          <p:nvSpPr>
            <p:cNvPr id="7" name="Process 6"/>
            <p:cNvSpPr/>
            <p:nvPr/>
          </p:nvSpPr>
          <p:spPr>
            <a:xfrm>
              <a:off x="5283200" y="3241700"/>
              <a:ext cx="3149600" cy="609600"/>
            </a:xfrm>
            <a:prstGeom prst="flowChartProcess">
              <a:avLst/>
            </a:prstGeom>
            <a:solidFill>
              <a:schemeClr val="accent5">
                <a:lumMod val="20000"/>
                <a:lumOff val="80000"/>
              </a:schemeClr>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lIns="121917" tIns="60958" rIns="121917" bIns="60958" rtlCol="0" anchor="ctr"/>
            <a:lstStyle/>
            <a:p>
              <a:pPr algn="ctr"/>
              <a:r>
                <a:rPr lang="en-US" dirty="0">
                  <a:solidFill>
                    <a:srgbClr val="000090"/>
                  </a:solidFill>
                </a:rPr>
                <a:t>MDR</a:t>
              </a:r>
            </a:p>
          </p:txBody>
        </p:sp>
        <p:cxnSp>
          <p:nvCxnSpPr>
            <p:cNvPr id="8" name="Straight Arrow Connector 7"/>
            <p:cNvCxnSpPr/>
            <p:nvPr/>
          </p:nvCxnSpPr>
          <p:spPr>
            <a:xfrm flipH="1">
              <a:off x="8128000" y="2830500"/>
              <a:ext cx="1219200" cy="48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7315200" y="2835300"/>
              <a:ext cx="812800" cy="0"/>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H="1">
              <a:off x="7310400" y="2835300"/>
              <a:ext cx="4800" cy="4080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7823200" y="4359300"/>
              <a:ext cx="1524000" cy="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7416800" y="3851300"/>
              <a:ext cx="0" cy="508000"/>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7416800" y="4359300"/>
              <a:ext cx="451037" cy="96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grpSp>
          <p:nvGrpSpPr>
            <p:cNvPr id="14" name="Group 13"/>
            <p:cNvGrpSpPr/>
            <p:nvPr/>
          </p:nvGrpSpPr>
          <p:grpSpPr>
            <a:xfrm>
              <a:off x="7823200" y="2682300"/>
              <a:ext cx="304800" cy="304800"/>
              <a:chOff x="6172200" y="3409950"/>
              <a:chExt cx="304800" cy="304800"/>
            </a:xfrm>
          </p:grpSpPr>
          <p:sp>
            <p:nvSpPr>
              <p:cNvPr id="23" name="Oval 22"/>
              <p:cNvSpPr/>
              <p:nvPr/>
            </p:nvSpPr>
            <p:spPr>
              <a:xfrm>
                <a:off x="6172200" y="3409950"/>
                <a:ext cx="304800" cy="304800"/>
              </a:xfrm>
              <a:prstGeom prst="ellipse">
                <a:avLst/>
              </a:prstGeom>
              <a:solidFill>
                <a:schemeClr val="accent6">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4" name="Straight Connector 23"/>
              <p:cNvCxnSpPr>
                <a:stCxn id="23" idx="1"/>
                <a:endCxn id="23" idx="5"/>
              </p:cNvCxnSpPr>
              <p:nvPr/>
            </p:nvCxnSpPr>
            <p:spPr>
              <a:xfrm>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p:cNvCxnSpPr>
                <a:stCxn id="23" idx="7"/>
                <a:endCxn id="23" idx="3"/>
              </p:cNvCxnSpPr>
              <p:nvPr/>
            </p:nvCxnSpPr>
            <p:spPr>
              <a:xfrm flipH="1">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grpSp>
        <p:grpSp>
          <p:nvGrpSpPr>
            <p:cNvPr id="15" name="Group 14"/>
            <p:cNvGrpSpPr/>
            <p:nvPr/>
          </p:nvGrpSpPr>
          <p:grpSpPr>
            <a:xfrm>
              <a:off x="7823200" y="4218300"/>
              <a:ext cx="304800" cy="304800"/>
              <a:chOff x="6172200" y="3409950"/>
              <a:chExt cx="304800" cy="304800"/>
            </a:xfrm>
          </p:grpSpPr>
          <p:sp>
            <p:nvSpPr>
              <p:cNvPr id="20" name="Oval 19"/>
              <p:cNvSpPr/>
              <p:nvPr/>
            </p:nvSpPr>
            <p:spPr>
              <a:xfrm>
                <a:off x="6172200" y="3409950"/>
                <a:ext cx="304800" cy="304800"/>
              </a:xfrm>
              <a:prstGeom prst="ellipse">
                <a:avLst/>
              </a:prstGeom>
              <a:solidFill>
                <a:schemeClr val="accent6">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1" name="Straight Connector 20"/>
              <p:cNvCxnSpPr>
                <a:stCxn id="20" idx="1"/>
                <a:endCxn id="20" idx="5"/>
              </p:cNvCxnSpPr>
              <p:nvPr/>
            </p:nvCxnSpPr>
            <p:spPr>
              <a:xfrm>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20" idx="7"/>
                <a:endCxn id="20" idx="3"/>
              </p:cNvCxnSpPr>
              <p:nvPr/>
            </p:nvCxnSpPr>
            <p:spPr>
              <a:xfrm flipH="1">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grpSp>
        <p:cxnSp>
          <p:nvCxnSpPr>
            <p:cNvPr id="16" name="Straight Arrow Connector 15"/>
            <p:cNvCxnSpPr/>
            <p:nvPr/>
          </p:nvCxnSpPr>
          <p:spPr>
            <a:xfrm>
              <a:off x="7972000" y="2225700"/>
              <a:ext cx="4800" cy="456600"/>
            </a:xfrm>
            <a:prstGeom prst="straightConnector1">
              <a:avLst/>
            </a:prstGeom>
            <a:ln>
              <a:solidFill>
                <a:srgbClr val="800000"/>
              </a:solidFill>
              <a:prstDash val="sysDot"/>
              <a:tailEnd type="arrow"/>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a:endCxn id="20" idx="4"/>
            </p:cNvCxnSpPr>
            <p:nvPr/>
          </p:nvCxnSpPr>
          <p:spPr>
            <a:xfrm flipH="1" flipV="1">
              <a:off x="7975600" y="4523100"/>
              <a:ext cx="4800" cy="445800"/>
            </a:xfrm>
            <a:prstGeom prst="straightConnector1">
              <a:avLst/>
            </a:prstGeom>
            <a:ln>
              <a:solidFill>
                <a:srgbClr val="800000"/>
              </a:solidFill>
              <a:prstDash val="sysDot"/>
              <a:tailEnd type="arrow"/>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518400" y="1717700"/>
              <a:ext cx="1016000" cy="400105"/>
            </a:xfrm>
            <a:prstGeom prst="rect">
              <a:avLst/>
            </a:prstGeom>
            <a:noFill/>
          </p:spPr>
          <p:txBody>
            <a:bodyPr wrap="square" lIns="121917" tIns="60958" rIns="121917" bIns="60958" rtlCol="0">
              <a:spAutoFit/>
            </a:bodyPr>
            <a:lstStyle/>
            <a:p>
              <a:pPr algn="ctr"/>
              <a:r>
                <a:rPr lang="en-US" dirty="0" err="1"/>
                <a:t>MDR</a:t>
              </a:r>
              <a:r>
                <a:rPr lang="en-US" baseline="-25000" dirty="0" err="1"/>
                <a:t>in</a:t>
              </a:r>
              <a:endParaRPr lang="en-US" dirty="0"/>
            </a:p>
          </p:txBody>
        </p:sp>
        <p:sp>
          <p:nvSpPr>
            <p:cNvPr id="19" name="TextBox 18"/>
            <p:cNvSpPr txBox="1"/>
            <p:nvPr/>
          </p:nvSpPr>
          <p:spPr>
            <a:xfrm>
              <a:off x="7416800" y="5008587"/>
              <a:ext cx="1219200" cy="400105"/>
            </a:xfrm>
            <a:prstGeom prst="rect">
              <a:avLst/>
            </a:prstGeom>
            <a:noFill/>
          </p:spPr>
          <p:txBody>
            <a:bodyPr wrap="square" lIns="121917" tIns="60958" rIns="121917" bIns="60958" rtlCol="0">
              <a:spAutoFit/>
            </a:bodyPr>
            <a:lstStyle/>
            <a:p>
              <a:pPr algn="ctr"/>
              <a:r>
                <a:rPr lang="en-US" dirty="0" err="1"/>
                <a:t>MDR</a:t>
              </a:r>
              <a:r>
                <a:rPr lang="en-US" baseline="-25000" dirty="0" err="1"/>
                <a:t>out</a:t>
              </a:r>
              <a:endParaRPr lang="en-US" dirty="0"/>
            </a:p>
          </p:txBody>
        </p:sp>
        <p:sp>
          <p:nvSpPr>
            <p:cNvPr id="6" name="Up-Down Arrow 5"/>
            <p:cNvSpPr/>
            <p:nvPr/>
          </p:nvSpPr>
          <p:spPr>
            <a:xfrm>
              <a:off x="9177600" y="2125500"/>
              <a:ext cx="609600" cy="3048000"/>
            </a:xfrm>
            <a:prstGeom prst="upDownArrow">
              <a:avLst/>
            </a:prstGeom>
            <a:solidFill>
              <a:schemeClr val="accent3">
                <a:lumMod val="75000"/>
              </a:schemeClr>
            </a:solidFill>
            <a:effectLst/>
          </p:spPr>
          <p:style>
            <a:lnRef idx="1">
              <a:schemeClr val="accent1"/>
            </a:lnRef>
            <a:fillRef idx="3">
              <a:schemeClr val="accent1"/>
            </a:fillRef>
            <a:effectRef idx="2">
              <a:schemeClr val="accent1"/>
            </a:effectRef>
            <a:fontRef idx="minor">
              <a:schemeClr val="lt1"/>
            </a:fontRef>
          </p:style>
          <p:txBody>
            <a:bodyPr lIns="121917" tIns="60958" rIns="121917" bIns="60958" rtlCol="0" anchor="ctr"/>
            <a:lstStyle/>
            <a:p>
              <a:pPr algn="ctr"/>
              <a:endParaRPr lang="en-US"/>
            </a:p>
          </p:txBody>
        </p:sp>
        <p:sp>
          <p:nvSpPr>
            <p:cNvPr id="26" name="TextBox 25"/>
            <p:cNvSpPr txBox="1"/>
            <p:nvPr/>
          </p:nvSpPr>
          <p:spPr>
            <a:xfrm>
              <a:off x="9753600" y="2921001"/>
              <a:ext cx="1625600" cy="1046436"/>
            </a:xfrm>
            <a:prstGeom prst="rect">
              <a:avLst/>
            </a:prstGeom>
            <a:noFill/>
          </p:spPr>
          <p:txBody>
            <a:bodyPr wrap="square" lIns="121917" tIns="60958" rIns="121917" bIns="60958" rtlCol="0">
              <a:spAutoFit/>
            </a:bodyPr>
            <a:lstStyle/>
            <a:p>
              <a:r>
                <a:rPr lang="en-US" sz="2000" b="1" dirty="0">
                  <a:solidFill>
                    <a:srgbClr val="800000"/>
                  </a:solidFill>
                </a:rPr>
                <a:t>Internal processor bus</a:t>
              </a:r>
            </a:p>
          </p:txBody>
        </p:sp>
        <p:grpSp>
          <p:nvGrpSpPr>
            <p:cNvPr id="29" name="Group 28"/>
            <p:cNvGrpSpPr/>
            <p:nvPr/>
          </p:nvGrpSpPr>
          <p:grpSpPr>
            <a:xfrm>
              <a:off x="5588000" y="2632100"/>
              <a:ext cx="304800" cy="304800"/>
              <a:chOff x="6172200" y="3409950"/>
              <a:chExt cx="304800" cy="304800"/>
            </a:xfrm>
          </p:grpSpPr>
          <p:sp>
            <p:nvSpPr>
              <p:cNvPr id="30" name="Oval 29"/>
              <p:cNvSpPr/>
              <p:nvPr/>
            </p:nvSpPr>
            <p:spPr>
              <a:xfrm>
                <a:off x="6172200" y="3409950"/>
                <a:ext cx="304800" cy="304800"/>
              </a:xfrm>
              <a:prstGeom prst="ellipse">
                <a:avLst/>
              </a:prstGeom>
              <a:solidFill>
                <a:schemeClr val="accent6">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1" name="Straight Connector 30"/>
              <p:cNvCxnSpPr>
                <a:stCxn id="30" idx="1"/>
                <a:endCxn id="30" idx="5"/>
              </p:cNvCxnSpPr>
              <p:nvPr/>
            </p:nvCxnSpPr>
            <p:spPr>
              <a:xfrm>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a:stCxn id="30" idx="7"/>
                <a:endCxn id="30" idx="3"/>
              </p:cNvCxnSpPr>
              <p:nvPr/>
            </p:nvCxnSpPr>
            <p:spPr>
              <a:xfrm flipH="1">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grpSp>
        <p:grpSp>
          <p:nvGrpSpPr>
            <p:cNvPr id="35" name="Group 34"/>
            <p:cNvGrpSpPr/>
            <p:nvPr/>
          </p:nvGrpSpPr>
          <p:grpSpPr>
            <a:xfrm>
              <a:off x="5588000" y="4257700"/>
              <a:ext cx="304800" cy="304800"/>
              <a:chOff x="6172200" y="3409950"/>
              <a:chExt cx="304800" cy="304800"/>
            </a:xfrm>
          </p:grpSpPr>
          <p:sp>
            <p:nvSpPr>
              <p:cNvPr id="36" name="Oval 35"/>
              <p:cNvSpPr/>
              <p:nvPr/>
            </p:nvSpPr>
            <p:spPr>
              <a:xfrm>
                <a:off x="6172200" y="3409950"/>
                <a:ext cx="304800" cy="304800"/>
              </a:xfrm>
              <a:prstGeom prst="ellipse">
                <a:avLst/>
              </a:prstGeom>
              <a:solidFill>
                <a:schemeClr val="accent6">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7" name="Straight Connector 36"/>
              <p:cNvCxnSpPr>
                <a:stCxn id="36" idx="1"/>
                <a:endCxn id="36" idx="5"/>
              </p:cNvCxnSpPr>
              <p:nvPr/>
            </p:nvCxnSpPr>
            <p:spPr>
              <a:xfrm>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a:stCxn id="36" idx="7"/>
                <a:endCxn id="36" idx="3"/>
              </p:cNvCxnSpPr>
              <p:nvPr/>
            </p:nvCxnSpPr>
            <p:spPr>
              <a:xfrm flipH="1">
                <a:off x="6216837" y="3454587"/>
                <a:ext cx="215526" cy="215526"/>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grpSp>
        <p:cxnSp>
          <p:nvCxnSpPr>
            <p:cNvPr id="41" name="Straight Arrow Connector 40"/>
            <p:cNvCxnSpPr/>
            <p:nvPr/>
          </p:nvCxnSpPr>
          <p:spPr>
            <a:xfrm flipV="1">
              <a:off x="4165600" y="2768700"/>
              <a:ext cx="1467037" cy="96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flipH="1">
              <a:off x="4267200" y="4405500"/>
              <a:ext cx="1320800" cy="96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sp>
          <p:nvSpPr>
            <p:cNvPr id="27" name="Up-Down Arrow 26"/>
            <p:cNvSpPr/>
            <p:nvPr/>
          </p:nvSpPr>
          <p:spPr>
            <a:xfrm>
              <a:off x="3825600" y="2124100"/>
              <a:ext cx="609600" cy="3048000"/>
            </a:xfrm>
            <a:prstGeom prst="upDownArrow">
              <a:avLst/>
            </a:prstGeom>
            <a:solidFill>
              <a:schemeClr val="accent3">
                <a:lumMod val="75000"/>
              </a:schemeClr>
            </a:solidFill>
            <a:effectLst/>
          </p:spPr>
          <p:style>
            <a:lnRef idx="1">
              <a:schemeClr val="accent1"/>
            </a:lnRef>
            <a:fillRef idx="3">
              <a:schemeClr val="accent1"/>
            </a:fillRef>
            <a:effectRef idx="2">
              <a:schemeClr val="accent1"/>
            </a:effectRef>
            <a:fontRef idx="minor">
              <a:schemeClr val="lt1"/>
            </a:fontRef>
          </p:style>
          <p:txBody>
            <a:bodyPr lIns="121917" tIns="60958" rIns="121917" bIns="60958" rtlCol="0" anchor="ctr"/>
            <a:lstStyle/>
            <a:p>
              <a:pPr algn="ctr"/>
              <a:endParaRPr lang="en-US"/>
            </a:p>
          </p:txBody>
        </p:sp>
        <p:cxnSp>
          <p:nvCxnSpPr>
            <p:cNvPr id="46" name="Straight Arrow Connector 45"/>
            <p:cNvCxnSpPr/>
            <p:nvPr/>
          </p:nvCxnSpPr>
          <p:spPr>
            <a:xfrm flipV="1">
              <a:off x="5892800" y="2783100"/>
              <a:ext cx="508000" cy="4800"/>
            </a:xfrm>
            <a:prstGeom prst="straightConnector1">
              <a:avLst/>
            </a:prstGeom>
            <a:ln>
              <a:solidFill>
                <a:schemeClr val="tx1">
                  <a:lumMod val="95000"/>
                  <a:lumOff val="5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a:off x="6400800" y="2735100"/>
              <a:ext cx="0" cy="5088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50" name="Straight Connector 49"/>
            <p:cNvCxnSpPr/>
            <p:nvPr/>
          </p:nvCxnSpPr>
          <p:spPr>
            <a:xfrm>
              <a:off x="6400800" y="3851300"/>
              <a:ext cx="0" cy="556800"/>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a:endCxn id="36" idx="6"/>
            </p:cNvCxnSpPr>
            <p:nvPr/>
          </p:nvCxnSpPr>
          <p:spPr>
            <a:xfrm flipH="1" flipV="1">
              <a:off x="5892800" y="4410100"/>
              <a:ext cx="508000" cy="48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5736800" y="2175500"/>
              <a:ext cx="4800" cy="456600"/>
            </a:xfrm>
            <a:prstGeom prst="straightConnector1">
              <a:avLst/>
            </a:prstGeom>
            <a:ln>
              <a:solidFill>
                <a:srgbClr val="800000"/>
              </a:solidFill>
              <a:prstDash val="sysDot"/>
              <a:tailEnd type="arrow"/>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5181600" y="1717700"/>
              <a:ext cx="1117600" cy="400105"/>
            </a:xfrm>
            <a:prstGeom prst="rect">
              <a:avLst/>
            </a:prstGeom>
            <a:noFill/>
          </p:spPr>
          <p:txBody>
            <a:bodyPr wrap="square" lIns="121917" tIns="60958" rIns="121917" bIns="60958" rtlCol="0">
              <a:spAutoFit/>
            </a:bodyPr>
            <a:lstStyle/>
            <a:p>
              <a:pPr algn="ctr"/>
              <a:r>
                <a:rPr lang="en-US" dirty="0" err="1"/>
                <a:t>MDR</a:t>
              </a:r>
              <a:r>
                <a:rPr lang="en-US" baseline="-25000" dirty="0" err="1"/>
                <a:t>inE</a:t>
              </a:r>
              <a:endParaRPr lang="en-US" dirty="0"/>
            </a:p>
          </p:txBody>
        </p:sp>
        <p:cxnSp>
          <p:nvCxnSpPr>
            <p:cNvPr id="55" name="Straight Arrow Connector 54"/>
            <p:cNvCxnSpPr/>
            <p:nvPr/>
          </p:nvCxnSpPr>
          <p:spPr>
            <a:xfrm flipH="1" flipV="1">
              <a:off x="5740400" y="4562500"/>
              <a:ext cx="4800" cy="445800"/>
            </a:xfrm>
            <a:prstGeom prst="straightConnector1">
              <a:avLst/>
            </a:prstGeom>
            <a:ln>
              <a:solidFill>
                <a:srgbClr val="800000"/>
              </a:solidFill>
              <a:prstDash val="sysDot"/>
              <a:tailEnd type="arrow"/>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80000" y="5031447"/>
              <a:ext cx="1320800" cy="400105"/>
            </a:xfrm>
            <a:prstGeom prst="rect">
              <a:avLst/>
            </a:prstGeom>
            <a:noFill/>
          </p:spPr>
          <p:txBody>
            <a:bodyPr wrap="square" lIns="121917" tIns="60958" rIns="121917" bIns="60958" rtlCol="0">
              <a:spAutoFit/>
            </a:bodyPr>
            <a:lstStyle/>
            <a:p>
              <a:pPr algn="ctr"/>
              <a:r>
                <a:rPr lang="en-US" dirty="0" err="1"/>
                <a:t>MDR</a:t>
              </a:r>
              <a:r>
                <a:rPr lang="en-US" baseline="-25000" dirty="0" err="1"/>
                <a:t>outE</a:t>
              </a:r>
              <a:endParaRPr lang="en-US" dirty="0"/>
            </a:p>
          </p:txBody>
        </p:sp>
        <p:sp>
          <p:nvSpPr>
            <p:cNvPr id="57" name="TextBox 56"/>
            <p:cNvSpPr txBox="1"/>
            <p:nvPr/>
          </p:nvSpPr>
          <p:spPr>
            <a:xfrm>
              <a:off x="3048000" y="1616100"/>
              <a:ext cx="2032000" cy="430883"/>
            </a:xfrm>
            <a:prstGeom prst="rect">
              <a:avLst/>
            </a:prstGeom>
            <a:noFill/>
          </p:spPr>
          <p:txBody>
            <a:bodyPr wrap="square" lIns="121917" tIns="60958" rIns="121917" bIns="60958" rtlCol="0">
              <a:spAutoFit/>
            </a:bodyPr>
            <a:lstStyle/>
            <a:p>
              <a:pPr algn="ctr"/>
              <a:r>
                <a:rPr lang="en-US" sz="2000" b="1" dirty="0">
                  <a:solidFill>
                    <a:srgbClr val="800000"/>
                  </a:solidFill>
                </a:rPr>
                <a:t>Memory bus</a:t>
              </a:r>
            </a:p>
          </p:txBody>
        </p:sp>
        <p:sp>
          <p:nvSpPr>
            <p:cNvPr id="58" name="Bevel 57"/>
            <p:cNvSpPr/>
            <p:nvPr/>
          </p:nvSpPr>
          <p:spPr>
            <a:xfrm>
              <a:off x="1422400" y="2936900"/>
              <a:ext cx="1828800" cy="1320800"/>
            </a:xfrm>
            <a:prstGeom prst="bevel">
              <a:avLst/>
            </a:prstGeom>
            <a:solidFill>
              <a:schemeClr val="accent6">
                <a:lumMod val="20000"/>
                <a:lumOff val="80000"/>
              </a:schemeClr>
            </a:solidFill>
            <a:ln w="22225">
              <a:solidFill>
                <a:srgbClr val="800000"/>
              </a:solidFill>
            </a:ln>
            <a:effectLst/>
          </p:spPr>
          <p:style>
            <a:lnRef idx="1">
              <a:schemeClr val="accent1"/>
            </a:lnRef>
            <a:fillRef idx="3">
              <a:schemeClr val="accent1"/>
            </a:fillRef>
            <a:effectRef idx="2">
              <a:schemeClr val="accent1"/>
            </a:effectRef>
            <a:fontRef idx="minor">
              <a:schemeClr val="lt1"/>
            </a:fontRef>
          </p:style>
          <p:txBody>
            <a:bodyPr lIns="121917" tIns="60958" rIns="121917" bIns="60958" rtlCol="0" anchor="ctr"/>
            <a:lstStyle/>
            <a:p>
              <a:pPr algn="ctr"/>
              <a:r>
                <a:rPr lang="en-US" dirty="0">
                  <a:solidFill>
                    <a:srgbClr val="000090"/>
                  </a:solidFill>
                </a:rPr>
                <a:t>Memory</a:t>
              </a:r>
            </a:p>
          </p:txBody>
        </p:sp>
        <p:cxnSp>
          <p:nvCxnSpPr>
            <p:cNvPr id="60" name="Straight Arrow Connector 59"/>
            <p:cNvCxnSpPr>
              <a:stCxn id="58" idx="0"/>
              <a:endCxn id="27" idx="2"/>
            </p:cNvCxnSpPr>
            <p:nvPr/>
          </p:nvCxnSpPr>
          <p:spPr>
            <a:xfrm>
              <a:off x="3251200" y="3597300"/>
              <a:ext cx="726800" cy="4800"/>
            </a:xfrm>
            <a:prstGeom prst="straightConnector1">
              <a:avLst/>
            </a:prstGeom>
            <a:ln>
              <a:solidFill>
                <a:schemeClr val="tx1">
                  <a:lumMod val="95000"/>
                  <a:lumOff val="5000"/>
                </a:schemeClr>
              </a:solidFill>
              <a:headEnd type="arrow"/>
              <a:tailEnd type="arrow"/>
            </a:ln>
            <a:effectLst/>
          </p:spPr>
          <p:style>
            <a:lnRef idx="2">
              <a:schemeClr val="accent1"/>
            </a:lnRef>
            <a:fillRef idx="0">
              <a:schemeClr val="accent1"/>
            </a:fillRef>
            <a:effectRef idx="1">
              <a:schemeClr val="accent1"/>
            </a:effectRef>
            <a:fontRef idx="minor">
              <a:schemeClr val="tx1"/>
            </a:fontRef>
          </p:style>
        </p:cxnSp>
        <p:sp>
          <p:nvSpPr>
            <p:cNvPr id="61" name="Process 60"/>
            <p:cNvSpPr/>
            <p:nvPr/>
          </p:nvSpPr>
          <p:spPr>
            <a:xfrm>
              <a:off x="1117600" y="4765700"/>
              <a:ext cx="2336800" cy="609600"/>
            </a:xfrm>
            <a:prstGeom prst="flowChartProcess">
              <a:avLst/>
            </a:prstGeom>
            <a:solidFill>
              <a:schemeClr val="accent5">
                <a:lumMod val="20000"/>
                <a:lumOff val="80000"/>
              </a:schemeClr>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lIns="121917" tIns="60958" rIns="121917" bIns="60958" rtlCol="0" anchor="ctr"/>
            <a:lstStyle/>
            <a:p>
              <a:pPr algn="ctr"/>
              <a:r>
                <a:rPr lang="en-US" dirty="0">
                  <a:solidFill>
                    <a:srgbClr val="000090"/>
                  </a:solidFill>
                </a:rPr>
                <a:t>MAR</a:t>
              </a:r>
            </a:p>
          </p:txBody>
        </p:sp>
        <p:cxnSp>
          <p:nvCxnSpPr>
            <p:cNvPr id="63" name="Straight Arrow Connector 62"/>
            <p:cNvCxnSpPr>
              <a:stCxn id="61" idx="0"/>
              <a:endCxn id="58" idx="2"/>
            </p:cNvCxnSpPr>
            <p:nvPr/>
          </p:nvCxnSpPr>
          <p:spPr>
            <a:xfrm flipV="1">
              <a:off x="2286000" y="4257700"/>
              <a:ext cx="4800" cy="5080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5" name="Straight Arrow Connector 64"/>
            <p:cNvCxnSpPr>
              <a:stCxn id="58" idx="4"/>
            </p:cNvCxnSpPr>
            <p:nvPr/>
          </p:nvCxnSpPr>
          <p:spPr>
            <a:xfrm flipH="1">
              <a:off x="812800" y="3597300"/>
              <a:ext cx="609600" cy="4800"/>
            </a:xfrm>
            <a:prstGeom prst="straightConnector1">
              <a:avLst/>
            </a:prstGeom>
            <a:ln>
              <a:solidFill>
                <a:srgbClr val="800000"/>
              </a:solidFill>
              <a:tailEnd type="arrow"/>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82880" y="3366160"/>
              <a:ext cx="914400" cy="400105"/>
            </a:xfrm>
            <a:prstGeom prst="rect">
              <a:avLst/>
            </a:prstGeom>
            <a:noFill/>
          </p:spPr>
          <p:txBody>
            <a:bodyPr wrap="square" lIns="121917" tIns="60958" rIns="121917" bIns="60958" rtlCol="0">
              <a:spAutoFit/>
            </a:bodyPr>
            <a:lstStyle/>
            <a:p>
              <a:r>
                <a:rPr lang="en-US" b="1" dirty="0"/>
                <a:t>MFC</a:t>
              </a:r>
            </a:p>
          </p:txBody>
        </p:sp>
      </p:grpSp>
      <p:sp>
        <p:nvSpPr>
          <p:cNvPr id="5" name="TextBox 4">
            <a:extLst>
              <a:ext uri="{FF2B5EF4-FFF2-40B4-BE49-F238E27FC236}">
                <a16:creationId xmlns:a16="http://schemas.microsoft.com/office/drawing/2014/main" id="{CF440CF6-0910-E69C-E0C4-126BDED97388}"/>
              </a:ext>
            </a:extLst>
          </p:cNvPr>
          <p:cNvSpPr txBox="1"/>
          <p:nvPr/>
        </p:nvSpPr>
        <p:spPr>
          <a:xfrm>
            <a:off x="30237" y="2721565"/>
            <a:ext cx="1152843" cy="923330"/>
          </a:xfrm>
          <a:prstGeom prst="rect">
            <a:avLst/>
          </a:prstGeom>
          <a:noFill/>
        </p:spPr>
        <p:txBody>
          <a:bodyPr wrap="square" rtlCol="0">
            <a:spAutoFit/>
          </a:bodyPr>
          <a:lstStyle/>
          <a:p>
            <a:pPr algn="ctr"/>
            <a:r>
              <a:rPr lang="en-US" i="1" dirty="0">
                <a:solidFill>
                  <a:srgbClr val="C00000"/>
                </a:solidFill>
              </a:rPr>
              <a:t>Memory Function Complete</a:t>
            </a:r>
          </a:p>
        </p:txBody>
      </p:sp>
    </p:spTree>
    <p:extLst>
      <p:ext uri="{BB962C8B-B14F-4D97-AF65-F5344CB8AC3E}">
        <p14:creationId xmlns:p14="http://schemas.microsoft.com/office/powerpoint/2010/main" val="33874093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57988"/>
            <a:ext cx="10972800" cy="5829298"/>
          </a:xfrm>
        </p:spPr>
        <p:txBody>
          <a:bodyPr>
            <a:normAutofit/>
          </a:bodyPr>
          <a:lstStyle/>
          <a:p>
            <a:r>
              <a:rPr lang="en-US" sz="2400" dirty="0"/>
              <a:t>Memory read/write operation:</a:t>
            </a:r>
          </a:p>
          <a:p>
            <a:pPr lvl="1"/>
            <a:r>
              <a:rPr lang="en-IN" sz="2000" dirty="0"/>
              <a:t>The address of memory location is transferred to </a:t>
            </a:r>
            <a:r>
              <a:rPr lang="en-IN" sz="2000" i="1" dirty="0">
                <a:solidFill>
                  <a:srgbClr val="C00000"/>
                </a:solidFill>
              </a:rPr>
              <a:t>MAR</a:t>
            </a:r>
            <a:r>
              <a:rPr lang="en-IN" sz="2000" dirty="0"/>
              <a:t>. </a:t>
            </a:r>
          </a:p>
          <a:p>
            <a:pPr lvl="1"/>
            <a:r>
              <a:rPr lang="en-IN" sz="2000" dirty="0"/>
              <a:t>At the same time a </a:t>
            </a:r>
            <a:r>
              <a:rPr lang="en-IN" sz="2000" i="1" dirty="0">
                <a:solidFill>
                  <a:srgbClr val="C00000"/>
                </a:solidFill>
              </a:rPr>
              <a:t>read/write </a:t>
            </a:r>
            <a:r>
              <a:rPr lang="en-IN" sz="2000" dirty="0"/>
              <a:t>control signal is provided to indicate the operation.</a:t>
            </a:r>
          </a:p>
          <a:p>
            <a:pPr lvl="1"/>
            <a:r>
              <a:rPr lang="en-IN" sz="2000" dirty="0"/>
              <a:t>For read, the data from memory data bus comes to </a:t>
            </a:r>
            <a:r>
              <a:rPr lang="en-IN" sz="2000" i="1" dirty="0">
                <a:solidFill>
                  <a:srgbClr val="C00000"/>
                </a:solidFill>
              </a:rPr>
              <a:t>MDR</a:t>
            </a:r>
            <a:r>
              <a:rPr lang="en-IN" sz="2000" dirty="0"/>
              <a:t> by activating </a:t>
            </a:r>
            <a:r>
              <a:rPr lang="en-IN" sz="2000" i="1" dirty="0" err="1">
                <a:solidFill>
                  <a:srgbClr val="C00000"/>
                </a:solidFill>
              </a:rPr>
              <a:t>MDR</a:t>
            </a:r>
            <a:r>
              <a:rPr lang="en-IN" sz="2000" i="1" baseline="-25000" dirty="0" err="1">
                <a:solidFill>
                  <a:srgbClr val="C00000"/>
                </a:solidFill>
              </a:rPr>
              <a:t>inE</a:t>
            </a:r>
            <a:r>
              <a:rPr lang="en-IN" sz="2000" i="1" baseline="-25000" dirty="0">
                <a:solidFill>
                  <a:srgbClr val="C00000"/>
                </a:solidFill>
              </a:rPr>
              <a:t> </a:t>
            </a:r>
            <a:r>
              <a:rPr lang="en-IN" sz="2000" dirty="0"/>
              <a:t>. </a:t>
            </a:r>
          </a:p>
          <a:p>
            <a:pPr lvl="1"/>
            <a:r>
              <a:rPr lang="en-IN" sz="2000" dirty="0"/>
              <a:t>For write, the data from </a:t>
            </a:r>
            <a:r>
              <a:rPr lang="en-IN" sz="2000" i="1" dirty="0">
                <a:solidFill>
                  <a:srgbClr val="C00000"/>
                </a:solidFill>
              </a:rPr>
              <a:t>MDR</a:t>
            </a:r>
            <a:r>
              <a:rPr lang="en-IN" sz="2000" dirty="0"/>
              <a:t> goes to memory data bus by activating the signal </a:t>
            </a:r>
            <a:r>
              <a:rPr lang="en-IN" sz="2000" i="1" dirty="0" err="1">
                <a:solidFill>
                  <a:srgbClr val="C00000"/>
                </a:solidFill>
              </a:rPr>
              <a:t>MDR</a:t>
            </a:r>
            <a:r>
              <a:rPr lang="en-IN" sz="2000" i="1" baseline="-25000" dirty="0" err="1">
                <a:solidFill>
                  <a:srgbClr val="C00000"/>
                </a:solidFill>
              </a:rPr>
              <a:t>outE</a:t>
            </a:r>
            <a:r>
              <a:rPr lang="en-IN" sz="2000" i="1" baseline="-25000" dirty="0">
                <a:solidFill>
                  <a:srgbClr val="C00000"/>
                </a:solidFill>
              </a:rPr>
              <a:t> </a:t>
            </a:r>
            <a:r>
              <a:rPr lang="en-IN" sz="2000" dirty="0"/>
              <a:t>.</a:t>
            </a:r>
          </a:p>
          <a:p>
            <a:pPr lvl="1">
              <a:lnSpc>
                <a:spcPct val="120000"/>
              </a:lnSpc>
            </a:pPr>
            <a:r>
              <a:rPr lang="en-IN" sz="2000" dirty="0"/>
              <a:t>When the processor sends a read request, it has to wait until the data is read from the memory and written into </a:t>
            </a:r>
            <a:r>
              <a:rPr lang="en-IN" sz="2000" i="1" dirty="0">
                <a:solidFill>
                  <a:srgbClr val="C00000"/>
                </a:solidFill>
              </a:rPr>
              <a:t>MDR</a:t>
            </a:r>
            <a:r>
              <a:rPr lang="en-IN" sz="2000" dirty="0"/>
              <a:t>.</a:t>
            </a:r>
          </a:p>
          <a:p>
            <a:pPr lvl="1">
              <a:lnSpc>
                <a:spcPct val="120000"/>
              </a:lnSpc>
            </a:pPr>
            <a:r>
              <a:rPr lang="en-IN" sz="2000" dirty="0"/>
              <a:t>To accommodate the variability in response time, the process has to wait until it receives an indication from the memory that the read operation has been completed.</a:t>
            </a:r>
          </a:p>
          <a:p>
            <a:pPr lvl="1">
              <a:lnSpc>
                <a:spcPct val="120000"/>
              </a:lnSpc>
            </a:pPr>
            <a:r>
              <a:rPr lang="en-IN" sz="2000" dirty="0"/>
              <a:t>A control signal called </a:t>
            </a:r>
            <a:r>
              <a:rPr lang="en-IN" sz="2000" i="1" dirty="0">
                <a:solidFill>
                  <a:srgbClr val="C00000"/>
                </a:solidFill>
              </a:rPr>
              <a:t>Memory Function Complete </a:t>
            </a:r>
            <a:r>
              <a:rPr lang="en-IN" sz="2000" dirty="0"/>
              <a:t>(</a:t>
            </a:r>
            <a:r>
              <a:rPr lang="en-IN" sz="2000" dirty="0">
                <a:solidFill>
                  <a:srgbClr val="C00000"/>
                </a:solidFill>
              </a:rPr>
              <a:t>MFC</a:t>
            </a:r>
            <a:r>
              <a:rPr lang="en-IN" sz="2000" dirty="0"/>
              <a:t>) is used for this purpose. </a:t>
            </a:r>
          </a:p>
          <a:p>
            <a:pPr lvl="2">
              <a:lnSpc>
                <a:spcPct val="120000"/>
              </a:lnSpc>
            </a:pPr>
            <a:r>
              <a:rPr lang="en-IN" sz="1800" dirty="0"/>
              <a:t>When this signal is 1, indicates that the contents of the specified location is read and are available on the data line of the memory bus.</a:t>
            </a:r>
          </a:p>
          <a:p>
            <a:pPr lvl="2">
              <a:lnSpc>
                <a:spcPct val="120000"/>
              </a:lnSpc>
            </a:pPr>
            <a:r>
              <a:rPr lang="en-IN" sz="1800" dirty="0"/>
              <a:t>Then the data can be made available to </a:t>
            </a:r>
            <a:r>
              <a:rPr lang="en-IN" sz="1800" i="1" dirty="0">
                <a:solidFill>
                  <a:srgbClr val="C00000"/>
                </a:solidFill>
              </a:rPr>
              <a:t>MDR</a:t>
            </a:r>
            <a:r>
              <a:rPr lang="en-IN" sz="1800" dirty="0"/>
              <a:t>.</a:t>
            </a:r>
          </a:p>
        </p:txBody>
      </p:sp>
      <p:sp>
        <p:nvSpPr>
          <p:cNvPr id="4" name="Slide Number Placeholder 3"/>
          <p:cNvSpPr>
            <a:spLocks noGrp="1"/>
          </p:cNvSpPr>
          <p:nvPr>
            <p:ph type="sldNum" sz="quarter" idx="12"/>
          </p:nvPr>
        </p:nvSpPr>
        <p:spPr/>
        <p:txBody>
          <a:bodyPr/>
          <a:lstStyle/>
          <a:p>
            <a:fld id="{F815AC96-4A5A-4699-9DBD-ACAB251D8CBA}" type="slidenum">
              <a:rPr lang="en-US" smtClean="0"/>
              <a:t>24</a:t>
            </a:fld>
            <a:endParaRPr lang="en-US" dirty="0"/>
          </a:p>
        </p:txBody>
      </p:sp>
      <p:pic>
        <p:nvPicPr>
          <p:cNvPr id="2" name="Picture 1">
            <a:extLst>
              <a:ext uri="{FF2B5EF4-FFF2-40B4-BE49-F238E27FC236}">
                <a16:creationId xmlns:a16="http://schemas.microsoft.com/office/drawing/2014/main" id="{08E00092-B5D7-B578-B534-99CC523A9E21}"/>
              </a:ext>
            </a:extLst>
          </p:cNvPr>
          <p:cNvPicPr>
            <a:picLocks noChangeAspect="1"/>
          </p:cNvPicPr>
          <p:nvPr/>
        </p:nvPicPr>
        <p:blipFill>
          <a:blip r:embed="rId2"/>
          <a:stretch>
            <a:fillRect/>
          </a:stretch>
        </p:blipFill>
        <p:spPr>
          <a:xfrm>
            <a:off x="6447458" y="4970622"/>
            <a:ext cx="5419531" cy="1853494"/>
          </a:xfrm>
          <a:prstGeom prst="rect">
            <a:avLst/>
          </a:prstGeom>
          <a:ln w="31750">
            <a:solidFill>
              <a:srgbClr val="002060"/>
            </a:solidFill>
          </a:ln>
        </p:spPr>
      </p:pic>
    </p:spTree>
    <p:extLst>
      <p:ext uri="{BB962C8B-B14F-4D97-AF65-F5344CB8AC3E}">
        <p14:creationId xmlns:p14="http://schemas.microsoft.com/office/powerpoint/2010/main" val="41424079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989B9-D785-B0A1-AF48-D12D5BA9140B}"/>
              </a:ext>
            </a:extLst>
          </p:cNvPr>
          <p:cNvSpPr>
            <a:spLocks noGrp="1"/>
          </p:cNvSpPr>
          <p:nvPr>
            <p:ph type="title"/>
          </p:nvPr>
        </p:nvSpPr>
        <p:spPr/>
        <p:txBody>
          <a:bodyPr/>
          <a:lstStyle/>
          <a:p>
            <a:r>
              <a:rPr lang="en-US" dirty="0"/>
              <a:t>Timing Diagram for Read Operation</a:t>
            </a:r>
            <a:endParaRPr lang="en-IN" dirty="0"/>
          </a:p>
        </p:txBody>
      </p:sp>
      <p:sp>
        <p:nvSpPr>
          <p:cNvPr id="4" name="Slide Number Placeholder 3">
            <a:extLst>
              <a:ext uri="{FF2B5EF4-FFF2-40B4-BE49-F238E27FC236}">
                <a16:creationId xmlns:a16="http://schemas.microsoft.com/office/drawing/2014/main" id="{1EA8694D-34E1-EFB9-D0F3-F22556A46BFA}"/>
              </a:ext>
            </a:extLst>
          </p:cNvPr>
          <p:cNvSpPr>
            <a:spLocks noGrp="1"/>
          </p:cNvSpPr>
          <p:nvPr>
            <p:ph type="sldNum" sz="quarter" idx="12"/>
          </p:nvPr>
        </p:nvSpPr>
        <p:spPr/>
        <p:txBody>
          <a:bodyPr/>
          <a:lstStyle/>
          <a:p>
            <a:fld id="{A56F1F74-EAAB-4BA4-8360-0B2AFE8E155E}" type="slidenum">
              <a:rPr lang="en-IN" smtClean="0"/>
              <a:t>25</a:t>
            </a:fld>
            <a:endParaRPr lang="en-IN"/>
          </a:p>
        </p:txBody>
      </p:sp>
      <p:pic>
        <p:nvPicPr>
          <p:cNvPr id="8" name="Picture 7">
            <a:extLst>
              <a:ext uri="{FF2B5EF4-FFF2-40B4-BE49-F238E27FC236}">
                <a16:creationId xmlns:a16="http://schemas.microsoft.com/office/drawing/2014/main" id="{870489CB-D1A1-B57B-159F-E805A0E01A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708" y="1628773"/>
            <a:ext cx="6389159" cy="4210050"/>
          </a:xfrm>
          <a:prstGeom prst="rect">
            <a:avLst/>
          </a:prstGeom>
        </p:spPr>
      </p:pic>
      <p:sp>
        <p:nvSpPr>
          <p:cNvPr id="9" name="TextBox 8">
            <a:extLst>
              <a:ext uri="{FF2B5EF4-FFF2-40B4-BE49-F238E27FC236}">
                <a16:creationId xmlns:a16="http://schemas.microsoft.com/office/drawing/2014/main" id="{85CFE49D-774F-AF7B-76D5-89F9AB40318D}"/>
              </a:ext>
            </a:extLst>
          </p:cNvPr>
          <p:cNvSpPr txBox="1"/>
          <p:nvPr/>
        </p:nvSpPr>
        <p:spPr>
          <a:xfrm>
            <a:off x="685800" y="6011333"/>
            <a:ext cx="10083800" cy="369332"/>
          </a:xfrm>
          <a:prstGeom prst="rect">
            <a:avLst/>
          </a:prstGeom>
          <a:noFill/>
        </p:spPr>
        <p:txBody>
          <a:bodyPr wrap="square" rtlCol="0">
            <a:spAutoFit/>
          </a:bodyPr>
          <a:lstStyle/>
          <a:p>
            <a:r>
              <a:rPr lang="en-US" dirty="0">
                <a:solidFill>
                  <a:srgbClr val="C00000"/>
                </a:solidFill>
              </a:rPr>
              <a:t>Computer Organization, Fifth Edition, Carl Hamacher, Zvonko </a:t>
            </a:r>
            <a:r>
              <a:rPr lang="en-US" dirty="0" err="1">
                <a:solidFill>
                  <a:srgbClr val="C00000"/>
                </a:solidFill>
              </a:rPr>
              <a:t>Vranesic</a:t>
            </a:r>
            <a:r>
              <a:rPr lang="en-US" dirty="0">
                <a:solidFill>
                  <a:srgbClr val="C00000"/>
                </a:solidFill>
              </a:rPr>
              <a:t>, Safwat Zaky.</a:t>
            </a:r>
            <a:endParaRPr lang="en-IN" dirty="0">
              <a:solidFill>
                <a:srgbClr val="C00000"/>
              </a:solidFill>
            </a:endParaRPr>
          </a:p>
        </p:txBody>
      </p:sp>
      <p:sp>
        <p:nvSpPr>
          <p:cNvPr id="10" name="Content Placeholder 2">
            <a:extLst>
              <a:ext uri="{FF2B5EF4-FFF2-40B4-BE49-F238E27FC236}">
                <a16:creationId xmlns:a16="http://schemas.microsoft.com/office/drawing/2014/main" id="{FC63A163-6251-4243-3989-7DDA19B68A41}"/>
              </a:ext>
            </a:extLst>
          </p:cNvPr>
          <p:cNvSpPr>
            <a:spLocks noGrp="1"/>
          </p:cNvSpPr>
          <p:nvPr>
            <p:ph idx="1"/>
          </p:nvPr>
        </p:nvSpPr>
        <p:spPr>
          <a:xfrm>
            <a:off x="7472892" y="1531091"/>
            <a:ext cx="4307840" cy="2116665"/>
          </a:xfrm>
          <a:ln>
            <a:solidFill>
              <a:schemeClr val="accent1"/>
            </a:solidFill>
          </a:ln>
        </p:spPr>
        <p:txBody>
          <a:bodyPr>
            <a:normAutofit fontScale="85000" lnSpcReduction="20000"/>
          </a:bodyPr>
          <a:lstStyle/>
          <a:p>
            <a:pPr marL="685783" indent="-685783">
              <a:buFont typeface="+mj-lt"/>
              <a:buAutoNum type="arabicPeriod"/>
            </a:pPr>
            <a:r>
              <a:rPr lang="en-IN" sz="2000" dirty="0"/>
              <a:t>MAR ← R2</a:t>
            </a:r>
          </a:p>
          <a:p>
            <a:pPr marL="685783" indent="-685783">
              <a:buFont typeface="+mj-lt"/>
              <a:buAutoNum type="arabicPeriod"/>
            </a:pPr>
            <a:r>
              <a:rPr lang="en-IN" sz="2000" dirty="0"/>
              <a:t>Start a Read operation on the memory bus</a:t>
            </a:r>
          </a:p>
          <a:p>
            <a:pPr marL="685783" indent="-685783">
              <a:buFont typeface="+mj-lt"/>
              <a:buAutoNum type="arabicPeriod"/>
            </a:pPr>
            <a:r>
              <a:rPr lang="en-IN" sz="2000" dirty="0"/>
              <a:t>Wait for the MFC response from the memory</a:t>
            </a:r>
          </a:p>
          <a:p>
            <a:pPr marL="685783" indent="-685783">
              <a:buFont typeface="+mj-lt"/>
              <a:buAutoNum type="arabicPeriod"/>
            </a:pPr>
            <a:r>
              <a:rPr lang="en-IN" sz="2000" dirty="0"/>
              <a:t>Load MDR from the memory</a:t>
            </a:r>
          </a:p>
          <a:p>
            <a:pPr marL="685783" indent="-685783">
              <a:buFont typeface="+mj-lt"/>
              <a:buAutoNum type="arabicPeriod"/>
            </a:pPr>
            <a:r>
              <a:rPr lang="en-IN" sz="2000" dirty="0"/>
              <a:t>R1 ← MDR</a:t>
            </a:r>
          </a:p>
        </p:txBody>
      </p:sp>
      <p:sp>
        <p:nvSpPr>
          <p:cNvPr id="11" name="Content Placeholder 2">
            <a:extLst>
              <a:ext uri="{FF2B5EF4-FFF2-40B4-BE49-F238E27FC236}">
                <a16:creationId xmlns:a16="http://schemas.microsoft.com/office/drawing/2014/main" id="{7EA794C6-DC6E-767A-7C80-70F3847732A2}"/>
              </a:ext>
            </a:extLst>
          </p:cNvPr>
          <p:cNvSpPr txBox="1">
            <a:spLocks/>
          </p:cNvSpPr>
          <p:nvPr/>
        </p:nvSpPr>
        <p:spPr>
          <a:xfrm>
            <a:off x="7472892" y="3961130"/>
            <a:ext cx="3962400" cy="1957068"/>
          </a:xfrm>
          <a:prstGeom prst="rect">
            <a:avLst/>
          </a:prstGeom>
          <a:solidFill>
            <a:schemeClr val="accent5">
              <a:lumMod val="20000"/>
              <a:lumOff val="80000"/>
            </a:schemeClr>
          </a:solidFill>
          <a:ln w="25400">
            <a:solidFill>
              <a:srgbClr val="800000"/>
            </a:solidFill>
          </a:ln>
        </p:spPr>
        <p:txBody>
          <a:bodyPr vert="horz" lIns="121917" tIns="60958" rIns="121917" bIns="60958"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2400" dirty="0"/>
              <a:t>Control steps:</a:t>
            </a:r>
          </a:p>
          <a:p>
            <a:pPr marL="361941" lvl="1" indent="0">
              <a:buNone/>
            </a:pPr>
            <a:r>
              <a:rPr lang="en-IN" sz="2400" dirty="0"/>
              <a:t>1. R2</a:t>
            </a:r>
            <a:r>
              <a:rPr lang="en-IN" sz="2400" i="1" baseline="-25000" dirty="0"/>
              <a:t>out </a:t>
            </a:r>
            <a:r>
              <a:rPr lang="en-IN" sz="2400" i="1" dirty="0"/>
              <a:t>, </a:t>
            </a:r>
            <a:r>
              <a:rPr lang="en-IN" sz="2400" dirty="0"/>
              <a:t>MAR</a:t>
            </a:r>
            <a:r>
              <a:rPr lang="en-IN" sz="2400" i="1" baseline="-25000" dirty="0"/>
              <a:t>in </a:t>
            </a:r>
            <a:r>
              <a:rPr lang="en-IN" sz="2400" i="1" dirty="0"/>
              <a:t>, </a:t>
            </a:r>
            <a:r>
              <a:rPr lang="en-IN" sz="2400" dirty="0"/>
              <a:t>Read</a:t>
            </a:r>
          </a:p>
          <a:p>
            <a:pPr marL="361941" lvl="1" indent="0">
              <a:buNone/>
            </a:pPr>
            <a:r>
              <a:rPr lang="en-IN" sz="2400" dirty="0"/>
              <a:t>2. </a:t>
            </a:r>
            <a:r>
              <a:rPr lang="en-IN" sz="2400" dirty="0" err="1"/>
              <a:t>MDR</a:t>
            </a:r>
            <a:r>
              <a:rPr lang="en-IN" sz="2400" i="1" baseline="-25000" dirty="0" err="1"/>
              <a:t>inE</a:t>
            </a:r>
            <a:r>
              <a:rPr lang="en-IN" sz="2400" i="1" baseline="-25000" dirty="0"/>
              <a:t> </a:t>
            </a:r>
            <a:r>
              <a:rPr lang="en-IN" sz="2400" i="1" dirty="0"/>
              <a:t>, </a:t>
            </a:r>
            <a:r>
              <a:rPr lang="en-IN" sz="2400" dirty="0"/>
              <a:t>WMFC</a:t>
            </a:r>
          </a:p>
          <a:p>
            <a:pPr marL="361941" lvl="1" indent="0">
              <a:buNone/>
            </a:pPr>
            <a:r>
              <a:rPr lang="en-IN" sz="2400" dirty="0"/>
              <a:t>3. </a:t>
            </a:r>
            <a:r>
              <a:rPr lang="en-IN" sz="2400" dirty="0" err="1"/>
              <a:t>MDR</a:t>
            </a:r>
            <a:r>
              <a:rPr lang="en-IN" sz="2400" i="1" baseline="-25000" dirty="0" err="1"/>
              <a:t>out</a:t>
            </a:r>
            <a:r>
              <a:rPr lang="en-IN" sz="2400" i="1" baseline="-25000" dirty="0"/>
              <a:t> </a:t>
            </a:r>
            <a:r>
              <a:rPr lang="en-IN" sz="2400" i="1" dirty="0"/>
              <a:t>, </a:t>
            </a:r>
            <a:r>
              <a:rPr lang="en-IN" sz="2400" dirty="0"/>
              <a:t>R1</a:t>
            </a:r>
            <a:r>
              <a:rPr lang="en-IN" sz="2400" i="1" baseline="-25000" dirty="0"/>
              <a:t>in</a:t>
            </a:r>
          </a:p>
        </p:txBody>
      </p:sp>
    </p:spTree>
    <p:extLst>
      <p:ext uri="{BB962C8B-B14F-4D97-AF65-F5344CB8AC3E}">
        <p14:creationId xmlns:p14="http://schemas.microsoft.com/office/powerpoint/2010/main" val="3357945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Fetch a word:    MOVE   R1, (R2)</a:t>
            </a:r>
          </a:p>
        </p:txBody>
      </p:sp>
      <p:sp>
        <p:nvSpPr>
          <p:cNvPr id="3" name="Content Placeholder 2"/>
          <p:cNvSpPr>
            <a:spLocks noGrp="1"/>
          </p:cNvSpPr>
          <p:nvPr>
            <p:ph idx="1"/>
          </p:nvPr>
        </p:nvSpPr>
        <p:spPr>
          <a:xfrm>
            <a:off x="304800" y="1600202"/>
            <a:ext cx="7518400" cy="4165599"/>
          </a:xfrm>
        </p:spPr>
        <p:txBody>
          <a:bodyPr>
            <a:normAutofit/>
          </a:bodyPr>
          <a:lstStyle/>
          <a:p>
            <a:pPr marL="685783" indent="-685783">
              <a:buFont typeface="+mj-lt"/>
              <a:buAutoNum type="arabicPeriod"/>
            </a:pPr>
            <a:r>
              <a:rPr lang="en-IN" sz="2000" dirty="0"/>
              <a:t>MAR ← R2</a:t>
            </a:r>
          </a:p>
          <a:p>
            <a:pPr marL="685783" indent="-685783">
              <a:buFont typeface="+mj-lt"/>
              <a:buAutoNum type="arabicPeriod"/>
            </a:pPr>
            <a:r>
              <a:rPr lang="en-IN" sz="2000" dirty="0"/>
              <a:t>Start a Read operation on the memory bus</a:t>
            </a:r>
          </a:p>
          <a:p>
            <a:pPr marL="685783" indent="-685783">
              <a:buFont typeface="+mj-lt"/>
              <a:buAutoNum type="arabicPeriod"/>
            </a:pPr>
            <a:r>
              <a:rPr lang="en-IN" sz="2000" dirty="0"/>
              <a:t>Wait for the MFC response from the memory</a:t>
            </a:r>
          </a:p>
          <a:p>
            <a:pPr marL="685783" indent="-685783">
              <a:buFont typeface="+mj-lt"/>
              <a:buAutoNum type="arabicPeriod"/>
            </a:pPr>
            <a:r>
              <a:rPr lang="en-IN" sz="2000" dirty="0"/>
              <a:t>Load MDR from the memory</a:t>
            </a:r>
          </a:p>
          <a:p>
            <a:pPr marL="685783" indent="-685783">
              <a:buFont typeface="+mj-lt"/>
              <a:buAutoNum type="arabicPeriod"/>
            </a:pPr>
            <a:r>
              <a:rPr lang="en-IN" sz="2000" dirty="0"/>
              <a:t>R1 ← MDR</a:t>
            </a:r>
          </a:p>
        </p:txBody>
      </p:sp>
      <p:sp>
        <p:nvSpPr>
          <p:cNvPr id="4" name="Slide Number Placeholder 3"/>
          <p:cNvSpPr>
            <a:spLocks noGrp="1"/>
          </p:cNvSpPr>
          <p:nvPr>
            <p:ph type="sldNum" sz="quarter" idx="12"/>
          </p:nvPr>
        </p:nvSpPr>
        <p:spPr/>
        <p:txBody>
          <a:bodyPr/>
          <a:lstStyle/>
          <a:p>
            <a:fld id="{F815AC96-4A5A-4699-9DBD-ACAB251D8CBA}" type="slidenum">
              <a:rPr lang="en-US" smtClean="0"/>
              <a:t>26</a:t>
            </a:fld>
            <a:endParaRPr lang="en-US"/>
          </a:p>
        </p:txBody>
      </p:sp>
      <p:sp>
        <p:nvSpPr>
          <p:cNvPr id="5" name="Content Placeholder 2"/>
          <p:cNvSpPr txBox="1">
            <a:spLocks/>
          </p:cNvSpPr>
          <p:nvPr/>
        </p:nvSpPr>
        <p:spPr>
          <a:xfrm>
            <a:off x="7924800" y="1803403"/>
            <a:ext cx="3962400" cy="1957068"/>
          </a:xfrm>
          <a:prstGeom prst="rect">
            <a:avLst/>
          </a:prstGeom>
          <a:solidFill>
            <a:schemeClr val="accent5">
              <a:lumMod val="20000"/>
              <a:lumOff val="80000"/>
            </a:schemeClr>
          </a:solidFill>
          <a:ln w="25400">
            <a:solidFill>
              <a:srgbClr val="800000"/>
            </a:solidFill>
          </a:ln>
        </p:spPr>
        <p:txBody>
          <a:bodyPr vert="horz" lIns="121917" tIns="60958" rIns="121917" bIns="60958"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2400" dirty="0"/>
              <a:t>Control steps:</a:t>
            </a:r>
          </a:p>
          <a:p>
            <a:pPr marL="971526" lvl="1" indent="-609585">
              <a:buFont typeface="+mj-lt"/>
              <a:buAutoNum type="alphaLcParenR"/>
            </a:pPr>
            <a:r>
              <a:rPr lang="en-IN" sz="2400" dirty="0"/>
              <a:t>R2</a:t>
            </a:r>
            <a:r>
              <a:rPr lang="en-IN" sz="2400" i="1" baseline="-25000" dirty="0"/>
              <a:t>out </a:t>
            </a:r>
            <a:r>
              <a:rPr lang="en-IN" sz="2400" i="1" dirty="0"/>
              <a:t>, </a:t>
            </a:r>
            <a:r>
              <a:rPr lang="en-IN" sz="2400" dirty="0"/>
              <a:t>MAR</a:t>
            </a:r>
            <a:r>
              <a:rPr lang="en-IN" sz="2400" i="1" baseline="-25000" dirty="0"/>
              <a:t>in </a:t>
            </a:r>
            <a:r>
              <a:rPr lang="en-IN" sz="2400" i="1" dirty="0"/>
              <a:t>, </a:t>
            </a:r>
            <a:r>
              <a:rPr lang="en-IN" sz="2400" dirty="0"/>
              <a:t>Read</a:t>
            </a:r>
          </a:p>
          <a:p>
            <a:pPr marL="971526" lvl="1" indent="-609585">
              <a:buFont typeface="+mj-lt"/>
              <a:buAutoNum type="alphaLcParenR"/>
            </a:pPr>
            <a:r>
              <a:rPr lang="en-IN" sz="2400" dirty="0"/>
              <a:t>MDR</a:t>
            </a:r>
            <a:r>
              <a:rPr lang="en-IN" sz="2400" i="1" baseline="-25000" dirty="0"/>
              <a:t>inE </a:t>
            </a:r>
            <a:r>
              <a:rPr lang="en-IN" sz="2400" i="1" dirty="0"/>
              <a:t>, </a:t>
            </a:r>
            <a:r>
              <a:rPr lang="en-IN" sz="2400" dirty="0"/>
              <a:t>WMFC</a:t>
            </a:r>
          </a:p>
          <a:p>
            <a:pPr marL="971526" lvl="1" indent="-609585">
              <a:buFont typeface="+mj-lt"/>
              <a:buAutoNum type="alphaLcParenR"/>
            </a:pPr>
            <a:r>
              <a:rPr lang="en-IN" sz="2400" dirty="0"/>
              <a:t>MDR</a:t>
            </a:r>
            <a:r>
              <a:rPr lang="en-IN" sz="2400" i="1" baseline="-25000" dirty="0"/>
              <a:t>out </a:t>
            </a:r>
            <a:r>
              <a:rPr lang="en-IN" sz="2400" i="1" dirty="0"/>
              <a:t>, </a:t>
            </a:r>
            <a:r>
              <a:rPr lang="en-IN" sz="2400" dirty="0"/>
              <a:t>R1</a:t>
            </a:r>
            <a:r>
              <a:rPr lang="en-IN" sz="2400" i="1" baseline="-25000" dirty="0"/>
              <a:t>in</a:t>
            </a:r>
          </a:p>
        </p:txBody>
      </p:sp>
      <p:pic>
        <p:nvPicPr>
          <p:cNvPr id="6" name="Picture 5">
            <a:extLst>
              <a:ext uri="{FF2B5EF4-FFF2-40B4-BE49-F238E27FC236}">
                <a16:creationId xmlns:a16="http://schemas.microsoft.com/office/drawing/2014/main" id="{002E85EB-17A3-F9F3-E11C-B1A1150A076B}"/>
              </a:ext>
            </a:extLst>
          </p:cNvPr>
          <p:cNvPicPr>
            <a:picLocks noChangeAspect="1"/>
          </p:cNvPicPr>
          <p:nvPr/>
        </p:nvPicPr>
        <p:blipFill>
          <a:blip r:embed="rId2"/>
          <a:stretch>
            <a:fillRect/>
          </a:stretch>
        </p:blipFill>
        <p:spPr>
          <a:xfrm>
            <a:off x="203200" y="4639381"/>
            <a:ext cx="5419531" cy="1853494"/>
          </a:xfrm>
          <a:prstGeom prst="rect">
            <a:avLst/>
          </a:prstGeom>
          <a:ln w="31750">
            <a:solidFill>
              <a:srgbClr val="002060"/>
            </a:solidFill>
          </a:ln>
        </p:spPr>
      </p:pic>
      <p:pic>
        <p:nvPicPr>
          <p:cNvPr id="7" name="Picture 6">
            <a:extLst>
              <a:ext uri="{FF2B5EF4-FFF2-40B4-BE49-F238E27FC236}">
                <a16:creationId xmlns:a16="http://schemas.microsoft.com/office/drawing/2014/main" id="{43718A5C-BC0E-CF65-95C2-9A473BCB96D5}"/>
              </a:ext>
            </a:extLst>
          </p:cNvPr>
          <p:cNvPicPr>
            <a:picLocks noChangeAspect="1"/>
          </p:cNvPicPr>
          <p:nvPr/>
        </p:nvPicPr>
        <p:blipFill>
          <a:blip r:embed="rId3"/>
          <a:stretch>
            <a:fillRect/>
          </a:stretch>
        </p:blipFill>
        <p:spPr>
          <a:xfrm>
            <a:off x="5836923" y="3936288"/>
            <a:ext cx="5093044" cy="2556587"/>
          </a:xfrm>
          <a:prstGeom prst="rect">
            <a:avLst/>
          </a:prstGeom>
        </p:spPr>
      </p:pic>
    </p:spTree>
    <p:extLst>
      <p:ext uri="{BB962C8B-B14F-4D97-AF65-F5344CB8AC3E}">
        <p14:creationId xmlns:p14="http://schemas.microsoft.com/office/powerpoint/2010/main" val="13329982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DAC7C-6131-1954-34D7-5E515E4388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6869B5-BCC6-7E61-141A-89F2077F1AE1}"/>
              </a:ext>
            </a:extLst>
          </p:cNvPr>
          <p:cNvSpPr>
            <a:spLocks noGrp="1"/>
          </p:cNvSpPr>
          <p:nvPr>
            <p:ph type="title"/>
          </p:nvPr>
        </p:nvSpPr>
        <p:spPr/>
        <p:txBody>
          <a:bodyPr>
            <a:normAutofit/>
          </a:bodyPr>
          <a:lstStyle/>
          <a:p>
            <a:r>
              <a:rPr lang="en-IN" dirty="0"/>
              <a:t>Fetch a word:    MOVE   R1, (R2)</a:t>
            </a:r>
          </a:p>
        </p:txBody>
      </p:sp>
      <p:sp>
        <p:nvSpPr>
          <p:cNvPr id="3" name="Content Placeholder 2">
            <a:extLst>
              <a:ext uri="{FF2B5EF4-FFF2-40B4-BE49-F238E27FC236}">
                <a16:creationId xmlns:a16="http://schemas.microsoft.com/office/drawing/2014/main" id="{2B03BA21-8811-5BAA-1C43-7DC3C9576CD1}"/>
              </a:ext>
            </a:extLst>
          </p:cNvPr>
          <p:cNvSpPr>
            <a:spLocks noGrp="1"/>
          </p:cNvSpPr>
          <p:nvPr>
            <p:ph idx="1"/>
          </p:nvPr>
        </p:nvSpPr>
        <p:spPr>
          <a:xfrm>
            <a:off x="304800" y="1600202"/>
            <a:ext cx="7518400" cy="4165599"/>
          </a:xfrm>
        </p:spPr>
        <p:txBody>
          <a:bodyPr>
            <a:normAutofit/>
          </a:bodyPr>
          <a:lstStyle/>
          <a:p>
            <a:pPr marL="685783" indent="-685783">
              <a:buFont typeface="+mj-lt"/>
              <a:buAutoNum type="arabicPeriod"/>
            </a:pPr>
            <a:r>
              <a:rPr lang="en-IN" sz="2000" dirty="0"/>
              <a:t>MAR ← R2</a:t>
            </a:r>
          </a:p>
          <a:p>
            <a:pPr marL="685783" indent="-685783">
              <a:buFont typeface="+mj-lt"/>
              <a:buAutoNum type="arabicPeriod"/>
            </a:pPr>
            <a:r>
              <a:rPr lang="en-IN" sz="2000" dirty="0"/>
              <a:t>Start a Read operation on the memory bus</a:t>
            </a:r>
          </a:p>
          <a:p>
            <a:pPr marL="685783" indent="-685783">
              <a:buFont typeface="+mj-lt"/>
              <a:buAutoNum type="arabicPeriod"/>
            </a:pPr>
            <a:r>
              <a:rPr lang="en-IN" sz="2000" dirty="0"/>
              <a:t>Wait for the MFC response from the memory</a:t>
            </a:r>
          </a:p>
          <a:p>
            <a:pPr marL="685783" indent="-685783">
              <a:buFont typeface="+mj-lt"/>
              <a:buAutoNum type="arabicPeriod"/>
            </a:pPr>
            <a:r>
              <a:rPr lang="en-IN" sz="2000" dirty="0"/>
              <a:t>Load MDR from the memory</a:t>
            </a:r>
          </a:p>
          <a:p>
            <a:pPr marL="685783" indent="-685783">
              <a:buFont typeface="+mj-lt"/>
              <a:buAutoNum type="arabicPeriod"/>
            </a:pPr>
            <a:r>
              <a:rPr lang="en-IN" sz="2000" dirty="0"/>
              <a:t>R1 ← MDR</a:t>
            </a:r>
          </a:p>
        </p:txBody>
      </p:sp>
      <p:sp>
        <p:nvSpPr>
          <p:cNvPr id="4" name="Slide Number Placeholder 3">
            <a:extLst>
              <a:ext uri="{FF2B5EF4-FFF2-40B4-BE49-F238E27FC236}">
                <a16:creationId xmlns:a16="http://schemas.microsoft.com/office/drawing/2014/main" id="{2964160D-2717-0371-13C3-172A90FF20C1}"/>
              </a:ext>
            </a:extLst>
          </p:cNvPr>
          <p:cNvSpPr>
            <a:spLocks noGrp="1"/>
          </p:cNvSpPr>
          <p:nvPr>
            <p:ph type="sldNum" sz="quarter" idx="12"/>
          </p:nvPr>
        </p:nvSpPr>
        <p:spPr/>
        <p:txBody>
          <a:bodyPr/>
          <a:lstStyle/>
          <a:p>
            <a:fld id="{F815AC96-4A5A-4699-9DBD-ACAB251D8CBA}" type="slidenum">
              <a:rPr lang="en-US" smtClean="0"/>
              <a:t>27</a:t>
            </a:fld>
            <a:endParaRPr lang="en-US"/>
          </a:p>
        </p:txBody>
      </p:sp>
      <p:sp>
        <p:nvSpPr>
          <p:cNvPr id="5" name="Content Placeholder 2">
            <a:extLst>
              <a:ext uri="{FF2B5EF4-FFF2-40B4-BE49-F238E27FC236}">
                <a16:creationId xmlns:a16="http://schemas.microsoft.com/office/drawing/2014/main" id="{C406C097-1950-06BB-AFE0-1F156C3144B6}"/>
              </a:ext>
            </a:extLst>
          </p:cNvPr>
          <p:cNvSpPr txBox="1">
            <a:spLocks/>
          </p:cNvSpPr>
          <p:nvPr/>
        </p:nvSpPr>
        <p:spPr>
          <a:xfrm>
            <a:off x="7924800" y="1803403"/>
            <a:ext cx="3962400" cy="1957068"/>
          </a:xfrm>
          <a:prstGeom prst="rect">
            <a:avLst/>
          </a:prstGeom>
          <a:solidFill>
            <a:schemeClr val="accent5">
              <a:lumMod val="20000"/>
              <a:lumOff val="80000"/>
            </a:schemeClr>
          </a:solidFill>
          <a:ln w="25400">
            <a:solidFill>
              <a:srgbClr val="800000"/>
            </a:solidFill>
          </a:ln>
        </p:spPr>
        <p:txBody>
          <a:bodyPr vert="horz" lIns="121917" tIns="60958" rIns="121917" bIns="60958"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2400" dirty="0"/>
              <a:t>Control steps:</a:t>
            </a:r>
          </a:p>
          <a:p>
            <a:pPr marL="971526" lvl="1" indent="-609585">
              <a:buFont typeface="+mj-lt"/>
              <a:buAutoNum type="alphaLcParenR"/>
            </a:pPr>
            <a:r>
              <a:rPr lang="en-IN" sz="2400" dirty="0"/>
              <a:t>R2</a:t>
            </a:r>
            <a:r>
              <a:rPr lang="en-IN" sz="2400" i="1" baseline="-25000" dirty="0"/>
              <a:t>out </a:t>
            </a:r>
            <a:r>
              <a:rPr lang="en-IN" sz="2400" i="1" dirty="0"/>
              <a:t>, </a:t>
            </a:r>
            <a:r>
              <a:rPr lang="en-IN" sz="2400" dirty="0"/>
              <a:t>MAR</a:t>
            </a:r>
            <a:r>
              <a:rPr lang="en-IN" sz="2400" i="1" baseline="-25000" dirty="0"/>
              <a:t>in </a:t>
            </a:r>
            <a:r>
              <a:rPr lang="en-IN" sz="2400" i="1" dirty="0"/>
              <a:t>, </a:t>
            </a:r>
            <a:r>
              <a:rPr lang="en-IN" sz="2400" dirty="0"/>
              <a:t>Read</a:t>
            </a:r>
          </a:p>
          <a:p>
            <a:pPr marL="971526" lvl="1" indent="-609585">
              <a:buFont typeface="+mj-lt"/>
              <a:buAutoNum type="alphaLcParenR"/>
            </a:pPr>
            <a:r>
              <a:rPr lang="en-IN" sz="2400" dirty="0"/>
              <a:t>MDR</a:t>
            </a:r>
            <a:r>
              <a:rPr lang="en-IN" sz="2400" i="1" baseline="-25000" dirty="0"/>
              <a:t>inE </a:t>
            </a:r>
            <a:r>
              <a:rPr lang="en-IN" sz="2400" i="1" dirty="0"/>
              <a:t>, </a:t>
            </a:r>
            <a:r>
              <a:rPr lang="en-IN" sz="2400" dirty="0"/>
              <a:t>WMFC</a:t>
            </a:r>
          </a:p>
          <a:p>
            <a:pPr marL="971526" lvl="1" indent="-609585">
              <a:buFont typeface="+mj-lt"/>
              <a:buAutoNum type="alphaLcParenR"/>
            </a:pPr>
            <a:r>
              <a:rPr lang="en-IN" sz="2400" dirty="0"/>
              <a:t>MDR</a:t>
            </a:r>
            <a:r>
              <a:rPr lang="en-IN" sz="2400" i="1" baseline="-25000" dirty="0"/>
              <a:t>out </a:t>
            </a:r>
            <a:r>
              <a:rPr lang="en-IN" sz="2400" i="1" dirty="0"/>
              <a:t>, </a:t>
            </a:r>
            <a:r>
              <a:rPr lang="en-IN" sz="2400" dirty="0"/>
              <a:t>R1</a:t>
            </a:r>
            <a:r>
              <a:rPr lang="en-IN" sz="2400" i="1" baseline="-25000" dirty="0"/>
              <a:t>in</a:t>
            </a:r>
          </a:p>
        </p:txBody>
      </p:sp>
      <p:pic>
        <p:nvPicPr>
          <p:cNvPr id="6" name="Picture 5">
            <a:extLst>
              <a:ext uri="{FF2B5EF4-FFF2-40B4-BE49-F238E27FC236}">
                <a16:creationId xmlns:a16="http://schemas.microsoft.com/office/drawing/2014/main" id="{13914A09-99D5-4C19-6769-9AE7C4C52392}"/>
              </a:ext>
            </a:extLst>
          </p:cNvPr>
          <p:cNvPicPr>
            <a:picLocks noChangeAspect="1"/>
          </p:cNvPicPr>
          <p:nvPr/>
        </p:nvPicPr>
        <p:blipFill>
          <a:blip r:embed="rId2"/>
          <a:stretch>
            <a:fillRect/>
          </a:stretch>
        </p:blipFill>
        <p:spPr>
          <a:xfrm>
            <a:off x="203200" y="4639381"/>
            <a:ext cx="5419531" cy="1853494"/>
          </a:xfrm>
          <a:prstGeom prst="rect">
            <a:avLst/>
          </a:prstGeom>
          <a:ln w="31750">
            <a:solidFill>
              <a:srgbClr val="002060"/>
            </a:solidFill>
          </a:ln>
        </p:spPr>
      </p:pic>
      <p:pic>
        <p:nvPicPr>
          <p:cNvPr id="7" name="Picture 6">
            <a:extLst>
              <a:ext uri="{FF2B5EF4-FFF2-40B4-BE49-F238E27FC236}">
                <a16:creationId xmlns:a16="http://schemas.microsoft.com/office/drawing/2014/main" id="{28C7F9C2-D8E0-153A-F3C3-9E2DD7C12306}"/>
              </a:ext>
            </a:extLst>
          </p:cNvPr>
          <p:cNvPicPr>
            <a:picLocks noChangeAspect="1"/>
          </p:cNvPicPr>
          <p:nvPr/>
        </p:nvPicPr>
        <p:blipFill>
          <a:blip r:embed="rId3"/>
          <a:stretch>
            <a:fillRect/>
          </a:stretch>
        </p:blipFill>
        <p:spPr>
          <a:xfrm>
            <a:off x="5836923" y="3936288"/>
            <a:ext cx="5093044" cy="2556587"/>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45C5EB0A-77B1-8863-471C-F237771A40B3}"/>
                  </a:ext>
                </a:extLst>
              </p14:cNvPr>
              <p14:cNvContentPartPr/>
              <p14:nvPr/>
            </p14:nvContentPartPr>
            <p14:xfrm>
              <a:off x="5783760" y="2409120"/>
              <a:ext cx="3855600" cy="3328560"/>
            </p14:xfrm>
          </p:contentPart>
        </mc:Choice>
        <mc:Fallback xmlns="">
          <p:pic>
            <p:nvPicPr>
              <p:cNvPr id="8" name="Ink 7">
                <a:extLst>
                  <a:ext uri="{FF2B5EF4-FFF2-40B4-BE49-F238E27FC236}">
                    <a16:creationId xmlns:a16="http://schemas.microsoft.com/office/drawing/2014/main" id="{45C5EB0A-77B1-8863-471C-F237771A40B3}"/>
                  </a:ext>
                </a:extLst>
              </p:cNvPr>
              <p:cNvPicPr/>
              <p:nvPr/>
            </p:nvPicPr>
            <p:blipFill>
              <a:blip r:embed="rId5"/>
              <a:stretch>
                <a:fillRect/>
              </a:stretch>
            </p:blipFill>
            <p:spPr>
              <a:xfrm>
                <a:off x="5774400" y="2399760"/>
                <a:ext cx="3874320" cy="3347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D30E5852-CE2D-DFAA-1086-8A8384E3E271}"/>
                  </a:ext>
                </a:extLst>
              </p14:cNvPr>
              <p14:cNvContentPartPr/>
              <p14:nvPr/>
            </p14:nvContentPartPr>
            <p14:xfrm>
              <a:off x="8314560" y="4681440"/>
              <a:ext cx="27000" cy="940320"/>
            </p14:xfrm>
          </p:contentPart>
        </mc:Choice>
        <mc:Fallback xmlns="">
          <p:pic>
            <p:nvPicPr>
              <p:cNvPr id="9" name="Ink 8">
                <a:extLst>
                  <a:ext uri="{FF2B5EF4-FFF2-40B4-BE49-F238E27FC236}">
                    <a16:creationId xmlns:a16="http://schemas.microsoft.com/office/drawing/2014/main" id="{D30E5852-CE2D-DFAA-1086-8A8384E3E271}"/>
                  </a:ext>
                </a:extLst>
              </p:cNvPr>
              <p:cNvPicPr/>
              <p:nvPr/>
            </p:nvPicPr>
            <p:blipFill>
              <a:blip r:embed="rId7"/>
              <a:stretch>
                <a:fillRect/>
              </a:stretch>
            </p:blipFill>
            <p:spPr>
              <a:xfrm>
                <a:off x="8305200" y="4672080"/>
                <a:ext cx="45720" cy="959040"/>
              </a:xfrm>
              <a:prstGeom prst="rect">
                <a:avLst/>
              </a:prstGeom>
            </p:spPr>
          </p:pic>
        </mc:Fallback>
      </mc:AlternateContent>
    </p:spTree>
    <p:extLst>
      <p:ext uri="{BB962C8B-B14F-4D97-AF65-F5344CB8AC3E}">
        <p14:creationId xmlns:p14="http://schemas.microsoft.com/office/powerpoint/2010/main" val="2465653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70D04-FFD0-AAFF-58C0-645777D8D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28E02-4D54-C6B2-69B2-FABF326A3EA6}"/>
              </a:ext>
            </a:extLst>
          </p:cNvPr>
          <p:cNvSpPr>
            <a:spLocks noGrp="1"/>
          </p:cNvSpPr>
          <p:nvPr>
            <p:ph type="title"/>
          </p:nvPr>
        </p:nvSpPr>
        <p:spPr/>
        <p:txBody>
          <a:bodyPr>
            <a:normAutofit/>
          </a:bodyPr>
          <a:lstStyle/>
          <a:p>
            <a:r>
              <a:rPr lang="en-IN" dirty="0"/>
              <a:t>Fetch a word:    MOVE   R1, (R2)</a:t>
            </a:r>
          </a:p>
        </p:txBody>
      </p:sp>
      <p:sp>
        <p:nvSpPr>
          <p:cNvPr id="3" name="Content Placeholder 2">
            <a:extLst>
              <a:ext uri="{FF2B5EF4-FFF2-40B4-BE49-F238E27FC236}">
                <a16:creationId xmlns:a16="http://schemas.microsoft.com/office/drawing/2014/main" id="{CB10F34E-C80F-D42E-0066-FCE6B2A68607}"/>
              </a:ext>
            </a:extLst>
          </p:cNvPr>
          <p:cNvSpPr>
            <a:spLocks noGrp="1"/>
          </p:cNvSpPr>
          <p:nvPr>
            <p:ph idx="1"/>
          </p:nvPr>
        </p:nvSpPr>
        <p:spPr>
          <a:xfrm>
            <a:off x="304800" y="1600202"/>
            <a:ext cx="7518400" cy="4165599"/>
          </a:xfrm>
        </p:spPr>
        <p:txBody>
          <a:bodyPr>
            <a:normAutofit/>
          </a:bodyPr>
          <a:lstStyle/>
          <a:p>
            <a:pPr marL="685783" indent="-685783">
              <a:buFont typeface="+mj-lt"/>
              <a:buAutoNum type="arabicPeriod"/>
            </a:pPr>
            <a:r>
              <a:rPr lang="en-IN" sz="2000" dirty="0"/>
              <a:t>MAR ← R2</a:t>
            </a:r>
          </a:p>
          <a:p>
            <a:pPr marL="685783" indent="-685783">
              <a:buFont typeface="+mj-lt"/>
              <a:buAutoNum type="arabicPeriod"/>
            </a:pPr>
            <a:r>
              <a:rPr lang="en-IN" sz="2000" dirty="0"/>
              <a:t>Start a Read operation on the memory bus</a:t>
            </a:r>
          </a:p>
          <a:p>
            <a:pPr marL="685783" indent="-685783">
              <a:buFont typeface="+mj-lt"/>
              <a:buAutoNum type="arabicPeriod"/>
            </a:pPr>
            <a:r>
              <a:rPr lang="en-IN" sz="2000" dirty="0"/>
              <a:t>Wait for the MFC response from the memory</a:t>
            </a:r>
          </a:p>
          <a:p>
            <a:pPr marL="685783" indent="-685783">
              <a:buFont typeface="+mj-lt"/>
              <a:buAutoNum type="arabicPeriod"/>
            </a:pPr>
            <a:r>
              <a:rPr lang="en-IN" sz="2000" dirty="0"/>
              <a:t>Load MDR from the memory</a:t>
            </a:r>
          </a:p>
          <a:p>
            <a:pPr marL="685783" indent="-685783">
              <a:buFont typeface="+mj-lt"/>
              <a:buAutoNum type="arabicPeriod"/>
            </a:pPr>
            <a:r>
              <a:rPr lang="en-IN" sz="2000" dirty="0"/>
              <a:t>R1 ← MDR</a:t>
            </a:r>
          </a:p>
        </p:txBody>
      </p:sp>
      <p:sp>
        <p:nvSpPr>
          <p:cNvPr id="4" name="Slide Number Placeholder 3">
            <a:extLst>
              <a:ext uri="{FF2B5EF4-FFF2-40B4-BE49-F238E27FC236}">
                <a16:creationId xmlns:a16="http://schemas.microsoft.com/office/drawing/2014/main" id="{13EEE037-FA13-48D1-6F99-251ACD826CEA}"/>
              </a:ext>
            </a:extLst>
          </p:cNvPr>
          <p:cNvSpPr>
            <a:spLocks noGrp="1"/>
          </p:cNvSpPr>
          <p:nvPr>
            <p:ph type="sldNum" sz="quarter" idx="12"/>
          </p:nvPr>
        </p:nvSpPr>
        <p:spPr/>
        <p:txBody>
          <a:bodyPr/>
          <a:lstStyle/>
          <a:p>
            <a:fld id="{F815AC96-4A5A-4699-9DBD-ACAB251D8CBA}" type="slidenum">
              <a:rPr lang="en-US" smtClean="0"/>
              <a:t>28</a:t>
            </a:fld>
            <a:endParaRPr lang="en-US"/>
          </a:p>
        </p:txBody>
      </p:sp>
      <p:sp>
        <p:nvSpPr>
          <p:cNvPr id="5" name="Content Placeholder 2">
            <a:extLst>
              <a:ext uri="{FF2B5EF4-FFF2-40B4-BE49-F238E27FC236}">
                <a16:creationId xmlns:a16="http://schemas.microsoft.com/office/drawing/2014/main" id="{0D008601-C631-DA3D-DB85-E660942B3F74}"/>
              </a:ext>
            </a:extLst>
          </p:cNvPr>
          <p:cNvSpPr txBox="1">
            <a:spLocks/>
          </p:cNvSpPr>
          <p:nvPr/>
        </p:nvSpPr>
        <p:spPr>
          <a:xfrm>
            <a:off x="7924800" y="1803403"/>
            <a:ext cx="3962400" cy="1957068"/>
          </a:xfrm>
          <a:prstGeom prst="rect">
            <a:avLst/>
          </a:prstGeom>
          <a:solidFill>
            <a:schemeClr val="accent5">
              <a:lumMod val="20000"/>
              <a:lumOff val="80000"/>
            </a:schemeClr>
          </a:solidFill>
          <a:ln w="25400">
            <a:solidFill>
              <a:srgbClr val="800000"/>
            </a:solidFill>
          </a:ln>
        </p:spPr>
        <p:txBody>
          <a:bodyPr vert="horz" lIns="121917" tIns="60958" rIns="121917" bIns="60958"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2400" dirty="0"/>
              <a:t>Control steps:</a:t>
            </a:r>
          </a:p>
          <a:p>
            <a:pPr marL="971526" lvl="1" indent="-609585">
              <a:buFont typeface="+mj-lt"/>
              <a:buAutoNum type="alphaLcParenR"/>
            </a:pPr>
            <a:r>
              <a:rPr lang="en-IN" sz="2400" dirty="0"/>
              <a:t>R2</a:t>
            </a:r>
            <a:r>
              <a:rPr lang="en-IN" sz="2400" i="1" baseline="-25000" dirty="0"/>
              <a:t>out </a:t>
            </a:r>
            <a:r>
              <a:rPr lang="en-IN" sz="2400" i="1" dirty="0"/>
              <a:t>, </a:t>
            </a:r>
            <a:r>
              <a:rPr lang="en-IN" sz="2400" dirty="0"/>
              <a:t>MAR</a:t>
            </a:r>
            <a:r>
              <a:rPr lang="en-IN" sz="2400" i="1" baseline="-25000" dirty="0"/>
              <a:t>in </a:t>
            </a:r>
            <a:r>
              <a:rPr lang="en-IN" sz="2400" i="1" dirty="0"/>
              <a:t>, </a:t>
            </a:r>
            <a:r>
              <a:rPr lang="en-IN" sz="2400" dirty="0"/>
              <a:t>Read</a:t>
            </a:r>
          </a:p>
          <a:p>
            <a:pPr marL="971526" lvl="1" indent="-609585">
              <a:buFont typeface="+mj-lt"/>
              <a:buAutoNum type="alphaLcParenR"/>
            </a:pPr>
            <a:r>
              <a:rPr lang="en-IN" sz="2400" dirty="0"/>
              <a:t>MDR</a:t>
            </a:r>
            <a:r>
              <a:rPr lang="en-IN" sz="2400" i="1" baseline="-25000" dirty="0"/>
              <a:t>inE </a:t>
            </a:r>
            <a:r>
              <a:rPr lang="en-IN" sz="2400" i="1" dirty="0"/>
              <a:t>, </a:t>
            </a:r>
            <a:r>
              <a:rPr lang="en-IN" sz="2400" dirty="0"/>
              <a:t>WMFC</a:t>
            </a:r>
          </a:p>
          <a:p>
            <a:pPr marL="971526" lvl="1" indent="-609585">
              <a:buFont typeface="+mj-lt"/>
              <a:buAutoNum type="alphaLcParenR"/>
            </a:pPr>
            <a:r>
              <a:rPr lang="en-IN" sz="2400" dirty="0"/>
              <a:t>MDR</a:t>
            </a:r>
            <a:r>
              <a:rPr lang="en-IN" sz="2400" i="1" baseline="-25000" dirty="0"/>
              <a:t>out </a:t>
            </a:r>
            <a:r>
              <a:rPr lang="en-IN" sz="2400" i="1" dirty="0"/>
              <a:t>, </a:t>
            </a:r>
            <a:r>
              <a:rPr lang="en-IN" sz="2400" dirty="0"/>
              <a:t>R1</a:t>
            </a:r>
            <a:r>
              <a:rPr lang="en-IN" sz="2400" i="1" baseline="-25000" dirty="0"/>
              <a:t>in</a:t>
            </a:r>
          </a:p>
        </p:txBody>
      </p:sp>
      <p:pic>
        <p:nvPicPr>
          <p:cNvPr id="6" name="Picture 5">
            <a:extLst>
              <a:ext uri="{FF2B5EF4-FFF2-40B4-BE49-F238E27FC236}">
                <a16:creationId xmlns:a16="http://schemas.microsoft.com/office/drawing/2014/main" id="{F3017725-4E3E-F370-3422-1CD8AE928950}"/>
              </a:ext>
            </a:extLst>
          </p:cNvPr>
          <p:cNvPicPr>
            <a:picLocks noChangeAspect="1"/>
          </p:cNvPicPr>
          <p:nvPr/>
        </p:nvPicPr>
        <p:blipFill>
          <a:blip r:embed="rId2"/>
          <a:stretch>
            <a:fillRect/>
          </a:stretch>
        </p:blipFill>
        <p:spPr>
          <a:xfrm>
            <a:off x="203200" y="4639381"/>
            <a:ext cx="5419531" cy="1853494"/>
          </a:xfrm>
          <a:prstGeom prst="rect">
            <a:avLst/>
          </a:prstGeom>
          <a:ln w="31750">
            <a:solidFill>
              <a:srgbClr val="002060"/>
            </a:solidFill>
          </a:ln>
        </p:spPr>
      </p:pic>
      <p:pic>
        <p:nvPicPr>
          <p:cNvPr id="7" name="Picture 6">
            <a:extLst>
              <a:ext uri="{FF2B5EF4-FFF2-40B4-BE49-F238E27FC236}">
                <a16:creationId xmlns:a16="http://schemas.microsoft.com/office/drawing/2014/main" id="{125AD3C4-BA66-7782-EAE3-300786D45C94}"/>
              </a:ext>
            </a:extLst>
          </p:cNvPr>
          <p:cNvPicPr>
            <a:picLocks noChangeAspect="1"/>
          </p:cNvPicPr>
          <p:nvPr/>
        </p:nvPicPr>
        <p:blipFill>
          <a:blip r:embed="rId3"/>
          <a:stretch>
            <a:fillRect/>
          </a:stretch>
        </p:blipFill>
        <p:spPr>
          <a:xfrm>
            <a:off x="5836923" y="3936288"/>
            <a:ext cx="5093044" cy="2556587"/>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99F340E9-668D-49B0-BC86-71BF8983E2A8}"/>
                  </a:ext>
                </a:extLst>
              </p14:cNvPr>
              <p14:cNvContentPartPr/>
              <p14:nvPr/>
            </p14:nvContentPartPr>
            <p14:xfrm>
              <a:off x="5166000" y="2995560"/>
              <a:ext cx="1150920" cy="577800"/>
            </p14:xfrm>
          </p:contentPart>
        </mc:Choice>
        <mc:Fallback xmlns="">
          <p:pic>
            <p:nvPicPr>
              <p:cNvPr id="8" name="Ink 7">
                <a:extLst>
                  <a:ext uri="{FF2B5EF4-FFF2-40B4-BE49-F238E27FC236}">
                    <a16:creationId xmlns:a16="http://schemas.microsoft.com/office/drawing/2014/main" id="{99F340E9-668D-49B0-BC86-71BF8983E2A8}"/>
                  </a:ext>
                </a:extLst>
              </p:cNvPr>
              <p:cNvPicPr/>
              <p:nvPr/>
            </p:nvPicPr>
            <p:blipFill>
              <a:blip r:embed="rId5"/>
              <a:stretch>
                <a:fillRect/>
              </a:stretch>
            </p:blipFill>
            <p:spPr>
              <a:xfrm>
                <a:off x="5150160" y="2932200"/>
                <a:ext cx="1182240" cy="704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4257C9B1-855F-E7E4-FE40-2D6E031F5C41}"/>
                  </a:ext>
                </a:extLst>
              </p14:cNvPr>
              <p14:cNvContentPartPr/>
              <p14:nvPr/>
            </p14:nvContentPartPr>
            <p14:xfrm>
              <a:off x="6451920" y="3290400"/>
              <a:ext cx="90360" cy="116640"/>
            </p14:xfrm>
          </p:contentPart>
        </mc:Choice>
        <mc:Fallback xmlns="">
          <p:pic>
            <p:nvPicPr>
              <p:cNvPr id="9" name="Ink 8">
                <a:extLst>
                  <a:ext uri="{FF2B5EF4-FFF2-40B4-BE49-F238E27FC236}">
                    <a16:creationId xmlns:a16="http://schemas.microsoft.com/office/drawing/2014/main" id="{4257C9B1-855F-E7E4-FE40-2D6E031F5C41}"/>
                  </a:ext>
                </a:extLst>
              </p:cNvPr>
              <p:cNvPicPr/>
              <p:nvPr/>
            </p:nvPicPr>
            <p:blipFill>
              <a:blip r:embed="rId7"/>
              <a:stretch>
                <a:fillRect/>
              </a:stretch>
            </p:blipFill>
            <p:spPr>
              <a:xfrm>
                <a:off x="6436080" y="3227040"/>
                <a:ext cx="12168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392E1B68-CA0D-10CD-2568-4EF51F193844}"/>
                  </a:ext>
                </a:extLst>
              </p14:cNvPr>
              <p14:cNvContentPartPr/>
              <p14:nvPr/>
            </p14:nvContentPartPr>
            <p14:xfrm>
              <a:off x="5032080" y="2803320"/>
              <a:ext cx="2217960" cy="847080"/>
            </p14:xfrm>
          </p:contentPart>
        </mc:Choice>
        <mc:Fallback xmlns="">
          <p:pic>
            <p:nvPicPr>
              <p:cNvPr id="10" name="Ink 9">
                <a:extLst>
                  <a:ext uri="{FF2B5EF4-FFF2-40B4-BE49-F238E27FC236}">
                    <a16:creationId xmlns:a16="http://schemas.microsoft.com/office/drawing/2014/main" id="{392E1B68-CA0D-10CD-2568-4EF51F193844}"/>
                  </a:ext>
                </a:extLst>
              </p:cNvPr>
              <p:cNvPicPr/>
              <p:nvPr/>
            </p:nvPicPr>
            <p:blipFill>
              <a:blip r:embed="rId9"/>
              <a:stretch>
                <a:fillRect/>
              </a:stretch>
            </p:blipFill>
            <p:spPr>
              <a:xfrm>
                <a:off x="5016240" y="2739960"/>
                <a:ext cx="2249280" cy="973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7CA40C46-EB98-51B4-19E8-E0F6B4366949}"/>
                  </a:ext>
                </a:extLst>
              </p14:cNvPr>
              <p14:cNvContentPartPr/>
              <p14:nvPr/>
            </p14:nvContentPartPr>
            <p14:xfrm>
              <a:off x="8199360" y="2964960"/>
              <a:ext cx="10440" cy="24480"/>
            </p14:xfrm>
          </p:contentPart>
        </mc:Choice>
        <mc:Fallback xmlns="">
          <p:pic>
            <p:nvPicPr>
              <p:cNvPr id="11" name="Ink 10">
                <a:extLst>
                  <a:ext uri="{FF2B5EF4-FFF2-40B4-BE49-F238E27FC236}">
                    <a16:creationId xmlns:a16="http://schemas.microsoft.com/office/drawing/2014/main" id="{7CA40C46-EB98-51B4-19E8-E0F6B4366949}"/>
                  </a:ext>
                </a:extLst>
              </p:cNvPr>
              <p:cNvPicPr/>
              <p:nvPr/>
            </p:nvPicPr>
            <p:blipFill>
              <a:blip r:embed="rId11"/>
              <a:stretch>
                <a:fillRect/>
              </a:stretch>
            </p:blipFill>
            <p:spPr>
              <a:xfrm>
                <a:off x="8183520" y="2901600"/>
                <a:ext cx="4176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B9B8CB16-2601-391D-B8DC-A2B85C9ABC4E}"/>
                  </a:ext>
                </a:extLst>
              </p14:cNvPr>
              <p14:cNvContentPartPr/>
              <p14:nvPr/>
            </p14:nvContentPartPr>
            <p14:xfrm>
              <a:off x="5034240" y="2724120"/>
              <a:ext cx="5970960" cy="2303640"/>
            </p14:xfrm>
          </p:contentPart>
        </mc:Choice>
        <mc:Fallback xmlns="">
          <p:pic>
            <p:nvPicPr>
              <p:cNvPr id="12" name="Ink 11">
                <a:extLst>
                  <a:ext uri="{FF2B5EF4-FFF2-40B4-BE49-F238E27FC236}">
                    <a16:creationId xmlns:a16="http://schemas.microsoft.com/office/drawing/2014/main" id="{B9B8CB16-2601-391D-B8DC-A2B85C9ABC4E}"/>
                  </a:ext>
                </a:extLst>
              </p:cNvPr>
              <p:cNvPicPr/>
              <p:nvPr/>
            </p:nvPicPr>
            <p:blipFill>
              <a:blip r:embed="rId13"/>
              <a:stretch>
                <a:fillRect/>
              </a:stretch>
            </p:blipFill>
            <p:spPr>
              <a:xfrm>
                <a:off x="5024880" y="2714760"/>
                <a:ext cx="5989680" cy="2322360"/>
              </a:xfrm>
              <a:prstGeom prst="rect">
                <a:avLst/>
              </a:prstGeom>
            </p:spPr>
          </p:pic>
        </mc:Fallback>
      </mc:AlternateContent>
    </p:spTree>
    <p:extLst>
      <p:ext uri="{BB962C8B-B14F-4D97-AF65-F5344CB8AC3E}">
        <p14:creationId xmlns:p14="http://schemas.microsoft.com/office/powerpoint/2010/main" val="7883998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D8A0B-0722-AF80-2838-2A01BA8DB7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EE3A56-E3B5-F3BD-21F0-A1D1CE8E90BD}"/>
              </a:ext>
            </a:extLst>
          </p:cNvPr>
          <p:cNvSpPr>
            <a:spLocks noGrp="1"/>
          </p:cNvSpPr>
          <p:nvPr>
            <p:ph type="title"/>
          </p:nvPr>
        </p:nvSpPr>
        <p:spPr/>
        <p:txBody>
          <a:bodyPr>
            <a:normAutofit/>
          </a:bodyPr>
          <a:lstStyle/>
          <a:p>
            <a:r>
              <a:rPr lang="en-IN" dirty="0"/>
              <a:t>Fetch a word:    MOVE   R1, (R2)</a:t>
            </a:r>
          </a:p>
        </p:txBody>
      </p:sp>
      <p:sp>
        <p:nvSpPr>
          <p:cNvPr id="3" name="Content Placeholder 2">
            <a:extLst>
              <a:ext uri="{FF2B5EF4-FFF2-40B4-BE49-F238E27FC236}">
                <a16:creationId xmlns:a16="http://schemas.microsoft.com/office/drawing/2014/main" id="{691E28D1-0C4B-CEE2-2B93-CE18A567ABCE}"/>
              </a:ext>
            </a:extLst>
          </p:cNvPr>
          <p:cNvSpPr>
            <a:spLocks noGrp="1"/>
          </p:cNvSpPr>
          <p:nvPr>
            <p:ph idx="1"/>
          </p:nvPr>
        </p:nvSpPr>
        <p:spPr>
          <a:xfrm>
            <a:off x="304800" y="1600202"/>
            <a:ext cx="7518400" cy="4165599"/>
          </a:xfrm>
        </p:spPr>
        <p:txBody>
          <a:bodyPr>
            <a:normAutofit/>
          </a:bodyPr>
          <a:lstStyle/>
          <a:p>
            <a:pPr marL="685783" indent="-685783">
              <a:buFont typeface="+mj-lt"/>
              <a:buAutoNum type="arabicPeriod"/>
            </a:pPr>
            <a:r>
              <a:rPr lang="en-IN" sz="2000" dirty="0"/>
              <a:t>MAR ← R2</a:t>
            </a:r>
          </a:p>
          <a:p>
            <a:pPr marL="685783" indent="-685783">
              <a:buFont typeface="+mj-lt"/>
              <a:buAutoNum type="arabicPeriod"/>
            </a:pPr>
            <a:r>
              <a:rPr lang="en-IN" sz="2000" dirty="0"/>
              <a:t>Start a Read operation on the memory bus</a:t>
            </a:r>
          </a:p>
          <a:p>
            <a:pPr marL="685783" indent="-685783">
              <a:buFont typeface="+mj-lt"/>
              <a:buAutoNum type="arabicPeriod"/>
            </a:pPr>
            <a:r>
              <a:rPr lang="en-IN" sz="2000" dirty="0"/>
              <a:t>Wait for the MFC response from the memory</a:t>
            </a:r>
          </a:p>
          <a:p>
            <a:pPr marL="685783" indent="-685783">
              <a:buFont typeface="+mj-lt"/>
              <a:buAutoNum type="arabicPeriod"/>
            </a:pPr>
            <a:r>
              <a:rPr lang="en-IN" sz="2000" dirty="0"/>
              <a:t>Load MDR from the memory</a:t>
            </a:r>
          </a:p>
          <a:p>
            <a:pPr marL="685783" indent="-685783">
              <a:buFont typeface="+mj-lt"/>
              <a:buAutoNum type="arabicPeriod"/>
            </a:pPr>
            <a:r>
              <a:rPr lang="en-IN" sz="2000" dirty="0"/>
              <a:t>R1 ← MDR</a:t>
            </a:r>
          </a:p>
        </p:txBody>
      </p:sp>
      <p:sp>
        <p:nvSpPr>
          <p:cNvPr id="4" name="Slide Number Placeholder 3">
            <a:extLst>
              <a:ext uri="{FF2B5EF4-FFF2-40B4-BE49-F238E27FC236}">
                <a16:creationId xmlns:a16="http://schemas.microsoft.com/office/drawing/2014/main" id="{A4711DFA-747C-C06C-E067-DE3983E47CEA}"/>
              </a:ext>
            </a:extLst>
          </p:cNvPr>
          <p:cNvSpPr>
            <a:spLocks noGrp="1"/>
          </p:cNvSpPr>
          <p:nvPr>
            <p:ph type="sldNum" sz="quarter" idx="12"/>
          </p:nvPr>
        </p:nvSpPr>
        <p:spPr/>
        <p:txBody>
          <a:bodyPr/>
          <a:lstStyle/>
          <a:p>
            <a:fld id="{F815AC96-4A5A-4699-9DBD-ACAB251D8CBA}" type="slidenum">
              <a:rPr lang="en-US" smtClean="0"/>
              <a:t>29</a:t>
            </a:fld>
            <a:endParaRPr lang="en-US"/>
          </a:p>
        </p:txBody>
      </p:sp>
      <p:sp>
        <p:nvSpPr>
          <p:cNvPr id="5" name="Content Placeholder 2">
            <a:extLst>
              <a:ext uri="{FF2B5EF4-FFF2-40B4-BE49-F238E27FC236}">
                <a16:creationId xmlns:a16="http://schemas.microsoft.com/office/drawing/2014/main" id="{B28AD1A3-87CC-D933-E75E-2F00984BCCAC}"/>
              </a:ext>
            </a:extLst>
          </p:cNvPr>
          <p:cNvSpPr txBox="1">
            <a:spLocks/>
          </p:cNvSpPr>
          <p:nvPr/>
        </p:nvSpPr>
        <p:spPr>
          <a:xfrm>
            <a:off x="7924800" y="1803403"/>
            <a:ext cx="3962400" cy="1957068"/>
          </a:xfrm>
          <a:prstGeom prst="rect">
            <a:avLst/>
          </a:prstGeom>
          <a:solidFill>
            <a:schemeClr val="accent5">
              <a:lumMod val="20000"/>
              <a:lumOff val="80000"/>
            </a:schemeClr>
          </a:solidFill>
          <a:ln w="25400">
            <a:solidFill>
              <a:srgbClr val="800000"/>
            </a:solidFill>
          </a:ln>
        </p:spPr>
        <p:txBody>
          <a:bodyPr vert="horz" lIns="121917" tIns="60958" rIns="121917" bIns="60958"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2400" dirty="0"/>
              <a:t>Control steps:</a:t>
            </a:r>
          </a:p>
          <a:p>
            <a:pPr marL="971526" lvl="1" indent="-609585">
              <a:buFont typeface="+mj-lt"/>
              <a:buAutoNum type="alphaLcParenR"/>
            </a:pPr>
            <a:r>
              <a:rPr lang="en-IN" sz="2400" dirty="0"/>
              <a:t>R2</a:t>
            </a:r>
            <a:r>
              <a:rPr lang="en-IN" sz="2400" i="1" baseline="-25000" dirty="0"/>
              <a:t>out </a:t>
            </a:r>
            <a:r>
              <a:rPr lang="en-IN" sz="2400" i="1" dirty="0"/>
              <a:t>, </a:t>
            </a:r>
            <a:r>
              <a:rPr lang="en-IN" sz="2400" dirty="0"/>
              <a:t>MAR</a:t>
            </a:r>
            <a:r>
              <a:rPr lang="en-IN" sz="2400" i="1" baseline="-25000" dirty="0"/>
              <a:t>in </a:t>
            </a:r>
            <a:r>
              <a:rPr lang="en-IN" sz="2400" i="1" dirty="0"/>
              <a:t>, </a:t>
            </a:r>
            <a:r>
              <a:rPr lang="en-IN" sz="2400" dirty="0"/>
              <a:t>Read</a:t>
            </a:r>
          </a:p>
          <a:p>
            <a:pPr marL="971526" lvl="1" indent="-609585">
              <a:buFont typeface="+mj-lt"/>
              <a:buAutoNum type="alphaLcParenR"/>
            </a:pPr>
            <a:r>
              <a:rPr lang="en-IN" sz="2400" dirty="0"/>
              <a:t>MDR</a:t>
            </a:r>
            <a:r>
              <a:rPr lang="en-IN" sz="2400" i="1" baseline="-25000" dirty="0"/>
              <a:t>inE </a:t>
            </a:r>
            <a:r>
              <a:rPr lang="en-IN" sz="2400" i="1" dirty="0"/>
              <a:t>, </a:t>
            </a:r>
            <a:r>
              <a:rPr lang="en-IN" sz="2400" dirty="0"/>
              <a:t>WMFC</a:t>
            </a:r>
          </a:p>
          <a:p>
            <a:pPr marL="971526" lvl="1" indent="-609585">
              <a:buFont typeface="+mj-lt"/>
              <a:buAutoNum type="alphaLcParenR"/>
            </a:pPr>
            <a:r>
              <a:rPr lang="en-IN" sz="2400" dirty="0"/>
              <a:t>MDR</a:t>
            </a:r>
            <a:r>
              <a:rPr lang="en-IN" sz="2400" i="1" baseline="-25000" dirty="0"/>
              <a:t>out </a:t>
            </a:r>
            <a:r>
              <a:rPr lang="en-IN" sz="2400" i="1" dirty="0"/>
              <a:t>, </a:t>
            </a:r>
            <a:r>
              <a:rPr lang="en-IN" sz="2400" dirty="0"/>
              <a:t>R1</a:t>
            </a:r>
            <a:r>
              <a:rPr lang="en-IN" sz="2400" i="1" baseline="-25000" dirty="0"/>
              <a:t>in</a:t>
            </a:r>
          </a:p>
        </p:txBody>
      </p:sp>
      <p:pic>
        <p:nvPicPr>
          <p:cNvPr id="6" name="Picture 5">
            <a:extLst>
              <a:ext uri="{FF2B5EF4-FFF2-40B4-BE49-F238E27FC236}">
                <a16:creationId xmlns:a16="http://schemas.microsoft.com/office/drawing/2014/main" id="{49F48793-4FC3-3B3D-2261-66FF2813858C}"/>
              </a:ext>
            </a:extLst>
          </p:cNvPr>
          <p:cNvPicPr>
            <a:picLocks noChangeAspect="1"/>
          </p:cNvPicPr>
          <p:nvPr/>
        </p:nvPicPr>
        <p:blipFill>
          <a:blip r:embed="rId2"/>
          <a:stretch>
            <a:fillRect/>
          </a:stretch>
        </p:blipFill>
        <p:spPr>
          <a:xfrm>
            <a:off x="203200" y="4639381"/>
            <a:ext cx="5419531" cy="1853494"/>
          </a:xfrm>
          <a:prstGeom prst="rect">
            <a:avLst/>
          </a:prstGeom>
          <a:ln w="31750">
            <a:solidFill>
              <a:srgbClr val="002060"/>
            </a:solidFill>
          </a:ln>
        </p:spPr>
      </p:pic>
      <p:pic>
        <p:nvPicPr>
          <p:cNvPr id="7" name="Picture 6">
            <a:extLst>
              <a:ext uri="{FF2B5EF4-FFF2-40B4-BE49-F238E27FC236}">
                <a16:creationId xmlns:a16="http://schemas.microsoft.com/office/drawing/2014/main" id="{F43A1B37-1A1A-464D-22D1-BAE69C22CAAE}"/>
              </a:ext>
            </a:extLst>
          </p:cNvPr>
          <p:cNvPicPr>
            <a:picLocks noChangeAspect="1"/>
          </p:cNvPicPr>
          <p:nvPr/>
        </p:nvPicPr>
        <p:blipFill>
          <a:blip r:embed="rId3"/>
          <a:stretch>
            <a:fillRect/>
          </a:stretch>
        </p:blipFill>
        <p:spPr>
          <a:xfrm>
            <a:off x="5836923" y="3936288"/>
            <a:ext cx="5093044" cy="2556587"/>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5A6712C0-5821-F8AB-D0AC-AA634C74DAB6}"/>
                  </a:ext>
                </a:extLst>
              </p14:cNvPr>
              <p14:cNvContentPartPr/>
              <p14:nvPr/>
            </p14:nvContentPartPr>
            <p14:xfrm>
              <a:off x="6628320" y="3204360"/>
              <a:ext cx="2353320" cy="2373120"/>
            </p14:xfrm>
          </p:contentPart>
        </mc:Choice>
        <mc:Fallback xmlns="">
          <p:pic>
            <p:nvPicPr>
              <p:cNvPr id="8" name="Ink 7">
                <a:extLst>
                  <a:ext uri="{FF2B5EF4-FFF2-40B4-BE49-F238E27FC236}">
                    <a16:creationId xmlns:a16="http://schemas.microsoft.com/office/drawing/2014/main" id="{5A6712C0-5821-F8AB-D0AC-AA634C74DAB6}"/>
                  </a:ext>
                </a:extLst>
              </p:cNvPr>
              <p:cNvPicPr/>
              <p:nvPr/>
            </p:nvPicPr>
            <p:blipFill>
              <a:blip r:embed="rId5"/>
              <a:stretch>
                <a:fillRect/>
              </a:stretch>
            </p:blipFill>
            <p:spPr>
              <a:xfrm>
                <a:off x="6618960" y="3195000"/>
                <a:ext cx="2372040" cy="23918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EF75B059-DB26-1EE5-D267-7F997B85B825}"/>
                  </a:ext>
                </a:extLst>
              </p14:cNvPr>
              <p14:cNvContentPartPr/>
              <p14:nvPr/>
            </p14:nvContentPartPr>
            <p14:xfrm>
              <a:off x="8330760" y="4973760"/>
              <a:ext cx="19080" cy="520560"/>
            </p14:xfrm>
          </p:contentPart>
        </mc:Choice>
        <mc:Fallback xmlns="">
          <p:pic>
            <p:nvPicPr>
              <p:cNvPr id="9" name="Ink 8">
                <a:extLst>
                  <a:ext uri="{FF2B5EF4-FFF2-40B4-BE49-F238E27FC236}">
                    <a16:creationId xmlns:a16="http://schemas.microsoft.com/office/drawing/2014/main" id="{EF75B059-DB26-1EE5-D267-7F997B85B825}"/>
                  </a:ext>
                </a:extLst>
              </p:cNvPr>
              <p:cNvPicPr/>
              <p:nvPr/>
            </p:nvPicPr>
            <p:blipFill>
              <a:blip r:embed="rId7"/>
              <a:stretch>
                <a:fillRect/>
              </a:stretch>
            </p:blipFill>
            <p:spPr>
              <a:xfrm>
                <a:off x="8321400" y="4964400"/>
                <a:ext cx="37800" cy="539280"/>
              </a:xfrm>
              <a:prstGeom prst="rect">
                <a:avLst/>
              </a:prstGeom>
            </p:spPr>
          </p:pic>
        </mc:Fallback>
      </mc:AlternateContent>
    </p:spTree>
    <p:extLst>
      <p:ext uri="{BB962C8B-B14F-4D97-AF65-F5344CB8AC3E}">
        <p14:creationId xmlns:p14="http://schemas.microsoft.com/office/powerpoint/2010/main" val="11315965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Store a word:    MOVE   (R1), R2</a:t>
            </a:r>
          </a:p>
        </p:txBody>
      </p:sp>
      <p:sp>
        <p:nvSpPr>
          <p:cNvPr id="3" name="Content Placeholder 2"/>
          <p:cNvSpPr>
            <a:spLocks noGrp="1"/>
          </p:cNvSpPr>
          <p:nvPr>
            <p:ph idx="1"/>
          </p:nvPr>
        </p:nvSpPr>
        <p:spPr>
          <a:xfrm>
            <a:off x="203200" y="1701802"/>
            <a:ext cx="7213600" cy="2946399"/>
          </a:xfrm>
        </p:spPr>
        <p:txBody>
          <a:bodyPr>
            <a:normAutofit/>
          </a:bodyPr>
          <a:lstStyle/>
          <a:p>
            <a:pPr marL="685783" indent="-685783">
              <a:buFont typeface="+mj-lt"/>
              <a:buAutoNum type="arabicPeriod"/>
            </a:pPr>
            <a:r>
              <a:rPr lang="en-IN" sz="2000" dirty="0"/>
              <a:t>MAR ← R1</a:t>
            </a:r>
          </a:p>
          <a:p>
            <a:pPr marL="685783" indent="-685783">
              <a:buFont typeface="+mj-lt"/>
              <a:buAutoNum type="arabicPeriod"/>
            </a:pPr>
            <a:r>
              <a:rPr lang="en-IN" sz="2000" dirty="0"/>
              <a:t>MDR ← R2</a:t>
            </a:r>
          </a:p>
          <a:p>
            <a:pPr marL="685783" indent="-685783">
              <a:buFont typeface="+mj-lt"/>
              <a:buAutoNum type="arabicPeriod"/>
            </a:pPr>
            <a:r>
              <a:rPr lang="en-IN" sz="2000" dirty="0"/>
              <a:t>Start a Write operation on the memory bus</a:t>
            </a:r>
          </a:p>
          <a:p>
            <a:pPr marL="685783" indent="-685783">
              <a:buFont typeface="+mj-lt"/>
              <a:buAutoNum type="arabicPeriod"/>
            </a:pPr>
            <a:r>
              <a:rPr lang="en-IN" sz="2000" dirty="0"/>
              <a:t>Wait for the MFC response from the memory</a:t>
            </a:r>
          </a:p>
        </p:txBody>
      </p:sp>
      <p:sp>
        <p:nvSpPr>
          <p:cNvPr id="4" name="Slide Number Placeholder 3"/>
          <p:cNvSpPr>
            <a:spLocks noGrp="1"/>
          </p:cNvSpPr>
          <p:nvPr>
            <p:ph type="sldNum" sz="quarter" idx="12"/>
          </p:nvPr>
        </p:nvSpPr>
        <p:spPr/>
        <p:txBody>
          <a:bodyPr/>
          <a:lstStyle/>
          <a:p>
            <a:fld id="{F815AC96-4A5A-4699-9DBD-ACAB251D8CBA}" type="slidenum">
              <a:rPr lang="en-US" smtClean="0"/>
              <a:t>30</a:t>
            </a:fld>
            <a:endParaRPr lang="en-US"/>
          </a:p>
        </p:txBody>
      </p:sp>
      <p:sp>
        <p:nvSpPr>
          <p:cNvPr id="5" name="Content Placeholder 2"/>
          <p:cNvSpPr txBox="1">
            <a:spLocks/>
          </p:cNvSpPr>
          <p:nvPr/>
        </p:nvSpPr>
        <p:spPr>
          <a:xfrm>
            <a:off x="7924800" y="1803403"/>
            <a:ext cx="3962400" cy="1975496"/>
          </a:xfrm>
          <a:prstGeom prst="rect">
            <a:avLst/>
          </a:prstGeom>
          <a:solidFill>
            <a:schemeClr val="accent5">
              <a:lumMod val="20000"/>
              <a:lumOff val="80000"/>
            </a:schemeClr>
          </a:solidFill>
          <a:ln w="25400">
            <a:solidFill>
              <a:srgbClr val="800000"/>
            </a:solidFill>
          </a:ln>
        </p:spPr>
        <p:txBody>
          <a:bodyPr vert="horz" lIns="121917" tIns="60958" rIns="121917" bIns="60958"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2400" dirty="0"/>
              <a:t>Control steps:</a:t>
            </a:r>
          </a:p>
          <a:p>
            <a:pPr marL="971526" lvl="1" indent="-609585">
              <a:buFont typeface="+mj-lt"/>
              <a:buAutoNum type="alphaLcParenR"/>
            </a:pPr>
            <a:r>
              <a:rPr lang="en-IN" sz="2400" dirty="0"/>
              <a:t>R1</a:t>
            </a:r>
            <a:r>
              <a:rPr lang="en-IN" sz="2400" i="1" baseline="-25000" dirty="0"/>
              <a:t>out </a:t>
            </a:r>
            <a:r>
              <a:rPr lang="en-IN" sz="2400" i="1" dirty="0"/>
              <a:t>, </a:t>
            </a:r>
            <a:r>
              <a:rPr lang="en-IN" sz="2400" dirty="0"/>
              <a:t>MAR</a:t>
            </a:r>
            <a:r>
              <a:rPr lang="en-IN" sz="2400" i="1" baseline="-25000" dirty="0"/>
              <a:t>in </a:t>
            </a:r>
            <a:endParaRPr lang="en-IN" sz="2400" dirty="0"/>
          </a:p>
          <a:p>
            <a:pPr marL="971526" lvl="1" indent="-609585">
              <a:buFont typeface="+mj-lt"/>
              <a:buAutoNum type="alphaLcParenR"/>
            </a:pPr>
            <a:r>
              <a:rPr lang="en-IN" sz="2400" dirty="0"/>
              <a:t>R2</a:t>
            </a:r>
            <a:r>
              <a:rPr lang="en-IN" sz="2400" baseline="-25000" dirty="0"/>
              <a:t>out</a:t>
            </a:r>
            <a:r>
              <a:rPr lang="en-IN" sz="2400" dirty="0"/>
              <a:t>, MDR</a:t>
            </a:r>
            <a:r>
              <a:rPr lang="en-IN" sz="2400" i="1" baseline="-25000" dirty="0"/>
              <a:t>in </a:t>
            </a:r>
            <a:r>
              <a:rPr lang="en-IN" sz="2400" i="1" dirty="0"/>
              <a:t>, </a:t>
            </a:r>
            <a:r>
              <a:rPr lang="en-IN" sz="2400" dirty="0"/>
              <a:t>Write</a:t>
            </a:r>
          </a:p>
          <a:p>
            <a:pPr marL="971526" lvl="1" indent="-609585">
              <a:buFont typeface="+mj-lt"/>
              <a:buAutoNum type="alphaLcParenR"/>
            </a:pPr>
            <a:r>
              <a:rPr lang="en-IN" sz="2400" dirty="0"/>
              <a:t>MDR</a:t>
            </a:r>
            <a:r>
              <a:rPr lang="en-IN" sz="2400" i="1" baseline="-25000" dirty="0"/>
              <a:t>outE </a:t>
            </a:r>
            <a:r>
              <a:rPr lang="en-IN" sz="2400" i="1" dirty="0"/>
              <a:t>, </a:t>
            </a:r>
            <a:r>
              <a:rPr lang="en-IN" sz="2400" dirty="0"/>
              <a:t>WMFC</a:t>
            </a:r>
            <a:endParaRPr lang="en-IN" sz="2400" i="1" baseline="-25000" dirty="0"/>
          </a:p>
        </p:txBody>
      </p:sp>
      <p:pic>
        <p:nvPicPr>
          <p:cNvPr id="6" name="Picture 5">
            <a:extLst>
              <a:ext uri="{FF2B5EF4-FFF2-40B4-BE49-F238E27FC236}">
                <a16:creationId xmlns:a16="http://schemas.microsoft.com/office/drawing/2014/main" id="{04F00707-74EC-5652-1299-C0205A50C94D}"/>
              </a:ext>
            </a:extLst>
          </p:cNvPr>
          <p:cNvPicPr>
            <a:picLocks noChangeAspect="1"/>
          </p:cNvPicPr>
          <p:nvPr/>
        </p:nvPicPr>
        <p:blipFill>
          <a:blip r:embed="rId2"/>
          <a:stretch>
            <a:fillRect/>
          </a:stretch>
        </p:blipFill>
        <p:spPr>
          <a:xfrm>
            <a:off x="203200" y="4639381"/>
            <a:ext cx="5419531" cy="1853494"/>
          </a:xfrm>
          <a:prstGeom prst="rect">
            <a:avLst/>
          </a:prstGeom>
          <a:ln w="31750">
            <a:solidFill>
              <a:srgbClr val="002060"/>
            </a:solidFill>
          </a:ln>
        </p:spPr>
      </p:pic>
      <p:pic>
        <p:nvPicPr>
          <p:cNvPr id="7" name="Picture 6">
            <a:extLst>
              <a:ext uri="{FF2B5EF4-FFF2-40B4-BE49-F238E27FC236}">
                <a16:creationId xmlns:a16="http://schemas.microsoft.com/office/drawing/2014/main" id="{58888AC2-FC0A-514C-AF3A-F9A2E73B70B0}"/>
              </a:ext>
            </a:extLst>
          </p:cNvPr>
          <p:cNvPicPr>
            <a:picLocks noChangeAspect="1"/>
          </p:cNvPicPr>
          <p:nvPr/>
        </p:nvPicPr>
        <p:blipFill>
          <a:blip r:embed="rId3"/>
          <a:stretch>
            <a:fillRect/>
          </a:stretch>
        </p:blipFill>
        <p:spPr>
          <a:xfrm>
            <a:off x="5836923" y="3936288"/>
            <a:ext cx="5093044" cy="2556587"/>
          </a:xfrm>
          <a:prstGeom prst="rect">
            <a:avLst/>
          </a:prstGeom>
        </p:spPr>
      </p:pic>
    </p:spTree>
    <p:extLst>
      <p:ext uri="{BB962C8B-B14F-4D97-AF65-F5344CB8AC3E}">
        <p14:creationId xmlns:p14="http://schemas.microsoft.com/office/powerpoint/2010/main" val="11181814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513DB-8C03-98BA-A76E-727792CD6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563054-5721-E12E-514F-F7C6C58CB9EF}"/>
              </a:ext>
            </a:extLst>
          </p:cNvPr>
          <p:cNvSpPr>
            <a:spLocks noGrp="1"/>
          </p:cNvSpPr>
          <p:nvPr>
            <p:ph type="title"/>
          </p:nvPr>
        </p:nvSpPr>
        <p:spPr/>
        <p:txBody>
          <a:bodyPr>
            <a:normAutofit/>
          </a:bodyPr>
          <a:lstStyle/>
          <a:p>
            <a:r>
              <a:rPr lang="en-IN" dirty="0"/>
              <a:t>Store a word:    MOVE   (R1), R2</a:t>
            </a:r>
          </a:p>
        </p:txBody>
      </p:sp>
      <p:sp>
        <p:nvSpPr>
          <p:cNvPr id="3" name="Content Placeholder 2">
            <a:extLst>
              <a:ext uri="{FF2B5EF4-FFF2-40B4-BE49-F238E27FC236}">
                <a16:creationId xmlns:a16="http://schemas.microsoft.com/office/drawing/2014/main" id="{B51AF31E-DF91-DDF3-4C1E-6830C6DE8A1E}"/>
              </a:ext>
            </a:extLst>
          </p:cNvPr>
          <p:cNvSpPr>
            <a:spLocks noGrp="1"/>
          </p:cNvSpPr>
          <p:nvPr>
            <p:ph idx="1"/>
          </p:nvPr>
        </p:nvSpPr>
        <p:spPr>
          <a:xfrm>
            <a:off x="203200" y="1701802"/>
            <a:ext cx="7213600" cy="2946399"/>
          </a:xfrm>
        </p:spPr>
        <p:txBody>
          <a:bodyPr>
            <a:normAutofit/>
          </a:bodyPr>
          <a:lstStyle/>
          <a:p>
            <a:pPr marL="685783" indent="-685783">
              <a:buFont typeface="+mj-lt"/>
              <a:buAutoNum type="arabicPeriod"/>
            </a:pPr>
            <a:r>
              <a:rPr lang="en-IN" sz="2000" dirty="0"/>
              <a:t>MAR ← R1</a:t>
            </a:r>
          </a:p>
          <a:p>
            <a:pPr marL="685783" indent="-685783">
              <a:buFont typeface="+mj-lt"/>
              <a:buAutoNum type="arabicPeriod"/>
            </a:pPr>
            <a:r>
              <a:rPr lang="en-IN" sz="2000" dirty="0"/>
              <a:t>MDR ← R2</a:t>
            </a:r>
          </a:p>
          <a:p>
            <a:pPr marL="685783" indent="-685783">
              <a:buFont typeface="+mj-lt"/>
              <a:buAutoNum type="arabicPeriod"/>
            </a:pPr>
            <a:r>
              <a:rPr lang="en-IN" sz="2000" dirty="0"/>
              <a:t>Start a Write operation on the memory bus</a:t>
            </a:r>
          </a:p>
          <a:p>
            <a:pPr marL="685783" indent="-685783">
              <a:buFont typeface="+mj-lt"/>
              <a:buAutoNum type="arabicPeriod"/>
            </a:pPr>
            <a:r>
              <a:rPr lang="en-IN" sz="2000" dirty="0"/>
              <a:t>Wait for the MFC response from the memory</a:t>
            </a:r>
          </a:p>
        </p:txBody>
      </p:sp>
      <p:sp>
        <p:nvSpPr>
          <p:cNvPr id="4" name="Slide Number Placeholder 3">
            <a:extLst>
              <a:ext uri="{FF2B5EF4-FFF2-40B4-BE49-F238E27FC236}">
                <a16:creationId xmlns:a16="http://schemas.microsoft.com/office/drawing/2014/main" id="{C313C51F-6DE6-B5E9-7204-164CF1804BED}"/>
              </a:ext>
            </a:extLst>
          </p:cNvPr>
          <p:cNvSpPr>
            <a:spLocks noGrp="1"/>
          </p:cNvSpPr>
          <p:nvPr>
            <p:ph type="sldNum" sz="quarter" idx="12"/>
          </p:nvPr>
        </p:nvSpPr>
        <p:spPr/>
        <p:txBody>
          <a:bodyPr/>
          <a:lstStyle/>
          <a:p>
            <a:fld id="{F815AC96-4A5A-4699-9DBD-ACAB251D8CBA}" type="slidenum">
              <a:rPr lang="en-US" smtClean="0"/>
              <a:t>31</a:t>
            </a:fld>
            <a:endParaRPr lang="en-US"/>
          </a:p>
        </p:txBody>
      </p:sp>
      <p:sp>
        <p:nvSpPr>
          <p:cNvPr id="5" name="Content Placeholder 2">
            <a:extLst>
              <a:ext uri="{FF2B5EF4-FFF2-40B4-BE49-F238E27FC236}">
                <a16:creationId xmlns:a16="http://schemas.microsoft.com/office/drawing/2014/main" id="{740E23E3-149F-EE95-8C4E-0C8F47EECD74}"/>
              </a:ext>
            </a:extLst>
          </p:cNvPr>
          <p:cNvSpPr txBox="1">
            <a:spLocks/>
          </p:cNvSpPr>
          <p:nvPr/>
        </p:nvSpPr>
        <p:spPr>
          <a:xfrm>
            <a:off x="7924800" y="1803403"/>
            <a:ext cx="3962400" cy="1975496"/>
          </a:xfrm>
          <a:prstGeom prst="rect">
            <a:avLst/>
          </a:prstGeom>
          <a:solidFill>
            <a:schemeClr val="accent5">
              <a:lumMod val="20000"/>
              <a:lumOff val="80000"/>
            </a:schemeClr>
          </a:solidFill>
          <a:ln w="25400">
            <a:solidFill>
              <a:srgbClr val="800000"/>
            </a:solidFill>
          </a:ln>
        </p:spPr>
        <p:txBody>
          <a:bodyPr vert="horz" lIns="121917" tIns="60958" rIns="121917" bIns="60958"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2400" dirty="0"/>
              <a:t>Control steps:</a:t>
            </a:r>
          </a:p>
          <a:p>
            <a:pPr marL="971526" lvl="1" indent="-609585">
              <a:buFont typeface="+mj-lt"/>
              <a:buAutoNum type="alphaLcParenR"/>
            </a:pPr>
            <a:r>
              <a:rPr lang="en-IN" sz="2400" dirty="0"/>
              <a:t>R1</a:t>
            </a:r>
            <a:r>
              <a:rPr lang="en-IN" sz="2400" i="1" baseline="-25000" dirty="0"/>
              <a:t>out </a:t>
            </a:r>
            <a:r>
              <a:rPr lang="en-IN" sz="2400" i="1" dirty="0"/>
              <a:t>, </a:t>
            </a:r>
            <a:r>
              <a:rPr lang="en-IN" sz="2400" dirty="0"/>
              <a:t>MAR</a:t>
            </a:r>
            <a:r>
              <a:rPr lang="en-IN" sz="2400" i="1" baseline="-25000" dirty="0"/>
              <a:t>in </a:t>
            </a:r>
            <a:endParaRPr lang="en-IN" sz="2400" dirty="0"/>
          </a:p>
          <a:p>
            <a:pPr marL="971526" lvl="1" indent="-609585">
              <a:buFont typeface="+mj-lt"/>
              <a:buAutoNum type="alphaLcParenR"/>
            </a:pPr>
            <a:r>
              <a:rPr lang="en-IN" sz="2400" dirty="0"/>
              <a:t>R2</a:t>
            </a:r>
            <a:r>
              <a:rPr lang="en-IN" sz="2400" baseline="-25000" dirty="0"/>
              <a:t>out</a:t>
            </a:r>
            <a:r>
              <a:rPr lang="en-IN" sz="2400" dirty="0"/>
              <a:t>, MDR</a:t>
            </a:r>
            <a:r>
              <a:rPr lang="en-IN" sz="2400" i="1" baseline="-25000" dirty="0"/>
              <a:t>in </a:t>
            </a:r>
            <a:r>
              <a:rPr lang="en-IN" sz="2400" i="1" dirty="0"/>
              <a:t>, </a:t>
            </a:r>
            <a:r>
              <a:rPr lang="en-IN" sz="2400" dirty="0"/>
              <a:t>Write</a:t>
            </a:r>
          </a:p>
          <a:p>
            <a:pPr marL="971526" lvl="1" indent="-609585">
              <a:buFont typeface="+mj-lt"/>
              <a:buAutoNum type="alphaLcParenR"/>
            </a:pPr>
            <a:r>
              <a:rPr lang="en-IN" sz="2400" dirty="0"/>
              <a:t>MDR</a:t>
            </a:r>
            <a:r>
              <a:rPr lang="en-IN" sz="2400" i="1" baseline="-25000" dirty="0"/>
              <a:t>outE </a:t>
            </a:r>
            <a:r>
              <a:rPr lang="en-IN" sz="2400" i="1" dirty="0"/>
              <a:t>, </a:t>
            </a:r>
            <a:r>
              <a:rPr lang="en-IN" sz="2400" dirty="0"/>
              <a:t>WMFC</a:t>
            </a:r>
            <a:endParaRPr lang="en-IN" sz="2400" i="1" baseline="-25000" dirty="0"/>
          </a:p>
        </p:txBody>
      </p:sp>
      <p:pic>
        <p:nvPicPr>
          <p:cNvPr id="6" name="Picture 5">
            <a:extLst>
              <a:ext uri="{FF2B5EF4-FFF2-40B4-BE49-F238E27FC236}">
                <a16:creationId xmlns:a16="http://schemas.microsoft.com/office/drawing/2014/main" id="{DFFDC4FE-51F2-9D10-90DA-F5C4E25725BB}"/>
              </a:ext>
            </a:extLst>
          </p:cNvPr>
          <p:cNvPicPr>
            <a:picLocks noChangeAspect="1"/>
          </p:cNvPicPr>
          <p:nvPr/>
        </p:nvPicPr>
        <p:blipFill>
          <a:blip r:embed="rId2"/>
          <a:stretch>
            <a:fillRect/>
          </a:stretch>
        </p:blipFill>
        <p:spPr>
          <a:xfrm>
            <a:off x="203200" y="4639381"/>
            <a:ext cx="5419531" cy="1853494"/>
          </a:xfrm>
          <a:prstGeom prst="rect">
            <a:avLst/>
          </a:prstGeom>
          <a:ln w="31750">
            <a:solidFill>
              <a:srgbClr val="002060"/>
            </a:solidFill>
          </a:ln>
        </p:spPr>
      </p:pic>
      <p:pic>
        <p:nvPicPr>
          <p:cNvPr id="7" name="Picture 6">
            <a:extLst>
              <a:ext uri="{FF2B5EF4-FFF2-40B4-BE49-F238E27FC236}">
                <a16:creationId xmlns:a16="http://schemas.microsoft.com/office/drawing/2014/main" id="{BF84928A-3EDD-059A-822B-599D8C8DEAE1}"/>
              </a:ext>
            </a:extLst>
          </p:cNvPr>
          <p:cNvPicPr>
            <a:picLocks noChangeAspect="1"/>
          </p:cNvPicPr>
          <p:nvPr/>
        </p:nvPicPr>
        <p:blipFill>
          <a:blip r:embed="rId3"/>
          <a:stretch>
            <a:fillRect/>
          </a:stretch>
        </p:blipFill>
        <p:spPr>
          <a:xfrm>
            <a:off x="5836923" y="3936288"/>
            <a:ext cx="5093044" cy="2556587"/>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A5E88304-AACB-F317-5BE7-7B64454F5C82}"/>
                  </a:ext>
                </a:extLst>
              </p14:cNvPr>
              <p14:cNvContentPartPr/>
              <p14:nvPr/>
            </p14:nvContentPartPr>
            <p14:xfrm>
              <a:off x="6850080" y="2352960"/>
              <a:ext cx="2210400" cy="3227400"/>
            </p14:xfrm>
          </p:contentPart>
        </mc:Choice>
        <mc:Fallback xmlns="">
          <p:pic>
            <p:nvPicPr>
              <p:cNvPr id="8" name="Ink 7">
                <a:extLst>
                  <a:ext uri="{FF2B5EF4-FFF2-40B4-BE49-F238E27FC236}">
                    <a16:creationId xmlns:a16="http://schemas.microsoft.com/office/drawing/2014/main" id="{A5E88304-AACB-F317-5BE7-7B64454F5C82}"/>
                  </a:ext>
                </a:extLst>
              </p:cNvPr>
              <p:cNvPicPr/>
              <p:nvPr/>
            </p:nvPicPr>
            <p:blipFill>
              <a:blip r:embed="rId5"/>
              <a:stretch>
                <a:fillRect/>
              </a:stretch>
            </p:blipFill>
            <p:spPr>
              <a:xfrm>
                <a:off x="6840720" y="2343600"/>
                <a:ext cx="2229120" cy="3246120"/>
              </a:xfrm>
              <a:prstGeom prst="rect">
                <a:avLst/>
              </a:prstGeom>
            </p:spPr>
          </p:pic>
        </mc:Fallback>
      </mc:AlternateContent>
    </p:spTree>
    <p:extLst>
      <p:ext uri="{BB962C8B-B14F-4D97-AF65-F5344CB8AC3E}">
        <p14:creationId xmlns:p14="http://schemas.microsoft.com/office/powerpoint/2010/main" val="4204661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634B7-7C15-8A7D-8319-4C7BF37A95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660C-E301-F8CB-2F09-1B1245CD10DB}"/>
              </a:ext>
            </a:extLst>
          </p:cNvPr>
          <p:cNvSpPr>
            <a:spLocks noGrp="1"/>
          </p:cNvSpPr>
          <p:nvPr>
            <p:ph type="title"/>
          </p:nvPr>
        </p:nvSpPr>
        <p:spPr/>
        <p:txBody>
          <a:bodyPr>
            <a:normAutofit/>
          </a:bodyPr>
          <a:lstStyle/>
          <a:p>
            <a:r>
              <a:rPr lang="en-IN" dirty="0"/>
              <a:t>Store a word:    MOVE   (R1), R2</a:t>
            </a:r>
          </a:p>
        </p:txBody>
      </p:sp>
      <p:sp>
        <p:nvSpPr>
          <p:cNvPr id="3" name="Content Placeholder 2">
            <a:extLst>
              <a:ext uri="{FF2B5EF4-FFF2-40B4-BE49-F238E27FC236}">
                <a16:creationId xmlns:a16="http://schemas.microsoft.com/office/drawing/2014/main" id="{BB39C677-3F47-4119-A578-D183DAC16060}"/>
              </a:ext>
            </a:extLst>
          </p:cNvPr>
          <p:cNvSpPr>
            <a:spLocks noGrp="1"/>
          </p:cNvSpPr>
          <p:nvPr>
            <p:ph idx="1"/>
          </p:nvPr>
        </p:nvSpPr>
        <p:spPr>
          <a:xfrm>
            <a:off x="203200" y="1701802"/>
            <a:ext cx="7213600" cy="2946399"/>
          </a:xfrm>
        </p:spPr>
        <p:txBody>
          <a:bodyPr>
            <a:normAutofit/>
          </a:bodyPr>
          <a:lstStyle/>
          <a:p>
            <a:pPr marL="685783" indent="-685783">
              <a:buFont typeface="+mj-lt"/>
              <a:buAutoNum type="arabicPeriod"/>
            </a:pPr>
            <a:r>
              <a:rPr lang="en-IN" sz="2000" dirty="0"/>
              <a:t>MAR ← R1</a:t>
            </a:r>
          </a:p>
          <a:p>
            <a:pPr marL="685783" indent="-685783">
              <a:buFont typeface="+mj-lt"/>
              <a:buAutoNum type="arabicPeriod"/>
            </a:pPr>
            <a:r>
              <a:rPr lang="en-IN" sz="2000" dirty="0"/>
              <a:t>MDR ← R2</a:t>
            </a:r>
          </a:p>
          <a:p>
            <a:pPr marL="685783" indent="-685783">
              <a:buFont typeface="+mj-lt"/>
              <a:buAutoNum type="arabicPeriod"/>
            </a:pPr>
            <a:r>
              <a:rPr lang="en-IN" sz="2000" dirty="0"/>
              <a:t>Start a Write operation on the memory bus</a:t>
            </a:r>
          </a:p>
          <a:p>
            <a:pPr marL="685783" indent="-685783">
              <a:buFont typeface="+mj-lt"/>
              <a:buAutoNum type="arabicPeriod"/>
            </a:pPr>
            <a:r>
              <a:rPr lang="en-IN" sz="2000" dirty="0"/>
              <a:t>Wait for the MFC response from the memory</a:t>
            </a:r>
          </a:p>
        </p:txBody>
      </p:sp>
      <p:sp>
        <p:nvSpPr>
          <p:cNvPr id="4" name="Slide Number Placeholder 3">
            <a:extLst>
              <a:ext uri="{FF2B5EF4-FFF2-40B4-BE49-F238E27FC236}">
                <a16:creationId xmlns:a16="http://schemas.microsoft.com/office/drawing/2014/main" id="{641FA115-8D1C-B801-F964-28A8122CF880}"/>
              </a:ext>
            </a:extLst>
          </p:cNvPr>
          <p:cNvSpPr>
            <a:spLocks noGrp="1"/>
          </p:cNvSpPr>
          <p:nvPr>
            <p:ph type="sldNum" sz="quarter" idx="12"/>
          </p:nvPr>
        </p:nvSpPr>
        <p:spPr/>
        <p:txBody>
          <a:bodyPr/>
          <a:lstStyle/>
          <a:p>
            <a:fld id="{F815AC96-4A5A-4699-9DBD-ACAB251D8CBA}" type="slidenum">
              <a:rPr lang="en-US" smtClean="0"/>
              <a:t>32</a:t>
            </a:fld>
            <a:endParaRPr lang="en-US"/>
          </a:p>
        </p:txBody>
      </p:sp>
      <p:sp>
        <p:nvSpPr>
          <p:cNvPr id="5" name="Content Placeholder 2">
            <a:extLst>
              <a:ext uri="{FF2B5EF4-FFF2-40B4-BE49-F238E27FC236}">
                <a16:creationId xmlns:a16="http://schemas.microsoft.com/office/drawing/2014/main" id="{25FAFFB6-D7E2-28A0-9AA7-8B7038DBBF6D}"/>
              </a:ext>
            </a:extLst>
          </p:cNvPr>
          <p:cNvSpPr txBox="1">
            <a:spLocks/>
          </p:cNvSpPr>
          <p:nvPr/>
        </p:nvSpPr>
        <p:spPr>
          <a:xfrm>
            <a:off x="7924800" y="1803403"/>
            <a:ext cx="3962400" cy="1975496"/>
          </a:xfrm>
          <a:prstGeom prst="rect">
            <a:avLst/>
          </a:prstGeom>
          <a:solidFill>
            <a:schemeClr val="accent5">
              <a:lumMod val="20000"/>
              <a:lumOff val="80000"/>
            </a:schemeClr>
          </a:solidFill>
          <a:ln w="25400">
            <a:solidFill>
              <a:srgbClr val="800000"/>
            </a:solidFill>
          </a:ln>
        </p:spPr>
        <p:txBody>
          <a:bodyPr vert="horz" lIns="121917" tIns="60958" rIns="121917" bIns="60958"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2400" dirty="0"/>
              <a:t>Control steps:</a:t>
            </a:r>
          </a:p>
          <a:p>
            <a:pPr marL="971526" lvl="1" indent="-609585">
              <a:buFont typeface="+mj-lt"/>
              <a:buAutoNum type="alphaLcParenR"/>
            </a:pPr>
            <a:r>
              <a:rPr lang="en-IN" sz="2400" dirty="0"/>
              <a:t>R1</a:t>
            </a:r>
            <a:r>
              <a:rPr lang="en-IN" sz="2400" i="1" baseline="-25000" dirty="0"/>
              <a:t>out </a:t>
            </a:r>
            <a:r>
              <a:rPr lang="en-IN" sz="2400" i="1" dirty="0"/>
              <a:t>, </a:t>
            </a:r>
            <a:r>
              <a:rPr lang="en-IN" sz="2400" dirty="0"/>
              <a:t>MAR</a:t>
            </a:r>
            <a:r>
              <a:rPr lang="en-IN" sz="2400" i="1" baseline="-25000" dirty="0"/>
              <a:t>in </a:t>
            </a:r>
            <a:endParaRPr lang="en-IN" sz="2400" dirty="0"/>
          </a:p>
          <a:p>
            <a:pPr marL="971526" lvl="1" indent="-609585">
              <a:buFont typeface="+mj-lt"/>
              <a:buAutoNum type="alphaLcParenR"/>
            </a:pPr>
            <a:r>
              <a:rPr lang="en-IN" sz="2400" dirty="0"/>
              <a:t>R2</a:t>
            </a:r>
            <a:r>
              <a:rPr lang="en-IN" sz="2400" baseline="-25000" dirty="0"/>
              <a:t>out</a:t>
            </a:r>
            <a:r>
              <a:rPr lang="en-IN" sz="2400" dirty="0"/>
              <a:t>, MDR</a:t>
            </a:r>
            <a:r>
              <a:rPr lang="en-IN" sz="2400" i="1" baseline="-25000" dirty="0"/>
              <a:t>in </a:t>
            </a:r>
            <a:r>
              <a:rPr lang="en-IN" sz="2400" i="1" dirty="0"/>
              <a:t>, </a:t>
            </a:r>
            <a:r>
              <a:rPr lang="en-IN" sz="2400" dirty="0"/>
              <a:t>Write</a:t>
            </a:r>
          </a:p>
          <a:p>
            <a:pPr marL="971526" lvl="1" indent="-609585">
              <a:buFont typeface="+mj-lt"/>
              <a:buAutoNum type="alphaLcParenR"/>
            </a:pPr>
            <a:r>
              <a:rPr lang="en-IN" sz="2400" dirty="0"/>
              <a:t>MDR</a:t>
            </a:r>
            <a:r>
              <a:rPr lang="en-IN" sz="2400" i="1" baseline="-25000" dirty="0"/>
              <a:t>outE </a:t>
            </a:r>
            <a:r>
              <a:rPr lang="en-IN" sz="2400" i="1" dirty="0"/>
              <a:t>, </a:t>
            </a:r>
            <a:r>
              <a:rPr lang="en-IN" sz="2400" dirty="0"/>
              <a:t>WMFC</a:t>
            </a:r>
            <a:endParaRPr lang="en-IN" sz="2400" i="1" baseline="-25000" dirty="0"/>
          </a:p>
        </p:txBody>
      </p:sp>
      <p:pic>
        <p:nvPicPr>
          <p:cNvPr id="6" name="Picture 5">
            <a:extLst>
              <a:ext uri="{FF2B5EF4-FFF2-40B4-BE49-F238E27FC236}">
                <a16:creationId xmlns:a16="http://schemas.microsoft.com/office/drawing/2014/main" id="{0E58436B-7D01-0E6D-EED1-547A1FCC0E94}"/>
              </a:ext>
            </a:extLst>
          </p:cNvPr>
          <p:cNvPicPr>
            <a:picLocks noChangeAspect="1"/>
          </p:cNvPicPr>
          <p:nvPr/>
        </p:nvPicPr>
        <p:blipFill>
          <a:blip r:embed="rId2"/>
          <a:stretch>
            <a:fillRect/>
          </a:stretch>
        </p:blipFill>
        <p:spPr>
          <a:xfrm>
            <a:off x="203200" y="4639381"/>
            <a:ext cx="5419531" cy="1853494"/>
          </a:xfrm>
          <a:prstGeom prst="rect">
            <a:avLst/>
          </a:prstGeom>
          <a:ln w="31750">
            <a:solidFill>
              <a:srgbClr val="002060"/>
            </a:solidFill>
          </a:ln>
        </p:spPr>
      </p:pic>
      <p:pic>
        <p:nvPicPr>
          <p:cNvPr id="7" name="Picture 6">
            <a:extLst>
              <a:ext uri="{FF2B5EF4-FFF2-40B4-BE49-F238E27FC236}">
                <a16:creationId xmlns:a16="http://schemas.microsoft.com/office/drawing/2014/main" id="{D0BFFDB4-3F7B-57B6-335F-455E797EAB26}"/>
              </a:ext>
            </a:extLst>
          </p:cNvPr>
          <p:cNvPicPr>
            <a:picLocks noChangeAspect="1"/>
          </p:cNvPicPr>
          <p:nvPr/>
        </p:nvPicPr>
        <p:blipFill>
          <a:blip r:embed="rId3"/>
          <a:stretch>
            <a:fillRect/>
          </a:stretch>
        </p:blipFill>
        <p:spPr>
          <a:xfrm>
            <a:off x="5836923" y="3936288"/>
            <a:ext cx="5093044" cy="2556587"/>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7778F2A2-DDC4-92F5-2F31-F9097FD138EC}"/>
                  </a:ext>
                </a:extLst>
              </p14:cNvPr>
              <p14:cNvContentPartPr/>
              <p14:nvPr/>
            </p14:nvContentPartPr>
            <p14:xfrm>
              <a:off x="5922000" y="2873520"/>
              <a:ext cx="3646080" cy="2840400"/>
            </p14:xfrm>
          </p:contentPart>
        </mc:Choice>
        <mc:Fallback xmlns="">
          <p:pic>
            <p:nvPicPr>
              <p:cNvPr id="8" name="Ink 7">
                <a:extLst>
                  <a:ext uri="{FF2B5EF4-FFF2-40B4-BE49-F238E27FC236}">
                    <a16:creationId xmlns:a16="http://schemas.microsoft.com/office/drawing/2014/main" id="{7778F2A2-DDC4-92F5-2F31-F9097FD138EC}"/>
                  </a:ext>
                </a:extLst>
              </p:cNvPr>
              <p:cNvPicPr/>
              <p:nvPr/>
            </p:nvPicPr>
            <p:blipFill>
              <a:blip r:embed="rId5"/>
              <a:stretch>
                <a:fillRect/>
              </a:stretch>
            </p:blipFill>
            <p:spPr>
              <a:xfrm>
                <a:off x="5912640" y="2864160"/>
                <a:ext cx="3664800" cy="2859120"/>
              </a:xfrm>
              <a:prstGeom prst="rect">
                <a:avLst/>
              </a:prstGeom>
            </p:spPr>
          </p:pic>
        </mc:Fallback>
      </mc:AlternateContent>
    </p:spTree>
    <p:extLst>
      <p:ext uri="{BB962C8B-B14F-4D97-AF65-F5344CB8AC3E}">
        <p14:creationId xmlns:p14="http://schemas.microsoft.com/office/powerpoint/2010/main" val="9916752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569BA-ABF8-7C64-30EC-52AFF69E07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080B3-C20B-7C9F-CA81-B5CB4F1AA72A}"/>
              </a:ext>
            </a:extLst>
          </p:cNvPr>
          <p:cNvSpPr>
            <a:spLocks noGrp="1"/>
          </p:cNvSpPr>
          <p:nvPr>
            <p:ph type="title"/>
          </p:nvPr>
        </p:nvSpPr>
        <p:spPr/>
        <p:txBody>
          <a:bodyPr>
            <a:normAutofit/>
          </a:bodyPr>
          <a:lstStyle/>
          <a:p>
            <a:r>
              <a:rPr lang="en-IN" dirty="0"/>
              <a:t>Store a word:    MOVE   (R1), R2</a:t>
            </a:r>
          </a:p>
        </p:txBody>
      </p:sp>
      <p:sp>
        <p:nvSpPr>
          <p:cNvPr id="3" name="Content Placeholder 2">
            <a:extLst>
              <a:ext uri="{FF2B5EF4-FFF2-40B4-BE49-F238E27FC236}">
                <a16:creationId xmlns:a16="http://schemas.microsoft.com/office/drawing/2014/main" id="{003E8A6E-BD17-68D0-FBB4-8C85D4504B9F}"/>
              </a:ext>
            </a:extLst>
          </p:cNvPr>
          <p:cNvSpPr>
            <a:spLocks noGrp="1"/>
          </p:cNvSpPr>
          <p:nvPr>
            <p:ph idx="1"/>
          </p:nvPr>
        </p:nvSpPr>
        <p:spPr>
          <a:xfrm>
            <a:off x="203200" y="1701802"/>
            <a:ext cx="7213600" cy="2946399"/>
          </a:xfrm>
        </p:spPr>
        <p:txBody>
          <a:bodyPr>
            <a:normAutofit/>
          </a:bodyPr>
          <a:lstStyle/>
          <a:p>
            <a:pPr marL="685783" indent="-685783">
              <a:buFont typeface="+mj-lt"/>
              <a:buAutoNum type="arabicPeriod"/>
            </a:pPr>
            <a:r>
              <a:rPr lang="en-IN" sz="2000" dirty="0"/>
              <a:t>MAR ← R1</a:t>
            </a:r>
          </a:p>
          <a:p>
            <a:pPr marL="685783" indent="-685783">
              <a:buFont typeface="+mj-lt"/>
              <a:buAutoNum type="arabicPeriod"/>
            </a:pPr>
            <a:r>
              <a:rPr lang="en-IN" sz="2000" dirty="0"/>
              <a:t>MDR ← R2</a:t>
            </a:r>
          </a:p>
          <a:p>
            <a:pPr marL="685783" indent="-685783">
              <a:buFont typeface="+mj-lt"/>
              <a:buAutoNum type="arabicPeriod"/>
            </a:pPr>
            <a:r>
              <a:rPr lang="en-IN" sz="2000" dirty="0"/>
              <a:t>Start a Write operation on the memory bus</a:t>
            </a:r>
          </a:p>
          <a:p>
            <a:pPr marL="685783" indent="-685783">
              <a:buFont typeface="+mj-lt"/>
              <a:buAutoNum type="arabicPeriod"/>
            </a:pPr>
            <a:r>
              <a:rPr lang="en-IN" sz="2000" dirty="0"/>
              <a:t>Wait for the MFC response from the memory</a:t>
            </a:r>
          </a:p>
        </p:txBody>
      </p:sp>
      <p:sp>
        <p:nvSpPr>
          <p:cNvPr id="4" name="Slide Number Placeholder 3">
            <a:extLst>
              <a:ext uri="{FF2B5EF4-FFF2-40B4-BE49-F238E27FC236}">
                <a16:creationId xmlns:a16="http://schemas.microsoft.com/office/drawing/2014/main" id="{7EFE1C33-1022-1475-6275-914F23215712}"/>
              </a:ext>
            </a:extLst>
          </p:cNvPr>
          <p:cNvSpPr>
            <a:spLocks noGrp="1"/>
          </p:cNvSpPr>
          <p:nvPr>
            <p:ph type="sldNum" sz="quarter" idx="12"/>
          </p:nvPr>
        </p:nvSpPr>
        <p:spPr/>
        <p:txBody>
          <a:bodyPr/>
          <a:lstStyle/>
          <a:p>
            <a:fld id="{F815AC96-4A5A-4699-9DBD-ACAB251D8CBA}" type="slidenum">
              <a:rPr lang="en-US" smtClean="0"/>
              <a:t>33</a:t>
            </a:fld>
            <a:endParaRPr lang="en-US"/>
          </a:p>
        </p:txBody>
      </p:sp>
      <p:sp>
        <p:nvSpPr>
          <p:cNvPr id="5" name="Content Placeholder 2">
            <a:extLst>
              <a:ext uri="{FF2B5EF4-FFF2-40B4-BE49-F238E27FC236}">
                <a16:creationId xmlns:a16="http://schemas.microsoft.com/office/drawing/2014/main" id="{B7D4D2DC-21FE-9EB2-5677-420AD5FE8B1B}"/>
              </a:ext>
            </a:extLst>
          </p:cNvPr>
          <p:cNvSpPr txBox="1">
            <a:spLocks/>
          </p:cNvSpPr>
          <p:nvPr/>
        </p:nvSpPr>
        <p:spPr>
          <a:xfrm>
            <a:off x="7924800" y="1803403"/>
            <a:ext cx="3962400" cy="1975496"/>
          </a:xfrm>
          <a:prstGeom prst="rect">
            <a:avLst/>
          </a:prstGeom>
          <a:solidFill>
            <a:schemeClr val="accent5">
              <a:lumMod val="20000"/>
              <a:lumOff val="80000"/>
            </a:schemeClr>
          </a:solidFill>
          <a:ln w="25400">
            <a:solidFill>
              <a:srgbClr val="800000"/>
            </a:solidFill>
          </a:ln>
        </p:spPr>
        <p:txBody>
          <a:bodyPr vert="horz" lIns="121917" tIns="60958" rIns="121917" bIns="60958"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2400" dirty="0"/>
              <a:t>Control steps:</a:t>
            </a:r>
          </a:p>
          <a:p>
            <a:pPr marL="971526" lvl="1" indent="-609585">
              <a:buFont typeface="+mj-lt"/>
              <a:buAutoNum type="alphaLcParenR"/>
            </a:pPr>
            <a:r>
              <a:rPr lang="en-IN" sz="2400" dirty="0"/>
              <a:t>R1</a:t>
            </a:r>
            <a:r>
              <a:rPr lang="en-IN" sz="2400" i="1" baseline="-25000" dirty="0"/>
              <a:t>out </a:t>
            </a:r>
            <a:r>
              <a:rPr lang="en-IN" sz="2400" i="1" dirty="0"/>
              <a:t>, </a:t>
            </a:r>
            <a:r>
              <a:rPr lang="en-IN" sz="2400" dirty="0"/>
              <a:t>MAR</a:t>
            </a:r>
            <a:r>
              <a:rPr lang="en-IN" sz="2400" i="1" baseline="-25000" dirty="0"/>
              <a:t>in </a:t>
            </a:r>
            <a:endParaRPr lang="en-IN" sz="2400" dirty="0"/>
          </a:p>
          <a:p>
            <a:pPr marL="971526" lvl="1" indent="-609585">
              <a:buFont typeface="+mj-lt"/>
              <a:buAutoNum type="alphaLcParenR"/>
            </a:pPr>
            <a:r>
              <a:rPr lang="en-IN" sz="2400" dirty="0"/>
              <a:t>R2</a:t>
            </a:r>
            <a:r>
              <a:rPr lang="en-IN" sz="2400" baseline="-25000" dirty="0"/>
              <a:t>out</a:t>
            </a:r>
            <a:r>
              <a:rPr lang="en-IN" sz="2400" dirty="0"/>
              <a:t>, MDR</a:t>
            </a:r>
            <a:r>
              <a:rPr lang="en-IN" sz="2400" i="1" baseline="-25000" dirty="0"/>
              <a:t>in </a:t>
            </a:r>
            <a:r>
              <a:rPr lang="en-IN" sz="2400" i="1" dirty="0"/>
              <a:t>, </a:t>
            </a:r>
            <a:r>
              <a:rPr lang="en-IN" sz="2400" dirty="0"/>
              <a:t>Write</a:t>
            </a:r>
          </a:p>
          <a:p>
            <a:pPr marL="971526" lvl="1" indent="-609585">
              <a:buFont typeface="+mj-lt"/>
              <a:buAutoNum type="alphaLcParenR"/>
            </a:pPr>
            <a:r>
              <a:rPr lang="en-IN" sz="2400" dirty="0"/>
              <a:t>MDR</a:t>
            </a:r>
            <a:r>
              <a:rPr lang="en-IN" sz="2400" i="1" baseline="-25000" dirty="0"/>
              <a:t>outE </a:t>
            </a:r>
            <a:r>
              <a:rPr lang="en-IN" sz="2400" i="1" dirty="0"/>
              <a:t>, </a:t>
            </a:r>
            <a:r>
              <a:rPr lang="en-IN" sz="2400" dirty="0"/>
              <a:t>WMFC</a:t>
            </a:r>
            <a:endParaRPr lang="en-IN" sz="2400" i="1" baseline="-25000" dirty="0"/>
          </a:p>
        </p:txBody>
      </p:sp>
      <p:pic>
        <p:nvPicPr>
          <p:cNvPr id="6" name="Picture 5">
            <a:extLst>
              <a:ext uri="{FF2B5EF4-FFF2-40B4-BE49-F238E27FC236}">
                <a16:creationId xmlns:a16="http://schemas.microsoft.com/office/drawing/2014/main" id="{F828EBDB-4A5D-8CFA-9530-E2282D0E1BC6}"/>
              </a:ext>
            </a:extLst>
          </p:cNvPr>
          <p:cNvPicPr>
            <a:picLocks noChangeAspect="1"/>
          </p:cNvPicPr>
          <p:nvPr/>
        </p:nvPicPr>
        <p:blipFill>
          <a:blip r:embed="rId2"/>
          <a:stretch>
            <a:fillRect/>
          </a:stretch>
        </p:blipFill>
        <p:spPr>
          <a:xfrm>
            <a:off x="203200" y="4639381"/>
            <a:ext cx="5419531" cy="1853494"/>
          </a:xfrm>
          <a:prstGeom prst="rect">
            <a:avLst/>
          </a:prstGeom>
          <a:ln w="31750">
            <a:solidFill>
              <a:srgbClr val="002060"/>
            </a:solidFill>
          </a:ln>
        </p:spPr>
      </p:pic>
      <p:pic>
        <p:nvPicPr>
          <p:cNvPr id="7" name="Picture 6">
            <a:extLst>
              <a:ext uri="{FF2B5EF4-FFF2-40B4-BE49-F238E27FC236}">
                <a16:creationId xmlns:a16="http://schemas.microsoft.com/office/drawing/2014/main" id="{8E8066B1-11CA-DE75-8DB2-C5C13844D6F2}"/>
              </a:ext>
            </a:extLst>
          </p:cNvPr>
          <p:cNvPicPr>
            <a:picLocks noChangeAspect="1"/>
          </p:cNvPicPr>
          <p:nvPr/>
        </p:nvPicPr>
        <p:blipFill>
          <a:blip r:embed="rId3"/>
          <a:stretch>
            <a:fillRect/>
          </a:stretch>
        </p:blipFill>
        <p:spPr>
          <a:xfrm>
            <a:off x="5836923" y="3936288"/>
            <a:ext cx="5093044" cy="2556587"/>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F80A4218-E93E-B64C-5054-4919439D8F1C}"/>
                  </a:ext>
                </a:extLst>
              </p14:cNvPr>
              <p14:cNvContentPartPr/>
              <p14:nvPr/>
            </p14:nvContentPartPr>
            <p14:xfrm>
              <a:off x="5765040" y="3148920"/>
              <a:ext cx="2922840" cy="1866600"/>
            </p14:xfrm>
          </p:contentPart>
        </mc:Choice>
        <mc:Fallback xmlns="">
          <p:pic>
            <p:nvPicPr>
              <p:cNvPr id="8" name="Ink 7">
                <a:extLst>
                  <a:ext uri="{FF2B5EF4-FFF2-40B4-BE49-F238E27FC236}">
                    <a16:creationId xmlns:a16="http://schemas.microsoft.com/office/drawing/2014/main" id="{F80A4218-E93E-B64C-5054-4919439D8F1C}"/>
                  </a:ext>
                </a:extLst>
              </p:cNvPr>
              <p:cNvPicPr/>
              <p:nvPr/>
            </p:nvPicPr>
            <p:blipFill>
              <a:blip r:embed="rId5"/>
              <a:stretch>
                <a:fillRect/>
              </a:stretch>
            </p:blipFill>
            <p:spPr>
              <a:xfrm>
                <a:off x="5755680" y="3139560"/>
                <a:ext cx="2941560" cy="1885320"/>
              </a:xfrm>
              <a:prstGeom prst="rect">
                <a:avLst/>
              </a:prstGeom>
            </p:spPr>
          </p:pic>
        </mc:Fallback>
      </mc:AlternateContent>
    </p:spTree>
    <p:extLst>
      <p:ext uri="{BB962C8B-B14F-4D97-AF65-F5344CB8AC3E}">
        <p14:creationId xmlns:p14="http://schemas.microsoft.com/office/powerpoint/2010/main" val="1576603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370" y="365125"/>
            <a:ext cx="10515600" cy="1325563"/>
          </a:xfrm>
        </p:spPr>
        <p:txBody>
          <a:bodyPr>
            <a:normAutofit/>
          </a:bodyPr>
          <a:lstStyle/>
          <a:p>
            <a:r>
              <a:rPr lang="en-IN" dirty="0"/>
              <a:t>Execution of a Complete Instruction</a:t>
            </a:r>
          </a:p>
        </p:txBody>
      </p:sp>
      <p:sp>
        <p:nvSpPr>
          <p:cNvPr id="3" name="Content Placeholder 2"/>
          <p:cNvSpPr>
            <a:spLocks noGrp="1"/>
          </p:cNvSpPr>
          <p:nvPr>
            <p:ph idx="1"/>
          </p:nvPr>
        </p:nvSpPr>
        <p:spPr>
          <a:xfrm>
            <a:off x="609600" y="1600202"/>
            <a:ext cx="5588000" cy="4218115"/>
          </a:xfrm>
        </p:spPr>
        <p:txBody>
          <a:bodyPr>
            <a:normAutofit/>
          </a:bodyPr>
          <a:lstStyle/>
          <a:p>
            <a:pPr marL="0" indent="0">
              <a:buNone/>
            </a:pPr>
            <a:r>
              <a:rPr lang="en-IN" b="1" dirty="0">
                <a:solidFill>
                  <a:srgbClr val="800000"/>
                </a:solidFill>
              </a:rPr>
              <a:t>ADD R1, R2      </a:t>
            </a:r>
            <a:r>
              <a:rPr lang="en-IN" dirty="0"/>
              <a:t>// R1 = R1 + R2</a:t>
            </a:r>
          </a:p>
          <a:p>
            <a:pPr marL="0" indent="0">
              <a:buNone/>
            </a:pPr>
            <a:endParaRPr lang="en-IN" sz="2400" dirty="0"/>
          </a:p>
          <a:p>
            <a:pPr marL="0" indent="0">
              <a:spcAft>
                <a:spcPts val="1000"/>
              </a:spcAft>
              <a:buNone/>
            </a:pPr>
            <a:r>
              <a:rPr lang="en-IN" sz="2400" dirty="0"/>
              <a:t>T1:  </a:t>
            </a:r>
            <a:r>
              <a:rPr lang="en-IN" sz="2400" dirty="0" err="1"/>
              <a:t>PC</a:t>
            </a:r>
            <a:r>
              <a:rPr lang="en-IN" sz="2400" baseline="-25000" dirty="0" err="1"/>
              <a:t>out</a:t>
            </a:r>
            <a:r>
              <a:rPr lang="en-IN" sz="2400" dirty="0"/>
              <a:t>, </a:t>
            </a:r>
            <a:r>
              <a:rPr lang="en-IN" sz="2400" dirty="0" err="1"/>
              <a:t>MAR</a:t>
            </a:r>
            <a:r>
              <a:rPr lang="en-IN" sz="2400" baseline="-25000" dirty="0" err="1"/>
              <a:t>in</a:t>
            </a:r>
            <a:r>
              <a:rPr lang="en-IN" sz="2400" dirty="0"/>
              <a:t>, Read, Select4, ADD, Z</a:t>
            </a:r>
            <a:r>
              <a:rPr lang="en-IN" sz="2400" baseline="-25000" dirty="0"/>
              <a:t>in</a:t>
            </a:r>
          </a:p>
          <a:p>
            <a:pPr marL="0" indent="0">
              <a:spcAft>
                <a:spcPts val="1000"/>
              </a:spcAft>
              <a:buNone/>
            </a:pPr>
            <a:r>
              <a:rPr lang="en-IN" dirty="0"/>
              <a:t>T2:  </a:t>
            </a:r>
            <a:r>
              <a:rPr lang="en-IN" dirty="0" err="1"/>
              <a:t>Z</a:t>
            </a:r>
            <a:r>
              <a:rPr lang="en-IN" baseline="-25000" dirty="0" err="1"/>
              <a:t>out</a:t>
            </a:r>
            <a:r>
              <a:rPr lang="en-IN" dirty="0"/>
              <a:t>, </a:t>
            </a:r>
            <a:r>
              <a:rPr lang="en-IN" dirty="0" err="1"/>
              <a:t>PC</a:t>
            </a:r>
            <a:r>
              <a:rPr lang="en-IN" baseline="-25000" dirty="0" err="1"/>
              <a:t>in</a:t>
            </a:r>
            <a:r>
              <a:rPr lang="en-IN" dirty="0"/>
              <a:t>, Y</a:t>
            </a:r>
            <a:r>
              <a:rPr lang="en-IN" baseline="-25000" dirty="0"/>
              <a:t>in</a:t>
            </a:r>
            <a:r>
              <a:rPr lang="en-IN" dirty="0"/>
              <a:t>, </a:t>
            </a:r>
            <a:r>
              <a:rPr lang="en-IN" dirty="0" err="1"/>
              <a:t>MDR</a:t>
            </a:r>
            <a:r>
              <a:rPr lang="en-IN" baseline="-25000" dirty="0" err="1"/>
              <a:t>inE</a:t>
            </a:r>
            <a:r>
              <a:rPr lang="en-IN" baseline="-25000" dirty="0"/>
              <a:t> </a:t>
            </a:r>
            <a:r>
              <a:rPr lang="en-IN" dirty="0"/>
              <a:t>,WMFC</a:t>
            </a:r>
            <a:endParaRPr lang="en-IN" baseline="-25000" dirty="0"/>
          </a:p>
          <a:p>
            <a:pPr marL="0" indent="0">
              <a:spcAft>
                <a:spcPts val="1000"/>
              </a:spcAft>
              <a:buNone/>
            </a:pPr>
            <a:r>
              <a:rPr lang="en-IN" sz="2400" dirty="0"/>
              <a:t>T3:  </a:t>
            </a:r>
            <a:r>
              <a:rPr lang="en-IN" sz="2400" dirty="0" err="1"/>
              <a:t>MDR</a:t>
            </a:r>
            <a:r>
              <a:rPr lang="en-IN" sz="2400" baseline="-25000" dirty="0" err="1"/>
              <a:t>out</a:t>
            </a:r>
            <a:r>
              <a:rPr lang="en-IN" sz="2400" dirty="0"/>
              <a:t>, </a:t>
            </a:r>
            <a:r>
              <a:rPr lang="en-IN" sz="2400" dirty="0" err="1"/>
              <a:t>IR</a:t>
            </a:r>
            <a:r>
              <a:rPr lang="en-IN" sz="2400" baseline="-25000" dirty="0" err="1"/>
              <a:t>in</a:t>
            </a:r>
            <a:endParaRPr lang="en-IN" sz="2400" baseline="-25000" dirty="0"/>
          </a:p>
          <a:p>
            <a:pPr marL="0" indent="0">
              <a:spcAft>
                <a:spcPts val="1000"/>
              </a:spcAft>
              <a:buNone/>
            </a:pPr>
            <a:r>
              <a:rPr lang="en-IN" sz="2400" dirty="0"/>
              <a:t>T4:  R1</a:t>
            </a:r>
            <a:r>
              <a:rPr lang="en-IN" sz="2400" baseline="-25000" dirty="0"/>
              <a:t>out</a:t>
            </a:r>
            <a:r>
              <a:rPr lang="en-IN" sz="2400" dirty="0"/>
              <a:t>, Y</a:t>
            </a:r>
            <a:r>
              <a:rPr lang="en-IN" sz="2400" baseline="-25000" dirty="0"/>
              <a:t>in</a:t>
            </a:r>
            <a:r>
              <a:rPr lang="en-IN" sz="2400" dirty="0"/>
              <a:t>, </a:t>
            </a:r>
            <a:r>
              <a:rPr lang="en-IN" sz="2400" dirty="0" err="1"/>
              <a:t>SelectY</a:t>
            </a:r>
            <a:endParaRPr lang="en-IN" sz="2400" dirty="0"/>
          </a:p>
          <a:p>
            <a:pPr marL="0" indent="0">
              <a:spcAft>
                <a:spcPts val="1000"/>
              </a:spcAft>
              <a:buNone/>
            </a:pPr>
            <a:r>
              <a:rPr lang="en-IN" sz="2400" dirty="0"/>
              <a:t>T5:  R2</a:t>
            </a:r>
            <a:r>
              <a:rPr lang="en-IN" sz="2400" baseline="-25000" dirty="0"/>
              <a:t>out</a:t>
            </a:r>
            <a:r>
              <a:rPr lang="en-IN" sz="2400" dirty="0"/>
              <a:t>, ADD, Z</a:t>
            </a:r>
            <a:r>
              <a:rPr lang="en-IN" sz="2400" baseline="-25000" dirty="0"/>
              <a:t>in</a:t>
            </a:r>
          </a:p>
          <a:p>
            <a:pPr marL="0" indent="0">
              <a:spcAft>
                <a:spcPts val="1000"/>
              </a:spcAft>
              <a:buNone/>
            </a:pPr>
            <a:r>
              <a:rPr lang="en-IN" sz="2400" dirty="0"/>
              <a:t>T6:  </a:t>
            </a:r>
            <a:r>
              <a:rPr lang="en-IN" sz="2400" dirty="0" err="1"/>
              <a:t>Z</a:t>
            </a:r>
            <a:r>
              <a:rPr lang="en-IN" sz="2400" baseline="-25000" dirty="0" err="1"/>
              <a:t>out</a:t>
            </a:r>
            <a:r>
              <a:rPr lang="en-IN" sz="2400" dirty="0"/>
              <a:t>, R1</a:t>
            </a:r>
            <a:r>
              <a:rPr lang="en-IN" sz="2400" baseline="-25000" dirty="0"/>
              <a:t>in</a:t>
            </a:r>
          </a:p>
        </p:txBody>
      </p:sp>
      <p:sp>
        <p:nvSpPr>
          <p:cNvPr id="4" name="Slide Number Placeholder 3"/>
          <p:cNvSpPr>
            <a:spLocks noGrp="1"/>
          </p:cNvSpPr>
          <p:nvPr>
            <p:ph type="sldNum" sz="quarter" idx="12"/>
          </p:nvPr>
        </p:nvSpPr>
        <p:spPr/>
        <p:txBody>
          <a:bodyPr/>
          <a:lstStyle/>
          <a:p>
            <a:fld id="{F815AC96-4A5A-4699-9DBD-ACAB251D8CBA}" type="slidenum">
              <a:rPr lang="en-US" smtClean="0"/>
              <a:t>34</a:t>
            </a:fld>
            <a:endParaRPr lang="en-US"/>
          </a:p>
        </p:txBody>
      </p:sp>
      <p:grpSp>
        <p:nvGrpSpPr>
          <p:cNvPr id="53" name="Group 52"/>
          <p:cNvGrpSpPr/>
          <p:nvPr/>
        </p:nvGrpSpPr>
        <p:grpSpPr>
          <a:xfrm>
            <a:off x="6904476" y="1321881"/>
            <a:ext cx="3805434" cy="4816029"/>
            <a:chOff x="5289105" y="364329"/>
            <a:chExt cx="2563068" cy="4002848"/>
          </a:xfrm>
        </p:grpSpPr>
        <p:sp>
          <p:nvSpPr>
            <p:cNvPr id="54" name="Up-Down Arrow 53"/>
            <p:cNvSpPr/>
            <p:nvPr/>
          </p:nvSpPr>
          <p:spPr>
            <a:xfrm>
              <a:off x="7673687" y="500912"/>
              <a:ext cx="178486" cy="3823351"/>
            </a:xfrm>
            <a:prstGeom prst="upDownArrow">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54"/>
            <p:cNvSpPr/>
            <p:nvPr/>
          </p:nvSpPr>
          <p:spPr>
            <a:xfrm>
              <a:off x="6196859" y="943103"/>
              <a:ext cx="785025" cy="3181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solidFill>
                    <a:schemeClr val="tx1"/>
                  </a:solidFill>
                </a:rPr>
                <a:t>R</a:t>
              </a:r>
              <a:r>
                <a:rPr lang="en-IN" i="1" dirty="0" err="1">
                  <a:solidFill>
                    <a:schemeClr val="tx1"/>
                  </a:solidFill>
                </a:rPr>
                <a:t>i</a:t>
              </a:r>
              <a:endParaRPr lang="en-IN" i="1" dirty="0">
                <a:solidFill>
                  <a:schemeClr val="tx1"/>
                </a:solidFill>
              </a:endParaRPr>
            </a:p>
          </p:txBody>
        </p:sp>
        <p:cxnSp>
          <p:nvCxnSpPr>
            <p:cNvPr id="56" name="Elbow Connector 55"/>
            <p:cNvCxnSpPr>
              <a:endCxn id="55" idx="0"/>
            </p:cNvCxnSpPr>
            <p:nvPr/>
          </p:nvCxnSpPr>
          <p:spPr>
            <a:xfrm rot="10800000" flipV="1">
              <a:off x="6589373" y="800782"/>
              <a:ext cx="510269" cy="142321"/>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rot="16200000" flipH="1">
              <a:off x="6784164" y="1011967"/>
              <a:ext cx="187419" cy="510266"/>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7281508" y="1362191"/>
              <a:ext cx="453676" cy="676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Elbow Connector 58"/>
            <p:cNvCxnSpPr/>
            <p:nvPr/>
          </p:nvCxnSpPr>
          <p:spPr>
            <a:xfrm rot="16200000" flipV="1">
              <a:off x="6954880" y="487369"/>
              <a:ext cx="142321" cy="372888"/>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rot="5400000">
              <a:off x="6963472" y="1306237"/>
              <a:ext cx="120065" cy="372888"/>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Rectangle 60"/>
            <p:cNvSpPr/>
            <p:nvPr/>
          </p:nvSpPr>
          <p:spPr>
            <a:xfrm>
              <a:off x="6363007" y="364329"/>
              <a:ext cx="609064" cy="348716"/>
            </a:xfrm>
            <a:prstGeom prst="rect">
              <a:avLst/>
            </a:prstGeom>
          </p:spPr>
          <p:txBody>
            <a:bodyPr wrap="square">
              <a:spAutoFit/>
            </a:bodyPr>
            <a:lstStyle/>
            <a:p>
              <a:pPr algn="ctr"/>
              <a:r>
                <a:rPr lang="en-IN" sz="1900" dirty="0" err="1"/>
                <a:t>R</a:t>
              </a:r>
              <a:r>
                <a:rPr lang="en-IN" sz="1900" i="1" dirty="0" err="1"/>
                <a:t>i</a:t>
              </a:r>
              <a:r>
                <a:rPr lang="en-IN" sz="1900" i="1" baseline="-25000" dirty="0" err="1"/>
                <a:t>in</a:t>
              </a:r>
              <a:endParaRPr lang="en-IN" i="1" baseline="-25000" dirty="0"/>
            </a:p>
          </p:txBody>
        </p:sp>
        <p:sp>
          <p:nvSpPr>
            <p:cNvPr id="62" name="Rectangle 61"/>
            <p:cNvSpPr/>
            <p:nvPr/>
          </p:nvSpPr>
          <p:spPr>
            <a:xfrm>
              <a:off x="6265213" y="1337596"/>
              <a:ext cx="609064" cy="348716"/>
            </a:xfrm>
            <a:prstGeom prst="rect">
              <a:avLst/>
            </a:prstGeom>
          </p:spPr>
          <p:txBody>
            <a:bodyPr wrap="square">
              <a:spAutoFit/>
            </a:bodyPr>
            <a:lstStyle/>
            <a:p>
              <a:pPr algn="ctr"/>
              <a:r>
                <a:rPr lang="en-IN" sz="1900" dirty="0" err="1"/>
                <a:t>R</a:t>
              </a:r>
              <a:r>
                <a:rPr lang="en-IN" sz="1900" i="1" dirty="0" err="1"/>
                <a:t>i</a:t>
              </a:r>
              <a:r>
                <a:rPr lang="en-IN" sz="1900" i="1" baseline="-25000" dirty="0" err="1"/>
                <a:t>out</a:t>
              </a:r>
              <a:endParaRPr lang="en-IN" i="1" baseline="-25000" dirty="0"/>
            </a:p>
          </p:txBody>
        </p:sp>
        <p:sp>
          <p:nvSpPr>
            <p:cNvPr id="63" name="Rectangle 62"/>
            <p:cNvSpPr/>
            <p:nvPr/>
          </p:nvSpPr>
          <p:spPr>
            <a:xfrm>
              <a:off x="6221390" y="2312325"/>
              <a:ext cx="785025" cy="22490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Y</a:t>
              </a:r>
              <a:endParaRPr lang="en-IN" i="1" dirty="0">
                <a:solidFill>
                  <a:schemeClr val="tx1"/>
                </a:solidFill>
              </a:endParaRPr>
            </a:p>
          </p:txBody>
        </p:sp>
        <p:cxnSp>
          <p:nvCxnSpPr>
            <p:cNvPr id="64" name="Straight Connector 63"/>
            <p:cNvCxnSpPr/>
            <p:nvPr/>
          </p:nvCxnSpPr>
          <p:spPr>
            <a:xfrm flipH="1">
              <a:off x="7320211" y="2165554"/>
              <a:ext cx="4317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Elbow Connector 64"/>
            <p:cNvCxnSpPr/>
            <p:nvPr/>
          </p:nvCxnSpPr>
          <p:spPr>
            <a:xfrm rot="10800000" flipV="1">
              <a:off x="6659962" y="2170002"/>
              <a:ext cx="510266" cy="142321"/>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rot="16200000" flipV="1">
              <a:off x="6984319" y="1799947"/>
              <a:ext cx="142321" cy="372888"/>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Rectangle 66"/>
            <p:cNvSpPr/>
            <p:nvPr/>
          </p:nvSpPr>
          <p:spPr>
            <a:xfrm>
              <a:off x="6387538" y="1733550"/>
              <a:ext cx="609065" cy="348716"/>
            </a:xfrm>
            <a:prstGeom prst="rect">
              <a:avLst/>
            </a:prstGeom>
          </p:spPr>
          <p:txBody>
            <a:bodyPr wrap="square">
              <a:spAutoFit/>
            </a:bodyPr>
            <a:lstStyle/>
            <a:p>
              <a:pPr algn="ctr"/>
              <a:r>
                <a:rPr lang="en-IN" sz="1900" dirty="0"/>
                <a:t>Y</a:t>
              </a:r>
              <a:r>
                <a:rPr lang="en-IN" sz="1900" i="1" baseline="-25000" dirty="0"/>
                <a:t>in</a:t>
              </a:r>
              <a:endParaRPr lang="en-IN" i="1" baseline="-25000" dirty="0"/>
            </a:p>
          </p:txBody>
        </p:sp>
        <p:sp>
          <p:nvSpPr>
            <p:cNvPr id="68" name="AutoShape 12"/>
            <p:cNvSpPr>
              <a:spLocks noChangeArrowheads="1"/>
            </p:cNvSpPr>
            <p:nvPr/>
          </p:nvSpPr>
          <p:spPr bwMode="auto">
            <a:xfrm rot="10800000" flipH="1" flipV="1">
              <a:off x="5643857" y="2729299"/>
              <a:ext cx="930298" cy="166364"/>
            </a:xfrm>
            <a:custGeom>
              <a:avLst/>
              <a:gdLst>
                <a:gd name="G0" fmla="+- 5399 0 0"/>
                <a:gd name="G1" fmla="+- 21600 0 5399"/>
                <a:gd name="G2" fmla="*/ 5399 1 2"/>
                <a:gd name="G3" fmla="+- 21600 0 G2"/>
                <a:gd name="G4" fmla="+/ 5399 21600 2"/>
                <a:gd name="G5" fmla="+/ G1 0 2"/>
                <a:gd name="G6" fmla="*/ 21600 21600 5399"/>
                <a:gd name="G7" fmla="*/ G6 1 2"/>
                <a:gd name="G8" fmla="+- 21600 0 G7"/>
                <a:gd name="G9" fmla="*/ 21600 1 2"/>
                <a:gd name="G10" fmla="+- 5399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399" y="21600"/>
                  </a:lnTo>
                  <a:lnTo>
                    <a:pt x="16201" y="21600"/>
                  </a:lnTo>
                  <a:lnTo>
                    <a:pt x="21600" y="0"/>
                  </a:lnTo>
                  <a:close/>
                </a:path>
              </a:pathLst>
            </a:custGeom>
            <a:noFill/>
            <a:ln w="25400">
              <a:solidFill>
                <a:schemeClr val="tx1"/>
              </a:solidFill>
              <a:miter lim="800000"/>
              <a:headEnd/>
              <a:tailEnd/>
            </a:ln>
            <a:effectLst/>
          </p:spPr>
          <p:txBody>
            <a:bodyPr wrap="none" anchor="ctr"/>
            <a:lstStyle/>
            <a:p>
              <a:r>
                <a:rPr lang="en-IN" sz="1500" dirty="0"/>
                <a:t>MUX</a:t>
              </a:r>
            </a:p>
          </p:txBody>
        </p:sp>
        <p:cxnSp>
          <p:nvCxnSpPr>
            <p:cNvPr id="69" name="Elbow Connector 68"/>
            <p:cNvCxnSpPr/>
            <p:nvPr/>
          </p:nvCxnSpPr>
          <p:spPr>
            <a:xfrm rot="5400000">
              <a:off x="6373669" y="2565041"/>
              <a:ext cx="192970" cy="127524"/>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a:off x="5729382" y="2521078"/>
              <a:ext cx="0" cy="20421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AutoShape 12"/>
            <p:cNvSpPr>
              <a:spLocks noChangeArrowheads="1"/>
            </p:cNvSpPr>
            <p:nvPr/>
          </p:nvSpPr>
          <p:spPr bwMode="auto">
            <a:xfrm rot="10800000" flipH="1" flipV="1">
              <a:off x="6127362" y="3045527"/>
              <a:ext cx="971161" cy="308847"/>
            </a:xfrm>
            <a:custGeom>
              <a:avLst/>
              <a:gdLst>
                <a:gd name="G0" fmla="+- 5399 0 0"/>
                <a:gd name="G1" fmla="+- 21600 0 5399"/>
                <a:gd name="G2" fmla="*/ 5399 1 2"/>
                <a:gd name="G3" fmla="+- 21600 0 G2"/>
                <a:gd name="G4" fmla="+/ 5399 21600 2"/>
                <a:gd name="G5" fmla="+/ G1 0 2"/>
                <a:gd name="G6" fmla="*/ 21600 21600 5399"/>
                <a:gd name="G7" fmla="*/ G6 1 2"/>
                <a:gd name="G8" fmla="+- 21600 0 G7"/>
                <a:gd name="G9" fmla="*/ 21600 1 2"/>
                <a:gd name="G10" fmla="+- 5399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399" y="21600"/>
                  </a:lnTo>
                  <a:lnTo>
                    <a:pt x="16201" y="21600"/>
                  </a:lnTo>
                  <a:lnTo>
                    <a:pt x="21600" y="0"/>
                  </a:lnTo>
                  <a:close/>
                </a:path>
              </a:pathLst>
            </a:custGeom>
            <a:noFill/>
            <a:ln w="25400">
              <a:solidFill>
                <a:schemeClr val="tx1"/>
              </a:solidFill>
              <a:miter lim="800000"/>
              <a:headEnd/>
              <a:tailEnd/>
            </a:ln>
            <a:effectLst/>
          </p:spPr>
          <p:txBody>
            <a:bodyPr wrap="none" anchor="ctr"/>
            <a:lstStyle/>
            <a:p>
              <a:r>
                <a:rPr lang="en-IN" sz="2100" dirty="0"/>
                <a:t>ALU</a:t>
              </a:r>
            </a:p>
          </p:txBody>
        </p:sp>
        <p:grpSp>
          <p:nvGrpSpPr>
            <p:cNvPr id="72" name="Group 71"/>
            <p:cNvGrpSpPr/>
            <p:nvPr/>
          </p:nvGrpSpPr>
          <p:grpSpPr>
            <a:xfrm>
              <a:off x="6864130" y="2876548"/>
              <a:ext cx="925077" cy="183578"/>
              <a:chOff x="3113481" y="3299205"/>
              <a:chExt cx="1232391" cy="186596"/>
            </a:xfrm>
          </p:grpSpPr>
          <p:cxnSp>
            <p:nvCxnSpPr>
              <p:cNvPr id="92" name="Straight Connector 91"/>
              <p:cNvCxnSpPr/>
              <p:nvPr/>
            </p:nvCxnSpPr>
            <p:spPr>
              <a:xfrm flipH="1">
                <a:off x="3113481" y="3299208"/>
                <a:ext cx="12323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p:nvPr/>
            </p:nvCxnSpPr>
            <p:spPr>
              <a:xfrm>
                <a:off x="3113481" y="3299205"/>
                <a:ext cx="0" cy="18659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73" name="Straight Arrow Connector 72"/>
            <p:cNvCxnSpPr/>
            <p:nvPr/>
          </p:nvCxnSpPr>
          <p:spPr>
            <a:xfrm>
              <a:off x="5480991" y="2816963"/>
              <a:ext cx="25535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5289105" y="2682799"/>
              <a:ext cx="467479" cy="306870"/>
            </a:xfrm>
            <a:prstGeom prst="rect">
              <a:avLst/>
            </a:prstGeom>
            <a:noFill/>
          </p:spPr>
          <p:txBody>
            <a:bodyPr wrap="square" rtlCol="0">
              <a:spAutoFit/>
            </a:bodyPr>
            <a:lstStyle/>
            <a:p>
              <a:r>
                <a:rPr lang="en-IN" sz="1600" dirty="0"/>
                <a:t>S</a:t>
              </a:r>
              <a:endParaRPr lang="en-IN" dirty="0"/>
            </a:p>
          </p:txBody>
        </p:sp>
        <p:sp>
          <p:nvSpPr>
            <p:cNvPr id="75" name="TextBox 74"/>
            <p:cNvSpPr txBox="1"/>
            <p:nvPr/>
          </p:nvSpPr>
          <p:spPr>
            <a:xfrm>
              <a:off x="5485036" y="2425420"/>
              <a:ext cx="238824" cy="292921"/>
            </a:xfrm>
            <a:prstGeom prst="rect">
              <a:avLst/>
            </a:prstGeom>
            <a:noFill/>
          </p:spPr>
          <p:txBody>
            <a:bodyPr wrap="square" rtlCol="0">
              <a:spAutoFit/>
            </a:bodyPr>
            <a:lstStyle/>
            <a:p>
              <a:r>
                <a:rPr lang="en-IN" sz="1500" dirty="0"/>
                <a:t>4</a:t>
              </a:r>
              <a:endParaRPr lang="en-IN" dirty="0"/>
            </a:p>
          </p:txBody>
        </p:sp>
        <p:sp>
          <p:nvSpPr>
            <p:cNvPr id="76" name="Rectangle 75"/>
            <p:cNvSpPr/>
            <p:nvPr/>
          </p:nvSpPr>
          <p:spPr>
            <a:xfrm>
              <a:off x="6623108" y="3504128"/>
              <a:ext cx="137229" cy="1409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dirty="0">
                  <a:solidFill>
                    <a:schemeClr val="tx1"/>
                  </a:solidFill>
                </a:rPr>
                <a:t>X</a:t>
              </a:r>
            </a:p>
          </p:txBody>
        </p:sp>
        <p:cxnSp>
          <p:nvCxnSpPr>
            <p:cNvPr id="77" name="Straight Arrow Connector 76"/>
            <p:cNvCxnSpPr>
              <a:stCxn id="76" idx="2"/>
            </p:cNvCxnSpPr>
            <p:nvPr/>
          </p:nvCxnSpPr>
          <p:spPr>
            <a:xfrm>
              <a:off x="6691722" y="3645044"/>
              <a:ext cx="2546" cy="1431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6691722" y="3349683"/>
              <a:ext cx="0" cy="15444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Rectangle 78"/>
            <p:cNvSpPr/>
            <p:nvPr/>
          </p:nvSpPr>
          <p:spPr>
            <a:xfrm>
              <a:off x="6432497" y="3801045"/>
              <a:ext cx="518449" cy="1598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500" dirty="0">
                  <a:solidFill>
                    <a:schemeClr val="tx1"/>
                  </a:solidFill>
                </a:rPr>
                <a:t>Z</a:t>
              </a:r>
            </a:p>
          </p:txBody>
        </p:sp>
        <p:sp>
          <p:nvSpPr>
            <p:cNvPr id="80" name="Rectangle 79"/>
            <p:cNvSpPr/>
            <p:nvPr/>
          </p:nvSpPr>
          <p:spPr>
            <a:xfrm>
              <a:off x="7167115" y="3810528"/>
              <a:ext cx="137229" cy="1409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dirty="0">
                  <a:solidFill>
                    <a:schemeClr val="tx1"/>
                  </a:solidFill>
                </a:rPr>
                <a:t>X</a:t>
              </a:r>
            </a:p>
          </p:txBody>
        </p:sp>
        <p:cxnSp>
          <p:nvCxnSpPr>
            <p:cNvPr id="81" name="Straight Connector 80"/>
            <p:cNvCxnSpPr>
              <a:stCxn id="79" idx="3"/>
              <a:endCxn id="80" idx="1"/>
            </p:cNvCxnSpPr>
            <p:nvPr/>
          </p:nvCxnSpPr>
          <p:spPr>
            <a:xfrm>
              <a:off x="6950946" y="3880986"/>
              <a:ext cx="21616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80" idx="3"/>
            </p:cNvCxnSpPr>
            <p:nvPr/>
          </p:nvCxnSpPr>
          <p:spPr>
            <a:xfrm>
              <a:off x="7304344" y="3880986"/>
              <a:ext cx="42331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Rectangle 82"/>
            <p:cNvSpPr/>
            <p:nvPr/>
          </p:nvSpPr>
          <p:spPr>
            <a:xfrm>
              <a:off x="5866777" y="3402725"/>
              <a:ext cx="609064" cy="348716"/>
            </a:xfrm>
            <a:prstGeom prst="rect">
              <a:avLst/>
            </a:prstGeom>
          </p:spPr>
          <p:txBody>
            <a:bodyPr wrap="square">
              <a:spAutoFit/>
            </a:bodyPr>
            <a:lstStyle/>
            <a:p>
              <a:pPr algn="ctr"/>
              <a:r>
                <a:rPr lang="en-IN" sz="1900" dirty="0"/>
                <a:t>Z</a:t>
              </a:r>
              <a:r>
                <a:rPr lang="en-IN" sz="1900" i="1" baseline="-25000" dirty="0"/>
                <a:t>in</a:t>
              </a:r>
              <a:endParaRPr lang="en-IN" i="1" baseline="-25000" dirty="0"/>
            </a:p>
          </p:txBody>
        </p:sp>
        <p:cxnSp>
          <p:nvCxnSpPr>
            <p:cNvPr id="84" name="Straight Connector 83"/>
            <p:cNvCxnSpPr>
              <a:stCxn id="76" idx="1"/>
            </p:cNvCxnSpPr>
            <p:nvPr/>
          </p:nvCxnSpPr>
          <p:spPr>
            <a:xfrm flipH="1">
              <a:off x="6363007" y="3574586"/>
              <a:ext cx="2601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Rectangle 84"/>
            <p:cNvSpPr/>
            <p:nvPr/>
          </p:nvSpPr>
          <p:spPr>
            <a:xfrm>
              <a:off x="6842730" y="4018461"/>
              <a:ext cx="609064" cy="348716"/>
            </a:xfrm>
            <a:prstGeom prst="rect">
              <a:avLst/>
            </a:prstGeom>
          </p:spPr>
          <p:txBody>
            <a:bodyPr wrap="square">
              <a:spAutoFit/>
            </a:bodyPr>
            <a:lstStyle/>
            <a:p>
              <a:pPr algn="ctr"/>
              <a:r>
                <a:rPr lang="en-IN" sz="1900" dirty="0" err="1"/>
                <a:t>Z</a:t>
              </a:r>
              <a:r>
                <a:rPr lang="en-IN" sz="1900" i="1" baseline="-25000" dirty="0" err="1"/>
                <a:t>out</a:t>
              </a:r>
              <a:endParaRPr lang="en-IN" i="1" baseline="-25000" dirty="0"/>
            </a:p>
          </p:txBody>
        </p:sp>
        <p:cxnSp>
          <p:nvCxnSpPr>
            <p:cNvPr id="86" name="Straight Connector 85"/>
            <p:cNvCxnSpPr>
              <a:stCxn id="80" idx="2"/>
            </p:cNvCxnSpPr>
            <p:nvPr/>
          </p:nvCxnSpPr>
          <p:spPr>
            <a:xfrm>
              <a:off x="7235729" y="3951443"/>
              <a:ext cx="0" cy="1479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Rectangle 86"/>
            <p:cNvSpPr/>
            <p:nvPr/>
          </p:nvSpPr>
          <p:spPr>
            <a:xfrm>
              <a:off x="7182982" y="2065097"/>
              <a:ext cx="137229" cy="1409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dirty="0">
                  <a:solidFill>
                    <a:schemeClr val="tx1"/>
                  </a:solidFill>
                </a:rPr>
                <a:t>X</a:t>
              </a:r>
            </a:p>
          </p:txBody>
        </p:sp>
        <p:sp>
          <p:nvSpPr>
            <p:cNvPr id="88" name="Rectangle 87"/>
            <p:cNvSpPr/>
            <p:nvPr/>
          </p:nvSpPr>
          <p:spPr>
            <a:xfrm>
              <a:off x="7136753" y="1291733"/>
              <a:ext cx="137229" cy="1409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dirty="0">
                  <a:solidFill>
                    <a:schemeClr val="tx1"/>
                  </a:solidFill>
                </a:rPr>
                <a:t>X</a:t>
              </a:r>
            </a:p>
          </p:txBody>
        </p:sp>
        <p:sp>
          <p:nvSpPr>
            <p:cNvPr id="89" name="Rectangle 88"/>
            <p:cNvSpPr/>
            <p:nvPr/>
          </p:nvSpPr>
          <p:spPr>
            <a:xfrm>
              <a:off x="7131679" y="745865"/>
              <a:ext cx="137229" cy="1409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300" dirty="0">
                  <a:solidFill>
                    <a:schemeClr val="tx1"/>
                  </a:solidFill>
                </a:rPr>
                <a:t>X</a:t>
              </a:r>
            </a:p>
          </p:txBody>
        </p:sp>
        <p:cxnSp>
          <p:nvCxnSpPr>
            <p:cNvPr id="90" name="Straight Connector 89"/>
            <p:cNvCxnSpPr>
              <a:stCxn id="89" idx="3"/>
            </p:cNvCxnSpPr>
            <p:nvPr/>
          </p:nvCxnSpPr>
          <p:spPr>
            <a:xfrm>
              <a:off x="7268908" y="816323"/>
              <a:ext cx="5202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p:nvPr/>
          </p:nvCxnSpPr>
          <p:spPr>
            <a:xfrm>
              <a:off x="6229877" y="2885806"/>
              <a:ext cx="2546" cy="1431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289284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5C44A-919C-5EE1-3ACE-E18737F5D7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D2C843-0B75-F717-5728-26DC917BDA6C}"/>
              </a:ext>
            </a:extLst>
          </p:cNvPr>
          <p:cNvSpPr>
            <a:spLocks noGrp="1"/>
          </p:cNvSpPr>
          <p:nvPr>
            <p:ph type="title"/>
          </p:nvPr>
        </p:nvSpPr>
        <p:spPr>
          <a:xfrm>
            <a:off x="376370" y="365125"/>
            <a:ext cx="10515600" cy="1325563"/>
          </a:xfrm>
        </p:spPr>
        <p:txBody>
          <a:bodyPr>
            <a:normAutofit/>
          </a:bodyPr>
          <a:lstStyle/>
          <a:p>
            <a:r>
              <a:rPr lang="en-IN" dirty="0"/>
              <a:t>Execution of a Complete Instruction</a:t>
            </a:r>
          </a:p>
        </p:txBody>
      </p:sp>
      <p:sp>
        <p:nvSpPr>
          <p:cNvPr id="3" name="Content Placeholder 2">
            <a:extLst>
              <a:ext uri="{FF2B5EF4-FFF2-40B4-BE49-F238E27FC236}">
                <a16:creationId xmlns:a16="http://schemas.microsoft.com/office/drawing/2014/main" id="{716F3ECD-4D79-0A2C-0050-4E16ECED30AF}"/>
              </a:ext>
            </a:extLst>
          </p:cNvPr>
          <p:cNvSpPr>
            <a:spLocks noGrp="1"/>
          </p:cNvSpPr>
          <p:nvPr>
            <p:ph idx="1"/>
          </p:nvPr>
        </p:nvSpPr>
        <p:spPr>
          <a:xfrm>
            <a:off x="609600" y="1600202"/>
            <a:ext cx="5588000" cy="4218115"/>
          </a:xfrm>
        </p:spPr>
        <p:txBody>
          <a:bodyPr>
            <a:normAutofit/>
          </a:bodyPr>
          <a:lstStyle/>
          <a:p>
            <a:pPr marL="0" indent="0">
              <a:buNone/>
            </a:pPr>
            <a:r>
              <a:rPr lang="en-IN" b="1" dirty="0">
                <a:solidFill>
                  <a:srgbClr val="800000"/>
                </a:solidFill>
              </a:rPr>
              <a:t>ADD R1, R2      </a:t>
            </a:r>
            <a:r>
              <a:rPr lang="en-IN" dirty="0"/>
              <a:t>// R1 = R1 + R2</a:t>
            </a:r>
          </a:p>
          <a:p>
            <a:pPr marL="0" indent="0">
              <a:buNone/>
            </a:pPr>
            <a:endParaRPr lang="en-IN" sz="2400" dirty="0"/>
          </a:p>
          <a:p>
            <a:pPr marL="0" indent="0">
              <a:spcAft>
                <a:spcPts val="1000"/>
              </a:spcAft>
              <a:buNone/>
            </a:pPr>
            <a:r>
              <a:rPr lang="en-IN" sz="2400" dirty="0"/>
              <a:t>T1:  </a:t>
            </a:r>
            <a:r>
              <a:rPr lang="en-IN" sz="2400" dirty="0" err="1"/>
              <a:t>PC</a:t>
            </a:r>
            <a:r>
              <a:rPr lang="en-IN" sz="2400" baseline="-25000" dirty="0" err="1"/>
              <a:t>out</a:t>
            </a:r>
            <a:r>
              <a:rPr lang="en-IN" sz="2400" dirty="0"/>
              <a:t>, </a:t>
            </a:r>
            <a:r>
              <a:rPr lang="en-IN" sz="2400" dirty="0" err="1"/>
              <a:t>MAR</a:t>
            </a:r>
            <a:r>
              <a:rPr lang="en-IN" sz="2400" baseline="-25000" dirty="0" err="1"/>
              <a:t>in</a:t>
            </a:r>
            <a:r>
              <a:rPr lang="en-IN" sz="2400" dirty="0"/>
              <a:t>, Read, Select4, ADD, Z</a:t>
            </a:r>
            <a:r>
              <a:rPr lang="en-IN" sz="2400" baseline="-25000" dirty="0"/>
              <a:t>in</a:t>
            </a:r>
          </a:p>
          <a:p>
            <a:pPr marL="0" indent="0">
              <a:spcAft>
                <a:spcPts val="1000"/>
              </a:spcAft>
              <a:buNone/>
            </a:pPr>
            <a:r>
              <a:rPr lang="en-IN" dirty="0"/>
              <a:t>T2:  </a:t>
            </a:r>
            <a:r>
              <a:rPr lang="en-IN" dirty="0" err="1"/>
              <a:t>Z</a:t>
            </a:r>
            <a:r>
              <a:rPr lang="en-IN" baseline="-25000" dirty="0" err="1"/>
              <a:t>out</a:t>
            </a:r>
            <a:r>
              <a:rPr lang="en-IN" dirty="0"/>
              <a:t>, </a:t>
            </a:r>
            <a:r>
              <a:rPr lang="en-IN" dirty="0" err="1"/>
              <a:t>PC</a:t>
            </a:r>
            <a:r>
              <a:rPr lang="en-IN" baseline="-25000" dirty="0" err="1"/>
              <a:t>in</a:t>
            </a:r>
            <a:r>
              <a:rPr lang="en-IN" dirty="0"/>
              <a:t>, Y</a:t>
            </a:r>
            <a:r>
              <a:rPr lang="en-IN" baseline="-25000" dirty="0"/>
              <a:t>in</a:t>
            </a:r>
            <a:r>
              <a:rPr lang="en-IN" dirty="0"/>
              <a:t>, </a:t>
            </a:r>
            <a:r>
              <a:rPr lang="en-IN" dirty="0" err="1"/>
              <a:t>MDR</a:t>
            </a:r>
            <a:r>
              <a:rPr lang="en-IN" baseline="-25000" dirty="0" err="1"/>
              <a:t>inE</a:t>
            </a:r>
            <a:r>
              <a:rPr lang="en-IN" baseline="-25000" dirty="0"/>
              <a:t> </a:t>
            </a:r>
            <a:r>
              <a:rPr lang="en-IN" dirty="0"/>
              <a:t>,WMFC</a:t>
            </a:r>
            <a:endParaRPr lang="en-IN" baseline="-25000" dirty="0"/>
          </a:p>
          <a:p>
            <a:pPr marL="0" indent="0">
              <a:spcAft>
                <a:spcPts val="1000"/>
              </a:spcAft>
              <a:buNone/>
            </a:pPr>
            <a:r>
              <a:rPr lang="en-IN" sz="2400" dirty="0"/>
              <a:t>T3:  </a:t>
            </a:r>
            <a:r>
              <a:rPr lang="en-IN" sz="2400" dirty="0" err="1"/>
              <a:t>MDR</a:t>
            </a:r>
            <a:r>
              <a:rPr lang="en-IN" sz="2400" baseline="-25000" dirty="0" err="1"/>
              <a:t>out</a:t>
            </a:r>
            <a:r>
              <a:rPr lang="en-IN" sz="2400" dirty="0"/>
              <a:t>, </a:t>
            </a:r>
            <a:r>
              <a:rPr lang="en-IN" sz="2400" dirty="0" err="1"/>
              <a:t>IR</a:t>
            </a:r>
            <a:r>
              <a:rPr lang="en-IN" sz="2400" baseline="-25000" dirty="0" err="1"/>
              <a:t>in</a:t>
            </a:r>
            <a:endParaRPr lang="en-IN" sz="2400" baseline="-25000" dirty="0"/>
          </a:p>
          <a:p>
            <a:pPr marL="0" indent="0">
              <a:spcAft>
                <a:spcPts val="1000"/>
              </a:spcAft>
              <a:buNone/>
            </a:pPr>
            <a:r>
              <a:rPr lang="en-IN" sz="2400" dirty="0"/>
              <a:t>T4:  R1</a:t>
            </a:r>
            <a:r>
              <a:rPr lang="en-IN" sz="2400" baseline="-25000" dirty="0"/>
              <a:t>out</a:t>
            </a:r>
            <a:r>
              <a:rPr lang="en-IN" sz="2400" dirty="0"/>
              <a:t>, Y</a:t>
            </a:r>
            <a:r>
              <a:rPr lang="en-IN" sz="2400" baseline="-25000" dirty="0"/>
              <a:t>in</a:t>
            </a:r>
            <a:r>
              <a:rPr lang="en-IN" sz="2400" dirty="0"/>
              <a:t>, </a:t>
            </a:r>
            <a:r>
              <a:rPr lang="en-IN" sz="2400" dirty="0" err="1"/>
              <a:t>SelectY</a:t>
            </a:r>
            <a:endParaRPr lang="en-IN" sz="2400" dirty="0"/>
          </a:p>
          <a:p>
            <a:pPr marL="0" indent="0">
              <a:spcAft>
                <a:spcPts val="1000"/>
              </a:spcAft>
              <a:buNone/>
            </a:pPr>
            <a:r>
              <a:rPr lang="en-IN" sz="2400" dirty="0"/>
              <a:t>T5:  R2</a:t>
            </a:r>
            <a:r>
              <a:rPr lang="en-IN" sz="2400" baseline="-25000" dirty="0"/>
              <a:t>out</a:t>
            </a:r>
            <a:r>
              <a:rPr lang="en-IN" sz="2400" dirty="0"/>
              <a:t>, ADD, Z</a:t>
            </a:r>
            <a:r>
              <a:rPr lang="en-IN" sz="2400" baseline="-25000" dirty="0"/>
              <a:t>in</a:t>
            </a:r>
          </a:p>
          <a:p>
            <a:pPr marL="0" indent="0">
              <a:spcAft>
                <a:spcPts val="1000"/>
              </a:spcAft>
              <a:buNone/>
            </a:pPr>
            <a:r>
              <a:rPr lang="en-IN" sz="2400" dirty="0"/>
              <a:t>T6:  </a:t>
            </a:r>
            <a:r>
              <a:rPr lang="en-IN" sz="2400" dirty="0" err="1"/>
              <a:t>Z</a:t>
            </a:r>
            <a:r>
              <a:rPr lang="en-IN" sz="2400" baseline="-25000" dirty="0" err="1"/>
              <a:t>out</a:t>
            </a:r>
            <a:r>
              <a:rPr lang="en-IN" sz="2400" dirty="0"/>
              <a:t>, R1</a:t>
            </a:r>
            <a:r>
              <a:rPr lang="en-IN" sz="2400" baseline="-25000" dirty="0"/>
              <a:t>in</a:t>
            </a:r>
          </a:p>
        </p:txBody>
      </p:sp>
      <p:sp>
        <p:nvSpPr>
          <p:cNvPr id="4" name="Slide Number Placeholder 3">
            <a:extLst>
              <a:ext uri="{FF2B5EF4-FFF2-40B4-BE49-F238E27FC236}">
                <a16:creationId xmlns:a16="http://schemas.microsoft.com/office/drawing/2014/main" id="{E8DC7E95-71E6-116A-EF32-3EDF9B893994}"/>
              </a:ext>
            </a:extLst>
          </p:cNvPr>
          <p:cNvSpPr>
            <a:spLocks noGrp="1"/>
          </p:cNvSpPr>
          <p:nvPr>
            <p:ph type="sldNum" sz="quarter" idx="12"/>
          </p:nvPr>
        </p:nvSpPr>
        <p:spPr/>
        <p:txBody>
          <a:bodyPr/>
          <a:lstStyle/>
          <a:p>
            <a:fld id="{F815AC96-4A5A-4699-9DBD-ACAB251D8CBA}" type="slidenum">
              <a:rPr lang="en-US" smtClean="0"/>
              <a:t>35</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00969206-88E0-634C-21B8-C3E5170D4131}"/>
                  </a:ext>
                </a:extLst>
              </p14:cNvPr>
              <p14:cNvContentPartPr/>
              <p14:nvPr/>
            </p14:nvContentPartPr>
            <p14:xfrm>
              <a:off x="371160" y="2351880"/>
              <a:ext cx="1345320" cy="1748880"/>
            </p14:xfrm>
          </p:contentPart>
        </mc:Choice>
        <mc:Fallback xmlns="">
          <p:pic>
            <p:nvPicPr>
              <p:cNvPr id="5" name="Ink 4">
                <a:extLst>
                  <a:ext uri="{FF2B5EF4-FFF2-40B4-BE49-F238E27FC236}">
                    <a16:creationId xmlns:a16="http://schemas.microsoft.com/office/drawing/2014/main" id="{00969206-88E0-634C-21B8-C3E5170D4131}"/>
                  </a:ext>
                </a:extLst>
              </p:cNvPr>
              <p:cNvPicPr/>
              <p:nvPr/>
            </p:nvPicPr>
            <p:blipFill>
              <a:blip r:embed="rId3"/>
              <a:stretch>
                <a:fillRect/>
              </a:stretch>
            </p:blipFill>
            <p:spPr>
              <a:xfrm>
                <a:off x="361800" y="2342520"/>
                <a:ext cx="1364040" cy="1767600"/>
              </a:xfrm>
              <a:prstGeom prst="rect">
                <a:avLst/>
              </a:prstGeom>
            </p:spPr>
          </p:pic>
        </mc:Fallback>
      </mc:AlternateContent>
      <p:pic>
        <p:nvPicPr>
          <p:cNvPr id="6" name="Picture 5">
            <a:extLst>
              <a:ext uri="{FF2B5EF4-FFF2-40B4-BE49-F238E27FC236}">
                <a16:creationId xmlns:a16="http://schemas.microsoft.com/office/drawing/2014/main" id="{C0EE834C-A87E-63D8-261D-810611F2BF45}"/>
              </a:ext>
            </a:extLst>
          </p:cNvPr>
          <p:cNvPicPr>
            <a:picLocks noChangeAspect="1"/>
          </p:cNvPicPr>
          <p:nvPr/>
        </p:nvPicPr>
        <p:blipFill>
          <a:blip r:embed="rId4"/>
          <a:stretch>
            <a:fillRect/>
          </a:stretch>
        </p:blipFill>
        <p:spPr>
          <a:xfrm>
            <a:off x="5828630" y="2326418"/>
            <a:ext cx="6192827" cy="2961408"/>
          </a:xfrm>
          <a:prstGeom prst="rect">
            <a:avLst/>
          </a:prstGeom>
        </p:spPr>
      </p:pic>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2C46EF30-6589-8607-28BA-60BA70FB0AB8}"/>
                  </a:ext>
                </a:extLst>
              </p14:cNvPr>
              <p14:cNvContentPartPr/>
              <p14:nvPr/>
            </p14:nvContentPartPr>
            <p14:xfrm>
              <a:off x="684360" y="1554480"/>
              <a:ext cx="9249840" cy="4127040"/>
            </p14:xfrm>
          </p:contentPart>
        </mc:Choice>
        <mc:Fallback xmlns="">
          <p:pic>
            <p:nvPicPr>
              <p:cNvPr id="7" name="Ink 6">
                <a:extLst>
                  <a:ext uri="{FF2B5EF4-FFF2-40B4-BE49-F238E27FC236}">
                    <a16:creationId xmlns:a16="http://schemas.microsoft.com/office/drawing/2014/main" id="{2C46EF30-6589-8607-28BA-60BA70FB0AB8}"/>
                  </a:ext>
                </a:extLst>
              </p:cNvPr>
              <p:cNvPicPr/>
              <p:nvPr/>
            </p:nvPicPr>
            <p:blipFill>
              <a:blip r:embed="rId6"/>
              <a:stretch>
                <a:fillRect/>
              </a:stretch>
            </p:blipFill>
            <p:spPr>
              <a:xfrm>
                <a:off x="675000" y="1545120"/>
                <a:ext cx="9268560" cy="4145760"/>
              </a:xfrm>
              <a:prstGeom prst="rect">
                <a:avLst/>
              </a:prstGeom>
            </p:spPr>
          </p:pic>
        </mc:Fallback>
      </mc:AlternateContent>
    </p:spTree>
    <p:extLst>
      <p:ext uri="{BB962C8B-B14F-4D97-AF65-F5344CB8AC3E}">
        <p14:creationId xmlns:p14="http://schemas.microsoft.com/office/powerpoint/2010/main" val="33376523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E37A2-0A37-B683-F079-FBA8CDAB33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DE90CB-7A22-276E-225E-F4A4E9CABFA4}"/>
              </a:ext>
            </a:extLst>
          </p:cNvPr>
          <p:cNvSpPr>
            <a:spLocks noGrp="1"/>
          </p:cNvSpPr>
          <p:nvPr>
            <p:ph type="title"/>
          </p:nvPr>
        </p:nvSpPr>
        <p:spPr>
          <a:xfrm>
            <a:off x="376370" y="365125"/>
            <a:ext cx="10515600" cy="1325563"/>
          </a:xfrm>
        </p:spPr>
        <p:txBody>
          <a:bodyPr>
            <a:normAutofit/>
          </a:bodyPr>
          <a:lstStyle/>
          <a:p>
            <a:r>
              <a:rPr lang="en-IN" dirty="0"/>
              <a:t>Execution of a Complete Instruction</a:t>
            </a:r>
          </a:p>
        </p:txBody>
      </p:sp>
      <p:sp>
        <p:nvSpPr>
          <p:cNvPr id="3" name="Content Placeholder 2">
            <a:extLst>
              <a:ext uri="{FF2B5EF4-FFF2-40B4-BE49-F238E27FC236}">
                <a16:creationId xmlns:a16="http://schemas.microsoft.com/office/drawing/2014/main" id="{11303653-D17C-A882-03B9-9C658459588E}"/>
              </a:ext>
            </a:extLst>
          </p:cNvPr>
          <p:cNvSpPr>
            <a:spLocks noGrp="1"/>
          </p:cNvSpPr>
          <p:nvPr>
            <p:ph idx="1"/>
          </p:nvPr>
        </p:nvSpPr>
        <p:spPr>
          <a:xfrm>
            <a:off x="609600" y="1600202"/>
            <a:ext cx="5588000" cy="4218115"/>
          </a:xfrm>
        </p:spPr>
        <p:txBody>
          <a:bodyPr>
            <a:normAutofit/>
          </a:bodyPr>
          <a:lstStyle/>
          <a:p>
            <a:pPr marL="0" indent="0">
              <a:buNone/>
            </a:pPr>
            <a:r>
              <a:rPr lang="en-IN" b="1" dirty="0">
                <a:solidFill>
                  <a:srgbClr val="800000"/>
                </a:solidFill>
              </a:rPr>
              <a:t>ADD R1, R2      </a:t>
            </a:r>
            <a:r>
              <a:rPr lang="en-IN" dirty="0"/>
              <a:t>// R1 = R1 + R2</a:t>
            </a:r>
          </a:p>
          <a:p>
            <a:pPr marL="0" indent="0">
              <a:buNone/>
            </a:pPr>
            <a:endParaRPr lang="en-IN" sz="2400" dirty="0"/>
          </a:p>
          <a:p>
            <a:pPr marL="0" indent="0">
              <a:spcAft>
                <a:spcPts val="1000"/>
              </a:spcAft>
              <a:buNone/>
            </a:pPr>
            <a:r>
              <a:rPr lang="en-IN" sz="2400" dirty="0"/>
              <a:t>T1:  </a:t>
            </a:r>
            <a:r>
              <a:rPr lang="en-IN" sz="2400" dirty="0" err="1"/>
              <a:t>PC</a:t>
            </a:r>
            <a:r>
              <a:rPr lang="en-IN" sz="2400" baseline="-25000" dirty="0" err="1"/>
              <a:t>out</a:t>
            </a:r>
            <a:r>
              <a:rPr lang="en-IN" sz="2400" dirty="0"/>
              <a:t>, </a:t>
            </a:r>
            <a:r>
              <a:rPr lang="en-IN" sz="2400" dirty="0" err="1"/>
              <a:t>MAR</a:t>
            </a:r>
            <a:r>
              <a:rPr lang="en-IN" sz="2400" baseline="-25000" dirty="0" err="1"/>
              <a:t>in</a:t>
            </a:r>
            <a:r>
              <a:rPr lang="en-IN" sz="2400" dirty="0"/>
              <a:t>, Read, Select4, ADD, Z</a:t>
            </a:r>
            <a:r>
              <a:rPr lang="en-IN" sz="2400" baseline="-25000" dirty="0"/>
              <a:t>in</a:t>
            </a:r>
          </a:p>
          <a:p>
            <a:pPr marL="0" indent="0">
              <a:spcAft>
                <a:spcPts val="1000"/>
              </a:spcAft>
              <a:buNone/>
            </a:pPr>
            <a:r>
              <a:rPr lang="en-IN" dirty="0"/>
              <a:t>T2:  </a:t>
            </a:r>
            <a:r>
              <a:rPr lang="en-IN" dirty="0" err="1"/>
              <a:t>Z</a:t>
            </a:r>
            <a:r>
              <a:rPr lang="en-IN" baseline="-25000" dirty="0" err="1"/>
              <a:t>out</a:t>
            </a:r>
            <a:r>
              <a:rPr lang="en-IN" dirty="0"/>
              <a:t>, </a:t>
            </a:r>
            <a:r>
              <a:rPr lang="en-IN" dirty="0" err="1"/>
              <a:t>PC</a:t>
            </a:r>
            <a:r>
              <a:rPr lang="en-IN" baseline="-25000" dirty="0" err="1"/>
              <a:t>in</a:t>
            </a:r>
            <a:r>
              <a:rPr lang="en-IN" dirty="0"/>
              <a:t>, Y</a:t>
            </a:r>
            <a:r>
              <a:rPr lang="en-IN" baseline="-25000" dirty="0"/>
              <a:t>in</a:t>
            </a:r>
            <a:r>
              <a:rPr lang="en-IN" dirty="0"/>
              <a:t>, </a:t>
            </a:r>
            <a:r>
              <a:rPr lang="en-IN" dirty="0" err="1"/>
              <a:t>MDR</a:t>
            </a:r>
            <a:r>
              <a:rPr lang="en-IN" baseline="-25000" dirty="0" err="1"/>
              <a:t>inE</a:t>
            </a:r>
            <a:r>
              <a:rPr lang="en-IN" baseline="-25000" dirty="0"/>
              <a:t> </a:t>
            </a:r>
            <a:r>
              <a:rPr lang="en-IN" dirty="0"/>
              <a:t>,WMFC</a:t>
            </a:r>
            <a:endParaRPr lang="en-IN" baseline="-25000" dirty="0"/>
          </a:p>
          <a:p>
            <a:pPr marL="0" indent="0">
              <a:spcAft>
                <a:spcPts val="1000"/>
              </a:spcAft>
              <a:buNone/>
            </a:pPr>
            <a:r>
              <a:rPr lang="en-IN" sz="2400" dirty="0"/>
              <a:t>T3:  </a:t>
            </a:r>
            <a:r>
              <a:rPr lang="en-IN" sz="2400" dirty="0" err="1"/>
              <a:t>MDR</a:t>
            </a:r>
            <a:r>
              <a:rPr lang="en-IN" sz="2400" baseline="-25000" dirty="0" err="1"/>
              <a:t>out</a:t>
            </a:r>
            <a:r>
              <a:rPr lang="en-IN" sz="2400" dirty="0"/>
              <a:t>, </a:t>
            </a:r>
            <a:r>
              <a:rPr lang="en-IN" sz="2400" dirty="0" err="1"/>
              <a:t>IR</a:t>
            </a:r>
            <a:r>
              <a:rPr lang="en-IN" sz="2400" baseline="-25000" dirty="0" err="1"/>
              <a:t>in</a:t>
            </a:r>
            <a:endParaRPr lang="en-IN" sz="2400" baseline="-25000" dirty="0"/>
          </a:p>
          <a:p>
            <a:pPr marL="0" indent="0">
              <a:spcAft>
                <a:spcPts val="1000"/>
              </a:spcAft>
              <a:buNone/>
            </a:pPr>
            <a:r>
              <a:rPr lang="en-IN" sz="2400" dirty="0"/>
              <a:t>T4:  R1</a:t>
            </a:r>
            <a:r>
              <a:rPr lang="en-IN" sz="2400" baseline="-25000" dirty="0"/>
              <a:t>out</a:t>
            </a:r>
            <a:r>
              <a:rPr lang="en-IN" sz="2400" dirty="0"/>
              <a:t>, Y</a:t>
            </a:r>
            <a:r>
              <a:rPr lang="en-IN" sz="2400" baseline="-25000" dirty="0"/>
              <a:t>in</a:t>
            </a:r>
            <a:r>
              <a:rPr lang="en-IN" sz="2400" dirty="0"/>
              <a:t>, </a:t>
            </a:r>
            <a:r>
              <a:rPr lang="en-IN" sz="2400" dirty="0" err="1"/>
              <a:t>SelectY</a:t>
            </a:r>
            <a:endParaRPr lang="en-IN" sz="2400" dirty="0"/>
          </a:p>
          <a:p>
            <a:pPr marL="0" indent="0">
              <a:spcAft>
                <a:spcPts val="1000"/>
              </a:spcAft>
              <a:buNone/>
            </a:pPr>
            <a:r>
              <a:rPr lang="en-IN" sz="2400" dirty="0"/>
              <a:t>T5:  R2</a:t>
            </a:r>
            <a:r>
              <a:rPr lang="en-IN" sz="2400" baseline="-25000" dirty="0"/>
              <a:t>out</a:t>
            </a:r>
            <a:r>
              <a:rPr lang="en-IN" sz="2400" dirty="0"/>
              <a:t>, ADD, Z</a:t>
            </a:r>
            <a:r>
              <a:rPr lang="en-IN" sz="2400" baseline="-25000" dirty="0"/>
              <a:t>in</a:t>
            </a:r>
          </a:p>
          <a:p>
            <a:pPr marL="0" indent="0">
              <a:spcAft>
                <a:spcPts val="1000"/>
              </a:spcAft>
              <a:buNone/>
            </a:pPr>
            <a:r>
              <a:rPr lang="en-IN" sz="2400" dirty="0"/>
              <a:t>T6:  </a:t>
            </a:r>
            <a:r>
              <a:rPr lang="en-IN" sz="2400" dirty="0" err="1"/>
              <a:t>Z</a:t>
            </a:r>
            <a:r>
              <a:rPr lang="en-IN" sz="2400" baseline="-25000" dirty="0" err="1"/>
              <a:t>out</a:t>
            </a:r>
            <a:r>
              <a:rPr lang="en-IN" sz="2400" dirty="0"/>
              <a:t>, R1</a:t>
            </a:r>
            <a:r>
              <a:rPr lang="en-IN" sz="2400" baseline="-25000" dirty="0"/>
              <a:t>in</a:t>
            </a:r>
          </a:p>
        </p:txBody>
      </p:sp>
      <p:sp>
        <p:nvSpPr>
          <p:cNvPr id="4" name="Slide Number Placeholder 3">
            <a:extLst>
              <a:ext uri="{FF2B5EF4-FFF2-40B4-BE49-F238E27FC236}">
                <a16:creationId xmlns:a16="http://schemas.microsoft.com/office/drawing/2014/main" id="{CA9627EC-A170-D2A7-2878-76720CDB7F12}"/>
              </a:ext>
            </a:extLst>
          </p:cNvPr>
          <p:cNvSpPr>
            <a:spLocks noGrp="1"/>
          </p:cNvSpPr>
          <p:nvPr>
            <p:ph type="sldNum" sz="quarter" idx="12"/>
          </p:nvPr>
        </p:nvSpPr>
        <p:spPr/>
        <p:txBody>
          <a:bodyPr/>
          <a:lstStyle/>
          <a:p>
            <a:fld id="{F815AC96-4A5A-4699-9DBD-ACAB251D8CBA}" type="slidenum">
              <a:rPr lang="en-US" smtClean="0"/>
              <a:t>36</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FDE72A45-069A-0598-A305-A06A4678743E}"/>
                  </a:ext>
                </a:extLst>
              </p14:cNvPr>
              <p14:cNvContentPartPr/>
              <p14:nvPr/>
            </p14:nvContentPartPr>
            <p14:xfrm>
              <a:off x="371160" y="2351880"/>
              <a:ext cx="1345320" cy="1748880"/>
            </p14:xfrm>
          </p:contentPart>
        </mc:Choice>
        <mc:Fallback xmlns="">
          <p:pic>
            <p:nvPicPr>
              <p:cNvPr id="5" name="Ink 4">
                <a:extLst>
                  <a:ext uri="{FF2B5EF4-FFF2-40B4-BE49-F238E27FC236}">
                    <a16:creationId xmlns:a16="http://schemas.microsoft.com/office/drawing/2014/main" id="{FDE72A45-069A-0598-A305-A06A4678743E}"/>
                  </a:ext>
                </a:extLst>
              </p:cNvPr>
              <p:cNvPicPr/>
              <p:nvPr/>
            </p:nvPicPr>
            <p:blipFill>
              <a:blip r:embed="rId3"/>
              <a:stretch>
                <a:fillRect/>
              </a:stretch>
            </p:blipFill>
            <p:spPr>
              <a:xfrm>
                <a:off x="361800" y="2342520"/>
                <a:ext cx="1364040" cy="1767600"/>
              </a:xfrm>
              <a:prstGeom prst="rect">
                <a:avLst/>
              </a:prstGeom>
            </p:spPr>
          </p:pic>
        </mc:Fallback>
      </mc:AlternateContent>
      <p:pic>
        <p:nvPicPr>
          <p:cNvPr id="6" name="Picture 5">
            <a:extLst>
              <a:ext uri="{FF2B5EF4-FFF2-40B4-BE49-F238E27FC236}">
                <a16:creationId xmlns:a16="http://schemas.microsoft.com/office/drawing/2014/main" id="{04C308F6-F770-E680-81A0-C51E0E3CA449}"/>
              </a:ext>
            </a:extLst>
          </p:cNvPr>
          <p:cNvPicPr>
            <a:picLocks noChangeAspect="1"/>
          </p:cNvPicPr>
          <p:nvPr/>
        </p:nvPicPr>
        <p:blipFill>
          <a:blip r:embed="rId4"/>
          <a:stretch>
            <a:fillRect/>
          </a:stretch>
        </p:blipFill>
        <p:spPr>
          <a:xfrm>
            <a:off x="5828630" y="2326418"/>
            <a:ext cx="6192827" cy="2961408"/>
          </a:xfrm>
          <a:prstGeom prst="rect">
            <a:avLst/>
          </a:prstGeom>
        </p:spPr>
      </p:pic>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ABE0B0E1-9347-965F-A8F6-9DA16387B4D8}"/>
                  </a:ext>
                </a:extLst>
              </p14:cNvPr>
              <p14:cNvContentPartPr/>
              <p14:nvPr/>
            </p14:nvContentPartPr>
            <p14:xfrm>
              <a:off x="7976880" y="1649160"/>
              <a:ext cx="2733840" cy="4023720"/>
            </p14:xfrm>
          </p:contentPart>
        </mc:Choice>
        <mc:Fallback xmlns="">
          <p:pic>
            <p:nvPicPr>
              <p:cNvPr id="7" name="Ink 6">
                <a:extLst>
                  <a:ext uri="{FF2B5EF4-FFF2-40B4-BE49-F238E27FC236}">
                    <a16:creationId xmlns:a16="http://schemas.microsoft.com/office/drawing/2014/main" id="{ABE0B0E1-9347-965F-A8F6-9DA16387B4D8}"/>
                  </a:ext>
                </a:extLst>
              </p:cNvPr>
              <p:cNvPicPr/>
              <p:nvPr/>
            </p:nvPicPr>
            <p:blipFill>
              <a:blip r:embed="rId6"/>
              <a:stretch>
                <a:fillRect/>
              </a:stretch>
            </p:blipFill>
            <p:spPr>
              <a:xfrm>
                <a:off x="7967520" y="1639800"/>
                <a:ext cx="2752560" cy="4042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0FED714F-6366-7507-4E33-4CC9F9D2AAF4}"/>
                  </a:ext>
                </a:extLst>
              </p14:cNvPr>
              <p14:cNvContentPartPr/>
              <p14:nvPr/>
            </p14:nvContentPartPr>
            <p14:xfrm>
              <a:off x="605160" y="1667520"/>
              <a:ext cx="7133040" cy="1861200"/>
            </p14:xfrm>
          </p:contentPart>
        </mc:Choice>
        <mc:Fallback xmlns="">
          <p:pic>
            <p:nvPicPr>
              <p:cNvPr id="8" name="Ink 7">
                <a:extLst>
                  <a:ext uri="{FF2B5EF4-FFF2-40B4-BE49-F238E27FC236}">
                    <a16:creationId xmlns:a16="http://schemas.microsoft.com/office/drawing/2014/main" id="{0FED714F-6366-7507-4E33-4CC9F9D2AAF4}"/>
                  </a:ext>
                </a:extLst>
              </p:cNvPr>
              <p:cNvPicPr/>
              <p:nvPr/>
            </p:nvPicPr>
            <p:blipFill>
              <a:blip r:embed="rId8"/>
              <a:stretch>
                <a:fillRect/>
              </a:stretch>
            </p:blipFill>
            <p:spPr>
              <a:xfrm>
                <a:off x="595800" y="1658160"/>
                <a:ext cx="7151760" cy="1879920"/>
              </a:xfrm>
              <a:prstGeom prst="rect">
                <a:avLst/>
              </a:prstGeom>
            </p:spPr>
          </p:pic>
        </mc:Fallback>
      </mc:AlternateContent>
    </p:spTree>
    <p:extLst>
      <p:ext uri="{BB962C8B-B14F-4D97-AF65-F5344CB8AC3E}">
        <p14:creationId xmlns:p14="http://schemas.microsoft.com/office/powerpoint/2010/main" val="37002474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D75EA-B28B-494F-D1C7-143E41CBEA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3D9A9E-AD07-BD2D-86EA-5FED0D22B7C3}"/>
              </a:ext>
            </a:extLst>
          </p:cNvPr>
          <p:cNvSpPr>
            <a:spLocks noGrp="1"/>
          </p:cNvSpPr>
          <p:nvPr>
            <p:ph type="title"/>
          </p:nvPr>
        </p:nvSpPr>
        <p:spPr>
          <a:xfrm>
            <a:off x="376370" y="365125"/>
            <a:ext cx="10515600" cy="1325563"/>
          </a:xfrm>
        </p:spPr>
        <p:txBody>
          <a:bodyPr>
            <a:normAutofit/>
          </a:bodyPr>
          <a:lstStyle/>
          <a:p>
            <a:r>
              <a:rPr lang="en-IN" dirty="0"/>
              <a:t>Execution of a Complete Instruction</a:t>
            </a:r>
          </a:p>
        </p:txBody>
      </p:sp>
      <p:sp>
        <p:nvSpPr>
          <p:cNvPr id="3" name="Content Placeholder 2">
            <a:extLst>
              <a:ext uri="{FF2B5EF4-FFF2-40B4-BE49-F238E27FC236}">
                <a16:creationId xmlns:a16="http://schemas.microsoft.com/office/drawing/2014/main" id="{724EFC37-8BBA-A2AC-6655-83AEC2A981EF}"/>
              </a:ext>
            </a:extLst>
          </p:cNvPr>
          <p:cNvSpPr>
            <a:spLocks noGrp="1"/>
          </p:cNvSpPr>
          <p:nvPr>
            <p:ph idx="1"/>
          </p:nvPr>
        </p:nvSpPr>
        <p:spPr>
          <a:xfrm>
            <a:off x="609600" y="1600202"/>
            <a:ext cx="5588000" cy="4218115"/>
          </a:xfrm>
        </p:spPr>
        <p:txBody>
          <a:bodyPr>
            <a:normAutofit/>
          </a:bodyPr>
          <a:lstStyle/>
          <a:p>
            <a:pPr marL="0" indent="0">
              <a:buNone/>
            </a:pPr>
            <a:r>
              <a:rPr lang="en-IN" b="1" dirty="0">
                <a:solidFill>
                  <a:srgbClr val="800000"/>
                </a:solidFill>
              </a:rPr>
              <a:t>ADD R1, R2      </a:t>
            </a:r>
            <a:r>
              <a:rPr lang="en-IN" dirty="0"/>
              <a:t>// R1 = R1 + R2</a:t>
            </a:r>
          </a:p>
          <a:p>
            <a:pPr marL="0" indent="0">
              <a:buNone/>
            </a:pPr>
            <a:endParaRPr lang="en-IN" sz="2400" dirty="0"/>
          </a:p>
          <a:p>
            <a:pPr marL="0" indent="0">
              <a:spcAft>
                <a:spcPts val="1000"/>
              </a:spcAft>
              <a:buNone/>
            </a:pPr>
            <a:r>
              <a:rPr lang="en-IN" sz="2400" dirty="0"/>
              <a:t>T1:  </a:t>
            </a:r>
            <a:r>
              <a:rPr lang="en-IN" sz="2400" dirty="0" err="1"/>
              <a:t>PC</a:t>
            </a:r>
            <a:r>
              <a:rPr lang="en-IN" sz="2400" baseline="-25000" dirty="0" err="1"/>
              <a:t>out</a:t>
            </a:r>
            <a:r>
              <a:rPr lang="en-IN" sz="2400" dirty="0"/>
              <a:t>, </a:t>
            </a:r>
            <a:r>
              <a:rPr lang="en-IN" sz="2400" dirty="0" err="1"/>
              <a:t>MAR</a:t>
            </a:r>
            <a:r>
              <a:rPr lang="en-IN" sz="2400" baseline="-25000" dirty="0" err="1"/>
              <a:t>in</a:t>
            </a:r>
            <a:r>
              <a:rPr lang="en-IN" sz="2400" dirty="0"/>
              <a:t>, Read, Select4, ADD, Z</a:t>
            </a:r>
            <a:r>
              <a:rPr lang="en-IN" sz="2400" baseline="-25000" dirty="0"/>
              <a:t>in</a:t>
            </a:r>
          </a:p>
          <a:p>
            <a:pPr marL="0" indent="0">
              <a:spcAft>
                <a:spcPts val="1000"/>
              </a:spcAft>
              <a:buNone/>
            </a:pPr>
            <a:r>
              <a:rPr lang="en-IN" dirty="0"/>
              <a:t>T2:  </a:t>
            </a:r>
            <a:r>
              <a:rPr lang="en-IN" dirty="0" err="1"/>
              <a:t>Z</a:t>
            </a:r>
            <a:r>
              <a:rPr lang="en-IN" baseline="-25000" dirty="0" err="1"/>
              <a:t>out</a:t>
            </a:r>
            <a:r>
              <a:rPr lang="en-IN" dirty="0"/>
              <a:t>, </a:t>
            </a:r>
            <a:r>
              <a:rPr lang="en-IN" dirty="0" err="1"/>
              <a:t>PC</a:t>
            </a:r>
            <a:r>
              <a:rPr lang="en-IN" baseline="-25000" dirty="0" err="1"/>
              <a:t>in</a:t>
            </a:r>
            <a:r>
              <a:rPr lang="en-IN" dirty="0"/>
              <a:t>, Y</a:t>
            </a:r>
            <a:r>
              <a:rPr lang="en-IN" baseline="-25000" dirty="0"/>
              <a:t>in</a:t>
            </a:r>
            <a:r>
              <a:rPr lang="en-IN" dirty="0"/>
              <a:t>, </a:t>
            </a:r>
            <a:r>
              <a:rPr lang="en-IN" dirty="0" err="1"/>
              <a:t>MDR</a:t>
            </a:r>
            <a:r>
              <a:rPr lang="en-IN" baseline="-25000" dirty="0" err="1"/>
              <a:t>inE</a:t>
            </a:r>
            <a:r>
              <a:rPr lang="en-IN" baseline="-25000" dirty="0"/>
              <a:t> </a:t>
            </a:r>
            <a:r>
              <a:rPr lang="en-IN" dirty="0"/>
              <a:t>,WMFC</a:t>
            </a:r>
            <a:endParaRPr lang="en-IN" baseline="-25000" dirty="0"/>
          </a:p>
          <a:p>
            <a:pPr marL="0" indent="0">
              <a:spcAft>
                <a:spcPts val="1000"/>
              </a:spcAft>
              <a:buNone/>
            </a:pPr>
            <a:r>
              <a:rPr lang="en-IN" sz="2400" dirty="0"/>
              <a:t>T3:  </a:t>
            </a:r>
            <a:r>
              <a:rPr lang="en-IN" sz="2400" dirty="0" err="1"/>
              <a:t>MDR</a:t>
            </a:r>
            <a:r>
              <a:rPr lang="en-IN" sz="2400" baseline="-25000" dirty="0" err="1"/>
              <a:t>out</a:t>
            </a:r>
            <a:r>
              <a:rPr lang="en-IN" sz="2400" dirty="0"/>
              <a:t>, </a:t>
            </a:r>
            <a:r>
              <a:rPr lang="en-IN" sz="2400" dirty="0" err="1"/>
              <a:t>IR</a:t>
            </a:r>
            <a:r>
              <a:rPr lang="en-IN" sz="2400" baseline="-25000" dirty="0" err="1"/>
              <a:t>in</a:t>
            </a:r>
            <a:endParaRPr lang="en-IN" sz="2400" baseline="-25000" dirty="0"/>
          </a:p>
          <a:p>
            <a:pPr marL="0" indent="0">
              <a:spcAft>
                <a:spcPts val="1000"/>
              </a:spcAft>
              <a:buNone/>
            </a:pPr>
            <a:r>
              <a:rPr lang="en-IN" sz="2400" dirty="0"/>
              <a:t>T4:  R1</a:t>
            </a:r>
            <a:r>
              <a:rPr lang="en-IN" sz="2400" baseline="-25000" dirty="0"/>
              <a:t>out</a:t>
            </a:r>
            <a:r>
              <a:rPr lang="en-IN" sz="2400" dirty="0"/>
              <a:t>, Y</a:t>
            </a:r>
            <a:r>
              <a:rPr lang="en-IN" sz="2400" baseline="-25000" dirty="0"/>
              <a:t>in</a:t>
            </a:r>
            <a:r>
              <a:rPr lang="en-IN" sz="2400" dirty="0"/>
              <a:t>, </a:t>
            </a:r>
            <a:r>
              <a:rPr lang="en-IN" sz="2400" dirty="0" err="1"/>
              <a:t>SelectY</a:t>
            </a:r>
            <a:endParaRPr lang="en-IN" sz="2400" dirty="0"/>
          </a:p>
          <a:p>
            <a:pPr marL="0" indent="0">
              <a:spcAft>
                <a:spcPts val="1000"/>
              </a:spcAft>
              <a:buNone/>
            </a:pPr>
            <a:r>
              <a:rPr lang="en-IN" sz="2400" dirty="0"/>
              <a:t>T5:  R2</a:t>
            </a:r>
            <a:r>
              <a:rPr lang="en-IN" sz="2400" baseline="-25000" dirty="0"/>
              <a:t>out</a:t>
            </a:r>
            <a:r>
              <a:rPr lang="en-IN" sz="2400" dirty="0"/>
              <a:t>, ADD, Z</a:t>
            </a:r>
            <a:r>
              <a:rPr lang="en-IN" sz="2400" baseline="-25000" dirty="0"/>
              <a:t>in</a:t>
            </a:r>
          </a:p>
          <a:p>
            <a:pPr marL="0" indent="0">
              <a:spcAft>
                <a:spcPts val="1000"/>
              </a:spcAft>
              <a:buNone/>
            </a:pPr>
            <a:r>
              <a:rPr lang="en-IN" sz="2400" dirty="0"/>
              <a:t>T6:  </a:t>
            </a:r>
            <a:r>
              <a:rPr lang="en-IN" sz="2400" dirty="0" err="1"/>
              <a:t>Z</a:t>
            </a:r>
            <a:r>
              <a:rPr lang="en-IN" sz="2400" baseline="-25000" dirty="0" err="1"/>
              <a:t>out</a:t>
            </a:r>
            <a:r>
              <a:rPr lang="en-IN" sz="2400" dirty="0"/>
              <a:t>, R1</a:t>
            </a:r>
            <a:r>
              <a:rPr lang="en-IN" sz="2400" baseline="-25000" dirty="0"/>
              <a:t>in</a:t>
            </a:r>
          </a:p>
        </p:txBody>
      </p:sp>
      <p:sp>
        <p:nvSpPr>
          <p:cNvPr id="4" name="Slide Number Placeholder 3">
            <a:extLst>
              <a:ext uri="{FF2B5EF4-FFF2-40B4-BE49-F238E27FC236}">
                <a16:creationId xmlns:a16="http://schemas.microsoft.com/office/drawing/2014/main" id="{DF4F8783-7BEF-FD93-CB8E-82F9A45A2D3F}"/>
              </a:ext>
            </a:extLst>
          </p:cNvPr>
          <p:cNvSpPr>
            <a:spLocks noGrp="1"/>
          </p:cNvSpPr>
          <p:nvPr>
            <p:ph type="sldNum" sz="quarter" idx="12"/>
          </p:nvPr>
        </p:nvSpPr>
        <p:spPr/>
        <p:txBody>
          <a:bodyPr/>
          <a:lstStyle/>
          <a:p>
            <a:fld id="{F815AC96-4A5A-4699-9DBD-ACAB251D8CBA}" type="slidenum">
              <a:rPr lang="en-US" smtClean="0"/>
              <a:t>37</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A2B97C3D-7656-A79A-BFAA-2CE9572710B7}"/>
                  </a:ext>
                </a:extLst>
              </p14:cNvPr>
              <p14:cNvContentPartPr/>
              <p14:nvPr/>
            </p14:nvContentPartPr>
            <p14:xfrm>
              <a:off x="371160" y="2351880"/>
              <a:ext cx="1345320" cy="1748880"/>
            </p14:xfrm>
          </p:contentPart>
        </mc:Choice>
        <mc:Fallback xmlns="">
          <p:pic>
            <p:nvPicPr>
              <p:cNvPr id="5" name="Ink 4">
                <a:extLst>
                  <a:ext uri="{FF2B5EF4-FFF2-40B4-BE49-F238E27FC236}">
                    <a16:creationId xmlns:a16="http://schemas.microsoft.com/office/drawing/2014/main" id="{A2B97C3D-7656-A79A-BFAA-2CE9572710B7}"/>
                  </a:ext>
                </a:extLst>
              </p:cNvPr>
              <p:cNvPicPr/>
              <p:nvPr/>
            </p:nvPicPr>
            <p:blipFill>
              <a:blip r:embed="rId3"/>
              <a:stretch>
                <a:fillRect/>
              </a:stretch>
            </p:blipFill>
            <p:spPr>
              <a:xfrm>
                <a:off x="361800" y="2342520"/>
                <a:ext cx="1364040" cy="1767600"/>
              </a:xfrm>
              <a:prstGeom prst="rect">
                <a:avLst/>
              </a:prstGeom>
            </p:spPr>
          </p:pic>
        </mc:Fallback>
      </mc:AlternateContent>
      <p:pic>
        <p:nvPicPr>
          <p:cNvPr id="6" name="Picture 5">
            <a:extLst>
              <a:ext uri="{FF2B5EF4-FFF2-40B4-BE49-F238E27FC236}">
                <a16:creationId xmlns:a16="http://schemas.microsoft.com/office/drawing/2014/main" id="{8ED7D0D4-2554-ABBB-136A-82B6BC7DA682}"/>
              </a:ext>
            </a:extLst>
          </p:cNvPr>
          <p:cNvPicPr>
            <a:picLocks noChangeAspect="1"/>
          </p:cNvPicPr>
          <p:nvPr/>
        </p:nvPicPr>
        <p:blipFill>
          <a:blip r:embed="rId4"/>
          <a:stretch>
            <a:fillRect/>
          </a:stretch>
        </p:blipFill>
        <p:spPr>
          <a:xfrm>
            <a:off x="5828630" y="2326418"/>
            <a:ext cx="6192827" cy="2961408"/>
          </a:xfrm>
          <a:prstGeom prst="rect">
            <a:avLst/>
          </a:prstGeom>
        </p:spPr>
      </p:pic>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3C71B70C-19F8-B57C-FC2A-5501BCCC366C}"/>
                  </a:ext>
                </a:extLst>
              </p14:cNvPr>
              <p14:cNvContentPartPr/>
              <p14:nvPr/>
            </p14:nvContentPartPr>
            <p14:xfrm>
              <a:off x="669600" y="1522440"/>
              <a:ext cx="9572040" cy="2568600"/>
            </p14:xfrm>
          </p:contentPart>
        </mc:Choice>
        <mc:Fallback xmlns="">
          <p:pic>
            <p:nvPicPr>
              <p:cNvPr id="7" name="Ink 6">
                <a:extLst>
                  <a:ext uri="{FF2B5EF4-FFF2-40B4-BE49-F238E27FC236}">
                    <a16:creationId xmlns:a16="http://schemas.microsoft.com/office/drawing/2014/main" id="{3C71B70C-19F8-B57C-FC2A-5501BCCC366C}"/>
                  </a:ext>
                </a:extLst>
              </p:cNvPr>
              <p:cNvPicPr/>
              <p:nvPr/>
            </p:nvPicPr>
            <p:blipFill>
              <a:blip r:embed="rId6"/>
              <a:stretch>
                <a:fillRect/>
              </a:stretch>
            </p:blipFill>
            <p:spPr>
              <a:xfrm>
                <a:off x="660240" y="1513080"/>
                <a:ext cx="9590760" cy="2587320"/>
              </a:xfrm>
              <a:prstGeom prst="rect">
                <a:avLst/>
              </a:prstGeom>
            </p:spPr>
          </p:pic>
        </mc:Fallback>
      </mc:AlternateContent>
    </p:spTree>
    <p:extLst>
      <p:ext uri="{BB962C8B-B14F-4D97-AF65-F5344CB8AC3E}">
        <p14:creationId xmlns:p14="http://schemas.microsoft.com/office/powerpoint/2010/main" val="4821697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3FC93-5110-AB7C-9E7E-666FC64FB0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AC1106-4E08-C8F7-F933-85DB69AB13CF}"/>
              </a:ext>
            </a:extLst>
          </p:cNvPr>
          <p:cNvSpPr>
            <a:spLocks noGrp="1"/>
          </p:cNvSpPr>
          <p:nvPr>
            <p:ph type="title"/>
          </p:nvPr>
        </p:nvSpPr>
        <p:spPr>
          <a:xfrm>
            <a:off x="376370" y="365125"/>
            <a:ext cx="10515600" cy="1325563"/>
          </a:xfrm>
        </p:spPr>
        <p:txBody>
          <a:bodyPr>
            <a:normAutofit/>
          </a:bodyPr>
          <a:lstStyle/>
          <a:p>
            <a:r>
              <a:rPr lang="en-IN" dirty="0"/>
              <a:t>Execution of a Complete Instruction</a:t>
            </a:r>
          </a:p>
        </p:txBody>
      </p:sp>
      <p:sp>
        <p:nvSpPr>
          <p:cNvPr id="3" name="Content Placeholder 2">
            <a:extLst>
              <a:ext uri="{FF2B5EF4-FFF2-40B4-BE49-F238E27FC236}">
                <a16:creationId xmlns:a16="http://schemas.microsoft.com/office/drawing/2014/main" id="{3381D740-685C-342C-17D4-16B749586D4F}"/>
              </a:ext>
            </a:extLst>
          </p:cNvPr>
          <p:cNvSpPr>
            <a:spLocks noGrp="1"/>
          </p:cNvSpPr>
          <p:nvPr>
            <p:ph idx="1"/>
          </p:nvPr>
        </p:nvSpPr>
        <p:spPr>
          <a:xfrm>
            <a:off x="609600" y="1600202"/>
            <a:ext cx="5588000" cy="4218115"/>
          </a:xfrm>
        </p:spPr>
        <p:txBody>
          <a:bodyPr>
            <a:normAutofit/>
          </a:bodyPr>
          <a:lstStyle/>
          <a:p>
            <a:pPr marL="0" indent="0">
              <a:buNone/>
            </a:pPr>
            <a:r>
              <a:rPr lang="en-IN" b="1" dirty="0">
                <a:solidFill>
                  <a:srgbClr val="800000"/>
                </a:solidFill>
              </a:rPr>
              <a:t>ADD R1, R2      </a:t>
            </a:r>
            <a:r>
              <a:rPr lang="en-IN" dirty="0"/>
              <a:t>// R1 = R1 + R2</a:t>
            </a:r>
          </a:p>
          <a:p>
            <a:pPr marL="0" indent="0">
              <a:buNone/>
            </a:pPr>
            <a:endParaRPr lang="en-IN" sz="2400" dirty="0"/>
          </a:p>
          <a:p>
            <a:pPr marL="0" indent="0">
              <a:spcAft>
                <a:spcPts val="1000"/>
              </a:spcAft>
              <a:buNone/>
            </a:pPr>
            <a:r>
              <a:rPr lang="en-IN" sz="2400" dirty="0"/>
              <a:t>T1:  </a:t>
            </a:r>
            <a:r>
              <a:rPr lang="en-IN" sz="2400" dirty="0" err="1"/>
              <a:t>PC</a:t>
            </a:r>
            <a:r>
              <a:rPr lang="en-IN" sz="2400" baseline="-25000" dirty="0" err="1"/>
              <a:t>out</a:t>
            </a:r>
            <a:r>
              <a:rPr lang="en-IN" sz="2400" dirty="0"/>
              <a:t>, </a:t>
            </a:r>
            <a:r>
              <a:rPr lang="en-IN" sz="2400" dirty="0" err="1"/>
              <a:t>MAR</a:t>
            </a:r>
            <a:r>
              <a:rPr lang="en-IN" sz="2400" baseline="-25000" dirty="0" err="1"/>
              <a:t>in</a:t>
            </a:r>
            <a:r>
              <a:rPr lang="en-IN" sz="2400" dirty="0"/>
              <a:t>, Read, Select4, ADD, Z</a:t>
            </a:r>
            <a:r>
              <a:rPr lang="en-IN" sz="2400" baseline="-25000" dirty="0"/>
              <a:t>in</a:t>
            </a:r>
          </a:p>
          <a:p>
            <a:pPr marL="0" indent="0">
              <a:spcAft>
                <a:spcPts val="1000"/>
              </a:spcAft>
              <a:buNone/>
            </a:pPr>
            <a:r>
              <a:rPr lang="en-IN" dirty="0"/>
              <a:t>T2:  </a:t>
            </a:r>
            <a:r>
              <a:rPr lang="en-IN" dirty="0" err="1"/>
              <a:t>Z</a:t>
            </a:r>
            <a:r>
              <a:rPr lang="en-IN" baseline="-25000" dirty="0" err="1"/>
              <a:t>out</a:t>
            </a:r>
            <a:r>
              <a:rPr lang="en-IN" dirty="0"/>
              <a:t>, </a:t>
            </a:r>
            <a:r>
              <a:rPr lang="en-IN" dirty="0" err="1"/>
              <a:t>PC</a:t>
            </a:r>
            <a:r>
              <a:rPr lang="en-IN" baseline="-25000" dirty="0" err="1"/>
              <a:t>in</a:t>
            </a:r>
            <a:r>
              <a:rPr lang="en-IN" dirty="0"/>
              <a:t>, Y</a:t>
            </a:r>
            <a:r>
              <a:rPr lang="en-IN" baseline="-25000" dirty="0"/>
              <a:t>in</a:t>
            </a:r>
            <a:r>
              <a:rPr lang="en-IN" dirty="0"/>
              <a:t>, </a:t>
            </a:r>
            <a:r>
              <a:rPr lang="en-IN" dirty="0" err="1"/>
              <a:t>MDR</a:t>
            </a:r>
            <a:r>
              <a:rPr lang="en-IN" baseline="-25000" dirty="0" err="1"/>
              <a:t>inE</a:t>
            </a:r>
            <a:r>
              <a:rPr lang="en-IN" baseline="-25000" dirty="0"/>
              <a:t> </a:t>
            </a:r>
            <a:r>
              <a:rPr lang="en-IN" dirty="0"/>
              <a:t>,WMFC</a:t>
            </a:r>
            <a:endParaRPr lang="en-IN" baseline="-25000" dirty="0"/>
          </a:p>
          <a:p>
            <a:pPr marL="0" indent="0">
              <a:spcAft>
                <a:spcPts val="1000"/>
              </a:spcAft>
              <a:buNone/>
            </a:pPr>
            <a:r>
              <a:rPr lang="en-IN" sz="2400" dirty="0"/>
              <a:t>T3:  </a:t>
            </a:r>
            <a:r>
              <a:rPr lang="en-IN" sz="2400" dirty="0" err="1"/>
              <a:t>MDR</a:t>
            </a:r>
            <a:r>
              <a:rPr lang="en-IN" sz="2400" baseline="-25000" dirty="0" err="1"/>
              <a:t>out</a:t>
            </a:r>
            <a:r>
              <a:rPr lang="en-IN" sz="2400" dirty="0"/>
              <a:t>, </a:t>
            </a:r>
            <a:r>
              <a:rPr lang="en-IN" sz="2400" dirty="0" err="1"/>
              <a:t>IR</a:t>
            </a:r>
            <a:r>
              <a:rPr lang="en-IN" sz="2400" baseline="-25000" dirty="0" err="1"/>
              <a:t>in</a:t>
            </a:r>
            <a:endParaRPr lang="en-IN" sz="2400" baseline="-25000" dirty="0"/>
          </a:p>
          <a:p>
            <a:pPr marL="0" indent="0">
              <a:spcAft>
                <a:spcPts val="1000"/>
              </a:spcAft>
              <a:buNone/>
            </a:pPr>
            <a:r>
              <a:rPr lang="en-IN" sz="2400" dirty="0"/>
              <a:t>T4:  R1</a:t>
            </a:r>
            <a:r>
              <a:rPr lang="en-IN" sz="2400" baseline="-25000" dirty="0"/>
              <a:t>out</a:t>
            </a:r>
            <a:r>
              <a:rPr lang="en-IN" sz="2400" dirty="0"/>
              <a:t>, Y</a:t>
            </a:r>
            <a:r>
              <a:rPr lang="en-IN" sz="2400" baseline="-25000" dirty="0"/>
              <a:t>in</a:t>
            </a:r>
            <a:r>
              <a:rPr lang="en-IN" sz="2400" dirty="0"/>
              <a:t>, </a:t>
            </a:r>
            <a:r>
              <a:rPr lang="en-IN" sz="2400" dirty="0" err="1"/>
              <a:t>SelectY</a:t>
            </a:r>
            <a:endParaRPr lang="en-IN" sz="2400" dirty="0"/>
          </a:p>
          <a:p>
            <a:pPr marL="0" indent="0">
              <a:spcAft>
                <a:spcPts val="1000"/>
              </a:spcAft>
              <a:buNone/>
            </a:pPr>
            <a:r>
              <a:rPr lang="en-IN" sz="2400" dirty="0"/>
              <a:t>T5:  R2</a:t>
            </a:r>
            <a:r>
              <a:rPr lang="en-IN" sz="2400" baseline="-25000" dirty="0"/>
              <a:t>out</a:t>
            </a:r>
            <a:r>
              <a:rPr lang="en-IN" sz="2400" dirty="0"/>
              <a:t>, ADD, Z</a:t>
            </a:r>
            <a:r>
              <a:rPr lang="en-IN" sz="2400" baseline="-25000" dirty="0"/>
              <a:t>in</a:t>
            </a:r>
          </a:p>
          <a:p>
            <a:pPr marL="0" indent="0">
              <a:spcAft>
                <a:spcPts val="1000"/>
              </a:spcAft>
              <a:buNone/>
            </a:pPr>
            <a:r>
              <a:rPr lang="en-IN" sz="2400" dirty="0"/>
              <a:t>T6:  </a:t>
            </a:r>
            <a:r>
              <a:rPr lang="en-IN" sz="2400" dirty="0" err="1"/>
              <a:t>Z</a:t>
            </a:r>
            <a:r>
              <a:rPr lang="en-IN" sz="2400" baseline="-25000" dirty="0" err="1"/>
              <a:t>out</a:t>
            </a:r>
            <a:r>
              <a:rPr lang="en-IN" sz="2400" dirty="0"/>
              <a:t>, R1</a:t>
            </a:r>
            <a:r>
              <a:rPr lang="en-IN" sz="2400" baseline="-25000" dirty="0"/>
              <a:t>in</a:t>
            </a:r>
          </a:p>
        </p:txBody>
      </p:sp>
      <p:sp>
        <p:nvSpPr>
          <p:cNvPr id="4" name="Slide Number Placeholder 3">
            <a:extLst>
              <a:ext uri="{FF2B5EF4-FFF2-40B4-BE49-F238E27FC236}">
                <a16:creationId xmlns:a16="http://schemas.microsoft.com/office/drawing/2014/main" id="{0418200D-A1C5-68AA-F77F-307CEE08BA83}"/>
              </a:ext>
            </a:extLst>
          </p:cNvPr>
          <p:cNvSpPr>
            <a:spLocks noGrp="1"/>
          </p:cNvSpPr>
          <p:nvPr>
            <p:ph type="sldNum" sz="quarter" idx="12"/>
          </p:nvPr>
        </p:nvSpPr>
        <p:spPr/>
        <p:txBody>
          <a:bodyPr/>
          <a:lstStyle/>
          <a:p>
            <a:fld id="{F815AC96-4A5A-4699-9DBD-ACAB251D8CBA}" type="slidenum">
              <a:rPr lang="en-US" smtClean="0"/>
              <a:t>38</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A8C5CBDD-77D9-9E95-240C-01C42F6B131E}"/>
                  </a:ext>
                </a:extLst>
              </p14:cNvPr>
              <p14:cNvContentPartPr/>
              <p14:nvPr/>
            </p14:nvContentPartPr>
            <p14:xfrm>
              <a:off x="371160" y="2351880"/>
              <a:ext cx="1345320" cy="1748880"/>
            </p14:xfrm>
          </p:contentPart>
        </mc:Choice>
        <mc:Fallback xmlns="">
          <p:pic>
            <p:nvPicPr>
              <p:cNvPr id="5" name="Ink 4">
                <a:extLst>
                  <a:ext uri="{FF2B5EF4-FFF2-40B4-BE49-F238E27FC236}">
                    <a16:creationId xmlns:a16="http://schemas.microsoft.com/office/drawing/2014/main" id="{A8C5CBDD-77D9-9E95-240C-01C42F6B131E}"/>
                  </a:ext>
                </a:extLst>
              </p:cNvPr>
              <p:cNvPicPr/>
              <p:nvPr/>
            </p:nvPicPr>
            <p:blipFill>
              <a:blip r:embed="rId3"/>
              <a:stretch>
                <a:fillRect/>
              </a:stretch>
            </p:blipFill>
            <p:spPr>
              <a:xfrm>
                <a:off x="361800" y="2342520"/>
                <a:ext cx="1364040" cy="1767600"/>
              </a:xfrm>
              <a:prstGeom prst="rect">
                <a:avLst/>
              </a:prstGeom>
            </p:spPr>
          </p:pic>
        </mc:Fallback>
      </mc:AlternateContent>
      <p:pic>
        <p:nvPicPr>
          <p:cNvPr id="6" name="Picture 5">
            <a:extLst>
              <a:ext uri="{FF2B5EF4-FFF2-40B4-BE49-F238E27FC236}">
                <a16:creationId xmlns:a16="http://schemas.microsoft.com/office/drawing/2014/main" id="{ABF68F2D-FD1D-FEF5-C6BE-4C33159BFDAB}"/>
              </a:ext>
            </a:extLst>
          </p:cNvPr>
          <p:cNvPicPr>
            <a:picLocks noChangeAspect="1"/>
          </p:cNvPicPr>
          <p:nvPr/>
        </p:nvPicPr>
        <p:blipFill>
          <a:blip r:embed="rId4"/>
          <a:stretch>
            <a:fillRect/>
          </a:stretch>
        </p:blipFill>
        <p:spPr>
          <a:xfrm>
            <a:off x="5828630" y="2326418"/>
            <a:ext cx="6192827" cy="2961408"/>
          </a:xfrm>
          <a:prstGeom prst="rect">
            <a:avLst/>
          </a:prstGeom>
        </p:spPr>
      </p:pic>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3E78DFA3-BB51-A37B-8236-F905E1DFF3C5}"/>
                  </a:ext>
                </a:extLst>
              </p14:cNvPr>
              <p14:cNvContentPartPr/>
              <p14:nvPr/>
            </p14:nvContentPartPr>
            <p14:xfrm>
              <a:off x="651240" y="3508560"/>
              <a:ext cx="9179640" cy="1097640"/>
            </p14:xfrm>
          </p:contentPart>
        </mc:Choice>
        <mc:Fallback xmlns="">
          <p:pic>
            <p:nvPicPr>
              <p:cNvPr id="7" name="Ink 6">
                <a:extLst>
                  <a:ext uri="{FF2B5EF4-FFF2-40B4-BE49-F238E27FC236}">
                    <a16:creationId xmlns:a16="http://schemas.microsoft.com/office/drawing/2014/main" id="{3E78DFA3-BB51-A37B-8236-F905E1DFF3C5}"/>
                  </a:ext>
                </a:extLst>
              </p:cNvPr>
              <p:cNvPicPr/>
              <p:nvPr/>
            </p:nvPicPr>
            <p:blipFill>
              <a:blip r:embed="rId6"/>
              <a:stretch>
                <a:fillRect/>
              </a:stretch>
            </p:blipFill>
            <p:spPr>
              <a:xfrm>
                <a:off x="641880" y="3499200"/>
                <a:ext cx="9198360" cy="1116360"/>
              </a:xfrm>
              <a:prstGeom prst="rect">
                <a:avLst/>
              </a:prstGeom>
            </p:spPr>
          </p:pic>
        </mc:Fallback>
      </mc:AlternateContent>
    </p:spTree>
    <p:extLst>
      <p:ext uri="{BB962C8B-B14F-4D97-AF65-F5344CB8AC3E}">
        <p14:creationId xmlns:p14="http://schemas.microsoft.com/office/powerpoint/2010/main" val="19950191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DC09B-0FEA-B8C3-CE82-EEF24A804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28994E-FD72-279F-071E-41AC9BA69C48}"/>
              </a:ext>
            </a:extLst>
          </p:cNvPr>
          <p:cNvSpPr>
            <a:spLocks noGrp="1"/>
          </p:cNvSpPr>
          <p:nvPr>
            <p:ph type="title"/>
          </p:nvPr>
        </p:nvSpPr>
        <p:spPr>
          <a:xfrm>
            <a:off x="376370" y="365125"/>
            <a:ext cx="10515600" cy="1325563"/>
          </a:xfrm>
        </p:spPr>
        <p:txBody>
          <a:bodyPr>
            <a:normAutofit/>
          </a:bodyPr>
          <a:lstStyle/>
          <a:p>
            <a:r>
              <a:rPr lang="en-IN" dirty="0"/>
              <a:t>Execution of a Complete Instruction</a:t>
            </a:r>
          </a:p>
        </p:txBody>
      </p:sp>
      <p:sp>
        <p:nvSpPr>
          <p:cNvPr id="3" name="Content Placeholder 2">
            <a:extLst>
              <a:ext uri="{FF2B5EF4-FFF2-40B4-BE49-F238E27FC236}">
                <a16:creationId xmlns:a16="http://schemas.microsoft.com/office/drawing/2014/main" id="{F162E94B-4104-52B8-AD45-95443A3B72B4}"/>
              </a:ext>
            </a:extLst>
          </p:cNvPr>
          <p:cNvSpPr>
            <a:spLocks noGrp="1"/>
          </p:cNvSpPr>
          <p:nvPr>
            <p:ph idx="1"/>
          </p:nvPr>
        </p:nvSpPr>
        <p:spPr>
          <a:xfrm>
            <a:off x="609600" y="1600202"/>
            <a:ext cx="5588000" cy="4218115"/>
          </a:xfrm>
        </p:spPr>
        <p:txBody>
          <a:bodyPr>
            <a:normAutofit/>
          </a:bodyPr>
          <a:lstStyle/>
          <a:p>
            <a:pPr marL="0" indent="0">
              <a:buNone/>
            </a:pPr>
            <a:r>
              <a:rPr lang="en-IN" b="1" dirty="0">
                <a:solidFill>
                  <a:srgbClr val="800000"/>
                </a:solidFill>
              </a:rPr>
              <a:t>ADD R1, R2      </a:t>
            </a:r>
            <a:r>
              <a:rPr lang="en-IN" dirty="0"/>
              <a:t>// R1 = R1 + R2</a:t>
            </a:r>
          </a:p>
          <a:p>
            <a:pPr marL="0" indent="0">
              <a:buNone/>
            </a:pPr>
            <a:endParaRPr lang="en-IN" sz="2400" dirty="0"/>
          </a:p>
          <a:p>
            <a:pPr marL="0" indent="0">
              <a:spcAft>
                <a:spcPts val="1000"/>
              </a:spcAft>
              <a:buNone/>
            </a:pPr>
            <a:r>
              <a:rPr lang="en-IN" sz="2400" dirty="0"/>
              <a:t>T1:  </a:t>
            </a:r>
            <a:r>
              <a:rPr lang="en-IN" sz="2400" dirty="0" err="1"/>
              <a:t>PC</a:t>
            </a:r>
            <a:r>
              <a:rPr lang="en-IN" sz="2400" baseline="-25000" dirty="0" err="1"/>
              <a:t>out</a:t>
            </a:r>
            <a:r>
              <a:rPr lang="en-IN" sz="2400" dirty="0"/>
              <a:t>, </a:t>
            </a:r>
            <a:r>
              <a:rPr lang="en-IN" sz="2400" dirty="0" err="1"/>
              <a:t>MAR</a:t>
            </a:r>
            <a:r>
              <a:rPr lang="en-IN" sz="2400" baseline="-25000" dirty="0" err="1"/>
              <a:t>in</a:t>
            </a:r>
            <a:r>
              <a:rPr lang="en-IN" sz="2400" dirty="0"/>
              <a:t>, Read, Select4, ADD, Z</a:t>
            </a:r>
            <a:r>
              <a:rPr lang="en-IN" sz="2400" baseline="-25000" dirty="0"/>
              <a:t>in</a:t>
            </a:r>
          </a:p>
          <a:p>
            <a:pPr marL="0" indent="0">
              <a:spcAft>
                <a:spcPts val="1000"/>
              </a:spcAft>
              <a:buNone/>
            </a:pPr>
            <a:r>
              <a:rPr lang="en-IN" dirty="0"/>
              <a:t>T2:  </a:t>
            </a:r>
            <a:r>
              <a:rPr lang="en-IN" dirty="0" err="1"/>
              <a:t>Z</a:t>
            </a:r>
            <a:r>
              <a:rPr lang="en-IN" baseline="-25000" dirty="0" err="1"/>
              <a:t>out</a:t>
            </a:r>
            <a:r>
              <a:rPr lang="en-IN" dirty="0"/>
              <a:t>, </a:t>
            </a:r>
            <a:r>
              <a:rPr lang="en-IN" dirty="0" err="1"/>
              <a:t>PC</a:t>
            </a:r>
            <a:r>
              <a:rPr lang="en-IN" baseline="-25000" dirty="0" err="1"/>
              <a:t>in</a:t>
            </a:r>
            <a:r>
              <a:rPr lang="en-IN" dirty="0"/>
              <a:t>, Y</a:t>
            </a:r>
            <a:r>
              <a:rPr lang="en-IN" baseline="-25000" dirty="0"/>
              <a:t>in</a:t>
            </a:r>
            <a:r>
              <a:rPr lang="en-IN" dirty="0"/>
              <a:t>, </a:t>
            </a:r>
            <a:r>
              <a:rPr lang="en-IN" dirty="0" err="1"/>
              <a:t>MDR</a:t>
            </a:r>
            <a:r>
              <a:rPr lang="en-IN" baseline="-25000" dirty="0" err="1"/>
              <a:t>inE</a:t>
            </a:r>
            <a:r>
              <a:rPr lang="en-IN" baseline="-25000" dirty="0"/>
              <a:t> </a:t>
            </a:r>
            <a:r>
              <a:rPr lang="en-IN" dirty="0"/>
              <a:t>,WMFC</a:t>
            </a:r>
            <a:endParaRPr lang="en-IN" baseline="-25000" dirty="0"/>
          </a:p>
          <a:p>
            <a:pPr marL="0" indent="0">
              <a:spcAft>
                <a:spcPts val="1000"/>
              </a:spcAft>
              <a:buNone/>
            </a:pPr>
            <a:r>
              <a:rPr lang="en-IN" sz="2400" dirty="0"/>
              <a:t>T3:  </a:t>
            </a:r>
            <a:r>
              <a:rPr lang="en-IN" sz="2400" dirty="0" err="1"/>
              <a:t>MDR</a:t>
            </a:r>
            <a:r>
              <a:rPr lang="en-IN" sz="2400" baseline="-25000" dirty="0" err="1"/>
              <a:t>out</a:t>
            </a:r>
            <a:r>
              <a:rPr lang="en-IN" sz="2400" dirty="0"/>
              <a:t>, </a:t>
            </a:r>
            <a:r>
              <a:rPr lang="en-IN" sz="2400" dirty="0" err="1"/>
              <a:t>IR</a:t>
            </a:r>
            <a:r>
              <a:rPr lang="en-IN" sz="2400" baseline="-25000" dirty="0" err="1"/>
              <a:t>in</a:t>
            </a:r>
            <a:endParaRPr lang="en-IN" sz="2400" baseline="-25000" dirty="0"/>
          </a:p>
          <a:p>
            <a:pPr marL="0" indent="0">
              <a:spcAft>
                <a:spcPts val="1000"/>
              </a:spcAft>
              <a:buNone/>
            </a:pPr>
            <a:r>
              <a:rPr lang="en-IN" sz="2400" dirty="0"/>
              <a:t>T4:  R1</a:t>
            </a:r>
            <a:r>
              <a:rPr lang="en-IN" sz="2400" baseline="-25000" dirty="0"/>
              <a:t>out</a:t>
            </a:r>
            <a:r>
              <a:rPr lang="en-IN" sz="2400" dirty="0"/>
              <a:t>, Y</a:t>
            </a:r>
            <a:r>
              <a:rPr lang="en-IN" sz="2400" baseline="-25000" dirty="0"/>
              <a:t>in</a:t>
            </a:r>
            <a:r>
              <a:rPr lang="en-IN" sz="2400" dirty="0"/>
              <a:t>, </a:t>
            </a:r>
            <a:r>
              <a:rPr lang="en-IN" sz="2400" dirty="0" err="1"/>
              <a:t>SelectY</a:t>
            </a:r>
            <a:endParaRPr lang="en-IN" sz="2400" dirty="0"/>
          </a:p>
          <a:p>
            <a:pPr marL="0" indent="0">
              <a:spcAft>
                <a:spcPts val="1000"/>
              </a:spcAft>
              <a:buNone/>
            </a:pPr>
            <a:r>
              <a:rPr lang="en-IN" sz="2400" dirty="0"/>
              <a:t>T5:  R2</a:t>
            </a:r>
            <a:r>
              <a:rPr lang="en-IN" sz="2400" baseline="-25000" dirty="0"/>
              <a:t>out</a:t>
            </a:r>
            <a:r>
              <a:rPr lang="en-IN" sz="2400" dirty="0"/>
              <a:t>, ADD, Z</a:t>
            </a:r>
            <a:r>
              <a:rPr lang="en-IN" sz="2400" baseline="-25000" dirty="0"/>
              <a:t>in</a:t>
            </a:r>
          </a:p>
          <a:p>
            <a:pPr marL="0" indent="0">
              <a:spcAft>
                <a:spcPts val="1000"/>
              </a:spcAft>
              <a:buNone/>
            </a:pPr>
            <a:r>
              <a:rPr lang="en-IN" sz="2400" dirty="0"/>
              <a:t>T6:  </a:t>
            </a:r>
            <a:r>
              <a:rPr lang="en-IN" sz="2400" dirty="0" err="1"/>
              <a:t>Z</a:t>
            </a:r>
            <a:r>
              <a:rPr lang="en-IN" sz="2400" baseline="-25000" dirty="0" err="1"/>
              <a:t>out</a:t>
            </a:r>
            <a:r>
              <a:rPr lang="en-IN" sz="2400" dirty="0"/>
              <a:t>, R1</a:t>
            </a:r>
            <a:r>
              <a:rPr lang="en-IN" sz="2400" baseline="-25000" dirty="0"/>
              <a:t>in</a:t>
            </a:r>
          </a:p>
        </p:txBody>
      </p:sp>
      <p:sp>
        <p:nvSpPr>
          <p:cNvPr id="4" name="Slide Number Placeholder 3">
            <a:extLst>
              <a:ext uri="{FF2B5EF4-FFF2-40B4-BE49-F238E27FC236}">
                <a16:creationId xmlns:a16="http://schemas.microsoft.com/office/drawing/2014/main" id="{75970DA8-770B-A4C4-E69F-F2A13E489EBB}"/>
              </a:ext>
            </a:extLst>
          </p:cNvPr>
          <p:cNvSpPr>
            <a:spLocks noGrp="1"/>
          </p:cNvSpPr>
          <p:nvPr>
            <p:ph type="sldNum" sz="quarter" idx="12"/>
          </p:nvPr>
        </p:nvSpPr>
        <p:spPr/>
        <p:txBody>
          <a:bodyPr/>
          <a:lstStyle/>
          <a:p>
            <a:fld id="{F815AC96-4A5A-4699-9DBD-ACAB251D8CBA}" type="slidenum">
              <a:rPr lang="en-US" smtClean="0"/>
              <a:t>39</a:t>
            </a:fld>
            <a:endParaRPr lang="en-US"/>
          </a:p>
        </p:txBody>
      </p:sp>
      <p:pic>
        <p:nvPicPr>
          <p:cNvPr id="6" name="Picture 5">
            <a:extLst>
              <a:ext uri="{FF2B5EF4-FFF2-40B4-BE49-F238E27FC236}">
                <a16:creationId xmlns:a16="http://schemas.microsoft.com/office/drawing/2014/main" id="{811CF4D0-A2A1-2581-9A5B-14C215A790D2}"/>
              </a:ext>
            </a:extLst>
          </p:cNvPr>
          <p:cNvPicPr>
            <a:picLocks noChangeAspect="1"/>
          </p:cNvPicPr>
          <p:nvPr/>
        </p:nvPicPr>
        <p:blipFill>
          <a:blip r:embed="rId2"/>
          <a:stretch>
            <a:fillRect/>
          </a:stretch>
        </p:blipFill>
        <p:spPr>
          <a:xfrm>
            <a:off x="5828630" y="2326418"/>
            <a:ext cx="6192827" cy="2961408"/>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6F97AEF4-743B-06E9-61C0-0C1A36851B77}"/>
                  </a:ext>
                </a:extLst>
              </p14:cNvPr>
              <p14:cNvContentPartPr/>
              <p14:nvPr/>
            </p14:nvContentPartPr>
            <p14:xfrm>
              <a:off x="639360" y="4019400"/>
              <a:ext cx="9775440" cy="1152000"/>
            </p14:xfrm>
          </p:contentPart>
        </mc:Choice>
        <mc:Fallback xmlns="">
          <p:pic>
            <p:nvPicPr>
              <p:cNvPr id="7" name="Ink 6">
                <a:extLst>
                  <a:ext uri="{FF2B5EF4-FFF2-40B4-BE49-F238E27FC236}">
                    <a16:creationId xmlns:a16="http://schemas.microsoft.com/office/drawing/2014/main" id="{6F97AEF4-743B-06E9-61C0-0C1A36851B77}"/>
                  </a:ext>
                </a:extLst>
              </p:cNvPr>
              <p:cNvPicPr/>
              <p:nvPr/>
            </p:nvPicPr>
            <p:blipFill>
              <a:blip r:embed="rId4"/>
              <a:stretch>
                <a:fillRect/>
              </a:stretch>
            </p:blipFill>
            <p:spPr>
              <a:xfrm>
                <a:off x="630000" y="4010040"/>
                <a:ext cx="9794160" cy="1170720"/>
              </a:xfrm>
              <a:prstGeom prst="rect">
                <a:avLst/>
              </a:prstGeom>
            </p:spPr>
          </p:pic>
        </mc:Fallback>
      </mc:AlternateContent>
    </p:spTree>
    <p:extLst>
      <p:ext uri="{BB962C8B-B14F-4D97-AF65-F5344CB8AC3E}">
        <p14:creationId xmlns:p14="http://schemas.microsoft.com/office/powerpoint/2010/main" val="7438309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DDD69-5580-ECA8-965D-9D8C29AEDE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EE20CD-22FE-3807-7151-956B3A608B45}"/>
              </a:ext>
            </a:extLst>
          </p:cNvPr>
          <p:cNvSpPr>
            <a:spLocks noGrp="1"/>
          </p:cNvSpPr>
          <p:nvPr>
            <p:ph type="title"/>
          </p:nvPr>
        </p:nvSpPr>
        <p:spPr>
          <a:xfrm>
            <a:off x="376370" y="365125"/>
            <a:ext cx="10515600" cy="1325563"/>
          </a:xfrm>
        </p:spPr>
        <p:txBody>
          <a:bodyPr>
            <a:normAutofit/>
          </a:bodyPr>
          <a:lstStyle/>
          <a:p>
            <a:r>
              <a:rPr lang="en-IN" dirty="0"/>
              <a:t>Execution of a Complete Instruction</a:t>
            </a:r>
          </a:p>
        </p:txBody>
      </p:sp>
      <p:sp>
        <p:nvSpPr>
          <p:cNvPr id="3" name="Content Placeholder 2">
            <a:extLst>
              <a:ext uri="{FF2B5EF4-FFF2-40B4-BE49-F238E27FC236}">
                <a16:creationId xmlns:a16="http://schemas.microsoft.com/office/drawing/2014/main" id="{2E839349-8A76-0D25-EE25-33DE0E1C986E}"/>
              </a:ext>
            </a:extLst>
          </p:cNvPr>
          <p:cNvSpPr>
            <a:spLocks noGrp="1"/>
          </p:cNvSpPr>
          <p:nvPr>
            <p:ph idx="1"/>
          </p:nvPr>
        </p:nvSpPr>
        <p:spPr>
          <a:xfrm>
            <a:off x="609600" y="1600202"/>
            <a:ext cx="5588000" cy="4218115"/>
          </a:xfrm>
        </p:spPr>
        <p:txBody>
          <a:bodyPr>
            <a:normAutofit/>
          </a:bodyPr>
          <a:lstStyle/>
          <a:p>
            <a:pPr marL="0" indent="0">
              <a:buNone/>
            </a:pPr>
            <a:r>
              <a:rPr lang="en-IN" b="1" dirty="0">
                <a:solidFill>
                  <a:srgbClr val="800000"/>
                </a:solidFill>
              </a:rPr>
              <a:t>ADD R1, R2      </a:t>
            </a:r>
            <a:r>
              <a:rPr lang="en-IN" dirty="0"/>
              <a:t>// R1 = R1 + R2</a:t>
            </a:r>
          </a:p>
          <a:p>
            <a:pPr marL="0" indent="0">
              <a:buNone/>
            </a:pPr>
            <a:endParaRPr lang="en-IN" sz="2400" dirty="0"/>
          </a:p>
          <a:p>
            <a:pPr marL="0" indent="0">
              <a:spcAft>
                <a:spcPts val="1000"/>
              </a:spcAft>
              <a:buNone/>
            </a:pPr>
            <a:r>
              <a:rPr lang="en-IN" sz="2400" dirty="0"/>
              <a:t>T1:  </a:t>
            </a:r>
            <a:r>
              <a:rPr lang="en-IN" sz="2400" dirty="0" err="1"/>
              <a:t>PC</a:t>
            </a:r>
            <a:r>
              <a:rPr lang="en-IN" sz="2400" baseline="-25000" dirty="0" err="1"/>
              <a:t>out</a:t>
            </a:r>
            <a:r>
              <a:rPr lang="en-IN" sz="2400" dirty="0"/>
              <a:t>, </a:t>
            </a:r>
            <a:r>
              <a:rPr lang="en-IN" sz="2400" dirty="0" err="1"/>
              <a:t>MAR</a:t>
            </a:r>
            <a:r>
              <a:rPr lang="en-IN" sz="2400" baseline="-25000" dirty="0" err="1"/>
              <a:t>in</a:t>
            </a:r>
            <a:r>
              <a:rPr lang="en-IN" sz="2400" dirty="0"/>
              <a:t>, Read, Select4, ADD, Z</a:t>
            </a:r>
            <a:r>
              <a:rPr lang="en-IN" sz="2400" baseline="-25000" dirty="0"/>
              <a:t>in</a:t>
            </a:r>
          </a:p>
          <a:p>
            <a:pPr marL="0" indent="0">
              <a:spcAft>
                <a:spcPts val="1000"/>
              </a:spcAft>
              <a:buNone/>
            </a:pPr>
            <a:r>
              <a:rPr lang="en-IN" dirty="0"/>
              <a:t>T2:  </a:t>
            </a:r>
            <a:r>
              <a:rPr lang="en-IN" dirty="0" err="1"/>
              <a:t>Z</a:t>
            </a:r>
            <a:r>
              <a:rPr lang="en-IN" baseline="-25000" dirty="0" err="1"/>
              <a:t>out</a:t>
            </a:r>
            <a:r>
              <a:rPr lang="en-IN" dirty="0"/>
              <a:t>, </a:t>
            </a:r>
            <a:r>
              <a:rPr lang="en-IN" dirty="0" err="1"/>
              <a:t>PC</a:t>
            </a:r>
            <a:r>
              <a:rPr lang="en-IN" baseline="-25000" dirty="0" err="1"/>
              <a:t>in</a:t>
            </a:r>
            <a:r>
              <a:rPr lang="en-IN" dirty="0"/>
              <a:t>, Y</a:t>
            </a:r>
            <a:r>
              <a:rPr lang="en-IN" baseline="-25000" dirty="0"/>
              <a:t>in</a:t>
            </a:r>
            <a:r>
              <a:rPr lang="en-IN" dirty="0"/>
              <a:t>, </a:t>
            </a:r>
            <a:r>
              <a:rPr lang="en-IN" dirty="0" err="1"/>
              <a:t>MDR</a:t>
            </a:r>
            <a:r>
              <a:rPr lang="en-IN" baseline="-25000" dirty="0" err="1"/>
              <a:t>inE</a:t>
            </a:r>
            <a:r>
              <a:rPr lang="en-IN" baseline="-25000" dirty="0"/>
              <a:t> </a:t>
            </a:r>
            <a:r>
              <a:rPr lang="en-IN" dirty="0"/>
              <a:t>,WMFC</a:t>
            </a:r>
            <a:endParaRPr lang="en-IN" baseline="-25000" dirty="0"/>
          </a:p>
          <a:p>
            <a:pPr marL="0" indent="0">
              <a:spcAft>
                <a:spcPts val="1000"/>
              </a:spcAft>
              <a:buNone/>
            </a:pPr>
            <a:r>
              <a:rPr lang="en-IN" sz="2400" dirty="0"/>
              <a:t>T3:  </a:t>
            </a:r>
            <a:r>
              <a:rPr lang="en-IN" sz="2400" dirty="0" err="1"/>
              <a:t>MDR</a:t>
            </a:r>
            <a:r>
              <a:rPr lang="en-IN" sz="2400" baseline="-25000" dirty="0" err="1"/>
              <a:t>out</a:t>
            </a:r>
            <a:r>
              <a:rPr lang="en-IN" sz="2400" dirty="0"/>
              <a:t>, </a:t>
            </a:r>
            <a:r>
              <a:rPr lang="en-IN" sz="2400" dirty="0" err="1"/>
              <a:t>IR</a:t>
            </a:r>
            <a:r>
              <a:rPr lang="en-IN" sz="2400" baseline="-25000" dirty="0" err="1"/>
              <a:t>in</a:t>
            </a:r>
            <a:endParaRPr lang="en-IN" sz="2400" baseline="-25000" dirty="0"/>
          </a:p>
          <a:p>
            <a:pPr marL="0" indent="0">
              <a:spcAft>
                <a:spcPts val="1000"/>
              </a:spcAft>
              <a:buNone/>
            </a:pPr>
            <a:r>
              <a:rPr lang="en-IN" sz="2400" dirty="0"/>
              <a:t>T4:  R1</a:t>
            </a:r>
            <a:r>
              <a:rPr lang="en-IN" sz="2400" baseline="-25000" dirty="0"/>
              <a:t>out</a:t>
            </a:r>
            <a:r>
              <a:rPr lang="en-IN" sz="2400" dirty="0"/>
              <a:t>, Y</a:t>
            </a:r>
            <a:r>
              <a:rPr lang="en-IN" sz="2400" baseline="-25000" dirty="0"/>
              <a:t>in</a:t>
            </a:r>
            <a:r>
              <a:rPr lang="en-IN" sz="2400" dirty="0"/>
              <a:t>, </a:t>
            </a:r>
            <a:r>
              <a:rPr lang="en-IN" sz="2400" dirty="0" err="1"/>
              <a:t>SelectY</a:t>
            </a:r>
            <a:endParaRPr lang="en-IN" sz="2400" dirty="0"/>
          </a:p>
          <a:p>
            <a:pPr marL="0" indent="0">
              <a:spcAft>
                <a:spcPts val="1000"/>
              </a:spcAft>
              <a:buNone/>
            </a:pPr>
            <a:r>
              <a:rPr lang="en-IN" sz="2400" dirty="0"/>
              <a:t>T5:  R2</a:t>
            </a:r>
            <a:r>
              <a:rPr lang="en-IN" sz="2400" baseline="-25000" dirty="0"/>
              <a:t>out</a:t>
            </a:r>
            <a:r>
              <a:rPr lang="en-IN" sz="2400" dirty="0"/>
              <a:t>, ADD, Z</a:t>
            </a:r>
            <a:r>
              <a:rPr lang="en-IN" sz="2400" baseline="-25000" dirty="0"/>
              <a:t>in</a:t>
            </a:r>
          </a:p>
          <a:p>
            <a:pPr marL="0" indent="0">
              <a:spcAft>
                <a:spcPts val="1000"/>
              </a:spcAft>
              <a:buNone/>
            </a:pPr>
            <a:r>
              <a:rPr lang="en-IN" sz="2400" dirty="0"/>
              <a:t>T6:  </a:t>
            </a:r>
            <a:r>
              <a:rPr lang="en-IN" sz="2400" dirty="0" err="1"/>
              <a:t>Z</a:t>
            </a:r>
            <a:r>
              <a:rPr lang="en-IN" sz="2400" baseline="-25000" dirty="0" err="1"/>
              <a:t>out</a:t>
            </a:r>
            <a:r>
              <a:rPr lang="en-IN" sz="2400" dirty="0"/>
              <a:t>, R1</a:t>
            </a:r>
            <a:r>
              <a:rPr lang="en-IN" sz="2400" baseline="-25000" dirty="0"/>
              <a:t>in</a:t>
            </a:r>
          </a:p>
        </p:txBody>
      </p:sp>
      <p:sp>
        <p:nvSpPr>
          <p:cNvPr id="4" name="Slide Number Placeholder 3">
            <a:extLst>
              <a:ext uri="{FF2B5EF4-FFF2-40B4-BE49-F238E27FC236}">
                <a16:creationId xmlns:a16="http://schemas.microsoft.com/office/drawing/2014/main" id="{FFF32B3F-C7B6-1506-5797-A05F28036DA3}"/>
              </a:ext>
            </a:extLst>
          </p:cNvPr>
          <p:cNvSpPr>
            <a:spLocks noGrp="1"/>
          </p:cNvSpPr>
          <p:nvPr>
            <p:ph type="sldNum" sz="quarter" idx="12"/>
          </p:nvPr>
        </p:nvSpPr>
        <p:spPr/>
        <p:txBody>
          <a:bodyPr/>
          <a:lstStyle/>
          <a:p>
            <a:fld id="{F815AC96-4A5A-4699-9DBD-ACAB251D8CBA}" type="slidenum">
              <a:rPr lang="en-US" smtClean="0"/>
              <a:t>40</a:t>
            </a:fld>
            <a:endParaRPr lang="en-US"/>
          </a:p>
        </p:txBody>
      </p:sp>
      <p:pic>
        <p:nvPicPr>
          <p:cNvPr id="6" name="Picture 5">
            <a:extLst>
              <a:ext uri="{FF2B5EF4-FFF2-40B4-BE49-F238E27FC236}">
                <a16:creationId xmlns:a16="http://schemas.microsoft.com/office/drawing/2014/main" id="{BC8E3A7E-DBFD-82D2-3F66-D5A42A4722E7}"/>
              </a:ext>
            </a:extLst>
          </p:cNvPr>
          <p:cNvPicPr>
            <a:picLocks noChangeAspect="1"/>
          </p:cNvPicPr>
          <p:nvPr/>
        </p:nvPicPr>
        <p:blipFill>
          <a:blip r:embed="rId2"/>
          <a:stretch>
            <a:fillRect/>
          </a:stretch>
        </p:blipFill>
        <p:spPr>
          <a:xfrm>
            <a:off x="5828630" y="2326418"/>
            <a:ext cx="6192827" cy="2961408"/>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0DBFEFA1-B9F9-D731-4DA0-113089631D3D}"/>
                  </a:ext>
                </a:extLst>
              </p14:cNvPr>
              <p14:cNvContentPartPr/>
              <p14:nvPr/>
            </p14:nvContentPartPr>
            <p14:xfrm>
              <a:off x="732960" y="4042440"/>
              <a:ext cx="9027720" cy="1634400"/>
            </p14:xfrm>
          </p:contentPart>
        </mc:Choice>
        <mc:Fallback xmlns="">
          <p:pic>
            <p:nvPicPr>
              <p:cNvPr id="7" name="Ink 6">
                <a:extLst>
                  <a:ext uri="{FF2B5EF4-FFF2-40B4-BE49-F238E27FC236}">
                    <a16:creationId xmlns:a16="http://schemas.microsoft.com/office/drawing/2014/main" id="{0DBFEFA1-B9F9-D731-4DA0-113089631D3D}"/>
                  </a:ext>
                </a:extLst>
              </p:cNvPr>
              <p:cNvPicPr/>
              <p:nvPr/>
            </p:nvPicPr>
            <p:blipFill>
              <a:blip r:embed="rId4"/>
              <a:stretch>
                <a:fillRect/>
              </a:stretch>
            </p:blipFill>
            <p:spPr>
              <a:xfrm>
                <a:off x="723600" y="4033080"/>
                <a:ext cx="9046440" cy="1653120"/>
              </a:xfrm>
              <a:prstGeom prst="rect">
                <a:avLst/>
              </a:prstGeom>
            </p:spPr>
          </p:pic>
        </mc:Fallback>
      </mc:AlternateContent>
      <p:sp>
        <p:nvSpPr>
          <p:cNvPr id="5" name="TextBox 4">
            <a:extLst>
              <a:ext uri="{FF2B5EF4-FFF2-40B4-BE49-F238E27FC236}">
                <a16:creationId xmlns:a16="http://schemas.microsoft.com/office/drawing/2014/main" id="{ECCBF445-1BD3-B3F3-E1BF-7521C34B964A}"/>
              </a:ext>
            </a:extLst>
          </p:cNvPr>
          <p:cNvSpPr txBox="1"/>
          <p:nvPr/>
        </p:nvSpPr>
        <p:spPr>
          <a:xfrm>
            <a:off x="2519916" y="6092456"/>
            <a:ext cx="7347098" cy="646331"/>
          </a:xfrm>
          <a:prstGeom prst="rect">
            <a:avLst/>
          </a:prstGeom>
          <a:noFill/>
        </p:spPr>
        <p:txBody>
          <a:bodyPr wrap="square" rtlCol="0">
            <a:spAutoFit/>
          </a:bodyPr>
          <a:lstStyle/>
          <a:p>
            <a:pPr algn="ctr"/>
            <a:r>
              <a:rPr lang="en-US" b="1" dirty="0" err="1"/>
              <a:t>SelectY</a:t>
            </a:r>
            <a:r>
              <a:rPr lang="en-US" dirty="0"/>
              <a:t> can be placed in T4 or T5 since mux is a combinatorial circuit and its output will be generated almost instantly. </a:t>
            </a:r>
          </a:p>
        </p:txBody>
      </p:sp>
    </p:spTree>
    <p:extLst>
      <p:ext uri="{BB962C8B-B14F-4D97-AF65-F5344CB8AC3E}">
        <p14:creationId xmlns:p14="http://schemas.microsoft.com/office/powerpoint/2010/main" val="35513477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9198" y="137692"/>
            <a:ext cx="10515600" cy="1325563"/>
          </a:xfrm>
        </p:spPr>
        <p:txBody>
          <a:bodyPr>
            <a:normAutofit/>
          </a:bodyPr>
          <a:lstStyle/>
          <a:p>
            <a:r>
              <a:rPr lang="en-US" dirty="0"/>
              <a:t>Example for a Three Bus Organization</a:t>
            </a:r>
          </a:p>
        </p:txBody>
      </p:sp>
      <p:sp>
        <p:nvSpPr>
          <p:cNvPr id="4" name="Slide Number Placeholder 3"/>
          <p:cNvSpPr>
            <a:spLocks noGrp="1"/>
          </p:cNvSpPr>
          <p:nvPr>
            <p:ph type="sldNum" sz="quarter" idx="12"/>
          </p:nvPr>
        </p:nvSpPr>
        <p:spPr/>
        <p:txBody>
          <a:bodyPr/>
          <a:lstStyle/>
          <a:p>
            <a:fld id="{F815AC96-4A5A-4699-9DBD-ACAB251D8CBA}" type="slidenum">
              <a:rPr lang="en-US" smtClean="0"/>
              <a:t>41</a:t>
            </a:fld>
            <a:endParaRPr lang="en-US" dirty="0"/>
          </a:p>
        </p:txBody>
      </p:sp>
      <p:sp>
        <p:nvSpPr>
          <p:cNvPr id="5" name="Content Placeholder 2"/>
          <p:cNvSpPr>
            <a:spLocks noGrp="1"/>
          </p:cNvSpPr>
          <p:nvPr>
            <p:ph idx="1"/>
          </p:nvPr>
        </p:nvSpPr>
        <p:spPr>
          <a:xfrm>
            <a:off x="236838" y="1600202"/>
            <a:ext cx="5946792" cy="4063999"/>
          </a:xfrm>
        </p:spPr>
        <p:txBody>
          <a:bodyPr>
            <a:normAutofit/>
          </a:bodyPr>
          <a:lstStyle/>
          <a:p>
            <a:pPr marL="0" indent="0">
              <a:buNone/>
            </a:pPr>
            <a:r>
              <a:rPr lang="en-IN" b="1" dirty="0">
                <a:solidFill>
                  <a:srgbClr val="800000"/>
                </a:solidFill>
              </a:rPr>
              <a:t>SUB   R1, R2, R3      </a:t>
            </a:r>
            <a:r>
              <a:rPr lang="en-IN" dirty="0"/>
              <a:t>// R1 = R2 – R3</a:t>
            </a:r>
          </a:p>
          <a:p>
            <a:pPr marL="0" indent="0">
              <a:buNone/>
            </a:pPr>
            <a:endParaRPr lang="en-IN" sz="2400" dirty="0"/>
          </a:p>
          <a:p>
            <a:pPr marL="0" indent="0">
              <a:spcAft>
                <a:spcPts val="1000"/>
              </a:spcAft>
              <a:buNone/>
            </a:pPr>
            <a:r>
              <a:rPr lang="en-IN" sz="2400" dirty="0"/>
              <a:t>T1:   PC</a:t>
            </a:r>
            <a:r>
              <a:rPr lang="en-IN" sz="2400" baseline="-25000" dirty="0"/>
              <a:t>out</a:t>
            </a:r>
            <a:r>
              <a:rPr lang="en-IN" sz="2400" dirty="0"/>
              <a:t>,  R = B,  MAR</a:t>
            </a:r>
            <a:r>
              <a:rPr lang="en-IN" sz="2400" baseline="-25000" dirty="0"/>
              <a:t>in</a:t>
            </a:r>
            <a:r>
              <a:rPr lang="en-IN" sz="2400" dirty="0"/>
              <a:t> ,  READ,  IncPC</a:t>
            </a:r>
            <a:endParaRPr lang="en-IN" sz="2400" baseline="-25000" dirty="0"/>
          </a:p>
          <a:p>
            <a:pPr marL="0" indent="0">
              <a:spcAft>
                <a:spcPts val="1000"/>
              </a:spcAft>
              <a:buNone/>
            </a:pPr>
            <a:r>
              <a:rPr lang="en-IN" sz="2400" dirty="0"/>
              <a:t>T2:   WMFC</a:t>
            </a:r>
          </a:p>
          <a:p>
            <a:pPr marL="0" indent="0">
              <a:spcAft>
                <a:spcPts val="1000"/>
              </a:spcAft>
              <a:buNone/>
            </a:pPr>
            <a:r>
              <a:rPr lang="en-IN" sz="2400" dirty="0"/>
              <a:t>T3:   MDR</a:t>
            </a:r>
            <a:r>
              <a:rPr lang="en-IN" sz="2400" baseline="-25000" dirty="0"/>
              <a:t>outB </a:t>
            </a:r>
            <a:r>
              <a:rPr lang="en-IN" sz="2400" dirty="0"/>
              <a:t>,  R = B,  IR</a:t>
            </a:r>
            <a:r>
              <a:rPr lang="en-IN" sz="2400" baseline="-25000" dirty="0"/>
              <a:t>in</a:t>
            </a:r>
          </a:p>
          <a:p>
            <a:pPr marL="0" indent="0">
              <a:spcAft>
                <a:spcPts val="1000"/>
              </a:spcAft>
              <a:buNone/>
            </a:pPr>
            <a:r>
              <a:rPr lang="en-IN" sz="2400" dirty="0"/>
              <a:t>T4:   R2</a:t>
            </a:r>
            <a:r>
              <a:rPr lang="en-IN" sz="2400" baseline="-25000" dirty="0"/>
              <a:t>outA </a:t>
            </a:r>
            <a:r>
              <a:rPr lang="en-IN" sz="2400" dirty="0"/>
              <a:t>,  R3</a:t>
            </a:r>
            <a:r>
              <a:rPr lang="en-IN" sz="2400" baseline="-25000" dirty="0"/>
              <a:t>outB</a:t>
            </a:r>
            <a:r>
              <a:rPr lang="en-IN" sz="2400" dirty="0"/>
              <a:t> ,  SelectA, SUB,  R1</a:t>
            </a:r>
            <a:r>
              <a:rPr lang="en-IN" sz="2400" baseline="-25000" dirty="0"/>
              <a:t>in</a:t>
            </a:r>
            <a:r>
              <a:rPr lang="en-IN" sz="2400" dirty="0"/>
              <a:t> ,  End</a:t>
            </a:r>
          </a:p>
        </p:txBody>
      </p:sp>
      <p:pic>
        <p:nvPicPr>
          <p:cNvPr id="3" name="Picture 2"/>
          <p:cNvPicPr>
            <a:picLocks noChangeAspect="1"/>
          </p:cNvPicPr>
          <p:nvPr/>
        </p:nvPicPr>
        <p:blipFill>
          <a:blip r:embed="rId2"/>
          <a:stretch>
            <a:fillRect/>
          </a:stretch>
        </p:blipFill>
        <p:spPr>
          <a:xfrm>
            <a:off x="6033232" y="1376954"/>
            <a:ext cx="6051654" cy="3137895"/>
          </a:xfrm>
          <a:prstGeom prst="rect">
            <a:avLst/>
          </a:prstGeom>
        </p:spPr>
      </p:pic>
      <p:sp>
        <p:nvSpPr>
          <p:cNvPr id="6" name="TextBox 5">
            <a:extLst>
              <a:ext uri="{FF2B5EF4-FFF2-40B4-BE49-F238E27FC236}">
                <a16:creationId xmlns:a16="http://schemas.microsoft.com/office/drawing/2014/main" id="{E37410C7-3CBC-B04D-CB06-533211429B20}"/>
              </a:ext>
            </a:extLst>
          </p:cNvPr>
          <p:cNvSpPr txBox="1"/>
          <p:nvPr/>
        </p:nvSpPr>
        <p:spPr>
          <a:xfrm>
            <a:off x="895739" y="5206478"/>
            <a:ext cx="4581330" cy="1124923"/>
          </a:xfrm>
          <a:prstGeom prst="rect">
            <a:avLst/>
          </a:prstGeom>
          <a:noFill/>
        </p:spPr>
        <p:txBody>
          <a:bodyPr wrap="square" rtlCol="0">
            <a:spAutoFit/>
          </a:bodyPr>
          <a:lstStyle/>
          <a:p>
            <a:pPr>
              <a:lnSpc>
                <a:spcPct val="114000"/>
              </a:lnSpc>
            </a:pPr>
            <a:r>
              <a:rPr lang="en-US" sz="2000" i="1" dirty="0">
                <a:solidFill>
                  <a:srgbClr val="C00000"/>
                </a:solidFill>
              </a:rPr>
              <a:t>R = B means that the ALU function is selected such that data on Bus-B is transferred to the ALU output (i.e., Bus-C).</a:t>
            </a: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E82A1104-ACFE-6114-D85E-8C2322413862}"/>
                  </a:ext>
                </a:extLst>
              </p14:cNvPr>
              <p14:cNvContentPartPr/>
              <p14:nvPr/>
            </p14:nvContentPartPr>
            <p14:xfrm>
              <a:off x="7413480" y="5720400"/>
              <a:ext cx="981720" cy="102240"/>
            </p14:xfrm>
          </p:contentPart>
        </mc:Choice>
        <mc:Fallback xmlns="">
          <p:pic>
            <p:nvPicPr>
              <p:cNvPr id="7" name="Ink 6">
                <a:extLst>
                  <a:ext uri="{FF2B5EF4-FFF2-40B4-BE49-F238E27FC236}">
                    <a16:creationId xmlns:a16="http://schemas.microsoft.com/office/drawing/2014/main" id="{E82A1104-ACFE-6114-D85E-8C2322413862}"/>
                  </a:ext>
                </a:extLst>
              </p:cNvPr>
              <p:cNvPicPr/>
              <p:nvPr/>
            </p:nvPicPr>
            <p:blipFill>
              <a:blip r:embed="rId4"/>
              <a:stretch>
                <a:fillRect/>
              </a:stretch>
            </p:blipFill>
            <p:spPr>
              <a:xfrm>
                <a:off x="7397640" y="5657040"/>
                <a:ext cx="101304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9B75A7E6-D855-CACB-D146-0E12353B2D73}"/>
                  </a:ext>
                </a:extLst>
              </p14:cNvPr>
              <p14:cNvContentPartPr/>
              <p14:nvPr/>
            </p14:nvContentPartPr>
            <p14:xfrm>
              <a:off x="7404480" y="5777640"/>
              <a:ext cx="1939680" cy="68400"/>
            </p14:xfrm>
          </p:contentPart>
        </mc:Choice>
        <mc:Fallback xmlns="">
          <p:pic>
            <p:nvPicPr>
              <p:cNvPr id="8" name="Ink 7">
                <a:extLst>
                  <a:ext uri="{FF2B5EF4-FFF2-40B4-BE49-F238E27FC236}">
                    <a16:creationId xmlns:a16="http://schemas.microsoft.com/office/drawing/2014/main" id="{9B75A7E6-D855-CACB-D146-0E12353B2D73}"/>
                  </a:ext>
                </a:extLst>
              </p:cNvPr>
              <p:cNvPicPr/>
              <p:nvPr/>
            </p:nvPicPr>
            <p:blipFill>
              <a:blip r:embed="rId6"/>
              <a:stretch>
                <a:fillRect/>
              </a:stretch>
            </p:blipFill>
            <p:spPr>
              <a:xfrm>
                <a:off x="7388640" y="5714280"/>
                <a:ext cx="197100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3FA247FB-88E1-EC91-6B5B-5E4B84740C52}"/>
                  </a:ext>
                </a:extLst>
              </p14:cNvPr>
              <p14:cNvContentPartPr/>
              <p14:nvPr/>
            </p14:nvContentPartPr>
            <p14:xfrm>
              <a:off x="7921440" y="5739480"/>
              <a:ext cx="2056680" cy="138960"/>
            </p14:xfrm>
          </p:contentPart>
        </mc:Choice>
        <mc:Fallback xmlns="">
          <p:pic>
            <p:nvPicPr>
              <p:cNvPr id="9" name="Ink 8">
                <a:extLst>
                  <a:ext uri="{FF2B5EF4-FFF2-40B4-BE49-F238E27FC236}">
                    <a16:creationId xmlns:a16="http://schemas.microsoft.com/office/drawing/2014/main" id="{3FA247FB-88E1-EC91-6B5B-5E4B84740C52}"/>
                  </a:ext>
                </a:extLst>
              </p:cNvPr>
              <p:cNvPicPr/>
              <p:nvPr/>
            </p:nvPicPr>
            <p:blipFill>
              <a:blip r:embed="rId8"/>
              <a:stretch>
                <a:fillRect/>
              </a:stretch>
            </p:blipFill>
            <p:spPr>
              <a:xfrm>
                <a:off x="7905600" y="5676120"/>
                <a:ext cx="208800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1AE5519F-9AA0-5D87-7580-8F806C45595F}"/>
                  </a:ext>
                </a:extLst>
              </p14:cNvPr>
              <p14:cNvContentPartPr/>
              <p14:nvPr/>
            </p14:nvContentPartPr>
            <p14:xfrm>
              <a:off x="8043840" y="5562720"/>
              <a:ext cx="2098800" cy="197280"/>
            </p14:xfrm>
          </p:contentPart>
        </mc:Choice>
        <mc:Fallback xmlns="">
          <p:pic>
            <p:nvPicPr>
              <p:cNvPr id="10" name="Ink 9">
                <a:extLst>
                  <a:ext uri="{FF2B5EF4-FFF2-40B4-BE49-F238E27FC236}">
                    <a16:creationId xmlns:a16="http://schemas.microsoft.com/office/drawing/2014/main" id="{1AE5519F-9AA0-5D87-7580-8F806C45595F}"/>
                  </a:ext>
                </a:extLst>
              </p:cNvPr>
              <p:cNvPicPr/>
              <p:nvPr/>
            </p:nvPicPr>
            <p:blipFill>
              <a:blip r:embed="rId10"/>
              <a:stretch>
                <a:fillRect/>
              </a:stretch>
            </p:blipFill>
            <p:spPr>
              <a:xfrm>
                <a:off x="8028000" y="5499360"/>
                <a:ext cx="2130120" cy="324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66419030-43FE-965F-7BF8-AF4779984AB7}"/>
                  </a:ext>
                </a:extLst>
              </p14:cNvPr>
              <p14:cNvContentPartPr/>
              <p14:nvPr/>
            </p14:nvContentPartPr>
            <p14:xfrm>
              <a:off x="7731000" y="5712480"/>
              <a:ext cx="2362320" cy="140760"/>
            </p14:xfrm>
          </p:contentPart>
        </mc:Choice>
        <mc:Fallback xmlns="">
          <p:pic>
            <p:nvPicPr>
              <p:cNvPr id="11" name="Ink 10">
                <a:extLst>
                  <a:ext uri="{FF2B5EF4-FFF2-40B4-BE49-F238E27FC236}">
                    <a16:creationId xmlns:a16="http://schemas.microsoft.com/office/drawing/2014/main" id="{66419030-43FE-965F-7BF8-AF4779984AB7}"/>
                  </a:ext>
                </a:extLst>
              </p:cNvPr>
              <p:cNvPicPr/>
              <p:nvPr/>
            </p:nvPicPr>
            <p:blipFill>
              <a:blip r:embed="rId12"/>
              <a:stretch>
                <a:fillRect/>
              </a:stretch>
            </p:blipFill>
            <p:spPr>
              <a:xfrm>
                <a:off x="7715160" y="5649120"/>
                <a:ext cx="239364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F63643CE-582D-44E4-BF53-723BDC727E33}"/>
                  </a:ext>
                </a:extLst>
              </p14:cNvPr>
              <p14:cNvContentPartPr/>
              <p14:nvPr/>
            </p14:nvContentPartPr>
            <p14:xfrm>
              <a:off x="7355160" y="5628960"/>
              <a:ext cx="2309040" cy="103680"/>
            </p14:xfrm>
          </p:contentPart>
        </mc:Choice>
        <mc:Fallback xmlns="">
          <p:pic>
            <p:nvPicPr>
              <p:cNvPr id="12" name="Ink 11">
                <a:extLst>
                  <a:ext uri="{FF2B5EF4-FFF2-40B4-BE49-F238E27FC236}">
                    <a16:creationId xmlns:a16="http://schemas.microsoft.com/office/drawing/2014/main" id="{F63643CE-582D-44E4-BF53-723BDC727E33}"/>
                  </a:ext>
                </a:extLst>
              </p:cNvPr>
              <p:cNvPicPr/>
              <p:nvPr/>
            </p:nvPicPr>
            <p:blipFill>
              <a:blip r:embed="rId14"/>
              <a:stretch>
                <a:fillRect/>
              </a:stretch>
            </p:blipFill>
            <p:spPr>
              <a:xfrm>
                <a:off x="7339320" y="5565600"/>
                <a:ext cx="234036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1FD0F84B-3A48-3684-80D3-9EB1AD7801DA}"/>
                  </a:ext>
                </a:extLst>
              </p14:cNvPr>
              <p14:cNvContentPartPr/>
              <p14:nvPr/>
            </p14:nvContentPartPr>
            <p14:xfrm>
              <a:off x="7370280" y="5638680"/>
              <a:ext cx="2660040" cy="88560"/>
            </p14:xfrm>
          </p:contentPart>
        </mc:Choice>
        <mc:Fallback xmlns="">
          <p:pic>
            <p:nvPicPr>
              <p:cNvPr id="13" name="Ink 12">
                <a:extLst>
                  <a:ext uri="{FF2B5EF4-FFF2-40B4-BE49-F238E27FC236}">
                    <a16:creationId xmlns:a16="http://schemas.microsoft.com/office/drawing/2014/main" id="{1FD0F84B-3A48-3684-80D3-9EB1AD7801DA}"/>
                  </a:ext>
                </a:extLst>
              </p:cNvPr>
              <p:cNvPicPr/>
              <p:nvPr/>
            </p:nvPicPr>
            <p:blipFill>
              <a:blip r:embed="rId16"/>
              <a:stretch>
                <a:fillRect/>
              </a:stretch>
            </p:blipFill>
            <p:spPr>
              <a:xfrm>
                <a:off x="7354440" y="5575320"/>
                <a:ext cx="269136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EDB3CA88-EB7A-F74A-A100-0B872AFF6F0B}"/>
                  </a:ext>
                </a:extLst>
              </p14:cNvPr>
              <p14:cNvContentPartPr/>
              <p14:nvPr/>
            </p14:nvContentPartPr>
            <p14:xfrm>
              <a:off x="7088040" y="5637600"/>
              <a:ext cx="331560" cy="300960"/>
            </p14:xfrm>
          </p:contentPart>
        </mc:Choice>
        <mc:Fallback xmlns="">
          <p:pic>
            <p:nvPicPr>
              <p:cNvPr id="14" name="Ink 13">
                <a:extLst>
                  <a:ext uri="{FF2B5EF4-FFF2-40B4-BE49-F238E27FC236}">
                    <a16:creationId xmlns:a16="http://schemas.microsoft.com/office/drawing/2014/main" id="{EDB3CA88-EB7A-F74A-A100-0B872AFF6F0B}"/>
                  </a:ext>
                </a:extLst>
              </p:cNvPr>
              <p:cNvPicPr/>
              <p:nvPr/>
            </p:nvPicPr>
            <p:blipFill>
              <a:blip r:embed="rId18"/>
              <a:stretch>
                <a:fillRect/>
              </a:stretch>
            </p:blipFill>
            <p:spPr>
              <a:xfrm>
                <a:off x="7072200" y="5574240"/>
                <a:ext cx="362880" cy="4276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50AF95C8-6C4D-D43D-4F83-998B3D33B054}"/>
                  </a:ext>
                </a:extLst>
              </p14:cNvPr>
              <p14:cNvContentPartPr/>
              <p14:nvPr/>
            </p14:nvContentPartPr>
            <p14:xfrm>
              <a:off x="7274880" y="5708880"/>
              <a:ext cx="374040" cy="66960"/>
            </p14:xfrm>
          </p:contentPart>
        </mc:Choice>
        <mc:Fallback xmlns="">
          <p:pic>
            <p:nvPicPr>
              <p:cNvPr id="15" name="Ink 14">
                <a:extLst>
                  <a:ext uri="{FF2B5EF4-FFF2-40B4-BE49-F238E27FC236}">
                    <a16:creationId xmlns:a16="http://schemas.microsoft.com/office/drawing/2014/main" id="{50AF95C8-6C4D-D43D-4F83-998B3D33B054}"/>
                  </a:ext>
                </a:extLst>
              </p:cNvPr>
              <p:cNvPicPr/>
              <p:nvPr/>
            </p:nvPicPr>
            <p:blipFill>
              <a:blip r:embed="rId20"/>
              <a:stretch>
                <a:fillRect/>
              </a:stretch>
            </p:blipFill>
            <p:spPr>
              <a:xfrm>
                <a:off x="7259040" y="5645520"/>
                <a:ext cx="40536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191E2BE5-A11A-E4FB-5AB8-91DD7C52CCF2}"/>
                  </a:ext>
                </a:extLst>
              </p14:cNvPr>
              <p14:cNvContentPartPr/>
              <p14:nvPr/>
            </p14:nvContentPartPr>
            <p14:xfrm>
              <a:off x="7316640" y="5858280"/>
              <a:ext cx="437040" cy="57240"/>
            </p14:xfrm>
          </p:contentPart>
        </mc:Choice>
        <mc:Fallback xmlns="">
          <p:pic>
            <p:nvPicPr>
              <p:cNvPr id="16" name="Ink 15">
                <a:extLst>
                  <a:ext uri="{FF2B5EF4-FFF2-40B4-BE49-F238E27FC236}">
                    <a16:creationId xmlns:a16="http://schemas.microsoft.com/office/drawing/2014/main" id="{191E2BE5-A11A-E4FB-5AB8-91DD7C52CCF2}"/>
                  </a:ext>
                </a:extLst>
              </p:cNvPr>
              <p:cNvPicPr/>
              <p:nvPr/>
            </p:nvPicPr>
            <p:blipFill>
              <a:blip r:embed="rId22"/>
              <a:stretch>
                <a:fillRect/>
              </a:stretch>
            </p:blipFill>
            <p:spPr>
              <a:xfrm>
                <a:off x="7300800" y="5794920"/>
                <a:ext cx="46836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DC7E4438-24D4-3469-3DC0-AB03723235FB}"/>
                  </a:ext>
                </a:extLst>
              </p14:cNvPr>
              <p14:cNvContentPartPr/>
              <p14:nvPr/>
            </p14:nvContentPartPr>
            <p14:xfrm>
              <a:off x="7438680" y="5776920"/>
              <a:ext cx="2491200" cy="153000"/>
            </p14:xfrm>
          </p:contentPart>
        </mc:Choice>
        <mc:Fallback xmlns="">
          <p:pic>
            <p:nvPicPr>
              <p:cNvPr id="17" name="Ink 16">
                <a:extLst>
                  <a:ext uri="{FF2B5EF4-FFF2-40B4-BE49-F238E27FC236}">
                    <a16:creationId xmlns:a16="http://schemas.microsoft.com/office/drawing/2014/main" id="{DC7E4438-24D4-3469-3DC0-AB03723235FB}"/>
                  </a:ext>
                </a:extLst>
              </p:cNvPr>
              <p:cNvPicPr/>
              <p:nvPr/>
            </p:nvPicPr>
            <p:blipFill>
              <a:blip r:embed="rId24"/>
              <a:stretch>
                <a:fillRect/>
              </a:stretch>
            </p:blipFill>
            <p:spPr>
              <a:xfrm>
                <a:off x="7422840" y="5713560"/>
                <a:ext cx="252252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A5C003B3-2913-C6C5-A15B-8421AAD0D32B}"/>
                  </a:ext>
                </a:extLst>
              </p14:cNvPr>
              <p14:cNvContentPartPr/>
              <p14:nvPr/>
            </p14:nvContentPartPr>
            <p14:xfrm>
              <a:off x="7335360" y="5591160"/>
              <a:ext cx="2667960" cy="83160"/>
            </p14:xfrm>
          </p:contentPart>
        </mc:Choice>
        <mc:Fallback xmlns="">
          <p:pic>
            <p:nvPicPr>
              <p:cNvPr id="18" name="Ink 17">
                <a:extLst>
                  <a:ext uri="{FF2B5EF4-FFF2-40B4-BE49-F238E27FC236}">
                    <a16:creationId xmlns:a16="http://schemas.microsoft.com/office/drawing/2014/main" id="{A5C003B3-2913-C6C5-A15B-8421AAD0D32B}"/>
                  </a:ext>
                </a:extLst>
              </p:cNvPr>
              <p:cNvPicPr/>
              <p:nvPr/>
            </p:nvPicPr>
            <p:blipFill>
              <a:blip r:embed="rId26"/>
              <a:stretch>
                <a:fillRect/>
              </a:stretch>
            </p:blipFill>
            <p:spPr>
              <a:xfrm>
                <a:off x="7319520" y="5527800"/>
                <a:ext cx="269928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 name="Ink 18">
                <a:extLst>
                  <a:ext uri="{FF2B5EF4-FFF2-40B4-BE49-F238E27FC236}">
                    <a16:creationId xmlns:a16="http://schemas.microsoft.com/office/drawing/2014/main" id="{8C61B040-0D27-9CC8-1F1E-5E94D31047E9}"/>
                  </a:ext>
                </a:extLst>
              </p14:cNvPr>
              <p14:cNvContentPartPr/>
              <p14:nvPr/>
            </p14:nvContentPartPr>
            <p14:xfrm>
              <a:off x="6642360" y="1248120"/>
              <a:ext cx="5088960" cy="4728600"/>
            </p14:xfrm>
          </p:contentPart>
        </mc:Choice>
        <mc:Fallback xmlns="">
          <p:pic>
            <p:nvPicPr>
              <p:cNvPr id="19" name="Ink 18">
                <a:extLst>
                  <a:ext uri="{FF2B5EF4-FFF2-40B4-BE49-F238E27FC236}">
                    <a16:creationId xmlns:a16="http://schemas.microsoft.com/office/drawing/2014/main" id="{8C61B040-0D27-9CC8-1F1E-5E94D31047E9}"/>
                  </a:ext>
                </a:extLst>
              </p:cNvPr>
              <p:cNvPicPr/>
              <p:nvPr/>
            </p:nvPicPr>
            <p:blipFill>
              <a:blip r:embed="rId28"/>
              <a:stretch>
                <a:fillRect/>
              </a:stretch>
            </p:blipFill>
            <p:spPr>
              <a:xfrm>
                <a:off x="6633000" y="1238760"/>
                <a:ext cx="5107680" cy="4747320"/>
              </a:xfrm>
              <a:prstGeom prst="rect">
                <a:avLst/>
              </a:prstGeom>
            </p:spPr>
          </p:pic>
        </mc:Fallback>
      </mc:AlternateContent>
    </p:spTree>
    <p:extLst>
      <p:ext uri="{BB962C8B-B14F-4D97-AF65-F5344CB8AC3E}">
        <p14:creationId xmlns:p14="http://schemas.microsoft.com/office/powerpoint/2010/main" val="18270618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Micro-operations Examples</a:t>
            </a:r>
          </a:p>
        </p:txBody>
      </p:sp>
      <p:sp>
        <p:nvSpPr>
          <p:cNvPr id="6" name="Subtitle 5"/>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A56F1F74-EAAB-4BA4-8360-0B2AFE8E155E}" type="slidenum">
              <a:rPr lang="en-IN" smtClean="0"/>
              <a:t>42</a:t>
            </a:fld>
            <a:endParaRPr lang="en-IN"/>
          </a:p>
        </p:txBody>
      </p:sp>
    </p:spTree>
    <p:extLst>
      <p:ext uri="{BB962C8B-B14F-4D97-AF65-F5344CB8AC3E}">
        <p14:creationId xmlns:p14="http://schemas.microsoft.com/office/powerpoint/2010/main" val="6963711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Introduction</a:t>
            </a:r>
            <a:endParaRPr lang="en-US" dirty="0"/>
          </a:p>
        </p:txBody>
      </p:sp>
      <p:sp>
        <p:nvSpPr>
          <p:cNvPr id="3" name="Content Placeholder 2"/>
          <p:cNvSpPr>
            <a:spLocks noGrp="1"/>
          </p:cNvSpPr>
          <p:nvPr>
            <p:ph idx="1"/>
          </p:nvPr>
        </p:nvSpPr>
        <p:spPr/>
        <p:txBody>
          <a:bodyPr>
            <a:normAutofit/>
          </a:bodyPr>
          <a:lstStyle/>
          <a:p>
            <a:r>
              <a:rPr lang="en-US" sz="2400" dirty="0"/>
              <a:t>We select a set of 12 instructions.</a:t>
            </a:r>
          </a:p>
          <a:p>
            <a:r>
              <a:rPr lang="en-US" sz="2400" dirty="0"/>
              <a:t>Discuss the control signals required to execute these instructions on the single-bus processor architecture.</a:t>
            </a:r>
          </a:p>
        </p:txBody>
      </p:sp>
      <p:sp>
        <p:nvSpPr>
          <p:cNvPr id="4" name="Slide Number Placeholder 3"/>
          <p:cNvSpPr>
            <a:spLocks noGrp="1"/>
          </p:cNvSpPr>
          <p:nvPr>
            <p:ph type="sldNum" sz="quarter" idx="12"/>
          </p:nvPr>
        </p:nvSpPr>
        <p:spPr/>
        <p:txBody>
          <a:bodyPr/>
          <a:lstStyle/>
          <a:p>
            <a:fld id="{F815AC96-4A5A-4699-9DBD-ACAB251D8CBA}" type="slidenum">
              <a:rPr lang="en-US" smtClean="0"/>
              <a:pPr/>
              <a:t>43</a:t>
            </a:fld>
            <a:endParaRPr lang="en-US"/>
          </a:p>
        </p:txBody>
      </p:sp>
      <p:pic>
        <p:nvPicPr>
          <p:cNvPr id="5" name="Picture 4">
            <a:extLst>
              <a:ext uri="{FF2B5EF4-FFF2-40B4-BE49-F238E27FC236}">
                <a16:creationId xmlns:a16="http://schemas.microsoft.com/office/drawing/2014/main" id="{77C294B2-0626-1920-6448-1FABA157253C}"/>
              </a:ext>
            </a:extLst>
          </p:cNvPr>
          <p:cNvPicPr>
            <a:picLocks noChangeAspect="1"/>
          </p:cNvPicPr>
          <p:nvPr/>
        </p:nvPicPr>
        <p:blipFill>
          <a:blip r:embed="rId2"/>
          <a:stretch>
            <a:fillRect/>
          </a:stretch>
        </p:blipFill>
        <p:spPr>
          <a:xfrm>
            <a:off x="2652722" y="3600047"/>
            <a:ext cx="6192827" cy="2961408"/>
          </a:xfrm>
          <a:prstGeom prst="rect">
            <a:avLst/>
          </a:prstGeom>
        </p:spPr>
      </p:pic>
    </p:spTree>
    <p:extLst>
      <p:ext uri="{BB962C8B-B14F-4D97-AF65-F5344CB8AC3E}">
        <p14:creationId xmlns:p14="http://schemas.microsoft.com/office/powerpoint/2010/main" val="26199528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57632"/>
            <a:ext cx="10972800" cy="1037768"/>
          </a:xfrm>
        </p:spPr>
        <p:txBody>
          <a:bodyPr>
            <a:normAutofit/>
          </a:bodyPr>
          <a:lstStyle/>
          <a:p>
            <a:r>
              <a:rPr lang="en-IN" dirty="0"/>
              <a:t>The set of 12 instructions chosen</a:t>
            </a:r>
          </a:p>
        </p:txBody>
      </p:sp>
      <p:sp>
        <p:nvSpPr>
          <p:cNvPr id="4" name="Slide Number Placeholder 3"/>
          <p:cNvSpPr>
            <a:spLocks noGrp="1"/>
          </p:cNvSpPr>
          <p:nvPr>
            <p:ph type="sldNum" sz="quarter" idx="12"/>
          </p:nvPr>
        </p:nvSpPr>
        <p:spPr/>
        <p:txBody>
          <a:bodyPr/>
          <a:lstStyle/>
          <a:p>
            <a:fld id="{F815AC96-4A5A-4699-9DBD-ACAB251D8CBA}" type="slidenum">
              <a:rPr lang="en-US" smtClean="0"/>
              <a:t>44</a:t>
            </a:fld>
            <a:endParaRPr lang="en-US"/>
          </a:p>
        </p:txBody>
      </p:sp>
      <p:sp>
        <p:nvSpPr>
          <p:cNvPr id="90" name="TextBox 89"/>
          <p:cNvSpPr txBox="1"/>
          <p:nvPr/>
        </p:nvSpPr>
        <p:spPr>
          <a:xfrm>
            <a:off x="1256936" y="1312307"/>
            <a:ext cx="9474929" cy="4978282"/>
          </a:xfrm>
          <a:prstGeom prst="rect">
            <a:avLst/>
          </a:prstGeom>
          <a:noFill/>
        </p:spPr>
        <p:txBody>
          <a:bodyPr wrap="square" lIns="121917" tIns="60958" rIns="121917" bIns="60958" rtlCol="0">
            <a:spAutoFit/>
          </a:bodyPr>
          <a:lstStyle/>
          <a:p>
            <a:pPr marL="609585" indent="-609585">
              <a:spcAft>
                <a:spcPts val="300"/>
              </a:spcAft>
              <a:buAutoNum type="arabicPeriod"/>
            </a:pPr>
            <a:r>
              <a:rPr lang="en-IN" sz="2400" dirty="0"/>
              <a:t>ADD 	R1, R2            		//  R1 = R1 + R2</a:t>
            </a:r>
          </a:p>
          <a:p>
            <a:pPr marL="609585" indent="-609585">
              <a:spcAft>
                <a:spcPts val="300"/>
              </a:spcAft>
              <a:buAutoNum type="arabicPeriod"/>
            </a:pPr>
            <a:r>
              <a:rPr lang="en-IN" sz="2400" dirty="0"/>
              <a:t>ADD 	R1, LOCA       		//  R1 = R1 + Mem[LOCA]</a:t>
            </a:r>
          </a:p>
          <a:p>
            <a:pPr marL="609585" indent="-609585">
              <a:spcAft>
                <a:spcPts val="300"/>
              </a:spcAft>
              <a:buAutoNum type="arabicPeriod"/>
            </a:pPr>
            <a:r>
              <a:rPr lang="en-IN" sz="2400" dirty="0"/>
              <a:t>LOAD 	R1, LOCA     		//  R1 = Mem[LOCA]</a:t>
            </a:r>
          </a:p>
          <a:p>
            <a:pPr marL="609585" indent="-609585">
              <a:spcAft>
                <a:spcPts val="300"/>
              </a:spcAft>
              <a:buAutoNum type="arabicPeriod"/>
            </a:pPr>
            <a:r>
              <a:rPr lang="en-IN" sz="2400" dirty="0"/>
              <a:t>STORE 	LOCA, R1   		//  Mem[LOCA] = R1</a:t>
            </a:r>
          </a:p>
          <a:p>
            <a:pPr marL="609585" indent="-609585">
              <a:spcAft>
                <a:spcPts val="300"/>
              </a:spcAft>
              <a:buAutoNum type="arabicPeriod"/>
            </a:pPr>
            <a:r>
              <a:rPr lang="en-IN" sz="2400" dirty="0"/>
              <a:t>MOVE 	R1, R2			//  R1 = R2</a:t>
            </a:r>
          </a:p>
          <a:p>
            <a:pPr marL="609585" indent="-609585">
              <a:spcAft>
                <a:spcPts val="300"/>
              </a:spcAft>
              <a:buAutoNum type="arabicPeriod"/>
            </a:pPr>
            <a:r>
              <a:rPr lang="en-IN" sz="2400" dirty="0"/>
              <a:t>MOVE 	R1, #10          		//  R1 = 10</a:t>
            </a:r>
          </a:p>
          <a:p>
            <a:pPr marL="609585" indent="-609585">
              <a:spcAft>
                <a:spcPts val="300"/>
              </a:spcAft>
              <a:buAutoNum type="arabicPeriod"/>
            </a:pPr>
            <a:r>
              <a:rPr lang="en-IN" sz="2400" dirty="0"/>
              <a:t>BR 	LOCA		  	//  PC = LOCA</a:t>
            </a:r>
          </a:p>
          <a:p>
            <a:pPr marL="609585" indent="-609585">
              <a:spcAft>
                <a:spcPts val="300"/>
              </a:spcAft>
              <a:buAutoNum type="arabicPeriod"/>
            </a:pPr>
            <a:r>
              <a:rPr lang="en-IN" sz="2400" dirty="0"/>
              <a:t>BZ 	LOCA			//  PC = LOCA if Zero flag is set</a:t>
            </a:r>
          </a:p>
          <a:p>
            <a:pPr marL="609585" indent="-609585">
              <a:spcAft>
                <a:spcPts val="300"/>
              </a:spcAft>
              <a:buAutoNum type="arabicPeriod"/>
            </a:pPr>
            <a:r>
              <a:rPr lang="en-IN" sz="2400" dirty="0"/>
              <a:t>INC 	R1			//  R1 = R1 + 4</a:t>
            </a:r>
          </a:p>
          <a:p>
            <a:pPr marL="609585" indent="-609585">
              <a:spcAft>
                <a:spcPts val="300"/>
              </a:spcAft>
              <a:buAutoNum type="arabicPeriod"/>
            </a:pPr>
            <a:r>
              <a:rPr lang="en-IN" sz="2400" dirty="0"/>
              <a:t>DEC 	R1			//  R1 = R1 – 4 </a:t>
            </a:r>
          </a:p>
          <a:p>
            <a:pPr marL="609585" indent="-609585">
              <a:spcAft>
                <a:spcPts val="300"/>
              </a:spcAft>
              <a:buAutoNum type="arabicPeriod"/>
            </a:pPr>
            <a:r>
              <a:rPr lang="en-IN" sz="2400" dirty="0"/>
              <a:t>CMP 	R1, R2   		//  R1 – R2 </a:t>
            </a:r>
          </a:p>
          <a:p>
            <a:pPr marL="609585" indent="-609585">
              <a:spcAft>
                <a:spcPts val="300"/>
              </a:spcAft>
              <a:buAutoNum type="arabicPeriod"/>
            </a:pPr>
            <a:r>
              <a:rPr lang="en-IN" sz="2400" dirty="0"/>
              <a:t>HALT				// Machine Halt</a:t>
            </a:r>
          </a:p>
        </p:txBody>
      </p:sp>
    </p:spTree>
    <p:extLst>
      <p:ext uri="{BB962C8B-B14F-4D97-AF65-F5344CB8AC3E}">
        <p14:creationId xmlns:p14="http://schemas.microsoft.com/office/powerpoint/2010/main" val="1939437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IN" dirty="0"/>
            </a:br>
            <a:r>
              <a:rPr lang="en-IN" dirty="0"/>
              <a:t>1.  ADD  R1, R2        (R1 = R1 + R2)</a:t>
            </a:r>
            <a:br>
              <a:rPr lang="en-IN" dirty="0"/>
            </a:br>
            <a:endParaRPr lang="en-IN" dirty="0"/>
          </a:p>
        </p:txBody>
      </p:sp>
      <p:sp>
        <p:nvSpPr>
          <p:cNvPr id="5" name="Slide Number Placeholder 4"/>
          <p:cNvSpPr>
            <a:spLocks noGrp="1"/>
          </p:cNvSpPr>
          <p:nvPr>
            <p:ph type="sldNum" sz="quarter" idx="12"/>
          </p:nvPr>
        </p:nvSpPr>
        <p:spPr/>
        <p:txBody>
          <a:bodyPr/>
          <a:lstStyle/>
          <a:p>
            <a:fld id="{F815AC96-4A5A-4699-9DBD-ACAB251D8CBA}" type="slidenum">
              <a:rPr lang="en-US" smtClean="0"/>
              <a:t>45</a:t>
            </a:fld>
            <a:endParaRPr lang="en-US"/>
          </a:p>
        </p:txBody>
      </p:sp>
      <p:pic>
        <p:nvPicPr>
          <p:cNvPr id="3" name="Picture 2"/>
          <p:cNvPicPr>
            <a:picLocks noChangeAspect="1"/>
          </p:cNvPicPr>
          <p:nvPr/>
        </p:nvPicPr>
        <p:blipFill>
          <a:blip r:embed="rId2"/>
          <a:stretch>
            <a:fillRect/>
          </a:stretch>
        </p:blipFill>
        <p:spPr>
          <a:xfrm>
            <a:off x="5164972" y="2896154"/>
            <a:ext cx="6709527" cy="3208494"/>
          </a:xfrm>
          <a:prstGeom prst="rect">
            <a:avLst/>
          </a:prstGeom>
        </p:spPr>
      </p:pic>
      <p:sp>
        <p:nvSpPr>
          <p:cNvPr id="4" name="TextBox 3">
            <a:extLst>
              <a:ext uri="{FF2B5EF4-FFF2-40B4-BE49-F238E27FC236}">
                <a16:creationId xmlns:a16="http://schemas.microsoft.com/office/drawing/2014/main" id="{2E8E1D03-A70E-0AD7-D5BA-8BF82B1D5C0F}"/>
              </a:ext>
            </a:extLst>
          </p:cNvPr>
          <p:cNvSpPr txBox="1"/>
          <p:nvPr/>
        </p:nvSpPr>
        <p:spPr>
          <a:xfrm>
            <a:off x="457200" y="1890117"/>
            <a:ext cx="5383530" cy="3077766"/>
          </a:xfrm>
          <a:prstGeom prst="rect">
            <a:avLst/>
          </a:prstGeom>
          <a:noFill/>
        </p:spPr>
        <p:txBody>
          <a:bodyPr wrap="square" rtlCol="0">
            <a:spAutoFit/>
          </a:bodyPr>
          <a:lstStyle/>
          <a:p>
            <a:pPr>
              <a:spcAft>
                <a:spcPts val="1200"/>
              </a:spcAft>
            </a:pPr>
            <a:r>
              <a:rPr lang="en-US" sz="2400" dirty="0"/>
              <a:t>T1:  </a:t>
            </a:r>
            <a:r>
              <a:rPr lang="en-IN" sz="2400" dirty="0" err="1"/>
              <a:t>PC</a:t>
            </a:r>
            <a:r>
              <a:rPr lang="en-IN" sz="2400" baseline="-25000" dirty="0" err="1"/>
              <a:t>out</a:t>
            </a:r>
            <a:r>
              <a:rPr lang="en-IN" sz="2400" baseline="0" dirty="0"/>
              <a:t>, </a:t>
            </a:r>
            <a:r>
              <a:rPr lang="en-IN" sz="2400" baseline="0" dirty="0" err="1"/>
              <a:t>MAR</a:t>
            </a:r>
            <a:r>
              <a:rPr lang="en-IN" sz="2400" baseline="-25000" dirty="0" err="1"/>
              <a:t>in</a:t>
            </a:r>
            <a:r>
              <a:rPr lang="en-IN" sz="2400" baseline="0" dirty="0"/>
              <a:t>, Read, Select4, Add, Z</a:t>
            </a:r>
            <a:r>
              <a:rPr lang="en-IN" sz="2400" baseline="-25000" dirty="0"/>
              <a:t>in</a:t>
            </a:r>
            <a:endParaRPr lang="en-US" sz="2400" dirty="0"/>
          </a:p>
          <a:p>
            <a:pPr>
              <a:spcAft>
                <a:spcPts val="1200"/>
              </a:spcAft>
            </a:pPr>
            <a:r>
              <a:rPr lang="en-US" sz="2400" dirty="0"/>
              <a:t>T2:  </a:t>
            </a:r>
            <a:r>
              <a:rPr lang="en-IN" sz="2400" dirty="0" err="1"/>
              <a:t>Z</a:t>
            </a:r>
            <a:r>
              <a:rPr lang="en-IN" sz="2400" baseline="-25000" dirty="0" err="1"/>
              <a:t>out</a:t>
            </a:r>
            <a:r>
              <a:rPr lang="en-IN" sz="2400" baseline="0" dirty="0"/>
              <a:t>, </a:t>
            </a:r>
            <a:r>
              <a:rPr lang="en-IN" sz="2400" baseline="0" dirty="0" err="1"/>
              <a:t>PC</a:t>
            </a:r>
            <a:r>
              <a:rPr lang="en-IN" sz="2400" baseline="-25000" dirty="0" err="1"/>
              <a:t>in</a:t>
            </a:r>
            <a:r>
              <a:rPr lang="en-IN" sz="2400" baseline="0" dirty="0"/>
              <a:t>, Y</a:t>
            </a:r>
            <a:r>
              <a:rPr lang="en-IN" sz="2400" baseline="-25000" dirty="0"/>
              <a:t>in</a:t>
            </a:r>
            <a:r>
              <a:rPr lang="en-IN" sz="2400" baseline="0" dirty="0"/>
              <a:t>, </a:t>
            </a:r>
            <a:r>
              <a:rPr lang="en-IN" sz="2400" dirty="0" err="1"/>
              <a:t>MDR</a:t>
            </a:r>
            <a:r>
              <a:rPr lang="en-IN" sz="2400" baseline="-25000" dirty="0" err="1"/>
              <a:t>inE</a:t>
            </a:r>
            <a:r>
              <a:rPr lang="en-IN" sz="2400" baseline="-25000" dirty="0"/>
              <a:t> </a:t>
            </a:r>
            <a:r>
              <a:rPr lang="en-IN" sz="2400" dirty="0"/>
              <a:t>,WMFC</a:t>
            </a:r>
            <a:endParaRPr lang="en-US" sz="2400" dirty="0"/>
          </a:p>
          <a:p>
            <a:pPr>
              <a:spcAft>
                <a:spcPts val="1200"/>
              </a:spcAft>
            </a:pPr>
            <a:r>
              <a:rPr lang="en-US" sz="2400" dirty="0"/>
              <a:t>T3:  </a:t>
            </a:r>
            <a:r>
              <a:rPr lang="en-IN" sz="2400" dirty="0" err="1"/>
              <a:t>MDR</a:t>
            </a:r>
            <a:r>
              <a:rPr lang="en-IN" sz="2400" baseline="-25000" dirty="0" err="1"/>
              <a:t>out</a:t>
            </a:r>
            <a:r>
              <a:rPr lang="en-IN" sz="2400" dirty="0"/>
              <a:t>, </a:t>
            </a:r>
            <a:r>
              <a:rPr lang="en-IN" sz="2400" dirty="0" err="1"/>
              <a:t>IR</a:t>
            </a:r>
            <a:r>
              <a:rPr lang="en-IN" sz="2400" baseline="-25000" dirty="0" err="1"/>
              <a:t>in</a:t>
            </a:r>
            <a:endParaRPr lang="en-US" sz="2400" dirty="0"/>
          </a:p>
          <a:p>
            <a:pPr>
              <a:spcAft>
                <a:spcPts val="1200"/>
              </a:spcAft>
            </a:pPr>
            <a:r>
              <a:rPr lang="en-US" sz="2400" dirty="0"/>
              <a:t>T4:  </a:t>
            </a:r>
            <a:r>
              <a:rPr lang="en-IN" sz="2400" dirty="0"/>
              <a:t>R1</a:t>
            </a:r>
            <a:r>
              <a:rPr lang="en-IN" sz="2400" baseline="-25000" dirty="0"/>
              <a:t>out</a:t>
            </a:r>
            <a:r>
              <a:rPr lang="en-IN" sz="2400" dirty="0"/>
              <a:t>, Y</a:t>
            </a:r>
            <a:r>
              <a:rPr lang="en-IN" sz="2400" baseline="-25000" dirty="0"/>
              <a:t>in</a:t>
            </a:r>
            <a:endParaRPr lang="en-US" sz="2400" dirty="0"/>
          </a:p>
          <a:p>
            <a:pPr>
              <a:spcAft>
                <a:spcPts val="1200"/>
              </a:spcAft>
            </a:pPr>
            <a:r>
              <a:rPr lang="en-US" sz="2400" dirty="0"/>
              <a:t>T5:  </a:t>
            </a:r>
            <a:r>
              <a:rPr lang="en-IN" sz="2400" dirty="0"/>
              <a:t>R2</a:t>
            </a:r>
            <a:r>
              <a:rPr lang="en-IN" sz="2400" baseline="-25000" dirty="0"/>
              <a:t>out</a:t>
            </a:r>
            <a:r>
              <a:rPr lang="en-IN" sz="2400" dirty="0"/>
              <a:t>, </a:t>
            </a:r>
            <a:r>
              <a:rPr lang="en-IN" sz="2400" dirty="0" err="1"/>
              <a:t>SelectY</a:t>
            </a:r>
            <a:r>
              <a:rPr lang="en-IN" sz="2400" dirty="0"/>
              <a:t>, Add,</a:t>
            </a:r>
            <a:r>
              <a:rPr lang="en-IN" sz="2400" baseline="0" dirty="0"/>
              <a:t> Z</a:t>
            </a:r>
            <a:r>
              <a:rPr lang="en-IN" sz="2400" baseline="-25000" dirty="0"/>
              <a:t>in</a:t>
            </a:r>
            <a:endParaRPr lang="en-US" sz="2400" dirty="0"/>
          </a:p>
          <a:p>
            <a:pPr>
              <a:spcAft>
                <a:spcPts val="1200"/>
              </a:spcAft>
            </a:pPr>
            <a:r>
              <a:rPr lang="en-US" sz="2400" dirty="0"/>
              <a:t>T6:  </a:t>
            </a:r>
            <a:r>
              <a:rPr lang="en-IN" sz="2400" dirty="0" err="1"/>
              <a:t>Z</a:t>
            </a:r>
            <a:r>
              <a:rPr lang="en-IN" sz="2400" baseline="-25000" dirty="0" err="1"/>
              <a:t>out</a:t>
            </a:r>
            <a:r>
              <a:rPr lang="en-IN" sz="2400" dirty="0"/>
              <a:t>, R1</a:t>
            </a:r>
            <a:r>
              <a:rPr lang="en-IN" sz="2400" baseline="-25000" dirty="0"/>
              <a:t>in</a:t>
            </a:r>
            <a:r>
              <a:rPr lang="en-IN" sz="2400" dirty="0"/>
              <a:t>,</a:t>
            </a:r>
            <a:r>
              <a:rPr lang="en-IN" sz="2400" baseline="0" dirty="0"/>
              <a:t> End</a:t>
            </a:r>
            <a:endParaRPr lang="en-IN" sz="2400" dirty="0"/>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96BDE33E-E3E4-1C4A-1A82-9469AFCBEE75}"/>
                  </a:ext>
                </a:extLst>
              </p14:cNvPr>
              <p14:cNvContentPartPr/>
              <p14:nvPr/>
            </p14:nvContentPartPr>
            <p14:xfrm>
              <a:off x="345960" y="1607760"/>
              <a:ext cx="10685160" cy="4955400"/>
            </p14:xfrm>
          </p:contentPart>
        </mc:Choice>
        <mc:Fallback xmlns="">
          <p:pic>
            <p:nvPicPr>
              <p:cNvPr id="6" name="Ink 5">
                <a:extLst>
                  <a:ext uri="{FF2B5EF4-FFF2-40B4-BE49-F238E27FC236}">
                    <a16:creationId xmlns:a16="http://schemas.microsoft.com/office/drawing/2014/main" id="{96BDE33E-E3E4-1C4A-1A82-9469AFCBEE75}"/>
                  </a:ext>
                </a:extLst>
              </p:cNvPr>
              <p:cNvPicPr/>
              <p:nvPr/>
            </p:nvPicPr>
            <p:blipFill>
              <a:blip r:embed="rId4"/>
              <a:stretch>
                <a:fillRect/>
              </a:stretch>
            </p:blipFill>
            <p:spPr>
              <a:xfrm>
                <a:off x="336600" y="1598400"/>
                <a:ext cx="10703880" cy="4974120"/>
              </a:xfrm>
              <a:prstGeom prst="rect">
                <a:avLst/>
              </a:prstGeom>
            </p:spPr>
          </p:pic>
        </mc:Fallback>
      </mc:AlternateContent>
    </p:spTree>
    <p:extLst>
      <p:ext uri="{BB962C8B-B14F-4D97-AF65-F5344CB8AC3E}">
        <p14:creationId xmlns:p14="http://schemas.microsoft.com/office/powerpoint/2010/main" val="37479250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4060" y="274639"/>
            <a:ext cx="11143140" cy="1143000"/>
          </a:xfrm>
        </p:spPr>
        <p:txBody>
          <a:bodyPr>
            <a:noAutofit/>
          </a:bodyPr>
          <a:lstStyle/>
          <a:p>
            <a:br>
              <a:rPr lang="en-IN" dirty="0"/>
            </a:br>
            <a:r>
              <a:rPr lang="en-IN" dirty="0"/>
              <a:t>2.  ADD R1, LOCA       (R1 = R1 + Mem[LOCA])</a:t>
            </a:r>
            <a:br>
              <a:rPr lang="en-IN" dirty="0"/>
            </a:br>
            <a:endParaRPr lang="en-IN" dirty="0"/>
          </a:p>
        </p:txBody>
      </p:sp>
      <p:sp>
        <p:nvSpPr>
          <p:cNvPr id="5" name="Slide Number Placeholder 4"/>
          <p:cNvSpPr>
            <a:spLocks noGrp="1"/>
          </p:cNvSpPr>
          <p:nvPr>
            <p:ph type="sldNum" sz="quarter" idx="12"/>
          </p:nvPr>
        </p:nvSpPr>
        <p:spPr/>
        <p:txBody>
          <a:bodyPr/>
          <a:lstStyle/>
          <a:p>
            <a:fld id="{F815AC96-4A5A-4699-9DBD-ACAB251D8CBA}" type="slidenum">
              <a:rPr lang="en-US" smtClean="0"/>
              <a:t>46</a:t>
            </a:fld>
            <a:endParaRPr lang="en-US"/>
          </a:p>
        </p:txBody>
      </p:sp>
      <p:pic>
        <p:nvPicPr>
          <p:cNvPr id="7" name="Picture 6"/>
          <p:cNvPicPr>
            <a:picLocks noChangeAspect="1"/>
          </p:cNvPicPr>
          <p:nvPr/>
        </p:nvPicPr>
        <p:blipFill>
          <a:blip r:embed="rId2"/>
          <a:stretch>
            <a:fillRect/>
          </a:stretch>
        </p:blipFill>
        <p:spPr>
          <a:xfrm>
            <a:off x="5605626" y="2266242"/>
            <a:ext cx="6427520" cy="3073638"/>
          </a:xfrm>
          <a:prstGeom prst="rect">
            <a:avLst/>
          </a:prstGeom>
        </p:spPr>
      </p:pic>
      <p:sp>
        <p:nvSpPr>
          <p:cNvPr id="3" name="TextBox 2">
            <a:extLst>
              <a:ext uri="{FF2B5EF4-FFF2-40B4-BE49-F238E27FC236}">
                <a16:creationId xmlns:a16="http://schemas.microsoft.com/office/drawing/2014/main" id="{E9038A1B-740C-98F5-AB0B-4E033682D8BF}"/>
              </a:ext>
            </a:extLst>
          </p:cNvPr>
          <p:cNvSpPr txBox="1"/>
          <p:nvPr/>
        </p:nvSpPr>
        <p:spPr>
          <a:xfrm>
            <a:off x="388620" y="1518120"/>
            <a:ext cx="5383530" cy="3600986"/>
          </a:xfrm>
          <a:prstGeom prst="rect">
            <a:avLst/>
          </a:prstGeom>
          <a:noFill/>
        </p:spPr>
        <p:txBody>
          <a:bodyPr wrap="square" rtlCol="0">
            <a:spAutoFit/>
          </a:bodyPr>
          <a:lstStyle/>
          <a:p>
            <a:pPr>
              <a:spcAft>
                <a:spcPts val="1200"/>
              </a:spcAft>
            </a:pPr>
            <a:r>
              <a:rPr lang="en-US" sz="2400" dirty="0"/>
              <a:t>T1:  </a:t>
            </a:r>
            <a:r>
              <a:rPr lang="en-IN" sz="2400" dirty="0" err="1"/>
              <a:t>PC</a:t>
            </a:r>
            <a:r>
              <a:rPr lang="en-IN" sz="2400" baseline="-25000" dirty="0" err="1"/>
              <a:t>out</a:t>
            </a:r>
            <a:r>
              <a:rPr lang="en-IN" sz="2400" baseline="0" dirty="0"/>
              <a:t>, </a:t>
            </a:r>
            <a:r>
              <a:rPr lang="en-IN" sz="2400" baseline="0" dirty="0" err="1"/>
              <a:t>MAR</a:t>
            </a:r>
            <a:r>
              <a:rPr lang="en-IN" sz="2400" baseline="-25000" dirty="0" err="1"/>
              <a:t>in</a:t>
            </a:r>
            <a:r>
              <a:rPr lang="en-IN" sz="2400" baseline="0" dirty="0"/>
              <a:t>, Read, Select4, Add, Z</a:t>
            </a:r>
            <a:r>
              <a:rPr lang="en-IN" sz="2400" baseline="-25000" dirty="0"/>
              <a:t>in</a:t>
            </a:r>
            <a:endParaRPr lang="en-US" sz="2400" dirty="0"/>
          </a:p>
          <a:p>
            <a:pPr>
              <a:spcAft>
                <a:spcPts val="1200"/>
              </a:spcAft>
            </a:pPr>
            <a:r>
              <a:rPr lang="en-US" sz="2400" dirty="0"/>
              <a:t>T2:  </a:t>
            </a:r>
            <a:r>
              <a:rPr lang="en-IN" sz="2400" dirty="0" err="1"/>
              <a:t>Z</a:t>
            </a:r>
            <a:r>
              <a:rPr lang="en-IN" sz="2400" baseline="-25000" dirty="0" err="1"/>
              <a:t>out</a:t>
            </a:r>
            <a:r>
              <a:rPr lang="en-IN" sz="2400" baseline="0" dirty="0"/>
              <a:t>, </a:t>
            </a:r>
            <a:r>
              <a:rPr lang="en-IN" sz="2400" baseline="0" dirty="0" err="1"/>
              <a:t>PC</a:t>
            </a:r>
            <a:r>
              <a:rPr lang="en-IN" sz="2400" baseline="-25000" dirty="0" err="1"/>
              <a:t>in</a:t>
            </a:r>
            <a:r>
              <a:rPr lang="en-IN" sz="2400" baseline="0" dirty="0"/>
              <a:t>, Y</a:t>
            </a:r>
            <a:r>
              <a:rPr lang="en-IN" sz="2400" baseline="-25000" dirty="0"/>
              <a:t>in</a:t>
            </a:r>
            <a:r>
              <a:rPr lang="en-IN" sz="2400" baseline="0" dirty="0"/>
              <a:t>, </a:t>
            </a:r>
            <a:r>
              <a:rPr lang="en-IN" sz="2400" dirty="0" err="1"/>
              <a:t>MDR</a:t>
            </a:r>
            <a:r>
              <a:rPr lang="en-IN" sz="2400" baseline="-25000" dirty="0" err="1"/>
              <a:t>inE</a:t>
            </a:r>
            <a:r>
              <a:rPr lang="en-IN" sz="2400" baseline="-25000" dirty="0"/>
              <a:t> </a:t>
            </a:r>
            <a:r>
              <a:rPr lang="en-IN" sz="2400" dirty="0"/>
              <a:t>,WMFC</a:t>
            </a:r>
            <a:endParaRPr lang="en-US" sz="2400" dirty="0"/>
          </a:p>
          <a:p>
            <a:pPr>
              <a:spcAft>
                <a:spcPts val="1200"/>
              </a:spcAft>
            </a:pPr>
            <a:r>
              <a:rPr lang="en-US" sz="2400" dirty="0"/>
              <a:t>T3:  </a:t>
            </a:r>
            <a:r>
              <a:rPr lang="en-IN" sz="2400" dirty="0" err="1"/>
              <a:t>MDR</a:t>
            </a:r>
            <a:r>
              <a:rPr lang="en-IN" sz="2400" baseline="-25000" dirty="0" err="1"/>
              <a:t>out</a:t>
            </a:r>
            <a:r>
              <a:rPr lang="en-IN" sz="2400" dirty="0"/>
              <a:t>, </a:t>
            </a:r>
            <a:r>
              <a:rPr lang="en-IN" sz="2400" dirty="0" err="1"/>
              <a:t>IR</a:t>
            </a:r>
            <a:r>
              <a:rPr lang="en-IN" sz="2400" baseline="-25000" dirty="0" err="1"/>
              <a:t>in</a:t>
            </a:r>
            <a:endParaRPr lang="en-US" sz="2400" dirty="0"/>
          </a:p>
          <a:p>
            <a:pPr>
              <a:spcAft>
                <a:spcPts val="1200"/>
              </a:spcAft>
            </a:pPr>
            <a:r>
              <a:rPr lang="en-US" sz="2400" dirty="0"/>
              <a:t>T4:  </a:t>
            </a:r>
            <a:r>
              <a:rPr lang="en-IN" sz="2400" b="0" i="0" baseline="0" dirty="0"/>
              <a:t>Address field of </a:t>
            </a:r>
            <a:r>
              <a:rPr lang="en-IN" sz="2400" b="0" i="0" baseline="0" dirty="0" err="1"/>
              <a:t>IR</a:t>
            </a:r>
            <a:r>
              <a:rPr lang="en-IN" sz="2400" b="0" i="0" baseline="-25000" dirty="0" err="1"/>
              <a:t>out</a:t>
            </a:r>
            <a:r>
              <a:rPr lang="en-IN" sz="2400" b="0" i="0" baseline="0" dirty="0"/>
              <a:t>, </a:t>
            </a:r>
            <a:r>
              <a:rPr lang="en-IN" sz="2400" b="0" i="0" baseline="0" dirty="0" err="1"/>
              <a:t>MAR</a:t>
            </a:r>
            <a:r>
              <a:rPr lang="en-IN" sz="2400" b="0" i="0" baseline="-25000" dirty="0" err="1"/>
              <a:t>in</a:t>
            </a:r>
            <a:r>
              <a:rPr lang="en-IN" sz="2400" b="0" i="0" baseline="0" dirty="0"/>
              <a:t>, Read</a:t>
            </a:r>
            <a:endParaRPr lang="en-US" sz="2400" dirty="0"/>
          </a:p>
          <a:p>
            <a:pPr>
              <a:spcAft>
                <a:spcPts val="1200"/>
              </a:spcAft>
            </a:pPr>
            <a:r>
              <a:rPr lang="en-US" sz="2400" dirty="0"/>
              <a:t>T5:  </a:t>
            </a:r>
            <a:r>
              <a:rPr lang="en-IN" sz="2400" dirty="0"/>
              <a:t>R1</a:t>
            </a:r>
            <a:r>
              <a:rPr lang="en-IN" sz="2400" baseline="-25000" dirty="0"/>
              <a:t>out</a:t>
            </a:r>
            <a:r>
              <a:rPr lang="en-IN" sz="2400" dirty="0"/>
              <a:t>, Y</a:t>
            </a:r>
            <a:r>
              <a:rPr lang="en-IN" sz="2400" baseline="-25000" dirty="0"/>
              <a:t>in</a:t>
            </a:r>
            <a:r>
              <a:rPr lang="en-IN" sz="2400" baseline="0" dirty="0"/>
              <a:t>, </a:t>
            </a:r>
            <a:r>
              <a:rPr lang="en-IN" sz="2400" dirty="0" err="1"/>
              <a:t>MDR</a:t>
            </a:r>
            <a:r>
              <a:rPr lang="en-IN" sz="2400" baseline="-25000" dirty="0" err="1"/>
              <a:t>inE</a:t>
            </a:r>
            <a:r>
              <a:rPr lang="en-IN" sz="2400" baseline="-25000" dirty="0"/>
              <a:t> </a:t>
            </a:r>
            <a:r>
              <a:rPr lang="en-IN" sz="2400" baseline="0" dirty="0"/>
              <a:t>,WMFC</a:t>
            </a:r>
            <a:endParaRPr lang="en-US" sz="2400" dirty="0"/>
          </a:p>
          <a:p>
            <a:pPr>
              <a:spcAft>
                <a:spcPts val="1200"/>
              </a:spcAft>
            </a:pPr>
            <a:r>
              <a:rPr lang="en-US" sz="2400" dirty="0"/>
              <a:t>T6:  </a:t>
            </a:r>
            <a:r>
              <a:rPr lang="en-IN" sz="2400" dirty="0" err="1"/>
              <a:t>MDR</a:t>
            </a:r>
            <a:r>
              <a:rPr lang="en-IN" sz="2400" baseline="-25000" dirty="0" err="1"/>
              <a:t>out</a:t>
            </a:r>
            <a:r>
              <a:rPr lang="en-IN" sz="2400" dirty="0"/>
              <a:t>, </a:t>
            </a:r>
            <a:r>
              <a:rPr lang="en-IN" sz="2400" dirty="0" err="1"/>
              <a:t>SelectY</a:t>
            </a:r>
            <a:r>
              <a:rPr lang="en-IN" sz="2400" dirty="0"/>
              <a:t>,</a:t>
            </a:r>
            <a:r>
              <a:rPr lang="en-IN" sz="2400" baseline="0" dirty="0"/>
              <a:t> </a:t>
            </a:r>
            <a:r>
              <a:rPr lang="en-IN" sz="2400" dirty="0"/>
              <a:t>Add,</a:t>
            </a:r>
            <a:r>
              <a:rPr lang="en-IN" sz="2400" baseline="0" dirty="0"/>
              <a:t> Z</a:t>
            </a:r>
            <a:r>
              <a:rPr lang="en-IN" sz="2400" baseline="-25000" dirty="0"/>
              <a:t>in</a:t>
            </a:r>
            <a:endParaRPr lang="en-IN" sz="2400" i="1" baseline="-25000" dirty="0"/>
          </a:p>
          <a:p>
            <a:pPr>
              <a:spcAft>
                <a:spcPts val="1200"/>
              </a:spcAft>
            </a:pPr>
            <a:r>
              <a:rPr lang="en-IN" sz="2400" dirty="0"/>
              <a:t>T7:  </a:t>
            </a:r>
            <a:r>
              <a:rPr lang="en-IN" sz="2400" dirty="0" err="1"/>
              <a:t>Z</a:t>
            </a:r>
            <a:r>
              <a:rPr lang="en-IN" sz="2400" baseline="-25000" dirty="0" err="1"/>
              <a:t>out</a:t>
            </a:r>
            <a:r>
              <a:rPr lang="en-IN" sz="2400" dirty="0"/>
              <a:t>, R1</a:t>
            </a:r>
            <a:r>
              <a:rPr lang="en-IN" sz="2400" baseline="-25000" dirty="0"/>
              <a:t>in</a:t>
            </a:r>
            <a:r>
              <a:rPr lang="en-IN" sz="2400" dirty="0"/>
              <a:t>,</a:t>
            </a:r>
            <a:r>
              <a:rPr lang="en-IN" sz="2400" baseline="0" dirty="0"/>
              <a:t> End</a:t>
            </a:r>
            <a:endParaRPr lang="en-IN" sz="2400" dirty="0"/>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22ADAC66-F75F-288F-C23C-4BBB48AE82BD}"/>
                  </a:ext>
                </a:extLst>
              </p14:cNvPr>
              <p14:cNvContentPartPr/>
              <p14:nvPr/>
            </p14:nvContentPartPr>
            <p14:xfrm>
              <a:off x="5844600" y="3183840"/>
              <a:ext cx="3856680" cy="2386440"/>
            </p14:xfrm>
          </p:contentPart>
        </mc:Choice>
        <mc:Fallback xmlns="">
          <p:pic>
            <p:nvPicPr>
              <p:cNvPr id="6" name="Ink 5">
                <a:extLst>
                  <a:ext uri="{FF2B5EF4-FFF2-40B4-BE49-F238E27FC236}">
                    <a16:creationId xmlns:a16="http://schemas.microsoft.com/office/drawing/2014/main" id="{22ADAC66-F75F-288F-C23C-4BBB48AE82BD}"/>
                  </a:ext>
                </a:extLst>
              </p:cNvPr>
              <p:cNvPicPr/>
              <p:nvPr/>
            </p:nvPicPr>
            <p:blipFill>
              <a:blip r:embed="rId4"/>
              <a:stretch>
                <a:fillRect/>
              </a:stretch>
            </p:blipFill>
            <p:spPr>
              <a:xfrm>
                <a:off x="5835240" y="3174480"/>
                <a:ext cx="3875400" cy="2405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76B8951F-FD40-8670-1C62-C71C9F80BBB6}"/>
                  </a:ext>
                </a:extLst>
              </p14:cNvPr>
              <p14:cNvContentPartPr/>
              <p14:nvPr/>
            </p14:nvContentPartPr>
            <p14:xfrm>
              <a:off x="5968800" y="1717560"/>
              <a:ext cx="5272200" cy="1663200"/>
            </p14:xfrm>
          </p:contentPart>
        </mc:Choice>
        <mc:Fallback xmlns="">
          <p:pic>
            <p:nvPicPr>
              <p:cNvPr id="8" name="Ink 7">
                <a:extLst>
                  <a:ext uri="{FF2B5EF4-FFF2-40B4-BE49-F238E27FC236}">
                    <a16:creationId xmlns:a16="http://schemas.microsoft.com/office/drawing/2014/main" id="{76B8951F-FD40-8670-1C62-C71C9F80BBB6}"/>
                  </a:ext>
                </a:extLst>
              </p:cNvPr>
              <p:cNvPicPr/>
              <p:nvPr/>
            </p:nvPicPr>
            <p:blipFill>
              <a:blip r:embed="rId6"/>
              <a:stretch>
                <a:fillRect/>
              </a:stretch>
            </p:blipFill>
            <p:spPr>
              <a:xfrm>
                <a:off x="5959440" y="1708200"/>
                <a:ext cx="5290920" cy="1681920"/>
              </a:xfrm>
              <a:prstGeom prst="rect">
                <a:avLst/>
              </a:prstGeom>
            </p:spPr>
          </p:pic>
        </mc:Fallback>
      </mc:AlternateContent>
    </p:spTree>
    <p:extLst>
      <p:ext uri="{BB962C8B-B14F-4D97-AF65-F5344CB8AC3E}">
        <p14:creationId xmlns:p14="http://schemas.microsoft.com/office/powerpoint/2010/main" val="33073940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3. LOAD  R1, LOCA     	(R1 = Mem[LOCA])</a:t>
            </a:r>
          </a:p>
        </p:txBody>
      </p:sp>
      <p:sp>
        <p:nvSpPr>
          <p:cNvPr id="5" name="Slide Number Placeholder 4"/>
          <p:cNvSpPr>
            <a:spLocks noGrp="1"/>
          </p:cNvSpPr>
          <p:nvPr>
            <p:ph type="sldNum" sz="quarter" idx="12"/>
          </p:nvPr>
        </p:nvSpPr>
        <p:spPr/>
        <p:txBody>
          <a:bodyPr/>
          <a:lstStyle/>
          <a:p>
            <a:fld id="{F815AC96-4A5A-4699-9DBD-ACAB251D8CBA}" type="slidenum">
              <a:rPr lang="en-US" smtClean="0"/>
              <a:t>47</a:t>
            </a:fld>
            <a:endParaRPr lang="en-US"/>
          </a:p>
        </p:txBody>
      </p:sp>
      <p:pic>
        <p:nvPicPr>
          <p:cNvPr id="6" name="Picture 5"/>
          <p:cNvPicPr>
            <a:picLocks noChangeAspect="1"/>
          </p:cNvPicPr>
          <p:nvPr/>
        </p:nvPicPr>
        <p:blipFill>
          <a:blip r:embed="rId2"/>
          <a:stretch>
            <a:fillRect/>
          </a:stretch>
        </p:blipFill>
        <p:spPr>
          <a:xfrm>
            <a:off x="5576779" y="2388783"/>
            <a:ext cx="6436151" cy="3077766"/>
          </a:xfrm>
          <a:prstGeom prst="rect">
            <a:avLst/>
          </a:prstGeom>
        </p:spPr>
      </p:pic>
      <p:sp>
        <p:nvSpPr>
          <p:cNvPr id="3" name="TextBox 2">
            <a:extLst>
              <a:ext uri="{FF2B5EF4-FFF2-40B4-BE49-F238E27FC236}">
                <a16:creationId xmlns:a16="http://schemas.microsoft.com/office/drawing/2014/main" id="{F030B830-5126-2120-3031-F42EAF627DB2}"/>
              </a:ext>
            </a:extLst>
          </p:cNvPr>
          <p:cNvSpPr txBox="1"/>
          <p:nvPr/>
        </p:nvSpPr>
        <p:spPr>
          <a:xfrm>
            <a:off x="560070" y="1690688"/>
            <a:ext cx="5383530" cy="3077766"/>
          </a:xfrm>
          <a:prstGeom prst="rect">
            <a:avLst/>
          </a:prstGeom>
          <a:noFill/>
        </p:spPr>
        <p:txBody>
          <a:bodyPr wrap="square" rtlCol="0">
            <a:spAutoFit/>
          </a:bodyPr>
          <a:lstStyle/>
          <a:p>
            <a:pPr>
              <a:spcAft>
                <a:spcPts val="1200"/>
              </a:spcAft>
            </a:pPr>
            <a:r>
              <a:rPr lang="en-US" sz="2400" dirty="0"/>
              <a:t>T1:  </a:t>
            </a:r>
            <a:r>
              <a:rPr lang="en-IN" sz="2400" dirty="0" err="1"/>
              <a:t>PC</a:t>
            </a:r>
            <a:r>
              <a:rPr lang="en-IN" sz="2400" baseline="-25000" dirty="0" err="1"/>
              <a:t>out</a:t>
            </a:r>
            <a:r>
              <a:rPr lang="en-IN" sz="2400" baseline="0" dirty="0"/>
              <a:t>, </a:t>
            </a:r>
            <a:r>
              <a:rPr lang="en-IN" sz="2400" baseline="0" dirty="0" err="1"/>
              <a:t>MAR</a:t>
            </a:r>
            <a:r>
              <a:rPr lang="en-IN" sz="2400" baseline="-25000" dirty="0" err="1"/>
              <a:t>in</a:t>
            </a:r>
            <a:r>
              <a:rPr lang="en-IN" sz="2400" baseline="0" dirty="0"/>
              <a:t>, Read, Select4, Add, Z</a:t>
            </a:r>
            <a:r>
              <a:rPr lang="en-IN" sz="2400" baseline="-25000" dirty="0"/>
              <a:t>in</a:t>
            </a:r>
            <a:endParaRPr lang="en-US" sz="2400" dirty="0"/>
          </a:p>
          <a:p>
            <a:pPr>
              <a:spcAft>
                <a:spcPts val="1200"/>
              </a:spcAft>
            </a:pPr>
            <a:r>
              <a:rPr lang="en-US" sz="2400" dirty="0"/>
              <a:t>T2:  </a:t>
            </a:r>
            <a:r>
              <a:rPr lang="en-IN" sz="2400" dirty="0" err="1"/>
              <a:t>Z</a:t>
            </a:r>
            <a:r>
              <a:rPr lang="en-IN" sz="2400" baseline="-25000" dirty="0" err="1"/>
              <a:t>out</a:t>
            </a:r>
            <a:r>
              <a:rPr lang="en-IN" sz="2400" baseline="0" dirty="0"/>
              <a:t>, </a:t>
            </a:r>
            <a:r>
              <a:rPr lang="en-IN" sz="2400" baseline="0" dirty="0" err="1"/>
              <a:t>PC</a:t>
            </a:r>
            <a:r>
              <a:rPr lang="en-IN" sz="2400" baseline="-25000" dirty="0" err="1"/>
              <a:t>in</a:t>
            </a:r>
            <a:r>
              <a:rPr lang="en-IN" sz="2400" baseline="0" dirty="0"/>
              <a:t>, Y</a:t>
            </a:r>
            <a:r>
              <a:rPr lang="en-IN" sz="2400" baseline="-25000" dirty="0"/>
              <a:t>in</a:t>
            </a:r>
            <a:r>
              <a:rPr lang="en-IN" sz="2400" baseline="0" dirty="0"/>
              <a:t>, </a:t>
            </a:r>
            <a:r>
              <a:rPr lang="en-IN" sz="2400" dirty="0" err="1"/>
              <a:t>MDR</a:t>
            </a:r>
            <a:r>
              <a:rPr lang="en-IN" sz="2400" baseline="-25000" dirty="0" err="1"/>
              <a:t>inE</a:t>
            </a:r>
            <a:r>
              <a:rPr lang="en-IN" sz="2400" baseline="-25000" dirty="0"/>
              <a:t> </a:t>
            </a:r>
            <a:r>
              <a:rPr lang="en-IN" sz="2400" dirty="0"/>
              <a:t>,WMFC</a:t>
            </a:r>
            <a:endParaRPr lang="en-US" sz="2400" dirty="0"/>
          </a:p>
          <a:p>
            <a:pPr>
              <a:spcAft>
                <a:spcPts val="1200"/>
              </a:spcAft>
            </a:pPr>
            <a:r>
              <a:rPr lang="en-US" sz="2400" dirty="0"/>
              <a:t>T3:  </a:t>
            </a:r>
            <a:r>
              <a:rPr lang="en-IN" sz="2400" dirty="0" err="1"/>
              <a:t>MDR</a:t>
            </a:r>
            <a:r>
              <a:rPr lang="en-IN" sz="2400" baseline="-25000" dirty="0" err="1"/>
              <a:t>out</a:t>
            </a:r>
            <a:r>
              <a:rPr lang="en-IN" sz="2400" dirty="0"/>
              <a:t>, </a:t>
            </a:r>
            <a:r>
              <a:rPr lang="en-IN" sz="2400" dirty="0" err="1"/>
              <a:t>IR</a:t>
            </a:r>
            <a:r>
              <a:rPr lang="en-IN" sz="2400" baseline="-25000" dirty="0" err="1"/>
              <a:t>in</a:t>
            </a:r>
            <a:endParaRPr lang="en-US" sz="2400" dirty="0"/>
          </a:p>
          <a:p>
            <a:pPr>
              <a:spcAft>
                <a:spcPts val="1200"/>
              </a:spcAft>
            </a:pPr>
            <a:r>
              <a:rPr lang="en-US" sz="2400" dirty="0"/>
              <a:t>T4:  </a:t>
            </a:r>
            <a:r>
              <a:rPr lang="en-IN" sz="2400" b="0" i="0" baseline="0" dirty="0"/>
              <a:t>Address field of </a:t>
            </a:r>
            <a:r>
              <a:rPr lang="en-IN" sz="2400" b="0" i="0" baseline="0" dirty="0" err="1"/>
              <a:t>IR</a:t>
            </a:r>
            <a:r>
              <a:rPr lang="en-IN" sz="2400" b="0" i="0" baseline="-25000" dirty="0" err="1"/>
              <a:t>out</a:t>
            </a:r>
            <a:r>
              <a:rPr lang="en-IN" sz="2400" b="0" i="0" baseline="0" dirty="0"/>
              <a:t>, </a:t>
            </a:r>
            <a:r>
              <a:rPr lang="en-IN" sz="2400" b="0" i="0" baseline="0" dirty="0" err="1"/>
              <a:t>MAR</a:t>
            </a:r>
            <a:r>
              <a:rPr lang="en-IN" sz="2400" b="0" i="0" baseline="-25000" dirty="0" err="1"/>
              <a:t>in</a:t>
            </a:r>
            <a:r>
              <a:rPr lang="en-IN" sz="2400" b="0" i="0" baseline="0" dirty="0"/>
              <a:t>, Read</a:t>
            </a:r>
            <a:endParaRPr lang="en-US" sz="2400" dirty="0"/>
          </a:p>
          <a:p>
            <a:pPr>
              <a:spcAft>
                <a:spcPts val="1200"/>
              </a:spcAft>
            </a:pPr>
            <a:r>
              <a:rPr lang="en-US" sz="2400" dirty="0"/>
              <a:t>T5: </a:t>
            </a:r>
            <a:r>
              <a:rPr lang="en-IN" sz="2400" dirty="0" err="1"/>
              <a:t>MDR</a:t>
            </a:r>
            <a:r>
              <a:rPr lang="en-IN" sz="2400" baseline="-25000" dirty="0" err="1"/>
              <a:t>inE</a:t>
            </a:r>
            <a:r>
              <a:rPr lang="en-IN" sz="2400" baseline="-25000" dirty="0"/>
              <a:t> </a:t>
            </a:r>
            <a:r>
              <a:rPr lang="en-IN" sz="2400" dirty="0"/>
              <a:t>,WMFC</a:t>
            </a:r>
            <a:endParaRPr lang="en-US" sz="2400" dirty="0"/>
          </a:p>
          <a:p>
            <a:pPr>
              <a:spcAft>
                <a:spcPts val="1200"/>
              </a:spcAft>
            </a:pPr>
            <a:r>
              <a:rPr lang="en-US" sz="2400" dirty="0"/>
              <a:t>T6:  </a:t>
            </a:r>
            <a:r>
              <a:rPr lang="en-IN" sz="2400" dirty="0" err="1"/>
              <a:t>MDR</a:t>
            </a:r>
            <a:r>
              <a:rPr lang="en-IN" sz="2400" baseline="-25000" dirty="0" err="1"/>
              <a:t>out</a:t>
            </a:r>
            <a:r>
              <a:rPr lang="en-IN" sz="2400" dirty="0"/>
              <a:t>, R1</a:t>
            </a:r>
            <a:r>
              <a:rPr lang="en-IN" sz="2400" baseline="-25000" dirty="0"/>
              <a:t>in</a:t>
            </a:r>
            <a:r>
              <a:rPr lang="en-IN" sz="2400" dirty="0"/>
              <a:t>,</a:t>
            </a:r>
            <a:r>
              <a:rPr lang="en-IN" sz="2400" baseline="0" dirty="0"/>
              <a:t> End</a:t>
            </a:r>
            <a:endParaRPr lang="en-IN" sz="2400" dirty="0"/>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9D5807D4-355F-E3C9-CACE-0516FB8A0FBB}"/>
                  </a:ext>
                </a:extLst>
              </p14:cNvPr>
              <p14:cNvContentPartPr/>
              <p14:nvPr/>
            </p14:nvContentPartPr>
            <p14:xfrm>
              <a:off x="378720" y="1563120"/>
              <a:ext cx="10957320" cy="2882520"/>
            </p14:xfrm>
          </p:contentPart>
        </mc:Choice>
        <mc:Fallback xmlns="">
          <p:pic>
            <p:nvPicPr>
              <p:cNvPr id="7" name="Ink 6">
                <a:extLst>
                  <a:ext uri="{FF2B5EF4-FFF2-40B4-BE49-F238E27FC236}">
                    <a16:creationId xmlns:a16="http://schemas.microsoft.com/office/drawing/2014/main" id="{9D5807D4-355F-E3C9-CACE-0516FB8A0FBB}"/>
                  </a:ext>
                </a:extLst>
              </p:cNvPr>
              <p:cNvPicPr/>
              <p:nvPr/>
            </p:nvPicPr>
            <p:blipFill>
              <a:blip r:embed="rId4"/>
              <a:stretch>
                <a:fillRect/>
              </a:stretch>
            </p:blipFill>
            <p:spPr>
              <a:xfrm>
                <a:off x="369360" y="1553760"/>
                <a:ext cx="10976040" cy="2901240"/>
              </a:xfrm>
              <a:prstGeom prst="rect">
                <a:avLst/>
              </a:prstGeom>
            </p:spPr>
          </p:pic>
        </mc:Fallback>
      </mc:AlternateContent>
    </p:spTree>
    <p:extLst>
      <p:ext uri="{BB962C8B-B14F-4D97-AF65-F5344CB8AC3E}">
        <p14:creationId xmlns:p14="http://schemas.microsoft.com/office/powerpoint/2010/main" val="42197074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IN" dirty="0"/>
            </a:br>
            <a:r>
              <a:rPr lang="en-IN" dirty="0"/>
              <a:t>4.  STORE   LOCA, R1          (Mem[LOCA] = R1)</a:t>
            </a:r>
            <a:br>
              <a:rPr lang="en-IN" dirty="0"/>
            </a:br>
            <a:endParaRPr lang="en-IN" dirty="0"/>
          </a:p>
        </p:txBody>
      </p:sp>
      <p:sp>
        <p:nvSpPr>
          <p:cNvPr id="5" name="Slide Number Placeholder 4"/>
          <p:cNvSpPr>
            <a:spLocks noGrp="1"/>
          </p:cNvSpPr>
          <p:nvPr>
            <p:ph type="sldNum" sz="quarter" idx="12"/>
          </p:nvPr>
        </p:nvSpPr>
        <p:spPr/>
        <p:txBody>
          <a:bodyPr/>
          <a:lstStyle/>
          <a:p>
            <a:fld id="{F815AC96-4A5A-4699-9DBD-ACAB251D8CBA}" type="slidenum">
              <a:rPr lang="en-US" smtClean="0"/>
              <a:t>48</a:t>
            </a:fld>
            <a:endParaRPr lang="en-US"/>
          </a:p>
        </p:txBody>
      </p:sp>
      <p:pic>
        <p:nvPicPr>
          <p:cNvPr id="6" name="Picture 5"/>
          <p:cNvPicPr>
            <a:picLocks noChangeAspect="1"/>
          </p:cNvPicPr>
          <p:nvPr/>
        </p:nvPicPr>
        <p:blipFill>
          <a:blip r:embed="rId2"/>
          <a:stretch>
            <a:fillRect/>
          </a:stretch>
        </p:blipFill>
        <p:spPr>
          <a:xfrm>
            <a:off x="5030162" y="2398027"/>
            <a:ext cx="6738928" cy="3222553"/>
          </a:xfrm>
          <a:prstGeom prst="rect">
            <a:avLst/>
          </a:prstGeom>
        </p:spPr>
      </p:pic>
      <p:sp>
        <p:nvSpPr>
          <p:cNvPr id="3" name="TextBox 2">
            <a:extLst>
              <a:ext uri="{FF2B5EF4-FFF2-40B4-BE49-F238E27FC236}">
                <a16:creationId xmlns:a16="http://schemas.microsoft.com/office/drawing/2014/main" id="{AC126F29-EFB2-5A8C-8BF3-5FA09289A668}"/>
              </a:ext>
            </a:extLst>
          </p:cNvPr>
          <p:cNvSpPr txBox="1"/>
          <p:nvPr/>
        </p:nvSpPr>
        <p:spPr>
          <a:xfrm>
            <a:off x="422910" y="1690688"/>
            <a:ext cx="5383530" cy="3077766"/>
          </a:xfrm>
          <a:prstGeom prst="rect">
            <a:avLst/>
          </a:prstGeom>
          <a:noFill/>
        </p:spPr>
        <p:txBody>
          <a:bodyPr wrap="square" rtlCol="0">
            <a:spAutoFit/>
          </a:bodyPr>
          <a:lstStyle/>
          <a:p>
            <a:pPr>
              <a:spcAft>
                <a:spcPts val="1200"/>
              </a:spcAft>
            </a:pPr>
            <a:r>
              <a:rPr lang="en-US" sz="2400" dirty="0"/>
              <a:t>T1:  </a:t>
            </a:r>
            <a:r>
              <a:rPr lang="en-IN" sz="2400" dirty="0" err="1"/>
              <a:t>PC</a:t>
            </a:r>
            <a:r>
              <a:rPr lang="en-IN" sz="2400" baseline="-25000" dirty="0" err="1"/>
              <a:t>out</a:t>
            </a:r>
            <a:r>
              <a:rPr lang="en-IN" sz="2400" baseline="0" dirty="0"/>
              <a:t>, </a:t>
            </a:r>
            <a:r>
              <a:rPr lang="en-IN" sz="2400" baseline="0" dirty="0" err="1"/>
              <a:t>MAR</a:t>
            </a:r>
            <a:r>
              <a:rPr lang="en-IN" sz="2400" baseline="-25000" dirty="0" err="1"/>
              <a:t>in</a:t>
            </a:r>
            <a:r>
              <a:rPr lang="en-IN" sz="2400" baseline="0" dirty="0"/>
              <a:t>, Read, Select4, Add, Z</a:t>
            </a:r>
            <a:r>
              <a:rPr lang="en-IN" sz="2400" baseline="-25000" dirty="0"/>
              <a:t>in</a:t>
            </a:r>
            <a:endParaRPr lang="en-US" sz="2400" dirty="0"/>
          </a:p>
          <a:p>
            <a:pPr>
              <a:spcAft>
                <a:spcPts val="1200"/>
              </a:spcAft>
            </a:pPr>
            <a:r>
              <a:rPr lang="en-US" sz="2400" dirty="0"/>
              <a:t>T2:  </a:t>
            </a:r>
            <a:r>
              <a:rPr lang="en-IN" sz="2400" dirty="0" err="1"/>
              <a:t>Z</a:t>
            </a:r>
            <a:r>
              <a:rPr lang="en-IN" sz="2400" baseline="-25000" dirty="0" err="1"/>
              <a:t>out</a:t>
            </a:r>
            <a:r>
              <a:rPr lang="en-IN" sz="2400" baseline="0" dirty="0"/>
              <a:t>, </a:t>
            </a:r>
            <a:r>
              <a:rPr lang="en-IN" sz="2400" baseline="0" dirty="0" err="1"/>
              <a:t>PC</a:t>
            </a:r>
            <a:r>
              <a:rPr lang="en-IN" sz="2400" baseline="-25000" dirty="0" err="1"/>
              <a:t>in</a:t>
            </a:r>
            <a:r>
              <a:rPr lang="en-IN" sz="2400" baseline="0" dirty="0"/>
              <a:t>, Y</a:t>
            </a:r>
            <a:r>
              <a:rPr lang="en-IN" sz="2400" baseline="-25000" dirty="0"/>
              <a:t>in</a:t>
            </a:r>
            <a:r>
              <a:rPr lang="en-IN" sz="2400" baseline="0" dirty="0"/>
              <a:t>, </a:t>
            </a:r>
            <a:r>
              <a:rPr lang="en-IN" sz="2400" dirty="0" err="1"/>
              <a:t>MDR</a:t>
            </a:r>
            <a:r>
              <a:rPr lang="en-IN" sz="2400" baseline="-25000" dirty="0" err="1"/>
              <a:t>inE</a:t>
            </a:r>
            <a:r>
              <a:rPr lang="en-IN" sz="2400" baseline="-25000" dirty="0"/>
              <a:t> </a:t>
            </a:r>
            <a:r>
              <a:rPr lang="en-IN" sz="2400" dirty="0"/>
              <a:t>,WMFC</a:t>
            </a:r>
            <a:endParaRPr lang="en-US" sz="2400" dirty="0"/>
          </a:p>
          <a:p>
            <a:pPr>
              <a:spcAft>
                <a:spcPts val="1200"/>
              </a:spcAft>
            </a:pPr>
            <a:r>
              <a:rPr lang="en-US" sz="2400" dirty="0"/>
              <a:t>T3:  </a:t>
            </a:r>
            <a:r>
              <a:rPr lang="en-IN" sz="2400" dirty="0" err="1"/>
              <a:t>MDR</a:t>
            </a:r>
            <a:r>
              <a:rPr lang="en-IN" sz="2400" baseline="-25000" dirty="0" err="1"/>
              <a:t>out</a:t>
            </a:r>
            <a:r>
              <a:rPr lang="en-IN" sz="2400" dirty="0"/>
              <a:t>, </a:t>
            </a:r>
            <a:r>
              <a:rPr lang="en-IN" sz="2400" dirty="0" err="1"/>
              <a:t>IR</a:t>
            </a:r>
            <a:r>
              <a:rPr lang="en-IN" sz="2400" baseline="-25000" dirty="0" err="1"/>
              <a:t>in</a:t>
            </a:r>
            <a:endParaRPr lang="en-US" sz="2400" dirty="0"/>
          </a:p>
          <a:p>
            <a:pPr>
              <a:spcAft>
                <a:spcPts val="1200"/>
              </a:spcAft>
            </a:pPr>
            <a:r>
              <a:rPr lang="en-US" sz="2400" dirty="0"/>
              <a:t>T4:  </a:t>
            </a:r>
            <a:r>
              <a:rPr lang="en-IN" sz="2400" b="0" i="0" baseline="0" dirty="0"/>
              <a:t>Address field of </a:t>
            </a:r>
            <a:r>
              <a:rPr lang="en-IN" sz="2400" b="0" i="0" baseline="0" dirty="0" err="1"/>
              <a:t>IR</a:t>
            </a:r>
            <a:r>
              <a:rPr lang="en-IN" sz="2400" b="0" i="0" baseline="-25000" dirty="0" err="1"/>
              <a:t>out</a:t>
            </a:r>
            <a:r>
              <a:rPr lang="en-IN" sz="2400" b="0" i="0" baseline="0" dirty="0"/>
              <a:t>, </a:t>
            </a:r>
            <a:r>
              <a:rPr lang="en-IN" sz="2400" b="0" i="0" baseline="0" dirty="0" err="1"/>
              <a:t>MAR</a:t>
            </a:r>
            <a:r>
              <a:rPr lang="en-IN" sz="2400" b="0" i="0" baseline="-25000" dirty="0" err="1"/>
              <a:t>in</a:t>
            </a:r>
            <a:endParaRPr lang="en-US" sz="2400" dirty="0"/>
          </a:p>
          <a:p>
            <a:pPr>
              <a:spcAft>
                <a:spcPts val="1200"/>
              </a:spcAft>
            </a:pPr>
            <a:r>
              <a:rPr lang="en-US" sz="2400" dirty="0"/>
              <a:t>T5:  </a:t>
            </a:r>
            <a:r>
              <a:rPr lang="en-IN" sz="2400" baseline="0" dirty="0"/>
              <a:t>R1</a:t>
            </a:r>
            <a:r>
              <a:rPr lang="en-IN" sz="2400" baseline="-25000" dirty="0"/>
              <a:t>out</a:t>
            </a:r>
            <a:r>
              <a:rPr lang="en-IN" sz="2400" baseline="0" dirty="0"/>
              <a:t>, </a:t>
            </a:r>
            <a:r>
              <a:rPr lang="en-IN" sz="2400" baseline="0" dirty="0" err="1"/>
              <a:t>MDR</a:t>
            </a:r>
            <a:r>
              <a:rPr lang="en-IN" sz="2400" baseline="-25000" dirty="0" err="1"/>
              <a:t>in</a:t>
            </a:r>
            <a:r>
              <a:rPr lang="en-IN" sz="2400" baseline="0" dirty="0"/>
              <a:t>, Write</a:t>
            </a:r>
            <a:endParaRPr lang="en-IN" sz="2400" baseline="-25000" dirty="0"/>
          </a:p>
          <a:p>
            <a:pPr>
              <a:spcAft>
                <a:spcPts val="1200"/>
              </a:spcAft>
            </a:pPr>
            <a:r>
              <a:rPr lang="en-US" sz="2400" dirty="0"/>
              <a:t>T6:  </a:t>
            </a:r>
            <a:r>
              <a:rPr lang="en-IN" sz="2400" dirty="0" err="1"/>
              <a:t>MDR</a:t>
            </a:r>
            <a:r>
              <a:rPr lang="en-IN" sz="2400" baseline="-25000" dirty="0" err="1"/>
              <a:t>outE</a:t>
            </a:r>
            <a:r>
              <a:rPr lang="en-IN" sz="2400" dirty="0"/>
              <a:t>, WMFC</a:t>
            </a:r>
            <a:r>
              <a:rPr lang="en-IN" sz="2400" baseline="0" dirty="0"/>
              <a:t>, End</a:t>
            </a:r>
            <a:endParaRPr lang="en-IN" sz="2400" i="1" baseline="0"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A038EFA2-EA59-C6A1-2A05-ACAE172CED8A}"/>
                  </a:ext>
                </a:extLst>
              </p14:cNvPr>
              <p14:cNvContentPartPr/>
              <p14:nvPr/>
            </p14:nvContentPartPr>
            <p14:xfrm>
              <a:off x="338760" y="1474560"/>
              <a:ext cx="10557000" cy="3095280"/>
            </p14:xfrm>
          </p:contentPart>
        </mc:Choice>
        <mc:Fallback xmlns="">
          <p:pic>
            <p:nvPicPr>
              <p:cNvPr id="4" name="Ink 3">
                <a:extLst>
                  <a:ext uri="{FF2B5EF4-FFF2-40B4-BE49-F238E27FC236}">
                    <a16:creationId xmlns:a16="http://schemas.microsoft.com/office/drawing/2014/main" id="{A038EFA2-EA59-C6A1-2A05-ACAE172CED8A}"/>
                  </a:ext>
                </a:extLst>
              </p:cNvPr>
              <p:cNvPicPr/>
              <p:nvPr/>
            </p:nvPicPr>
            <p:blipFill>
              <a:blip r:embed="rId4"/>
              <a:stretch>
                <a:fillRect/>
              </a:stretch>
            </p:blipFill>
            <p:spPr>
              <a:xfrm>
                <a:off x="329400" y="1465200"/>
                <a:ext cx="10575720" cy="3114000"/>
              </a:xfrm>
              <a:prstGeom prst="rect">
                <a:avLst/>
              </a:prstGeom>
            </p:spPr>
          </p:pic>
        </mc:Fallback>
      </mc:AlternateContent>
    </p:spTree>
    <p:extLst>
      <p:ext uri="{BB962C8B-B14F-4D97-AF65-F5344CB8AC3E}">
        <p14:creationId xmlns:p14="http://schemas.microsoft.com/office/powerpoint/2010/main" val="128984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IN" dirty="0"/>
            </a:br>
            <a:r>
              <a:rPr lang="en-IN" dirty="0"/>
              <a:t>5.   MOVE   R1, R2		(R1 = R2)</a:t>
            </a:r>
            <a:br>
              <a:rPr lang="en-IN" dirty="0"/>
            </a:br>
            <a:endParaRPr lang="en-IN" dirty="0"/>
          </a:p>
        </p:txBody>
      </p:sp>
      <p:sp>
        <p:nvSpPr>
          <p:cNvPr id="5" name="Slide Number Placeholder 4"/>
          <p:cNvSpPr>
            <a:spLocks noGrp="1"/>
          </p:cNvSpPr>
          <p:nvPr>
            <p:ph type="sldNum" sz="quarter" idx="12"/>
          </p:nvPr>
        </p:nvSpPr>
        <p:spPr/>
        <p:txBody>
          <a:bodyPr/>
          <a:lstStyle/>
          <a:p>
            <a:fld id="{F815AC96-4A5A-4699-9DBD-ACAB251D8CBA}" type="slidenum">
              <a:rPr lang="en-US" smtClean="0"/>
              <a:t>49</a:t>
            </a:fld>
            <a:endParaRPr lang="en-US"/>
          </a:p>
        </p:txBody>
      </p:sp>
      <p:pic>
        <p:nvPicPr>
          <p:cNvPr id="7" name="Picture 6"/>
          <p:cNvPicPr>
            <a:picLocks noChangeAspect="1"/>
          </p:cNvPicPr>
          <p:nvPr/>
        </p:nvPicPr>
        <p:blipFill>
          <a:blip r:embed="rId2"/>
          <a:stretch>
            <a:fillRect/>
          </a:stretch>
        </p:blipFill>
        <p:spPr>
          <a:xfrm>
            <a:off x="4943803" y="2705650"/>
            <a:ext cx="6627710" cy="3169369"/>
          </a:xfrm>
          <a:prstGeom prst="rect">
            <a:avLst/>
          </a:prstGeom>
        </p:spPr>
      </p:pic>
      <p:sp>
        <p:nvSpPr>
          <p:cNvPr id="3" name="TextBox 2">
            <a:extLst>
              <a:ext uri="{FF2B5EF4-FFF2-40B4-BE49-F238E27FC236}">
                <a16:creationId xmlns:a16="http://schemas.microsoft.com/office/drawing/2014/main" id="{A83513CF-14CF-5E78-DE8F-B76ECA7B9438}"/>
              </a:ext>
            </a:extLst>
          </p:cNvPr>
          <p:cNvSpPr txBox="1"/>
          <p:nvPr/>
        </p:nvSpPr>
        <p:spPr>
          <a:xfrm>
            <a:off x="342900" y="1917144"/>
            <a:ext cx="5383530" cy="2031325"/>
          </a:xfrm>
          <a:prstGeom prst="rect">
            <a:avLst/>
          </a:prstGeom>
          <a:noFill/>
        </p:spPr>
        <p:txBody>
          <a:bodyPr wrap="square" rtlCol="0">
            <a:spAutoFit/>
          </a:bodyPr>
          <a:lstStyle/>
          <a:p>
            <a:pPr>
              <a:spcAft>
                <a:spcPts val="1200"/>
              </a:spcAft>
            </a:pPr>
            <a:r>
              <a:rPr lang="en-US" sz="2400" dirty="0"/>
              <a:t>T1:  </a:t>
            </a:r>
            <a:r>
              <a:rPr lang="en-IN" sz="2400" dirty="0" err="1"/>
              <a:t>PC</a:t>
            </a:r>
            <a:r>
              <a:rPr lang="en-IN" sz="2400" baseline="-25000" dirty="0" err="1"/>
              <a:t>out</a:t>
            </a:r>
            <a:r>
              <a:rPr lang="en-IN" sz="2400" baseline="0" dirty="0"/>
              <a:t>, </a:t>
            </a:r>
            <a:r>
              <a:rPr lang="en-IN" sz="2400" baseline="0" dirty="0" err="1"/>
              <a:t>MAR</a:t>
            </a:r>
            <a:r>
              <a:rPr lang="en-IN" sz="2400" baseline="-25000" dirty="0" err="1"/>
              <a:t>in</a:t>
            </a:r>
            <a:r>
              <a:rPr lang="en-IN" sz="2400" baseline="0" dirty="0"/>
              <a:t>, Read, Select4, Add, Z</a:t>
            </a:r>
            <a:r>
              <a:rPr lang="en-IN" sz="2400" baseline="-25000" dirty="0"/>
              <a:t>in</a:t>
            </a:r>
            <a:endParaRPr lang="en-US" sz="2400" dirty="0"/>
          </a:p>
          <a:p>
            <a:pPr>
              <a:spcAft>
                <a:spcPts val="1200"/>
              </a:spcAft>
            </a:pPr>
            <a:r>
              <a:rPr lang="en-US" sz="2400" dirty="0"/>
              <a:t>T2:  </a:t>
            </a:r>
            <a:r>
              <a:rPr lang="en-IN" sz="2400" dirty="0" err="1"/>
              <a:t>Z</a:t>
            </a:r>
            <a:r>
              <a:rPr lang="en-IN" sz="2400" baseline="-25000" dirty="0" err="1"/>
              <a:t>out</a:t>
            </a:r>
            <a:r>
              <a:rPr lang="en-IN" sz="2400" baseline="0" dirty="0"/>
              <a:t>, </a:t>
            </a:r>
            <a:r>
              <a:rPr lang="en-IN" sz="2400" baseline="0" dirty="0" err="1"/>
              <a:t>PC</a:t>
            </a:r>
            <a:r>
              <a:rPr lang="en-IN" sz="2400" baseline="-25000" dirty="0" err="1"/>
              <a:t>in</a:t>
            </a:r>
            <a:r>
              <a:rPr lang="en-IN" sz="2400" baseline="0" dirty="0"/>
              <a:t>, Y</a:t>
            </a:r>
            <a:r>
              <a:rPr lang="en-IN" sz="2400" baseline="-25000" dirty="0"/>
              <a:t>in</a:t>
            </a:r>
            <a:r>
              <a:rPr lang="en-IN" sz="2400" baseline="0" dirty="0"/>
              <a:t>, </a:t>
            </a:r>
            <a:r>
              <a:rPr lang="en-IN" sz="2400" dirty="0" err="1"/>
              <a:t>MDR</a:t>
            </a:r>
            <a:r>
              <a:rPr lang="en-IN" sz="2400" baseline="-25000" dirty="0" err="1"/>
              <a:t>inE</a:t>
            </a:r>
            <a:r>
              <a:rPr lang="en-IN" sz="2400" baseline="-25000" dirty="0"/>
              <a:t> </a:t>
            </a:r>
            <a:r>
              <a:rPr lang="en-IN" sz="2400" dirty="0"/>
              <a:t>,WMFC</a:t>
            </a:r>
            <a:endParaRPr lang="en-US" sz="2400" dirty="0"/>
          </a:p>
          <a:p>
            <a:pPr>
              <a:spcAft>
                <a:spcPts val="1200"/>
              </a:spcAft>
            </a:pPr>
            <a:r>
              <a:rPr lang="en-US" sz="2400" dirty="0"/>
              <a:t>T3:  </a:t>
            </a:r>
            <a:r>
              <a:rPr lang="en-IN" sz="2400" dirty="0" err="1"/>
              <a:t>MDR</a:t>
            </a:r>
            <a:r>
              <a:rPr lang="en-IN" sz="2400" baseline="-25000" dirty="0" err="1"/>
              <a:t>out</a:t>
            </a:r>
            <a:r>
              <a:rPr lang="en-IN" sz="2400" dirty="0"/>
              <a:t>, </a:t>
            </a:r>
            <a:r>
              <a:rPr lang="en-IN" sz="2400" dirty="0" err="1"/>
              <a:t>IR</a:t>
            </a:r>
            <a:r>
              <a:rPr lang="en-IN" sz="2400" baseline="-25000" dirty="0" err="1"/>
              <a:t>in</a:t>
            </a:r>
            <a:endParaRPr lang="en-US" sz="2400" dirty="0"/>
          </a:p>
          <a:p>
            <a:pPr>
              <a:spcAft>
                <a:spcPts val="1200"/>
              </a:spcAft>
            </a:pPr>
            <a:r>
              <a:rPr lang="en-US" sz="2400" dirty="0"/>
              <a:t>T4:  </a:t>
            </a:r>
            <a:r>
              <a:rPr lang="en-IN" sz="2400" baseline="0" dirty="0"/>
              <a:t>R2</a:t>
            </a:r>
            <a:r>
              <a:rPr lang="en-IN" sz="2400" baseline="-25000" dirty="0"/>
              <a:t>out</a:t>
            </a:r>
            <a:r>
              <a:rPr lang="en-IN" sz="2400" baseline="0" dirty="0"/>
              <a:t>, R1</a:t>
            </a:r>
            <a:r>
              <a:rPr lang="en-IN" sz="2400" baseline="-25000" dirty="0"/>
              <a:t>in, </a:t>
            </a:r>
            <a:r>
              <a:rPr lang="en-IN" sz="2400" baseline="0" dirty="0"/>
              <a:t>END</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ABE949EF-B381-74C6-66F0-020B5C9CA754}"/>
                  </a:ext>
                </a:extLst>
              </p14:cNvPr>
              <p14:cNvContentPartPr/>
              <p14:nvPr/>
            </p14:nvContentPartPr>
            <p14:xfrm>
              <a:off x="244800" y="1661760"/>
              <a:ext cx="9682560" cy="3369240"/>
            </p14:xfrm>
          </p:contentPart>
        </mc:Choice>
        <mc:Fallback xmlns="">
          <p:pic>
            <p:nvPicPr>
              <p:cNvPr id="4" name="Ink 3">
                <a:extLst>
                  <a:ext uri="{FF2B5EF4-FFF2-40B4-BE49-F238E27FC236}">
                    <a16:creationId xmlns:a16="http://schemas.microsoft.com/office/drawing/2014/main" id="{ABE949EF-B381-74C6-66F0-020B5C9CA754}"/>
                  </a:ext>
                </a:extLst>
              </p:cNvPr>
              <p:cNvPicPr/>
              <p:nvPr/>
            </p:nvPicPr>
            <p:blipFill>
              <a:blip r:embed="rId4"/>
              <a:stretch>
                <a:fillRect/>
              </a:stretch>
            </p:blipFill>
            <p:spPr>
              <a:xfrm>
                <a:off x="235440" y="1652400"/>
                <a:ext cx="9701280" cy="3387960"/>
              </a:xfrm>
              <a:prstGeom prst="rect">
                <a:avLst/>
              </a:prstGeom>
            </p:spPr>
          </p:pic>
        </mc:Fallback>
      </mc:AlternateContent>
    </p:spTree>
    <p:extLst>
      <p:ext uri="{BB962C8B-B14F-4D97-AF65-F5344CB8AC3E}">
        <p14:creationId xmlns:p14="http://schemas.microsoft.com/office/powerpoint/2010/main" val="15183793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IN" dirty="0"/>
            </a:br>
            <a:br>
              <a:rPr lang="en-IN" dirty="0"/>
            </a:br>
            <a:r>
              <a:rPr lang="en-IN" dirty="0"/>
              <a:t>6.   MOVE   R1, #10          (R1 = 10)</a:t>
            </a:r>
            <a:br>
              <a:rPr lang="en-IN" dirty="0"/>
            </a:br>
            <a:br>
              <a:rPr lang="en-IN" dirty="0"/>
            </a:br>
            <a:endParaRPr lang="en-IN" dirty="0"/>
          </a:p>
        </p:txBody>
      </p:sp>
      <p:sp>
        <p:nvSpPr>
          <p:cNvPr id="5" name="Slide Number Placeholder 4"/>
          <p:cNvSpPr>
            <a:spLocks noGrp="1"/>
          </p:cNvSpPr>
          <p:nvPr>
            <p:ph type="sldNum" sz="quarter" idx="12"/>
          </p:nvPr>
        </p:nvSpPr>
        <p:spPr/>
        <p:txBody>
          <a:bodyPr/>
          <a:lstStyle/>
          <a:p>
            <a:fld id="{F815AC96-4A5A-4699-9DBD-ACAB251D8CBA}" type="slidenum">
              <a:rPr lang="en-US" smtClean="0"/>
              <a:t>50</a:t>
            </a:fld>
            <a:endParaRPr lang="en-US"/>
          </a:p>
        </p:txBody>
      </p:sp>
      <p:pic>
        <p:nvPicPr>
          <p:cNvPr id="6" name="Picture 5"/>
          <p:cNvPicPr>
            <a:picLocks noChangeAspect="1"/>
          </p:cNvPicPr>
          <p:nvPr/>
        </p:nvPicPr>
        <p:blipFill>
          <a:blip r:embed="rId2"/>
          <a:stretch>
            <a:fillRect/>
          </a:stretch>
        </p:blipFill>
        <p:spPr>
          <a:xfrm>
            <a:off x="5403490" y="2743200"/>
            <a:ext cx="6682675" cy="3195653"/>
          </a:xfrm>
          <a:prstGeom prst="rect">
            <a:avLst/>
          </a:prstGeom>
        </p:spPr>
      </p:pic>
      <p:sp>
        <p:nvSpPr>
          <p:cNvPr id="3" name="TextBox 2">
            <a:extLst>
              <a:ext uri="{FF2B5EF4-FFF2-40B4-BE49-F238E27FC236}">
                <a16:creationId xmlns:a16="http://schemas.microsoft.com/office/drawing/2014/main" id="{22D0F743-84F8-D988-13E1-CCB84B4D45D1}"/>
              </a:ext>
            </a:extLst>
          </p:cNvPr>
          <p:cNvSpPr txBox="1"/>
          <p:nvPr/>
        </p:nvSpPr>
        <p:spPr>
          <a:xfrm>
            <a:off x="280811" y="1829249"/>
            <a:ext cx="5383530" cy="2031325"/>
          </a:xfrm>
          <a:prstGeom prst="rect">
            <a:avLst/>
          </a:prstGeom>
          <a:noFill/>
        </p:spPr>
        <p:txBody>
          <a:bodyPr wrap="square" rtlCol="0">
            <a:spAutoFit/>
          </a:bodyPr>
          <a:lstStyle/>
          <a:p>
            <a:pPr>
              <a:spcAft>
                <a:spcPts val="1200"/>
              </a:spcAft>
            </a:pPr>
            <a:r>
              <a:rPr lang="en-US" sz="2400" dirty="0"/>
              <a:t>T1:  </a:t>
            </a:r>
            <a:r>
              <a:rPr lang="en-IN" sz="2400" dirty="0" err="1"/>
              <a:t>PC</a:t>
            </a:r>
            <a:r>
              <a:rPr lang="en-IN" sz="2400" baseline="-25000" dirty="0" err="1"/>
              <a:t>out</a:t>
            </a:r>
            <a:r>
              <a:rPr lang="en-IN" sz="2400" baseline="0" dirty="0"/>
              <a:t>, </a:t>
            </a:r>
            <a:r>
              <a:rPr lang="en-IN" sz="2400" baseline="0" dirty="0" err="1"/>
              <a:t>MAR</a:t>
            </a:r>
            <a:r>
              <a:rPr lang="en-IN" sz="2400" baseline="-25000" dirty="0" err="1"/>
              <a:t>in</a:t>
            </a:r>
            <a:r>
              <a:rPr lang="en-IN" sz="2400" baseline="0" dirty="0"/>
              <a:t>, Read, Select4, Add, Z</a:t>
            </a:r>
            <a:r>
              <a:rPr lang="en-IN" sz="2400" baseline="-25000" dirty="0"/>
              <a:t>in</a:t>
            </a:r>
            <a:endParaRPr lang="en-US" sz="2400" dirty="0"/>
          </a:p>
          <a:p>
            <a:pPr>
              <a:spcAft>
                <a:spcPts val="1200"/>
              </a:spcAft>
            </a:pPr>
            <a:r>
              <a:rPr lang="en-US" sz="2400" dirty="0"/>
              <a:t>T2:  </a:t>
            </a:r>
            <a:r>
              <a:rPr lang="en-IN" sz="2400" dirty="0" err="1"/>
              <a:t>Z</a:t>
            </a:r>
            <a:r>
              <a:rPr lang="en-IN" sz="2400" baseline="-25000" dirty="0" err="1"/>
              <a:t>out</a:t>
            </a:r>
            <a:r>
              <a:rPr lang="en-IN" sz="2400" baseline="0" dirty="0"/>
              <a:t>, </a:t>
            </a:r>
            <a:r>
              <a:rPr lang="en-IN" sz="2400" baseline="0" dirty="0" err="1"/>
              <a:t>PC</a:t>
            </a:r>
            <a:r>
              <a:rPr lang="en-IN" sz="2400" baseline="-25000" dirty="0" err="1"/>
              <a:t>in</a:t>
            </a:r>
            <a:r>
              <a:rPr lang="en-IN" sz="2400" baseline="0" dirty="0"/>
              <a:t>, Y</a:t>
            </a:r>
            <a:r>
              <a:rPr lang="en-IN" sz="2400" baseline="-25000" dirty="0"/>
              <a:t>in</a:t>
            </a:r>
            <a:r>
              <a:rPr lang="en-IN" sz="2400" baseline="0" dirty="0"/>
              <a:t>, </a:t>
            </a:r>
            <a:r>
              <a:rPr lang="en-IN" sz="2400" dirty="0" err="1"/>
              <a:t>MDR</a:t>
            </a:r>
            <a:r>
              <a:rPr lang="en-IN" sz="2400" baseline="-25000" dirty="0" err="1"/>
              <a:t>inE</a:t>
            </a:r>
            <a:r>
              <a:rPr lang="en-IN" sz="2400" baseline="-25000" dirty="0"/>
              <a:t> </a:t>
            </a:r>
            <a:r>
              <a:rPr lang="en-IN" sz="2400" dirty="0"/>
              <a:t>,WMFC</a:t>
            </a:r>
            <a:endParaRPr lang="en-US" sz="2400" dirty="0"/>
          </a:p>
          <a:p>
            <a:pPr>
              <a:spcAft>
                <a:spcPts val="1200"/>
              </a:spcAft>
            </a:pPr>
            <a:r>
              <a:rPr lang="en-US" sz="2400" dirty="0"/>
              <a:t>T3:  </a:t>
            </a:r>
            <a:r>
              <a:rPr lang="en-IN" sz="2400" dirty="0" err="1"/>
              <a:t>MDR</a:t>
            </a:r>
            <a:r>
              <a:rPr lang="en-IN" sz="2400" baseline="-25000" dirty="0" err="1"/>
              <a:t>out</a:t>
            </a:r>
            <a:r>
              <a:rPr lang="en-IN" sz="2400" dirty="0"/>
              <a:t>, </a:t>
            </a:r>
            <a:r>
              <a:rPr lang="en-IN" sz="2400" dirty="0" err="1"/>
              <a:t>IR</a:t>
            </a:r>
            <a:r>
              <a:rPr lang="en-IN" sz="2400" baseline="-25000" dirty="0" err="1"/>
              <a:t>in</a:t>
            </a:r>
            <a:endParaRPr lang="en-US" sz="2400" dirty="0"/>
          </a:p>
          <a:p>
            <a:pPr>
              <a:spcAft>
                <a:spcPts val="1200"/>
              </a:spcAft>
            </a:pPr>
            <a:r>
              <a:rPr lang="en-US" sz="2400" dirty="0"/>
              <a:t>T4:  </a:t>
            </a:r>
            <a:r>
              <a:rPr lang="en-IN" sz="2400" dirty="0"/>
              <a:t>Immediate field of </a:t>
            </a:r>
            <a:r>
              <a:rPr lang="en-IN" sz="2400" dirty="0" err="1"/>
              <a:t>IR</a:t>
            </a:r>
            <a:r>
              <a:rPr lang="en-IN" sz="2400" baseline="-25000" dirty="0" err="1"/>
              <a:t>out</a:t>
            </a:r>
            <a:r>
              <a:rPr lang="en-IN" sz="2400" baseline="0" dirty="0"/>
              <a:t>, R1</a:t>
            </a:r>
            <a:r>
              <a:rPr lang="en-IN" sz="2400" baseline="-25000" dirty="0"/>
              <a:t>in</a:t>
            </a:r>
            <a:r>
              <a:rPr lang="en-IN" sz="2400" baseline="0" dirty="0"/>
              <a:t>, END</a:t>
            </a:r>
            <a:endParaRPr lang="en-IN" sz="2400" baseline="-25000"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949A9C16-7BA3-9E09-2E0D-189954B6CC34}"/>
                  </a:ext>
                </a:extLst>
              </p14:cNvPr>
              <p14:cNvContentPartPr/>
              <p14:nvPr/>
            </p14:nvContentPartPr>
            <p14:xfrm>
              <a:off x="5168160" y="1604160"/>
              <a:ext cx="6640560" cy="3334320"/>
            </p14:xfrm>
          </p:contentPart>
        </mc:Choice>
        <mc:Fallback xmlns="">
          <p:pic>
            <p:nvPicPr>
              <p:cNvPr id="4" name="Ink 3">
                <a:extLst>
                  <a:ext uri="{FF2B5EF4-FFF2-40B4-BE49-F238E27FC236}">
                    <a16:creationId xmlns:a16="http://schemas.microsoft.com/office/drawing/2014/main" id="{949A9C16-7BA3-9E09-2E0D-189954B6CC34}"/>
                  </a:ext>
                </a:extLst>
              </p:cNvPr>
              <p:cNvPicPr/>
              <p:nvPr/>
            </p:nvPicPr>
            <p:blipFill>
              <a:blip r:embed="rId4"/>
              <a:stretch>
                <a:fillRect/>
              </a:stretch>
            </p:blipFill>
            <p:spPr>
              <a:xfrm>
                <a:off x="5158800" y="1594800"/>
                <a:ext cx="6659280" cy="3353040"/>
              </a:xfrm>
              <a:prstGeom prst="rect">
                <a:avLst/>
              </a:prstGeom>
            </p:spPr>
          </p:pic>
        </mc:Fallback>
      </mc:AlternateContent>
    </p:spTree>
    <p:extLst>
      <p:ext uri="{BB962C8B-B14F-4D97-AF65-F5344CB8AC3E}">
        <p14:creationId xmlns:p14="http://schemas.microsoft.com/office/powerpoint/2010/main" val="10341144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260" y="274639"/>
            <a:ext cx="11131340" cy="1143000"/>
          </a:xfrm>
        </p:spPr>
        <p:txBody>
          <a:bodyPr>
            <a:noAutofit/>
          </a:bodyPr>
          <a:lstStyle/>
          <a:p>
            <a:br>
              <a:rPr lang="en-IN" dirty="0"/>
            </a:br>
            <a:br>
              <a:rPr lang="en-IN" dirty="0"/>
            </a:br>
            <a:br>
              <a:rPr lang="en-IN" dirty="0"/>
            </a:br>
            <a:r>
              <a:rPr lang="en-IN" dirty="0"/>
              <a:t>7.   BRANCH   Label		(PC = PC + offset)	           </a:t>
            </a:r>
            <a:br>
              <a:rPr lang="en-IN" dirty="0"/>
            </a:br>
            <a:br>
              <a:rPr lang="en-IN" dirty="0"/>
            </a:br>
            <a:br>
              <a:rPr lang="en-IN" dirty="0"/>
            </a:br>
            <a:endParaRPr lang="en-IN" dirty="0"/>
          </a:p>
        </p:txBody>
      </p:sp>
      <p:sp>
        <p:nvSpPr>
          <p:cNvPr id="5" name="Slide Number Placeholder 4"/>
          <p:cNvSpPr>
            <a:spLocks noGrp="1"/>
          </p:cNvSpPr>
          <p:nvPr>
            <p:ph type="sldNum" sz="quarter" idx="12"/>
          </p:nvPr>
        </p:nvSpPr>
        <p:spPr/>
        <p:txBody>
          <a:bodyPr/>
          <a:lstStyle/>
          <a:p>
            <a:fld id="{F815AC96-4A5A-4699-9DBD-ACAB251D8CBA}" type="slidenum">
              <a:rPr lang="en-US" smtClean="0"/>
              <a:t>51</a:t>
            </a:fld>
            <a:endParaRPr lang="en-US"/>
          </a:p>
        </p:txBody>
      </p:sp>
      <p:pic>
        <p:nvPicPr>
          <p:cNvPr id="7" name="Picture 6"/>
          <p:cNvPicPr>
            <a:picLocks noChangeAspect="1"/>
          </p:cNvPicPr>
          <p:nvPr/>
        </p:nvPicPr>
        <p:blipFill>
          <a:blip r:embed="rId2"/>
          <a:stretch>
            <a:fillRect/>
          </a:stretch>
        </p:blipFill>
        <p:spPr>
          <a:xfrm>
            <a:off x="5561451" y="2407942"/>
            <a:ext cx="6542212" cy="3128484"/>
          </a:xfrm>
          <a:prstGeom prst="rect">
            <a:avLst/>
          </a:prstGeom>
        </p:spPr>
      </p:pic>
      <p:sp>
        <p:nvSpPr>
          <p:cNvPr id="3" name="TextBox 2">
            <a:extLst>
              <a:ext uri="{FF2B5EF4-FFF2-40B4-BE49-F238E27FC236}">
                <a16:creationId xmlns:a16="http://schemas.microsoft.com/office/drawing/2014/main" id="{62D1BA2E-B0E6-464B-8567-3AD68BA0AF91}"/>
              </a:ext>
            </a:extLst>
          </p:cNvPr>
          <p:cNvSpPr txBox="1"/>
          <p:nvPr/>
        </p:nvSpPr>
        <p:spPr>
          <a:xfrm>
            <a:off x="297180" y="1417639"/>
            <a:ext cx="5383530" cy="2554545"/>
          </a:xfrm>
          <a:prstGeom prst="rect">
            <a:avLst/>
          </a:prstGeom>
          <a:noFill/>
        </p:spPr>
        <p:txBody>
          <a:bodyPr wrap="square" rtlCol="0">
            <a:spAutoFit/>
          </a:bodyPr>
          <a:lstStyle/>
          <a:p>
            <a:pPr>
              <a:spcAft>
                <a:spcPts val="1200"/>
              </a:spcAft>
            </a:pPr>
            <a:r>
              <a:rPr lang="en-US" sz="2400" dirty="0"/>
              <a:t>T1:  </a:t>
            </a:r>
            <a:r>
              <a:rPr lang="en-IN" sz="2400" dirty="0" err="1"/>
              <a:t>PC</a:t>
            </a:r>
            <a:r>
              <a:rPr lang="en-IN" sz="2400" baseline="-25000" dirty="0" err="1"/>
              <a:t>out</a:t>
            </a:r>
            <a:r>
              <a:rPr lang="en-IN" sz="2400" baseline="0" dirty="0"/>
              <a:t>, </a:t>
            </a:r>
            <a:r>
              <a:rPr lang="en-IN" sz="2400" baseline="0" dirty="0" err="1"/>
              <a:t>MAR</a:t>
            </a:r>
            <a:r>
              <a:rPr lang="en-IN" sz="2400" baseline="-25000" dirty="0" err="1"/>
              <a:t>in</a:t>
            </a:r>
            <a:r>
              <a:rPr lang="en-IN" sz="2400" baseline="0" dirty="0"/>
              <a:t>, Read, Select4, Add, Z</a:t>
            </a:r>
            <a:r>
              <a:rPr lang="en-IN" sz="2400" baseline="-25000" dirty="0"/>
              <a:t>in</a:t>
            </a:r>
            <a:endParaRPr lang="en-US" sz="2400" dirty="0"/>
          </a:p>
          <a:p>
            <a:pPr>
              <a:spcAft>
                <a:spcPts val="1200"/>
              </a:spcAft>
            </a:pPr>
            <a:r>
              <a:rPr lang="en-US" sz="2400" dirty="0"/>
              <a:t>T2:  </a:t>
            </a:r>
            <a:r>
              <a:rPr lang="en-IN" sz="2400" dirty="0" err="1"/>
              <a:t>Z</a:t>
            </a:r>
            <a:r>
              <a:rPr lang="en-IN" sz="2400" baseline="-25000" dirty="0" err="1"/>
              <a:t>out</a:t>
            </a:r>
            <a:r>
              <a:rPr lang="en-IN" sz="2400" baseline="0" dirty="0"/>
              <a:t>, </a:t>
            </a:r>
            <a:r>
              <a:rPr lang="en-IN" sz="2400" baseline="0" dirty="0" err="1"/>
              <a:t>PC</a:t>
            </a:r>
            <a:r>
              <a:rPr lang="en-IN" sz="2400" baseline="-25000" dirty="0" err="1"/>
              <a:t>in</a:t>
            </a:r>
            <a:r>
              <a:rPr lang="en-IN" sz="2400" baseline="0" dirty="0"/>
              <a:t>, Y</a:t>
            </a:r>
            <a:r>
              <a:rPr lang="en-IN" sz="2400" baseline="-25000" dirty="0"/>
              <a:t>in</a:t>
            </a:r>
            <a:r>
              <a:rPr lang="en-IN" sz="2400" baseline="0" dirty="0"/>
              <a:t>, </a:t>
            </a:r>
            <a:r>
              <a:rPr lang="en-IN" sz="2400" dirty="0" err="1"/>
              <a:t>MDR</a:t>
            </a:r>
            <a:r>
              <a:rPr lang="en-IN" sz="2400" baseline="-25000" dirty="0" err="1"/>
              <a:t>inE</a:t>
            </a:r>
            <a:r>
              <a:rPr lang="en-IN" sz="2400" baseline="-25000" dirty="0"/>
              <a:t> </a:t>
            </a:r>
            <a:r>
              <a:rPr lang="en-IN" sz="2400" dirty="0"/>
              <a:t>,WMFC</a:t>
            </a:r>
            <a:endParaRPr lang="en-US" sz="2400" dirty="0"/>
          </a:p>
          <a:p>
            <a:pPr>
              <a:spcAft>
                <a:spcPts val="1200"/>
              </a:spcAft>
            </a:pPr>
            <a:r>
              <a:rPr lang="en-US" sz="2400" dirty="0"/>
              <a:t>T3:  </a:t>
            </a:r>
            <a:r>
              <a:rPr lang="en-IN" sz="2400" dirty="0" err="1"/>
              <a:t>MDR</a:t>
            </a:r>
            <a:r>
              <a:rPr lang="en-IN" sz="2400" baseline="-25000" dirty="0" err="1"/>
              <a:t>out</a:t>
            </a:r>
            <a:r>
              <a:rPr lang="en-IN" sz="2400" dirty="0"/>
              <a:t>, </a:t>
            </a:r>
            <a:r>
              <a:rPr lang="en-IN" sz="2400" dirty="0" err="1"/>
              <a:t>IR</a:t>
            </a:r>
            <a:r>
              <a:rPr lang="en-IN" sz="2400" baseline="-25000" dirty="0" err="1"/>
              <a:t>in</a:t>
            </a:r>
            <a:endParaRPr lang="en-US" sz="2400" dirty="0"/>
          </a:p>
          <a:p>
            <a:pPr>
              <a:spcAft>
                <a:spcPts val="1200"/>
              </a:spcAft>
            </a:pPr>
            <a:r>
              <a:rPr lang="en-US" sz="2400" dirty="0"/>
              <a:t>T4:  </a:t>
            </a:r>
            <a:r>
              <a:rPr lang="en-IN" sz="2400" dirty="0"/>
              <a:t>Offset-field-of-</a:t>
            </a:r>
            <a:r>
              <a:rPr lang="en-IN" sz="2400" dirty="0" err="1"/>
              <a:t>IR</a:t>
            </a:r>
            <a:r>
              <a:rPr lang="en-IN" sz="2400" i="1" baseline="-25000" dirty="0" err="1"/>
              <a:t>out</a:t>
            </a:r>
            <a:r>
              <a:rPr lang="en-IN" sz="2400" dirty="0"/>
              <a:t>, </a:t>
            </a:r>
            <a:r>
              <a:rPr lang="en-IN" sz="2400" dirty="0" err="1"/>
              <a:t>SelectY</a:t>
            </a:r>
            <a:r>
              <a:rPr lang="en-IN" sz="2400" dirty="0"/>
              <a:t>, Add, Z</a:t>
            </a:r>
            <a:r>
              <a:rPr lang="en-IN" sz="2400" i="1" baseline="-25000" dirty="0"/>
              <a:t>in</a:t>
            </a:r>
            <a:endParaRPr lang="en-US" sz="2400" dirty="0"/>
          </a:p>
          <a:p>
            <a:pPr>
              <a:spcAft>
                <a:spcPts val="1200"/>
              </a:spcAft>
            </a:pPr>
            <a:r>
              <a:rPr lang="en-US" sz="2400" dirty="0"/>
              <a:t>T5:  </a:t>
            </a:r>
            <a:r>
              <a:rPr lang="en-IN" sz="2400" dirty="0" err="1"/>
              <a:t>Z</a:t>
            </a:r>
            <a:r>
              <a:rPr lang="en-IN" sz="2400" i="1" baseline="-25000" dirty="0" err="1"/>
              <a:t>out</a:t>
            </a:r>
            <a:r>
              <a:rPr lang="en-IN" sz="2400" dirty="0"/>
              <a:t>, </a:t>
            </a:r>
            <a:r>
              <a:rPr lang="en-IN" sz="2400" dirty="0" err="1"/>
              <a:t>PC</a:t>
            </a:r>
            <a:r>
              <a:rPr lang="en-IN" sz="2400" i="1" baseline="-25000" dirty="0" err="1"/>
              <a:t>in</a:t>
            </a:r>
            <a:r>
              <a:rPr lang="en-IN" sz="2400" dirty="0"/>
              <a:t>, End</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0B49FC00-ECE8-8D6F-C77E-D61B21FD2A3F}"/>
                  </a:ext>
                </a:extLst>
              </p14:cNvPr>
              <p14:cNvContentPartPr/>
              <p14:nvPr/>
            </p14:nvContentPartPr>
            <p14:xfrm>
              <a:off x="2050920" y="348120"/>
              <a:ext cx="8923680" cy="5484600"/>
            </p14:xfrm>
          </p:contentPart>
        </mc:Choice>
        <mc:Fallback xmlns="">
          <p:pic>
            <p:nvPicPr>
              <p:cNvPr id="4" name="Ink 3">
                <a:extLst>
                  <a:ext uri="{FF2B5EF4-FFF2-40B4-BE49-F238E27FC236}">
                    <a16:creationId xmlns:a16="http://schemas.microsoft.com/office/drawing/2014/main" id="{0B49FC00-ECE8-8D6F-C77E-D61B21FD2A3F}"/>
                  </a:ext>
                </a:extLst>
              </p:cNvPr>
              <p:cNvPicPr/>
              <p:nvPr/>
            </p:nvPicPr>
            <p:blipFill>
              <a:blip r:embed="rId4"/>
              <a:stretch>
                <a:fillRect/>
              </a:stretch>
            </p:blipFill>
            <p:spPr>
              <a:xfrm>
                <a:off x="2041560" y="338760"/>
                <a:ext cx="8942400" cy="5503320"/>
              </a:xfrm>
              <a:prstGeom prst="rect">
                <a:avLst/>
              </a:prstGeom>
            </p:spPr>
          </p:pic>
        </mc:Fallback>
      </mc:AlternateContent>
    </p:spTree>
    <p:extLst>
      <p:ext uri="{BB962C8B-B14F-4D97-AF65-F5344CB8AC3E}">
        <p14:creationId xmlns:p14="http://schemas.microsoft.com/office/powerpoint/2010/main" val="4608908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260" y="274639"/>
            <a:ext cx="11131340" cy="1143000"/>
          </a:xfrm>
        </p:spPr>
        <p:txBody>
          <a:bodyPr>
            <a:noAutofit/>
          </a:bodyPr>
          <a:lstStyle/>
          <a:p>
            <a:br>
              <a:rPr lang="en-IN" dirty="0"/>
            </a:br>
            <a:r>
              <a:rPr lang="en-IN" dirty="0"/>
              <a:t>8.   BZ   Label		(if Z=1,  PC = PC + offset)	</a:t>
            </a:r>
            <a:br>
              <a:rPr lang="en-IN" dirty="0"/>
            </a:br>
            <a:endParaRPr lang="en-IN" dirty="0"/>
          </a:p>
        </p:txBody>
      </p:sp>
      <p:sp>
        <p:nvSpPr>
          <p:cNvPr id="5" name="Slide Number Placeholder 4"/>
          <p:cNvSpPr>
            <a:spLocks noGrp="1"/>
          </p:cNvSpPr>
          <p:nvPr>
            <p:ph type="sldNum" sz="quarter" idx="12"/>
          </p:nvPr>
        </p:nvSpPr>
        <p:spPr/>
        <p:txBody>
          <a:bodyPr/>
          <a:lstStyle/>
          <a:p>
            <a:fld id="{F815AC96-4A5A-4699-9DBD-ACAB251D8CBA}" type="slidenum">
              <a:rPr lang="en-US" smtClean="0"/>
              <a:t>52</a:t>
            </a:fld>
            <a:endParaRPr lang="en-US"/>
          </a:p>
        </p:txBody>
      </p:sp>
      <p:pic>
        <p:nvPicPr>
          <p:cNvPr id="7" name="Picture 6"/>
          <p:cNvPicPr>
            <a:picLocks noChangeAspect="1"/>
          </p:cNvPicPr>
          <p:nvPr/>
        </p:nvPicPr>
        <p:blipFill>
          <a:blip r:embed="rId2"/>
          <a:stretch>
            <a:fillRect/>
          </a:stretch>
        </p:blipFill>
        <p:spPr>
          <a:xfrm>
            <a:off x="5634991" y="3672346"/>
            <a:ext cx="6451174" cy="3084949"/>
          </a:xfrm>
          <a:prstGeom prst="rect">
            <a:avLst/>
          </a:prstGeom>
        </p:spPr>
      </p:pic>
      <p:sp>
        <p:nvSpPr>
          <p:cNvPr id="3" name="TextBox 2">
            <a:extLst>
              <a:ext uri="{FF2B5EF4-FFF2-40B4-BE49-F238E27FC236}">
                <a16:creationId xmlns:a16="http://schemas.microsoft.com/office/drawing/2014/main" id="{B9441829-0DE9-8564-1ED8-57770EA9B384}"/>
              </a:ext>
            </a:extLst>
          </p:cNvPr>
          <p:cNvSpPr txBox="1"/>
          <p:nvPr/>
        </p:nvSpPr>
        <p:spPr>
          <a:xfrm>
            <a:off x="297180" y="1417639"/>
            <a:ext cx="7269480" cy="2554545"/>
          </a:xfrm>
          <a:prstGeom prst="rect">
            <a:avLst/>
          </a:prstGeom>
          <a:noFill/>
        </p:spPr>
        <p:txBody>
          <a:bodyPr wrap="square" rtlCol="0">
            <a:spAutoFit/>
          </a:bodyPr>
          <a:lstStyle/>
          <a:p>
            <a:pPr>
              <a:spcAft>
                <a:spcPts val="1200"/>
              </a:spcAft>
            </a:pPr>
            <a:r>
              <a:rPr lang="en-US" sz="2400" dirty="0"/>
              <a:t>T1:  </a:t>
            </a:r>
            <a:r>
              <a:rPr lang="en-IN" sz="2400" dirty="0" err="1"/>
              <a:t>PC</a:t>
            </a:r>
            <a:r>
              <a:rPr lang="en-IN" sz="2400" baseline="-25000" dirty="0" err="1"/>
              <a:t>out</a:t>
            </a:r>
            <a:r>
              <a:rPr lang="en-IN" sz="2400" baseline="0" dirty="0"/>
              <a:t>, </a:t>
            </a:r>
            <a:r>
              <a:rPr lang="en-IN" sz="2400" baseline="0" dirty="0" err="1"/>
              <a:t>MAR</a:t>
            </a:r>
            <a:r>
              <a:rPr lang="en-IN" sz="2400" baseline="-25000" dirty="0" err="1"/>
              <a:t>in</a:t>
            </a:r>
            <a:r>
              <a:rPr lang="en-IN" sz="2400" baseline="0" dirty="0"/>
              <a:t>, Read, Select4, Add, Z</a:t>
            </a:r>
            <a:r>
              <a:rPr lang="en-IN" sz="2400" baseline="-25000" dirty="0"/>
              <a:t>in</a:t>
            </a:r>
            <a:endParaRPr lang="en-US" sz="2400" dirty="0"/>
          </a:p>
          <a:p>
            <a:pPr>
              <a:spcAft>
                <a:spcPts val="1200"/>
              </a:spcAft>
            </a:pPr>
            <a:r>
              <a:rPr lang="en-US" sz="2400" dirty="0"/>
              <a:t>T2:  </a:t>
            </a:r>
            <a:r>
              <a:rPr lang="en-IN" sz="2400" dirty="0" err="1"/>
              <a:t>Z</a:t>
            </a:r>
            <a:r>
              <a:rPr lang="en-IN" sz="2400" baseline="-25000" dirty="0" err="1"/>
              <a:t>out</a:t>
            </a:r>
            <a:r>
              <a:rPr lang="en-IN" sz="2400" baseline="0" dirty="0"/>
              <a:t>, </a:t>
            </a:r>
            <a:r>
              <a:rPr lang="en-IN" sz="2400" baseline="0" dirty="0" err="1"/>
              <a:t>PC</a:t>
            </a:r>
            <a:r>
              <a:rPr lang="en-IN" sz="2400" baseline="-25000" dirty="0" err="1"/>
              <a:t>in</a:t>
            </a:r>
            <a:r>
              <a:rPr lang="en-IN" sz="2400" baseline="0" dirty="0"/>
              <a:t>, Y</a:t>
            </a:r>
            <a:r>
              <a:rPr lang="en-IN" sz="2400" baseline="-25000" dirty="0"/>
              <a:t>in</a:t>
            </a:r>
            <a:r>
              <a:rPr lang="en-IN" sz="2400" baseline="0" dirty="0"/>
              <a:t>, </a:t>
            </a:r>
            <a:r>
              <a:rPr lang="en-IN" sz="2400" dirty="0" err="1"/>
              <a:t>MDR</a:t>
            </a:r>
            <a:r>
              <a:rPr lang="en-IN" sz="2400" baseline="-25000" dirty="0" err="1"/>
              <a:t>inE</a:t>
            </a:r>
            <a:r>
              <a:rPr lang="en-IN" sz="2400" baseline="-25000" dirty="0"/>
              <a:t> </a:t>
            </a:r>
            <a:r>
              <a:rPr lang="en-IN" sz="2400" dirty="0"/>
              <a:t>,WMFC</a:t>
            </a:r>
            <a:endParaRPr lang="en-US" sz="2400" dirty="0"/>
          </a:p>
          <a:p>
            <a:pPr>
              <a:spcAft>
                <a:spcPts val="1200"/>
              </a:spcAft>
            </a:pPr>
            <a:r>
              <a:rPr lang="en-US" sz="2400" dirty="0"/>
              <a:t>T3:  </a:t>
            </a:r>
            <a:r>
              <a:rPr lang="en-IN" sz="2400" dirty="0" err="1"/>
              <a:t>MDR</a:t>
            </a:r>
            <a:r>
              <a:rPr lang="en-IN" sz="2400" baseline="-25000" dirty="0" err="1"/>
              <a:t>out</a:t>
            </a:r>
            <a:r>
              <a:rPr lang="en-IN" sz="2400" dirty="0"/>
              <a:t>, </a:t>
            </a:r>
            <a:r>
              <a:rPr lang="en-IN" sz="2400" dirty="0" err="1"/>
              <a:t>IR</a:t>
            </a:r>
            <a:r>
              <a:rPr lang="en-IN" sz="2400" baseline="-25000" dirty="0" err="1"/>
              <a:t>in</a:t>
            </a:r>
            <a:endParaRPr lang="en-US" sz="2400" dirty="0"/>
          </a:p>
          <a:p>
            <a:pPr>
              <a:spcAft>
                <a:spcPts val="1200"/>
              </a:spcAft>
            </a:pPr>
            <a:r>
              <a:rPr lang="en-US" sz="2400" dirty="0"/>
              <a:t>T4:  </a:t>
            </a:r>
            <a:r>
              <a:rPr lang="en-IN" sz="2400" dirty="0"/>
              <a:t>Offset-field-of-</a:t>
            </a:r>
            <a:r>
              <a:rPr lang="en-IN" sz="2400" dirty="0" err="1"/>
              <a:t>IR</a:t>
            </a:r>
            <a:r>
              <a:rPr lang="en-IN" sz="2400" i="1" baseline="-25000" dirty="0" err="1"/>
              <a:t>out</a:t>
            </a:r>
            <a:r>
              <a:rPr lang="en-IN" sz="2400" dirty="0"/>
              <a:t>, </a:t>
            </a:r>
            <a:r>
              <a:rPr lang="en-IN" sz="2400" dirty="0" err="1"/>
              <a:t>SelectY</a:t>
            </a:r>
            <a:r>
              <a:rPr lang="en-IN" sz="2400" dirty="0"/>
              <a:t>, Add, Z</a:t>
            </a:r>
            <a:r>
              <a:rPr lang="en-IN" sz="2400" i="1" baseline="-25000" dirty="0"/>
              <a:t>in</a:t>
            </a:r>
            <a:r>
              <a:rPr lang="en-IN" sz="2400" i="1" baseline="0" dirty="0"/>
              <a:t>, </a:t>
            </a:r>
            <a:r>
              <a:rPr lang="en-IN" sz="2400" i="0" baseline="0" dirty="0"/>
              <a:t>If Z=0 then End</a:t>
            </a:r>
            <a:endParaRPr lang="en-US" sz="2400" dirty="0"/>
          </a:p>
          <a:p>
            <a:pPr>
              <a:spcAft>
                <a:spcPts val="1200"/>
              </a:spcAft>
            </a:pPr>
            <a:r>
              <a:rPr lang="en-US" sz="2400" dirty="0"/>
              <a:t>T5:  </a:t>
            </a:r>
            <a:r>
              <a:rPr lang="en-IN" sz="2400" dirty="0" err="1"/>
              <a:t>Z</a:t>
            </a:r>
            <a:r>
              <a:rPr lang="en-IN" sz="2400" i="1" baseline="-25000" dirty="0" err="1"/>
              <a:t>out</a:t>
            </a:r>
            <a:r>
              <a:rPr lang="en-IN" sz="2400" dirty="0"/>
              <a:t>, </a:t>
            </a:r>
            <a:r>
              <a:rPr lang="en-IN" sz="2400" dirty="0" err="1"/>
              <a:t>PC</a:t>
            </a:r>
            <a:r>
              <a:rPr lang="en-IN" sz="2400" i="1" baseline="-25000" dirty="0" err="1"/>
              <a:t>in</a:t>
            </a:r>
            <a:r>
              <a:rPr lang="en-IN" sz="2400" dirty="0"/>
              <a:t>, End</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C25CEEB5-CEA1-2C08-F40F-3B1E121770FD}"/>
                  </a:ext>
                </a:extLst>
              </p14:cNvPr>
              <p14:cNvContentPartPr/>
              <p14:nvPr/>
            </p14:nvContentPartPr>
            <p14:xfrm>
              <a:off x="4458240" y="380880"/>
              <a:ext cx="6535800" cy="6479640"/>
            </p14:xfrm>
          </p:contentPart>
        </mc:Choice>
        <mc:Fallback xmlns="">
          <p:pic>
            <p:nvPicPr>
              <p:cNvPr id="4" name="Ink 3">
                <a:extLst>
                  <a:ext uri="{FF2B5EF4-FFF2-40B4-BE49-F238E27FC236}">
                    <a16:creationId xmlns:a16="http://schemas.microsoft.com/office/drawing/2014/main" id="{C25CEEB5-CEA1-2C08-F40F-3B1E121770FD}"/>
                  </a:ext>
                </a:extLst>
              </p:cNvPr>
              <p:cNvPicPr/>
              <p:nvPr/>
            </p:nvPicPr>
            <p:blipFill>
              <a:blip r:embed="rId4"/>
              <a:stretch>
                <a:fillRect/>
              </a:stretch>
            </p:blipFill>
            <p:spPr>
              <a:xfrm>
                <a:off x="4448880" y="371520"/>
                <a:ext cx="6554520" cy="6498360"/>
              </a:xfrm>
              <a:prstGeom prst="rect">
                <a:avLst/>
              </a:prstGeom>
            </p:spPr>
          </p:pic>
        </mc:Fallback>
      </mc:AlternateContent>
    </p:spTree>
    <p:extLst>
      <p:ext uri="{BB962C8B-B14F-4D97-AF65-F5344CB8AC3E}">
        <p14:creationId xmlns:p14="http://schemas.microsoft.com/office/powerpoint/2010/main" val="9425803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IN" dirty="0"/>
            </a:br>
            <a:br>
              <a:rPr lang="en-IN" dirty="0"/>
            </a:br>
            <a:r>
              <a:rPr lang="en-IN" dirty="0"/>
              <a:t>9.  INC   R1		(R1 = R1 + 4)</a:t>
            </a:r>
            <a:br>
              <a:rPr lang="en-IN" dirty="0"/>
            </a:br>
            <a:br>
              <a:rPr lang="en-IN" dirty="0"/>
            </a:br>
            <a:endParaRPr lang="en-IN" dirty="0"/>
          </a:p>
        </p:txBody>
      </p:sp>
      <p:sp>
        <p:nvSpPr>
          <p:cNvPr id="5" name="Slide Number Placeholder 4"/>
          <p:cNvSpPr>
            <a:spLocks noGrp="1"/>
          </p:cNvSpPr>
          <p:nvPr>
            <p:ph type="sldNum" sz="quarter" idx="12"/>
          </p:nvPr>
        </p:nvSpPr>
        <p:spPr/>
        <p:txBody>
          <a:bodyPr/>
          <a:lstStyle/>
          <a:p>
            <a:fld id="{F815AC96-4A5A-4699-9DBD-ACAB251D8CBA}" type="slidenum">
              <a:rPr lang="en-US" smtClean="0"/>
              <a:t>53</a:t>
            </a:fld>
            <a:endParaRPr lang="en-US"/>
          </a:p>
        </p:txBody>
      </p:sp>
      <p:pic>
        <p:nvPicPr>
          <p:cNvPr id="6" name="Picture 5"/>
          <p:cNvPicPr>
            <a:picLocks noChangeAspect="1"/>
          </p:cNvPicPr>
          <p:nvPr/>
        </p:nvPicPr>
        <p:blipFill>
          <a:blip r:embed="rId2"/>
          <a:stretch>
            <a:fillRect/>
          </a:stretch>
        </p:blipFill>
        <p:spPr>
          <a:xfrm>
            <a:off x="5268069" y="2606040"/>
            <a:ext cx="6733430" cy="3219924"/>
          </a:xfrm>
          <a:prstGeom prst="rect">
            <a:avLst/>
          </a:prstGeom>
        </p:spPr>
      </p:pic>
      <p:sp>
        <p:nvSpPr>
          <p:cNvPr id="3" name="TextBox 2">
            <a:extLst>
              <a:ext uri="{FF2B5EF4-FFF2-40B4-BE49-F238E27FC236}">
                <a16:creationId xmlns:a16="http://schemas.microsoft.com/office/drawing/2014/main" id="{13CECEE8-B3DA-BC3A-0B6F-AAA0B8A6E61B}"/>
              </a:ext>
            </a:extLst>
          </p:cNvPr>
          <p:cNvSpPr txBox="1"/>
          <p:nvPr/>
        </p:nvSpPr>
        <p:spPr>
          <a:xfrm>
            <a:off x="425141" y="1715408"/>
            <a:ext cx="5383530" cy="2554545"/>
          </a:xfrm>
          <a:prstGeom prst="rect">
            <a:avLst/>
          </a:prstGeom>
          <a:noFill/>
        </p:spPr>
        <p:txBody>
          <a:bodyPr wrap="square" rtlCol="0">
            <a:spAutoFit/>
          </a:bodyPr>
          <a:lstStyle/>
          <a:p>
            <a:pPr>
              <a:spcAft>
                <a:spcPts val="1200"/>
              </a:spcAft>
            </a:pPr>
            <a:r>
              <a:rPr lang="en-US" sz="2400" dirty="0"/>
              <a:t>T1:  </a:t>
            </a:r>
            <a:r>
              <a:rPr lang="en-IN" sz="2400" dirty="0" err="1"/>
              <a:t>PC</a:t>
            </a:r>
            <a:r>
              <a:rPr lang="en-IN" sz="2400" baseline="-25000" dirty="0" err="1"/>
              <a:t>out</a:t>
            </a:r>
            <a:r>
              <a:rPr lang="en-IN" sz="2400" baseline="0" dirty="0"/>
              <a:t>, </a:t>
            </a:r>
            <a:r>
              <a:rPr lang="en-IN" sz="2400" baseline="0" dirty="0" err="1"/>
              <a:t>MAR</a:t>
            </a:r>
            <a:r>
              <a:rPr lang="en-IN" sz="2400" baseline="-25000" dirty="0" err="1"/>
              <a:t>in</a:t>
            </a:r>
            <a:r>
              <a:rPr lang="en-IN" sz="2400" baseline="0" dirty="0"/>
              <a:t>, Read, Select4, Add, Z</a:t>
            </a:r>
            <a:r>
              <a:rPr lang="en-IN" sz="2400" baseline="-25000" dirty="0"/>
              <a:t>in</a:t>
            </a:r>
            <a:endParaRPr lang="en-US" sz="2400" dirty="0"/>
          </a:p>
          <a:p>
            <a:pPr>
              <a:spcAft>
                <a:spcPts val="1200"/>
              </a:spcAft>
            </a:pPr>
            <a:r>
              <a:rPr lang="en-US" sz="2400" dirty="0"/>
              <a:t>T2:  </a:t>
            </a:r>
            <a:r>
              <a:rPr lang="en-IN" sz="2400" dirty="0" err="1"/>
              <a:t>Z</a:t>
            </a:r>
            <a:r>
              <a:rPr lang="en-IN" sz="2400" baseline="-25000" dirty="0" err="1"/>
              <a:t>out</a:t>
            </a:r>
            <a:r>
              <a:rPr lang="en-IN" sz="2400" baseline="0" dirty="0"/>
              <a:t>, </a:t>
            </a:r>
            <a:r>
              <a:rPr lang="en-IN" sz="2400" baseline="0" dirty="0" err="1"/>
              <a:t>PC</a:t>
            </a:r>
            <a:r>
              <a:rPr lang="en-IN" sz="2400" baseline="-25000" dirty="0" err="1"/>
              <a:t>in</a:t>
            </a:r>
            <a:r>
              <a:rPr lang="en-IN" sz="2400" baseline="0" dirty="0"/>
              <a:t>, Y</a:t>
            </a:r>
            <a:r>
              <a:rPr lang="en-IN" sz="2400" baseline="-25000" dirty="0"/>
              <a:t>in</a:t>
            </a:r>
            <a:r>
              <a:rPr lang="en-IN" sz="2400" baseline="0" dirty="0"/>
              <a:t>, </a:t>
            </a:r>
            <a:r>
              <a:rPr lang="en-IN" sz="2400" dirty="0" err="1"/>
              <a:t>MDR</a:t>
            </a:r>
            <a:r>
              <a:rPr lang="en-IN" sz="2400" baseline="-25000" dirty="0" err="1"/>
              <a:t>inE</a:t>
            </a:r>
            <a:r>
              <a:rPr lang="en-IN" sz="2400" baseline="-25000" dirty="0"/>
              <a:t> </a:t>
            </a:r>
            <a:r>
              <a:rPr lang="en-IN" sz="2400" dirty="0"/>
              <a:t>,WMFC</a:t>
            </a:r>
            <a:endParaRPr lang="en-US" sz="2400" dirty="0"/>
          </a:p>
          <a:p>
            <a:pPr>
              <a:spcAft>
                <a:spcPts val="1200"/>
              </a:spcAft>
            </a:pPr>
            <a:r>
              <a:rPr lang="en-US" sz="2400" dirty="0"/>
              <a:t>T3:  </a:t>
            </a:r>
            <a:r>
              <a:rPr lang="en-IN" sz="2400" dirty="0" err="1"/>
              <a:t>MDR</a:t>
            </a:r>
            <a:r>
              <a:rPr lang="en-IN" sz="2400" baseline="-25000" dirty="0" err="1"/>
              <a:t>out</a:t>
            </a:r>
            <a:r>
              <a:rPr lang="en-IN" sz="2400" dirty="0"/>
              <a:t>, </a:t>
            </a:r>
            <a:r>
              <a:rPr lang="en-IN" sz="2400" dirty="0" err="1"/>
              <a:t>IR</a:t>
            </a:r>
            <a:r>
              <a:rPr lang="en-IN" sz="2400" baseline="-25000" dirty="0" err="1"/>
              <a:t>in</a:t>
            </a:r>
            <a:endParaRPr lang="en-US" sz="2400" dirty="0"/>
          </a:p>
          <a:p>
            <a:pPr>
              <a:spcAft>
                <a:spcPts val="1200"/>
              </a:spcAft>
            </a:pPr>
            <a:r>
              <a:rPr lang="en-US" sz="2400" dirty="0"/>
              <a:t>T4:  </a:t>
            </a:r>
            <a:r>
              <a:rPr lang="en-IN" sz="2400" dirty="0"/>
              <a:t>R1</a:t>
            </a:r>
            <a:r>
              <a:rPr lang="en-IN" sz="2400" baseline="-25000" dirty="0"/>
              <a:t>out</a:t>
            </a:r>
            <a:r>
              <a:rPr lang="en-IN" sz="2400" dirty="0"/>
              <a:t>, Select4, Add,</a:t>
            </a:r>
            <a:r>
              <a:rPr lang="en-IN" sz="2400" baseline="0" dirty="0"/>
              <a:t> Z</a:t>
            </a:r>
            <a:r>
              <a:rPr lang="en-IN" sz="2400" baseline="-25000" dirty="0"/>
              <a:t>in</a:t>
            </a:r>
            <a:endParaRPr lang="en-US" sz="2400" dirty="0"/>
          </a:p>
          <a:p>
            <a:pPr>
              <a:spcAft>
                <a:spcPts val="1200"/>
              </a:spcAft>
            </a:pPr>
            <a:r>
              <a:rPr lang="en-US" sz="2400" dirty="0"/>
              <a:t>T5:  </a:t>
            </a:r>
            <a:r>
              <a:rPr lang="en-IN" sz="2400" dirty="0" err="1"/>
              <a:t>Z</a:t>
            </a:r>
            <a:r>
              <a:rPr lang="en-IN" sz="2400" i="1" baseline="-25000" dirty="0" err="1"/>
              <a:t>out</a:t>
            </a:r>
            <a:r>
              <a:rPr lang="en-IN" sz="2400" dirty="0"/>
              <a:t>, R1</a:t>
            </a:r>
            <a:r>
              <a:rPr lang="en-IN" sz="2400" i="1" baseline="-25000" dirty="0"/>
              <a:t>in</a:t>
            </a:r>
            <a:r>
              <a:rPr lang="en-IN" sz="2400" dirty="0"/>
              <a:t>, End</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A71C85B7-EBE5-F78D-E41D-FB989B5171BF}"/>
                  </a:ext>
                </a:extLst>
              </p14:cNvPr>
              <p14:cNvContentPartPr/>
              <p14:nvPr/>
            </p14:nvContentPartPr>
            <p14:xfrm>
              <a:off x="4592880" y="1795680"/>
              <a:ext cx="4963320" cy="4176360"/>
            </p14:xfrm>
          </p:contentPart>
        </mc:Choice>
        <mc:Fallback xmlns="">
          <p:pic>
            <p:nvPicPr>
              <p:cNvPr id="4" name="Ink 3">
                <a:extLst>
                  <a:ext uri="{FF2B5EF4-FFF2-40B4-BE49-F238E27FC236}">
                    <a16:creationId xmlns:a16="http://schemas.microsoft.com/office/drawing/2014/main" id="{A71C85B7-EBE5-F78D-E41D-FB989B5171BF}"/>
                  </a:ext>
                </a:extLst>
              </p:cNvPr>
              <p:cNvPicPr/>
              <p:nvPr/>
            </p:nvPicPr>
            <p:blipFill>
              <a:blip r:embed="rId4"/>
              <a:stretch>
                <a:fillRect/>
              </a:stretch>
            </p:blipFill>
            <p:spPr>
              <a:xfrm>
                <a:off x="4583520" y="1786320"/>
                <a:ext cx="4982040" cy="4195080"/>
              </a:xfrm>
              <a:prstGeom prst="rect">
                <a:avLst/>
              </a:prstGeom>
            </p:spPr>
          </p:pic>
        </mc:Fallback>
      </mc:AlternateContent>
    </p:spTree>
    <p:extLst>
      <p:ext uri="{BB962C8B-B14F-4D97-AF65-F5344CB8AC3E}">
        <p14:creationId xmlns:p14="http://schemas.microsoft.com/office/powerpoint/2010/main" val="41415294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IN" dirty="0"/>
            </a:br>
            <a:r>
              <a:rPr lang="en-IN" dirty="0"/>
              <a:t>10.   DEC   R1		(R1 = R1 – 4)</a:t>
            </a:r>
            <a:br>
              <a:rPr lang="en-IN" dirty="0"/>
            </a:br>
            <a:endParaRPr lang="en-IN" dirty="0"/>
          </a:p>
        </p:txBody>
      </p:sp>
      <p:sp>
        <p:nvSpPr>
          <p:cNvPr id="5" name="Slide Number Placeholder 4"/>
          <p:cNvSpPr>
            <a:spLocks noGrp="1"/>
          </p:cNvSpPr>
          <p:nvPr>
            <p:ph type="sldNum" sz="quarter" idx="12"/>
          </p:nvPr>
        </p:nvSpPr>
        <p:spPr/>
        <p:txBody>
          <a:bodyPr/>
          <a:lstStyle/>
          <a:p>
            <a:fld id="{F815AC96-4A5A-4699-9DBD-ACAB251D8CBA}" type="slidenum">
              <a:rPr lang="en-US" smtClean="0"/>
              <a:t>54</a:t>
            </a:fld>
            <a:endParaRPr lang="en-US"/>
          </a:p>
        </p:txBody>
      </p:sp>
      <p:pic>
        <p:nvPicPr>
          <p:cNvPr id="7" name="Picture 6"/>
          <p:cNvPicPr>
            <a:picLocks noChangeAspect="1"/>
          </p:cNvPicPr>
          <p:nvPr/>
        </p:nvPicPr>
        <p:blipFill>
          <a:blip r:embed="rId2"/>
          <a:stretch>
            <a:fillRect/>
          </a:stretch>
        </p:blipFill>
        <p:spPr>
          <a:xfrm>
            <a:off x="5188874" y="2628900"/>
            <a:ext cx="6685625" cy="3197064"/>
          </a:xfrm>
          <a:prstGeom prst="rect">
            <a:avLst/>
          </a:prstGeom>
        </p:spPr>
      </p:pic>
      <p:sp>
        <p:nvSpPr>
          <p:cNvPr id="3" name="TextBox 2">
            <a:extLst>
              <a:ext uri="{FF2B5EF4-FFF2-40B4-BE49-F238E27FC236}">
                <a16:creationId xmlns:a16="http://schemas.microsoft.com/office/drawing/2014/main" id="{040368B4-6A0B-6BCE-C9EE-1936931A600D}"/>
              </a:ext>
            </a:extLst>
          </p:cNvPr>
          <p:cNvSpPr txBox="1"/>
          <p:nvPr/>
        </p:nvSpPr>
        <p:spPr>
          <a:xfrm>
            <a:off x="317501" y="1690688"/>
            <a:ext cx="5383530" cy="2554545"/>
          </a:xfrm>
          <a:prstGeom prst="rect">
            <a:avLst/>
          </a:prstGeom>
          <a:noFill/>
        </p:spPr>
        <p:txBody>
          <a:bodyPr wrap="square" rtlCol="0">
            <a:spAutoFit/>
          </a:bodyPr>
          <a:lstStyle/>
          <a:p>
            <a:pPr>
              <a:spcAft>
                <a:spcPts val="1200"/>
              </a:spcAft>
            </a:pPr>
            <a:r>
              <a:rPr lang="en-US" sz="2400" dirty="0"/>
              <a:t>T1:  </a:t>
            </a:r>
            <a:r>
              <a:rPr lang="en-IN" sz="2400" dirty="0" err="1"/>
              <a:t>PC</a:t>
            </a:r>
            <a:r>
              <a:rPr lang="en-IN" sz="2400" baseline="-25000" dirty="0" err="1"/>
              <a:t>out</a:t>
            </a:r>
            <a:r>
              <a:rPr lang="en-IN" sz="2400" baseline="0" dirty="0"/>
              <a:t>, </a:t>
            </a:r>
            <a:r>
              <a:rPr lang="en-IN" sz="2400" baseline="0" dirty="0" err="1"/>
              <a:t>MAR</a:t>
            </a:r>
            <a:r>
              <a:rPr lang="en-IN" sz="2400" baseline="-25000" dirty="0" err="1"/>
              <a:t>in</a:t>
            </a:r>
            <a:r>
              <a:rPr lang="en-IN" sz="2400" baseline="0" dirty="0"/>
              <a:t>, Read, Select4, Add, Z</a:t>
            </a:r>
            <a:r>
              <a:rPr lang="en-IN" sz="2400" baseline="-25000" dirty="0"/>
              <a:t>in</a:t>
            </a:r>
            <a:endParaRPr lang="en-US" sz="2400" dirty="0"/>
          </a:p>
          <a:p>
            <a:pPr>
              <a:spcAft>
                <a:spcPts val="1200"/>
              </a:spcAft>
            </a:pPr>
            <a:r>
              <a:rPr lang="en-US" sz="2400" dirty="0"/>
              <a:t>T2:  </a:t>
            </a:r>
            <a:r>
              <a:rPr lang="en-IN" sz="2400" dirty="0" err="1"/>
              <a:t>Z</a:t>
            </a:r>
            <a:r>
              <a:rPr lang="en-IN" sz="2400" baseline="-25000" dirty="0" err="1"/>
              <a:t>out</a:t>
            </a:r>
            <a:r>
              <a:rPr lang="en-IN" sz="2400" baseline="0" dirty="0"/>
              <a:t>, </a:t>
            </a:r>
            <a:r>
              <a:rPr lang="en-IN" sz="2400" baseline="0" dirty="0" err="1"/>
              <a:t>PC</a:t>
            </a:r>
            <a:r>
              <a:rPr lang="en-IN" sz="2400" baseline="-25000" dirty="0" err="1"/>
              <a:t>in</a:t>
            </a:r>
            <a:r>
              <a:rPr lang="en-IN" sz="2400" baseline="0" dirty="0"/>
              <a:t>, Y</a:t>
            </a:r>
            <a:r>
              <a:rPr lang="en-IN" sz="2400" baseline="-25000" dirty="0"/>
              <a:t>in</a:t>
            </a:r>
            <a:r>
              <a:rPr lang="en-IN" sz="2400" baseline="0" dirty="0"/>
              <a:t>, </a:t>
            </a:r>
            <a:r>
              <a:rPr lang="en-IN" sz="2400" dirty="0" err="1"/>
              <a:t>MDR</a:t>
            </a:r>
            <a:r>
              <a:rPr lang="en-IN" sz="2400" baseline="-25000" dirty="0" err="1"/>
              <a:t>inE</a:t>
            </a:r>
            <a:r>
              <a:rPr lang="en-IN" sz="2400" baseline="-25000" dirty="0"/>
              <a:t> </a:t>
            </a:r>
            <a:r>
              <a:rPr lang="en-IN" sz="2400" dirty="0"/>
              <a:t>,WMFC</a:t>
            </a:r>
            <a:endParaRPr lang="en-US" sz="2400" dirty="0"/>
          </a:p>
          <a:p>
            <a:pPr>
              <a:spcAft>
                <a:spcPts val="1200"/>
              </a:spcAft>
            </a:pPr>
            <a:r>
              <a:rPr lang="en-US" sz="2400" dirty="0"/>
              <a:t>T3:  </a:t>
            </a:r>
            <a:r>
              <a:rPr lang="en-IN" sz="2400" dirty="0" err="1"/>
              <a:t>MDR</a:t>
            </a:r>
            <a:r>
              <a:rPr lang="en-IN" sz="2400" baseline="-25000" dirty="0" err="1"/>
              <a:t>out</a:t>
            </a:r>
            <a:r>
              <a:rPr lang="en-IN" sz="2400" dirty="0"/>
              <a:t>, </a:t>
            </a:r>
            <a:r>
              <a:rPr lang="en-IN" sz="2400" dirty="0" err="1"/>
              <a:t>IR</a:t>
            </a:r>
            <a:r>
              <a:rPr lang="en-IN" sz="2400" baseline="-25000" dirty="0" err="1"/>
              <a:t>in</a:t>
            </a:r>
            <a:endParaRPr lang="en-US" sz="2400" dirty="0"/>
          </a:p>
          <a:p>
            <a:pPr>
              <a:spcAft>
                <a:spcPts val="1200"/>
              </a:spcAft>
            </a:pPr>
            <a:r>
              <a:rPr lang="en-US" sz="2400" dirty="0"/>
              <a:t>T4:  </a:t>
            </a:r>
            <a:r>
              <a:rPr lang="en-IN" sz="2400" dirty="0"/>
              <a:t>R1</a:t>
            </a:r>
            <a:r>
              <a:rPr lang="en-IN" sz="2400" baseline="-25000" dirty="0"/>
              <a:t>out</a:t>
            </a:r>
            <a:r>
              <a:rPr lang="en-IN" sz="2400" dirty="0"/>
              <a:t>, Select4, Sub,</a:t>
            </a:r>
            <a:r>
              <a:rPr lang="en-IN" sz="2400" baseline="0" dirty="0"/>
              <a:t> Z</a:t>
            </a:r>
            <a:r>
              <a:rPr lang="en-IN" sz="2400" baseline="-25000" dirty="0"/>
              <a:t>in</a:t>
            </a:r>
            <a:endParaRPr lang="en-US" sz="2400" dirty="0"/>
          </a:p>
          <a:p>
            <a:pPr>
              <a:spcAft>
                <a:spcPts val="1200"/>
              </a:spcAft>
            </a:pPr>
            <a:r>
              <a:rPr lang="en-US" sz="2400" dirty="0"/>
              <a:t>T5:  </a:t>
            </a:r>
            <a:r>
              <a:rPr lang="en-IN" sz="2400" dirty="0" err="1"/>
              <a:t>Z</a:t>
            </a:r>
            <a:r>
              <a:rPr lang="en-IN" sz="2400" i="1" baseline="-25000" dirty="0" err="1"/>
              <a:t>out</a:t>
            </a:r>
            <a:r>
              <a:rPr lang="en-IN" sz="2400" dirty="0"/>
              <a:t>, R1</a:t>
            </a:r>
            <a:r>
              <a:rPr lang="en-IN" sz="2400" i="1" baseline="-25000" dirty="0"/>
              <a:t>in</a:t>
            </a:r>
            <a:r>
              <a:rPr lang="en-IN" sz="2400" dirty="0"/>
              <a:t>, End</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83C7CB04-C046-F739-59E1-E7466D18A500}"/>
                  </a:ext>
                </a:extLst>
              </p14:cNvPr>
              <p14:cNvContentPartPr/>
              <p14:nvPr/>
            </p14:nvContentPartPr>
            <p14:xfrm>
              <a:off x="4973400" y="1766520"/>
              <a:ext cx="4592520" cy="4181760"/>
            </p14:xfrm>
          </p:contentPart>
        </mc:Choice>
        <mc:Fallback xmlns="">
          <p:pic>
            <p:nvPicPr>
              <p:cNvPr id="4" name="Ink 3">
                <a:extLst>
                  <a:ext uri="{FF2B5EF4-FFF2-40B4-BE49-F238E27FC236}">
                    <a16:creationId xmlns:a16="http://schemas.microsoft.com/office/drawing/2014/main" id="{83C7CB04-C046-F739-59E1-E7466D18A500}"/>
                  </a:ext>
                </a:extLst>
              </p:cNvPr>
              <p:cNvPicPr/>
              <p:nvPr/>
            </p:nvPicPr>
            <p:blipFill>
              <a:blip r:embed="rId4"/>
              <a:stretch>
                <a:fillRect/>
              </a:stretch>
            </p:blipFill>
            <p:spPr>
              <a:xfrm>
                <a:off x="4964040" y="1757160"/>
                <a:ext cx="4611240" cy="4200480"/>
              </a:xfrm>
              <a:prstGeom prst="rect">
                <a:avLst/>
              </a:prstGeom>
            </p:spPr>
          </p:pic>
        </mc:Fallback>
      </mc:AlternateContent>
    </p:spTree>
    <p:extLst>
      <p:ext uri="{BB962C8B-B14F-4D97-AF65-F5344CB8AC3E}">
        <p14:creationId xmlns:p14="http://schemas.microsoft.com/office/powerpoint/2010/main" val="20126162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11.   CMP   R1, R2           </a:t>
            </a:r>
          </a:p>
        </p:txBody>
      </p:sp>
      <p:sp>
        <p:nvSpPr>
          <p:cNvPr id="5" name="Slide Number Placeholder 4"/>
          <p:cNvSpPr>
            <a:spLocks noGrp="1"/>
          </p:cNvSpPr>
          <p:nvPr>
            <p:ph type="sldNum" sz="quarter" idx="12"/>
          </p:nvPr>
        </p:nvSpPr>
        <p:spPr/>
        <p:txBody>
          <a:bodyPr/>
          <a:lstStyle/>
          <a:p>
            <a:fld id="{F815AC96-4A5A-4699-9DBD-ACAB251D8CBA}" type="slidenum">
              <a:rPr lang="en-US" smtClean="0"/>
              <a:t>55</a:t>
            </a:fld>
            <a:endParaRPr lang="en-US"/>
          </a:p>
        </p:txBody>
      </p:sp>
      <p:pic>
        <p:nvPicPr>
          <p:cNvPr id="7" name="Picture 6"/>
          <p:cNvPicPr>
            <a:picLocks noChangeAspect="1"/>
          </p:cNvPicPr>
          <p:nvPr/>
        </p:nvPicPr>
        <p:blipFill>
          <a:blip r:embed="rId2"/>
          <a:stretch>
            <a:fillRect/>
          </a:stretch>
        </p:blipFill>
        <p:spPr>
          <a:xfrm>
            <a:off x="4966780" y="2628900"/>
            <a:ext cx="6907720" cy="3303270"/>
          </a:xfrm>
          <a:prstGeom prst="rect">
            <a:avLst/>
          </a:prstGeom>
        </p:spPr>
      </p:pic>
      <p:sp>
        <p:nvSpPr>
          <p:cNvPr id="3" name="TextBox 2">
            <a:extLst>
              <a:ext uri="{FF2B5EF4-FFF2-40B4-BE49-F238E27FC236}">
                <a16:creationId xmlns:a16="http://schemas.microsoft.com/office/drawing/2014/main" id="{D29A1179-85AF-CC0A-0B1D-A8E47395DC26}"/>
              </a:ext>
            </a:extLst>
          </p:cNvPr>
          <p:cNvSpPr txBox="1"/>
          <p:nvPr/>
        </p:nvSpPr>
        <p:spPr>
          <a:xfrm>
            <a:off x="397511" y="1655763"/>
            <a:ext cx="5383530" cy="2554545"/>
          </a:xfrm>
          <a:prstGeom prst="rect">
            <a:avLst/>
          </a:prstGeom>
          <a:noFill/>
        </p:spPr>
        <p:txBody>
          <a:bodyPr wrap="square" rtlCol="0">
            <a:spAutoFit/>
          </a:bodyPr>
          <a:lstStyle/>
          <a:p>
            <a:pPr>
              <a:spcAft>
                <a:spcPts val="1200"/>
              </a:spcAft>
            </a:pPr>
            <a:r>
              <a:rPr lang="en-US" sz="2400" dirty="0"/>
              <a:t>T1:  </a:t>
            </a:r>
            <a:r>
              <a:rPr lang="en-IN" sz="2400" dirty="0" err="1"/>
              <a:t>PC</a:t>
            </a:r>
            <a:r>
              <a:rPr lang="en-IN" sz="2400" baseline="-25000" dirty="0" err="1"/>
              <a:t>out</a:t>
            </a:r>
            <a:r>
              <a:rPr lang="en-IN" sz="2400" baseline="0" dirty="0"/>
              <a:t>, </a:t>
            </a:r>
            <a:r>
              <a:rPr lang="en-IN" sz="2400" baseline="0" dirty="0" err="1"/>
              <a:t>MAR</a:t>
            </a:r>
            <a:r>
              <a:rPr lang="en-IN" sz="2400" baseline="-25000" dirty="0" err="1"/>
              <a:t>in</a:t>
            </a:r>
            <a:r>
              <a:rPr lang="en-IN" sz="2400" baseline="0" dirty="0"/>
              <a:t>, Read, Select4, Add, Z</a:t>
            </a:r>
            <a:r>
              <a:rPr lang="en-IN" sz="2400" baseline="-25000" dirty="0"/>
              <a:t>in</a:t>
            </a:r>
            <a:endParaRPr lang="en-US" sz="2400" dirty="0"/>
          </a:p>
          <a:p>
            <a:pPr>
              <a:spcAft>
                <a:spcPts val="1200"/>
              </a:spcAft>
            </a:pPr>
            <a:r>
              <a:rPr lang="en-US" sz="2400" dirty="0"/>
              <a:t>T2:  </a:t>
            </a:r>
            <a:r>
              <a:rPr lang="en-IN" sz="2400" dirty="0" err="1"/>
              <a:t>Z</a:t>
            </a:r>
            <a:r>
              <a:rPr lang="en-IN" sz="2400" baseline="-25000" dirty="0" err="1"/>
              <a:t>out</a:t>
            </a:r>
            <a:r>
              <a:rPr lang="en-IN" sz="2400" baseline="0" dirty="0"/>
              <a:t>, </a:t>
            </a:r>
            <a:r>
              <a:rPr lang="en-IN" sz="2400" baseline="0" dirty="0" err="1"/>
              <a:t>PC</a:t>
            </a:r>
            <a:r>
              <a:rPr lang="en-IN" sz="2400" baseline="-25000" dirty="0" err="1"/>
              <a:t>in</a:t>
            </a:r>
            <a:r>
              <a:rPr lang="en-IN" sz="2400" baseline="0" dirty="0"/>
              <a:t>, Y</a:t>
            </a:r>
            <a:r>
              <a:rPr lang="en-IN" sz="2400" baseline="-25000" dirty="0"/>
              <a:t>in</a:t>
            </a:r>
            <a:r>
              <a:rPr lang="en-IN" sz="2400" baseline="0" dirty="0"/>
              <a:t>, </a:t>
            </a:r>
            <a:r>
              <a:rPr lang="en-IN" sz="2400" dirty="0" err="1"/>
              <a:t>MDR</a:t>
            </a:r>
            <a:r>
              <a:rPr lang="en-IN" sz="2400" baseline="-25000" dirty="0" err="1"/>
              <a:t>inE</a:t>
            </a:r>
            <a:r>
              <a:rPr lang="en-IN" sz="2400" baseline="-25000" dirty="0"/>
              <a:t> </a:t>
            </a:r>
            <a:r>
              <a:rPr lang="en-IN" sz="2400" dirty="0"/>
              <a:t>,WMFC</a:t>
            </a:r>
            <a:endParaRPr lang="en-US" sz="2400" dirty="0"/>
          </a:p>
          <a:p>
            <a:pPr>
              <a:spcAft>
                <a:spcPts val="1200"/>
              </a:spcAft>
            </a:pPr>
            <a:r>
              <a:rPr lang="en-US" sz="2400" dirty="0"/>
              <a:t>T3:  </a:t>
            </a:r>
            <a:r>
              <a:rPr lang="en-IN" sz="2400" dirty="0" err="1"/>
              <a:t>MDR</a:t>
            </a:r>
            <a:r>
              <a:rPr lang="en-IN" sz="2400" baseline="-25000" dirty="0" err="1"/>
              <a:t>out</a:t>
            </a:r>
            <a:r>
              <a:rPr lang="en-IN" sz="2400" dirty="0"/>
              <a:t>, </a:t>
            </a:r>
            <a:r>
              <a:rPr lang="en-IN" sz="2400" dirty="0" err="1"/>
              <a:t>IR</a:t>
            </a:r>
            <a:r>
              <a:rPr lang="en-IN" sz="2400" baseline="-25000" dirty="0" err="1"/>
              <a:t>in</a:t>
            </a:r>
            <a:endParaRPr lang="en-US" sz="2400" dirty="0"/>
          </a:p>
          <a:p>
            <a:pPr>
              <a:spcAft>
                <a:spcPts val="1200"/>
              </a:spcAft>
            </a:pPr>
            <a:r>
              <a:rPr lang="en-US" sz="2400" dirty="0"/>
              <a:t>T4:  </a:t>
            </a:r>
            <a:r>
              <a:rPr lang="en-IN" sz="2400" dirty="0"/>
              <a:t>R1</a:t>
            </a:r>
            <a:r>
              <a:rPr lang="en-IN" sz="2400" baseline="-25000" dirty="0"/>
              <a:t>out</a:t>
            </a:r>
            <a:r>
              <a:rPr lang="en-IN" sz="2400" dirty="0"/>
              <a:t>, Y</a:t>
            </a:r>
            <a:r>
              <a:rPr lang="en-IN" sz="2400" baseline="-25000" dirty="0"/>
              <a:t>in</a:t>
            </a:r>
            <a:endParaRPr lang="en-US" sz="2400" dirty="0"/>
          </a:p>
          <a:p>
            <a:pPr>
              <a:spcAft>
                <a:spcPts val="1200"/>
              </a:spcAft>
            </a:pPr>
            <a:r>
              <a:rPr lang="en-US" sz="2400" dirty="0"/>
              <a:t>T5:  </a:t>
            </a:r>
            <a:r>
              <a:rPr lang="en-IN" sz="2400" dirty="0"/>
              <a:t>R2</a:t>
            </a:r>
            <a:r>
              <a:rPr lang="en-IN" sz="2400" baseline="-25000" dirty="0"/>
              <a:t>out</a:t>
            </a:r>
            <a:r>
              <a:rPr lang="en-IN" sz="2400" dirty="0"/>
              <a:t>, </a:t>
            </a:r>
            <a:r>
              <a:rPr lang="en-IN" sz="2400" dirty="0" err="1"/>
              <a:t>SelectY</a:t>
            </a:r>
            <a:r>
              <a:rPr lang="en-IN" sz="2400" dirty="0"/>
              <a:t>, Sub,</a:t>
            </a:r>
            <a:r>
              <a:rPr lang="en-IN" sz="2400" baseline="0" dirty="0"/>
              <a:t> Z</a:t>
            </a:r>
            <a:r>
              <a:rPr lang="en-IN" sz="2400" baseline="-25000" dirty="0"/>
              <a:t>in</a:t>
            </a:r>
            <a:r>
              <a:rPr lang="en-IN" sz="2400" baseline="0" dirty="0"/>
              <a:t>, End</a:t>
            </a:r>
            <a:endParaRPr lang="en-IN" sz="2400" i="1" baseline="-25000"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378B3179-E84C-6445-9977-B5E971C035C8}"/>
                  </a:ext>
                </a:extLst>
              </p14:cNvPr>
              <p14:cNvContentPartPr/>
              <p14:nvPr/>
            </p14:nvContentPartPr>
            <p14:xfrm>
              <a:off x="284400" y="1449720"/>
              <a:ext cx="9857520" cy="4316040"/>
            </p14:xfrm>
          </p:contentPart>
        </mc:Choice>
        <mc:Fallback xmlns="">
          <p:pic>
            <p:nvPicPr>
              <p:cNvPr id="4" name="Ink 3">
                <a:extLst>
                  <a:ext uri="{FF2B5EF4-FFF2-40B4-BE49-F238E27FC236}">
                    <a16:creationId xmlns:a16="http://schemas.microsoft.com/office/drawing/2014/main" id="{378B3179-E84C-6445-9977-B5E971C035C8}"/>
                  </a:ext>
                </a:extLst>
              </p:cNvPr>
              <p:cNvPicPr/>
              <p:nvPr/>
            </p:nvPicPr>
            <p:blipFill>
              <a:blip r:embed="rId4"/>
              <a:stretch>
                <a:fillRect/>
              </a:stretch>
            </p:blipFill>
            <p:spPr>
              <a:xfrm>
                <a:off x="275040" y="1440360"/>
                <a:ext cx="9876240" cy="4334760"/>
              </a:xfrm>
              <a:prstGeom prst="rect">
                <a:avLst/>
              </a:prstGeom>
            </p:spPr>
          </p:pic>
        </mc:Fallback>
      </mc:AlternateContent>
    </p:spTree>
    <p:extLst>
      <p:ext uri="{BB962C8B-B14F-4D97-AF65-F5344CB8AC3E}">
        <p14:creationId xmlns:p14="http://schemas.microsoft.com/office/powerpoint/2010/main" val="7617284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12.   HALT</a:t>
            </a:r>
          </a:p>
        </p:txBody>
      </p:sp>
      <p:sp>
        <p:nvSpPr>
          <p:cNvPr id="5" name="Slide Number Placeholder 4"/>
          <p:cNvSpPr>
            <a:spLocks noGrp="1"/>
          </p:cNvSpPr>
          <p:nvPr>
            <p:ph type="sldNum" sz="quarter" idx="12"/>
          </p:nvPr>
        </p:nvSpPr>
        <p:spPr/>
        <p:txBody>
          <a:bodyPr/>
          <a:lstStyle/>
          <a:p>
            <a:fld id="{F815AC96-4A5A-4699-9DBD-ACAB251D8CBA}" type="slidenum">
              <a:rPr lang="en-US" smtClean="0"/>
              <a:t>56</a:t>
            </a:fld>
            <a:endParaRPr lang="en-US"/>
          </a:p>
        </p:txBody>
      </p:sp>
      <p:pic>
        <p:nvPicPr>
          <p:cNvPr id="7" name="Picture 6"/>
          <p:cNvPicPr>
            <a:picLocks noChangeAspect="1"/>
          </p:cNvPicPr>
          <p:nvPr/>
        </p:nvPicPr>
        <p:blipFill>
          <a:blip r:embed="rId2"/>
          <a:stretch>
            <a:fillRect/>
          </a:stretch>
        </p:blipFill>
        <p:spPr>
          <a:xfrm>
            <a:off x="5110192" y="2686050"/>
            <a:ext cx="6764308" cy="3234690"/>
          </a:xfrm>
          <a:prstGeom prst="rect">
            <a:avLst/>
          </a:prstGeom>
        </p:spPr>
      </p:pic>
      <p:sp>
        <p:nvSpPr>
          <p:cNvPr id="3" name="TextBox 2">
            <a:extLst>
              <a:ext uri="{FF2B5EF4-FFF2-40B4-BE49-F238E27FC236}">
                <a16:creationId xmlns:a16="http://schemas.microsoft.com/office/drawing/2014/main" id="{07D0329E-0CEC-4DC8-F4A5-D7896672C37B}"/>
              </a:ext>
            </a:extLst>
          </p:cNvPr>
          <p:cNvSpPr txBox="1"/>
          <p:nvPr/>
        </p:nvSpPr>
        <p:spPr>
          <a:xfrm>
            <a:off x="298142" y="1690688"/>
            <a:ext cx="5383530" cy="2031325"/>
          </a:xfrm>
          <a:prstGeom prst="rect">
            <a:avLst/>
          </a:prstGeom>
          <a:noFill/>
        </p:spPr>
        <p:txBody>
          <a:bodyPr wrap="square" rtlCol="0">
            <a:spAutoFit/>
          </a:bodyPr>
          <a:lstStyle/>
          <a:p>
            <a:pPr>
              <a:spcAft>
                <a:spcPts val="1200"/>
              </a:spcAft>
            </a:pPr>
            <a:r>
              <a:rPr lang="en-US" sz="2400" dirty="0"/>
              <a:t>T1:  </a:t>
            </a:r>
            <a:r>
              <a:rPr lang="en-IN" sz="2400" dirty="0" err="1"/>
              <a:t>PC</a:t>
            </a:r>
            <a:r>
              <a:rPr lang="en-IN" sz="2400" baseline="-25000" dirty="0" err="1"/>
              <a:t>out</a:t>
            </a:r>
            <a:r>
              <a:rPr lang="en-IN" sz="2400" baseline="0" dirty="0"/>
              <a:t>, </a:t>
            </a:r>
            <a:r>
              <a:rPr lang="en-IN" sz="2400" baseline="0" dirty="0" err="1"/>
              <a:t>MAR</a:t>
            </a:r>
            <a:r>
              <a:rPr lang="en-IN" sz="2400" baseline="-25000" dirty="0" err="1"/>
              <a:t>in</a:t>
            </a:r>
            <a:r>
              <a:rPr lang="en-IN" sz="2400" baseline="0" dirty="0"/>
              <a:t>, Read, Select4, Add, Z</a:t>
            </a:r>
            <a:r>
              <a:rPr lang="en-IN" sz="2400" baseline="-25000" dirty="0"/>
              <a:t>in</a:t>
            </a:r>
            <a:endParaRPr lang="en-US" sz="2400" dirty="0"/>
          </a:p>
          <a:p>
            <a:pPr>
              <a:spcAft>
                <a:spcPts val="1200"/>
              </a:spcAft>
            </a:pPr>
            <a:r>
              <a:rPr lang="en-US" sz="2400" dirty="0"/>
              <a:t>T2:  </a:t>
            </a:r>
            <a:r>
              <a:rPr lang="en-IN" sz="2400" dirty="0" err="1"/>
              <a:t>Z</a:t>
            </a:r>
            <a:r>
              <a:rPr lang="en-IN" sz="2400" baseline="-25000" dirty="0" err="1"/>
              <a:t>out</a:t>
            </a:r>
            <a:r>
              <a:rPr lang="en-IN" sz="2400" baseline="0" dirty="0"/>
              <a:t>, </a:t>
            </a:r>
            <a:r>
              <a:rPr lang="en-IN" sz="2400" baseline="0" dirty="0" err="1"/>
              <a:t>PC</a:t>
            </a:r>
            <a:r>
              <a:rPr lang="en-IN" sz="2400" baseline="-25000" dirty="0" err="1"/>
              <a:t>in</a:t>
            </a:r>
            <a:r>
              <a:rPr lang="en-IN" sz="2400" baseline="0" dirty="0"/>
              <a:t>, Y</a:t>
            </a:r>
            <a:r>
              <a:rPr lang="en-IN" sz="2400" baseline="-25000" dirty="0"/>
              <a:t>in</a:t>
            </a:r>
            <a:r>
              <a:rPr lang="en-IN" sz="2400" baseline="0" dirty="0"/>
              <a:t>, </a:t>
            </a:r>
            <a:r>
              <a:rPr lang="en-IN" sz="2400" dirty="0" err="1"/>
              <a:t>MDR</a:t>
            </a:r>
            <a:r>
              <a:rPr lang="en-IN" sz="2400" baseline="-25000" dirty="0" err="1"/>
              <a:t>inE</a:t>
            </a:r>
            <a:r>
              <a:rPr lang="en-IN" sz="2400" baseline="-25000" dirty="0"/>
              <a:t> </a:t>
            </a:r>
            <a:r>
              <a:rPr lang="en-IN" sz="2400" dirty="0"/>
              <a:t>,WMFC</a:t>
            </a:r>
            <a:endParaRPr lang="en-US" sz="2400" dirty="0"/>
          </a:p>
          <a:p>
            <a:pPr>
              <a:spcAft>
                <a:spcPts val="1200"/>
              </a:spcAft>
            </a:pPr>
            <a:r>
              <a:rPr lang="en-US" sz="2400" dirty="0"/>
              <a:t>T3:  </a:t>
            </a:r>
            <a:r>
              <a:rPr lang="en-IN" sz="2400" dirty="0" err="1"/>
              <a:t>MDR</a:t>
            </a:r>
            <a:r>
              <a:rPr lang="en-IN" sz="2400" baseline="-25000" dirty="0" err="1"/>
              <a:t>out</a:t>
            </a:r>
            <a:r>
              <a:rPr lang="en-IN" sz="2400" dirty="0"/>
              <a:t>, </a:t>
            </a:r>
            <a:r>
              <a:rPr lang="en-IN" sz="2400" dirty="0" err="1"/>
              <a:t>IR</a:t>
            </a:r>
            <a:r>
              <a:rPr lang="en-IN" sz="2400" baseline="-25000" dirty="0" err="1"/>
              <a:t>in</a:t>
            </a:r>
            <a:endParaRPr lang="en-US" sz="2400" dirty="0"/>
          </a:p>
          <a:p>
            <a:pPr>
              <a:spcAft>
                <a:spcPts val="1200"/>
              </a:spcAft>
            </a:pPr>
            <a:r>
              <a:rPr lang="en-US" sz="2400" dirty="0"/>
              <a:t>T4:  </a:t>
            </a:r>
            <a:r>
              <a:rPr lang="en-IN" sz="2400" baseline="0" dirty="0"/>
              <a:t>END</a:t>
            </a:r>
            <a:endParaRPr lang="en-IN" sz="2400" baseline="-25000"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CF263BFB-7DD7-9D5F-2BD9-2E3DC2CCC2A5}"/>
                  </a:ext>
                </a:extLst>
              </p14:cNvPr>
              <p14:cNvContentPartPr/>
              <p14:nvPr/>
            </p14:nvContentPartPr>
            <p14:xfrm>
              <a:off x="905760" y="1775160"/>
              <a:ext cx="5228640" cy="1980720"/>
            </p14:xfrm>
          </p:contentPart>
        </mc:Choice>
        <mc:Fallback xmlns="">
          <p:pic>
            <p:nvPicPr>
              <p:cNvPr id="4" name="Ink 3">
                <a:extLst>
                  <a:ext uri="{FF2B5EF4-FFF2-40B4-BE49-F238E27FC236}">
                    <a16:creationId xmlns:a16="http://schemas.microsoft.com/office/drawing/2014/main" id="{CF263BFB-7DD7-9D5F-2BD9-2E3DC2CCC2A5}"/>
                  </a:ext>
                </a:extLst>
              </p:cNvPr>
              <p:cNvPicPr/>
              <p:nvPr/>
            </p:nvPicPr>
            <p:blipFill>
              <a:blip r:embed="rId4"/>
              <a:stretch>
                <a:fillRect/>
              </a:stretch>
            </p:blipFill>
            <p:spPr>
              <a:xfrm>
                <a:off x="896400" y="1765800"/>
                <a:ext cx="5247360" cy="1999440"/>
              </a:xfrm>
              <a:prstGeom prst="rect">
                <a:avLst/>
              </a:prstGeom>
            </p:spPr>
          </p:pic>
        </mc:Fallback>
      </mc:AlternateContent>
    </p:spTree>
    <p:extLst>
      <p:ext uri="{BB962C8B-B14F-4D97-AF65-F5344CB8AC3E}">
        <p14:creationId xmlns:p14="http://schemas.microsoft.com/office/powerpoint/2010/main" val="21677748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AC518-AB94-C1FA-DEC9-60FBC7DC745F}"/>
              </a:ext>
            </a:extLst>
          </p:cNvPr>
          <p:cNvSpPr>
            <a:spLocks noGrp="1"/>
          </p:cNvSpPr>
          <p:nvPr>
            <p:ph type="title"/>
          </p:nvPr>
        </p:nvSpPr>
        <p:spPr/>
        <p:txBody>
          <a:bodyPr/>
          <a:lstStyle/>
          <a:p>
            <a:r>
              <a:rPr lang="en-US" dirty="0"/>
              <a:t>ADD (R3), R1</a:t>
            </a:r>
            <a:endParaRPr lang="en-IN" dirty="0"/>
          </a:p>
        </p:txBody>
      </p:sp>
      <p:sp>
        <p:nvSpPr>
          <p:cNvPr id="3" name="Slide Number Placeholder 2">
            <a:extLst>
              <a:ext uri="{FF2B5EF4-FFF2-40B4-BE49-F238E27FC236}">
                <a16:creationId xmlns:a16="http://schemas.microsoft.com/office/drawing/2014/main" id="{2FBE8ED6-C835-014E-0D78-C8FF94CFC661}"/>
              </a:ext>
            </a:extLst>
          </p:cNvPr>
          <p:cNvSpPr>
            <a:spLocks noGrp="1"/>
          </p:cNvSpPr>
          <p:nvPr>
            <p:ph type="sldNum" sz="quarter" idx="12"/>
          </p:nvPr>
        </p:nvSpPr>
        <p:spPr/>
        <p:txBody>
          <a:bodyPr/>
          <a:lstStyle/>
          <a:p>
            <a:fld id="{A56F1F74-EAAB-4BA4-8360-0B2AFE8E155E}" type="slidenum">
              <a:rPr lang="en-IN" smtClean="0"/>
              <a:t>57</a:t>
            </a:fld>
            <a:endParaRPr lang="en-IN"/>
          </a:p>
        </p:txBody>
      </p:sp>
      <p:pic>
        <p:nvPicPr>
          <p:cNvPr id="4" name="Picture 3">
            <a:extLst>
              <a:ext uri="{FF2B5EF4-FFF2-40B4-BE49-F238E27FC236}">
                <a16:creationId xmlns:a16="http://schemas.microsoft.com/office/drawing/2014/main" id="{AE62F047-FF91-0926-56B5-F1BD50C62102}"/>
              </a:ext>
            </a:extLst>
          </p:cNvPr>
          <p:cNvPicPr>
            <a:picLocks noChangeAspect="1"/>
          </p:cNvPicPr>
          <p:nvPr/>
        </p:nvPicPr>
        <p:blipFill>
          <a:blip r:embed="rId2"/>
          <a:stretch>
            <a:fillRect/>
          </a:stretch>
        </p:blipFill>
        <p:spPr>
          <a:xfrm>
            <a:off x="5110192" y="2686050"/>
            <a:ext cx="6764308" cy="3234690"/>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20865C73-21C3-706E-A0E4-06905FE8FFEB}"/>
                  </a:ext>
                </a:extLst>
              </p14:cNvPr>
              <p14:cNvContentPartPr/>
              <p14:nvPr/>
            </p14:nvContentPartPr>
            <p14:xfrm>
              <a:off x="-86361" y="2176341"/>
              <a:ext cx="32040" cy="3240"/>
            </p14:xfrm>
          </p:contentPart>
        </mc:Choice>
        <mc:Fallback xmlns="">
          <p:pic>
            <p:nvPicPr>
              <p:cNvPr id="5" name="Ink 4">
                <a:extLst>
                  <a:ext uri="{FF2B5EF4-FFF2-40B4-BE49-F238E27FC236}">
                    <a16:creationId xmlns:a16="http://schemas.microsoft.com/office/drawing/2014/main" id="{20865C73-21C3-706E-A0E4-06905FE8FFEB}"/>
                  </a:ext>
                </a:extLst>
              </p:cNvPr>
              <p:cNvPicPr/>
              <p:nvPr/>
            </p:nvPicPr>
            <p:blipFill>
              <a:blip r:embed="rId4"/>
              <a:stretch>
                <a:fillRect/>
              </a:stretch>
            </p:blipFill>
            <p:spPr>
              <a:xfrm>
                <a:off x="-95361" y="2167701"/>
                <a:ext cx="49680" cy="20880"/>
              </a:xfrm>
              <a:prstGeom prst="rect">
                <a:avLst/>
              </a:prstGeom>
            </p:spPr>
          </p:pic>
        </mc:Fallback>
      </mc:AlternateContent>
    </p:spTree>
    <p:extLst>
      <p:ext uri="{BB962C8B-B14F-4D97-AF65-F5344CB8AC3E}">
        <p14:creationId xmlns:p14="http://schemas.microsoft.com/office/powerpoint/2010/main" val="20151780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95C2C16-D317-CB4E-AF9C-2BE499AA8956}"/>
              </a:ext>
            </a:extLst>
          </p:cNvPr>
          <p:cNvSpPr>
            <a:spLocks noGrp="1"/>
          </p:cNvSpPr>
          <p:nvPr>
            <p:ph type="title"/>
          </p:nvPr>
        </p:nvSpPr>
        <p:spPr/>
        <p:txBody>
          <a:bodyPr/>
          <a:lstStyle/>
          <a:p>
            <a:r>
              <a:rPr lang="en-US" dirty="0"/>
              <a:t>Practice Assignment 1</a:t>
            </a:r>
          </a:p>
        </p:txBody>
      </p:sp>
      <p:sp>
        <p:nvSpPr>
          <p:cNvPr id="7" name="Content Placeholder 6">
            <a:extLst>
              <a:ext uri="{FF2B5EF4-FFF2-40B4-BE49-F238E27FC236}">
                <a16:creationId xmlns:a16="http://schemas.microsoft.com/office/drawing/2014/main" id="{223C7C93-95B5-6871-2A2A-372447204609}"/>
              </a:ext>
            </a:extLst>
          </p:cNvPr>
          <p:cNvSpPr>
            <a:spLocks noGrp="1"/>
          </p:cNvSpPr>
          <p:nvPr>
            <p:ph idx="1"/>
          </p:nvPr>
        </p:nvSpPr>
        <p:spPr>
          <a:xfrm>
            <a:off x="838200" y="1608455"/>
            <a:ext cx="10515600" cy="4351338"/>
          </a:xfrm>
        </p:spPr>
        <p:txBody>
          <a:bodyPr>
            <a:normAutofit/>
          </a:bodyPr>
          <a:lstStyle/>
          <a:p>
            <a:r>
              <a:rPr lang="en-US" sz="2400" dirty="0"/>
              <a:t>Write down the micro-operations for the 12 instructions with respect to the 3-bus architecture.</a:t>
            </a:r>
          </a:p>
        </p:txBody>
      </p:sp>
      <p:sp>
        <p:nvSpPr>
          <p:cNvPr id="5" name="Slide Number Placeholder 4">
            <a:extLst>
              <a:ext uri="{FF2B5EF4-FFF2-40B4-BE49-F238E27FC236}">
                <a16:creationId xmlns:a16="http://schemas.microsoft.com/office/drawing/2014/main" id="{3C05FC4C-C541-E085-4CA1-2F2D9AC24067}"/>
              </a:ext>
            </a:extLst>
          </p:cNvPr>
          <p:cNvSpPr>
            <a:spLocks noGrp="1"/>
          </p:cNvSpPr>
          <p:nvPr>
            <p:ph type="sldNum" sz="quarter" idx="12"/>
          </p:nvPr>
        </p:nvSpPr>
        <p:spPr/>
        <p:txBody>
          <a:bodyPr/>
          <a:lstStyle/>
          <a:p>
            <a:fld id="{A56F1F74-EAAB-4BA4-8360-0B2AFE8E155E}" type="slidenum">
              <a:rPr lang="en-IN" smtClean="0"/>
              <a:t>58</a:t>
            </a:fld>
            <a:endParaRPr lang="en-IN"/>
          </a:p>
        </p:txBody>
      </p:sp>
      <p:pic>
        <p:nvPicPr>
          <p:cNvPr id="8" name="Picture 7">
            <a:extLst>
              <a:ext uri="{FF2B5EF4-FFF2-40B4-BE49-F238E27FC236}">
                <a16:creationId xmlns:a16="http://schemas.microsoft.com/office/drawing/2014/main" id="{43A8A5CE-8693-6137-2EC3-9E6E26E41F80}"/>
              </a:ext>
            </a:extLst>
          </p:cNvPr>
          <p:cNvPicPr>
            <a:picLocks noChangeAspect="1"/>
          </p:cNvPicPr>
          <p:nvPr/>
        </p:nvPicPr>
        <p:blipFill>
          <a:blip r:embed="rId2"/>
          <a:stretch>
            <a:fillRect/>
          </a:stretch>
        </p:blipFill>
        <p:spPr>
          <a:xfrm>
            <a:off x="1082781" y="2703151"/>
            <a:ext cx="7397538" cy="3835761"/>
          </a:xfrm>
          <a:prstGeom prst="rect">
            <a:avLst/>
          </a:prstGeom>
        </p:spPr>
      </p:pic>
      <p:sp>
        <p:nvSpPr>
          <p:cNvPr id="9" name="TextBox 8">
            <a:extLst>
              <a:ext uri="{FF2B5EF4-FFF2-40B4-BE49-F238E27FC236}">
                <a16:creationId xmlns:a16="http://schemas.microsoft.com/office/drawing/2014/main" id="{3C3A4AB7-910A-9CBF-C451-474D4F7C1D58}"/>
              </a:ext>
            </a:extLst>
          </p:cNvPr>
          <p:cNvSpPr txBox="1"/>
          <p:nvPr/>
        </p:nvSpPr>
        <p:spPr>
          <a:xfrm>
            <a:off x="7475220" y="2617470"/>
            <a:ext cx="4354830" cy="1569660"/>
          </a:xfrm>
          <a:prstGeom prst="rect">
            <a:avLst/>
          </a:prstGeom>
          <a:solidFill>
            <a:schemeClr val="accent4">
              <a:lumMod val="20000"/>
              <a:lumOff val="80000"/>
            </a:schemeClr>
          </a:solidFill>
          <a:ln w="25400">
            <a:solidFill>
              <a:srgbClr val="002060"/>
            </a:solidFill>
          </a:ln>
        </p:spPr>
        <p:txBody>
          <a:bodyPr wrap="square" rtlCol="0">
            <a:spAutoFit/>
          </a:bodyPr>
          <a:lstStyle/>
          <a:p>
            <a:r>
              <a:rPr lang="en-US" sz="2400" u="sng" dirty="0">
                <a:solidFill>
                  <a:srgbClr val="C00000"/>
                </a:solidFill>
              </a:rPr>
              <a:t>Assumption</a:t>
            </a:r>
            <a:r>
              <a:rPr lang="en-US" sz="2400" dirty="0">
                <a:solidFill>
                  <a:srgbClr val="7030A0"/>
                </a:solidFill>
              </a:rPr>
              <a:t>: Two register read and one register write operations can be carried out concurrently in a single time step.</a:t>
            </a:r>
          </a:p>
        </p:txBody>
      </p:sp>
    </p:spTree>
    <p:extLst>
      <p:ext uri="{BB962C8B-B14F-4D97-AF65-F5344CB8AC3E}">
        <p14:creationId xmlns:p14="http://schemas.microsoft.com/office/powerpoint/2010/main" val="12017290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0CABC-E742-7E32-EF62-D7C8757E38BF}"/>
              </a:ext>
            </a:extLst>
          </p:cNvPr>
          <p:cNvSpPr>
            <a:spLocks noGrp="1"/>
          </p:cNvSpPr>
          <p:nvPr>
            <p:ph type="title"/>
          </p:nvPr>
        </p:nvSpPr>
        <p:spPr/>
        <p:txBody>
          <a:bodyPr/>
          <a:lstStyle/>
          <a:p>
            <a:r>
              <a:rPr lang="en-US" dirty="0"/>
              <a:t>Practice Assignment 2</a:t>
            </a:r>
          </a:p>
        </p:txBody>
      </p:sp>
      <p:sp>
        <p:nvSpPr>
          <p:cNvPr id="3" name="Content Placeholder 2">
            <a:extLst>
              <a:ext uri="{FF2B5EF4-FFF2-40B4-BE49-F238E27FC236}">
                <a16:creationId xmlns:a16="http://schemas.microsoft.com/office/drawing/2014/main" id="{B7755766-0111-76BC-42FA-D954E5B4BE2F}"/>
              </a:ext>
            </a:extLst>
          </p:cNvPr>
          <p:cNvSpPr>
            <a:spLocks noGrp="1"/>
          </p:cNvSpPr>
          <p:nvPr>
            <p:ph idx="1"/>
          </p:nvPr>
        </p:nvSpPr>
        <p:spPr/>
        <p:txBody>
          <a:bodyPr>
            <a:normAutofit/>
          </a:bodyPr>
          <a:lstStyle/>
          <a:p>
            <a:r>
              <a:rPr lang="en-US" sz="2400" dirty="0"/>
              <a:t>Complete the following table for both the 1-bus and 3-bus architectures.</a:t>
            </a:r>
          </a:p>
          <a:p>
            <a:pPr lvl="1"/>
            <a:r>
              <a:rPr lang="en-US" sz="2000" dirty="0"/>
              <a:t>Ins-1 to Ins-12 indicates the instructions.</a:t>
            </a:r>
          </a:p>
          <a:p>
            <a:pPr lvl="1"/>
            <a:r>
              <a:rPr lang="en-US" sz="2000" dirty="0"/>
              <a:t>The entries in the table will contain the corresponding micro-operations.</a:t>
            </a:r>
          </a:p>
        </p:txBody>
      </p:sp>
      <p:sp>
        <p:nvSpPr>
          <p:cNvPr id="4" name="Slide Number Placeholder 3">
            <a:extLst>
              <a:ext uri="{FF2B5EF4-FFF2-40B4-BE49-F238E27FC236}">
                <a16:creationId xmlns:a16="http://schemas.microsoft.com/office/drawing/2014/main" id="{3307D82E-8033-EA72-4E3D-20BB2F079966}"/>
              </a:ext>
            </a:extLst>
          </p:cNvPr>
          <p:cNvSpPr>
            <a:spLocks noGrp="1"/>
          </p:cNvSpPr>
          <p:nvPr>
            <p:ph type="sldNum" sz="quarter" idx="12"/>
          </p:nvPr>
        </p:nvSpPr>
        <p:spPr/>
        <p:txBody>
          <a:bodyPr/>
          <a:lstStyle/>
          <a:p>
            <a:fld id="{A56F1F74-EAAB-4BA4-8360-0B2AFE8E155E}" type="slidenum">
              <a:rPr lang="en-IN" smtClean="0"/>
              <a:t>59</a:t>
            </a:fld>
            <a:endParaRPr lang="en-IN"/>
          </a:p>
        </p:txBody>
      </p:sp>
      <p:graphicFrame>
        <p:nvGraphicFramePr>
          <p:cNvPr id="5" name="Table 4">
            <a:extLst>
              <a:ext uri="{FF2B5EF4-FFF2-40B4-BE49-F238E27FC236}">
                <a16:creationId xmlns:a16="http://schemas.microsoft.com/office/drawing/2014/main" id="{526D4698-186F-AE08-CE7E-24288770510B}"/>
              </a:ext>
            </a:extLst>
          </p:cNvPr>
          <p:cNvGraphicFramePr>
            <a:graphicFrameLocks noGrp="1"/>
          </p:cNvGraphicFramePr>
          <p:nvPr>
            <p:extLst>
              <p:ext uri="{D42A27DB-BD31-4B8C-83A1-F6EECF244321}">
                <p14:modId xmlns:p14="http://schemas.microsoft.com/office/powerpoint/2010/main" val="2957044277"/>
              </p:ext>
            </p:extLst>
          </p:nvPr>
        </p:nvGraphicFramePr>
        <p:xfrm>
          <a:off x="857246" y="3345180"/>
          <a:ext cx="10515596" cy="2966720"/>
        </p:xfrm>
        <a:graphic>
          <a:graphicData uri="http://schemas.openxmlformats.org/drawingml/2006/table">
            <a:tbl>
              <a:tblPr firstRow="1" bandRow="1">
                <a:tableStyleId>{5C22544A-7EE6-4342-B048-85BDC9FD1C3A}</a:tableStyleId>
              </a:tblPr>
              <a:tblGrid>
                <a:gridCol w="808892">
                  <a:extLst>
                    <a:ext uri="{9D8B030D-6E8A-4147-A177-3AD203B41FA5}">
                      <a16:colId xmlns:a16="http://schemas.microsoft.com/office/drawing/2014/main" val="4053441192"/>
                    </a:ext>
                  </a:extLst>
                </a:gridCol>
                <a:gridCol w="808892">
                  <a:extLst>
                    <a:ext uri="{9D8B030D-6E8A-4147-A177-3AD203B41FA5}">
                      <a16:colId xmlns:a16="http://schemas.microsoft.com/office/drawing/2014/main" val="2881024526"/>
                    </a:ext>
                  </a:extLst>
                </a:gridCol>
                <a:gridCol w="808892">
                  <a:extLst>
                    <a:ext uri="{9D8B030D-6E8A-4147-A177-3AD203B41FA5}">
                      <a16:colId xmlns:a16="http://schemas.microsoft.com/office/drawing/2014/main" val="4086787019"/>
                    </a:ext>
                  </a:extLst>
                </a:gridCol>
                <a:gridCol w="808892">
                  <a:extLst>
                    <a:ext uri="{9D8B030D-6E8A-4147-A177-3AD203B41FA5}">
                      <a16:colId xmlns:a16="http://schemas.microsoft.com/office/drawing/2014/main" val="3065632308"/>
                    </a:ext>
                  </a:extLst>
                </a:gridCol>
                <a:gridCol w="808892">
                  <a:extLst>
                    <a:ext uri="{9D8B030D-6E8A-4147-A177-3AD203B41FA5}">
                      <a16:colId xmlns:a16="http://schemas.microsoft.com/office/drawing/2014/main" val="463495554"/>
                    </a:ext>
                  </a:extLst>
                </a:gridCol>
                <a:gridCol w="808892">
                  <a:extLst>
                    <a:ext uri="{9D8B030D-6E8A-4147-A177-3AD203B41FA5}">
                      <a16:colId xmlns:a16="http://schemas.microsoft.com/office/drawing/2014/main" val="1250098443"/>
                    </a:ext>
                  </a:extLst>
                </a:gridCol>
                <a:gridCol w="808892">
                  <a:extLst>
                    <a:ext uri="{9D8B030D-6E8A-4147-A177-3AD203B41FA5}">
                      <a16:colId xmlns:a16="http://schemas.microsoft.com/office/drawing/2014/main" val="931631704"/>
                    </a:ext>
                  </a:extLst>
                </a:gridCol>
                <a:gridCol w="808892">
                  <a:extLst>
                    <a:ext uri="{9D8B030D-6E8A-4147-A177-3AD203B41FA5}">
                      <a16:colId xmlns:a16="http://schemas.microsoft.com/office/drawing/2014/main" val="1042844188"/>
                    </a:ext>
                  </a:extLst>
                </a:gridCol>
                <a:gridCol w="808892">
                  <a:extLst>
                    <a:ext uri="{9D8B030D-6E8A-4147-A177-3AD203B41FA5}">
                      <a16:colId xmlns:a16="http://schemas.microsoft.com/office/drawing/2014/main" val="366680859"/>
                    </a:ext>
                  </a:extLst>
                </a:gridCol>
                <a:gridCol w="808892">
                  <a:extLst>
                    <a:ext uri="{9D8B030D-6E8A-4147-A177-3AD203B41FA5}">
                      <a16:colId xmlns:a16="http://schemas.microsoft.com/office/drawing/2014/main" val="3882175159"/>
                    </a:ext>
                  </a:extLst>
                </a:gridCol>
                <a:gridCol w="808892">
                  <a:extLst>
                    <a:ext uri="{9D8B030D-6E8A-4147-A177-3AD203B41FA5}">
                      <a16:colId xmlns:a16="http://schemas.microsoft.com/office/drawing/2014/main" val="3963608708"/>
                    </a:ext>
                  </a:extLst>
                </a:gridCol>
                <a:gridCol w="808892">
                  <a:extLst>
                    <a:ext uri="{9D8B030D-6E8A-4147-A177-3AD203B41FA5}">
                      <a16:colId xmlns:a16="http://schemas.microsoft.com/office/drawing/2014/main" val="855281839"/>
                    </a:ext>
                  </a:extLst>
                </a:gridCol>
                <a:gridCol w="808892">
                  <a:extLst>
                    <a:ext uri="{9D8B030D-6E8A-4147-A177-3AD203B41FA5}">
                      <a16:colId xmlns:a16="http://schemas.microsoft.com/office/drawing/2014/main" val="2041452817"/>
                    </a:ext>
                  </a:extLst>
                </a:gridCol>
              </a:tblGrid>
              <a:tr h="370840">
                <a:tc>
                  <a:txBody>
                    <a:bodyPr/>
                    <a:lstStyle/>
                    <a:p>
                      <a:endParaRPr lang="en-US"/>
                    </a:p>
                  </a:txBody>
                  <a:tcPr/>
                </a:tc>
                <a:tc>
                  <a:txBody>
                    <a:bodyPr/>
                    <a:lstStyle/>
                    <a:p>
                      <a:pPr algn="ctr"/>
                      <a:r>
                        <a:rPr lang="en-US" dirty="0"/>
                        <a:t>Ins-1</a:t>
                      </a:r>
                    </a:p>
                  </a:txBody>
                  <a:tcPr/>
                </a:tc>
                <a:tc>
                  <a:txBody>
                    <a:bodyPr/>
                    <a:lstStyle/>
                    <a:p>
                      <a:pPr algn="ctr"/>
                      <a:r>
                        <a:rPr lang="en-US" dirty="0"/>
                        <a:t>Ins-2</a:t>
                      </a:r>
                    </a:p>
                  </a:txBody>
                  <a:tcPr/>
                </a:tc>
                <a:tc>
                  <a:txBody>
                    <a:bodyPr/>
                    <a:lstStyle/>
                    <a:p>
                      <a:pPr algn="ctr"/>
                      <a:r>
                        <a:rPr lang="en-US" dirty="0"/>
                        <a:t>Ins-3</a:t>
                      </a:r>
                    </a:p>
                  </a:txBody>
                  <a:tcPr/>
                </a:tc>
                <a:tc>
                  <a:txBody>
                    <a:bodyPr/>
                    <a:lstStyle/>
                    <a:p>
                      <a:pPr algn="ctr"/>
                      <a:r>
                        <a:rPr lang="en-US" dirty="0"/>
                        <a:t>Ins-4</a:t>
                      </a:r>
                    </a:p>
                  </a:txBody>
                  <a:tcPr/>
                </a:tc>
                <a:tc>
                  <a:txBody>
                    <a:bodyPr/>
                    <a:lstStyle/>
                    <a:p>
                      <a:pPr algn="ctr"/>
                      <a:r>
                        <a:rPr lang="en-US" dirty="0"/>
                        <a:t>Ins-5</a:t>
                      </a:r>
                    </a:p>
                  </a:txBody>
                  <a:tcPr/>
                </a:tc>
                <a:tc>
                  <a:txBody>
                    <a:bodyPr/>
                    <a:lstStyle/>
                    <a:p>
                      <a:pPr algn="ctr"/>
                      <a:r>
                        <a:rPr lang="en-US" dirty="0"/>
                        <a:t>Ins-6</a:t>
                      </a:r>
                    </a:p>
                  </a:txBody>
                  <a:tcPr/>
                </a:tc>
                <a:tc>
                  <a:txBody>
                    <a:bodyPr/>
                    <a:lstStyle/>
                    <a:p>
                      <a:pPr algn="ctr"/>
                      <a:r>
                        <a:rPr lang="en-US" dirty="0"/>
                        <a:t>Ins-7</a:t>
                      </a:r>
                    </a:p>
                  </a:txBody>
                  <a:tcPr/>
                </a:tc>
                <a:tc>
                  <a:txBody>
                    <a:bodyPr/>
                    <a:lstStyle/>
                    <a:p>
                      <a:pPr algn="ctr"/>
                      <a:r>
                        <a:rPr lang="en-US" dirty="0"/>
                        <a:t>Ins-8</a:t>
                      </a:r>
                    </a:p>
                  </a:txBody>
                  <a:tcPr/>
                </a:tc>
                <a:tc>
                  <a:txBody>
                    <a:bodyPr/>
                    <a:lstStyle/>
                    <a:p>
                      <a:pPr algn="ctr"/>
                      <a:r>
                        <a:rPr lang="en-US" dirty="0"/>
                        <a:t>Ins-9</a:t>
                      </a:r>
                    </a:p>
                  </a:txBody>
                  <a:tcPr/>
                </a:tc>
                <a:tc>
                  <a:txBody>
                    <a:bodyPr/>
                    <a:lstStyle/>
                    <a:p>
                      <a:pPr algn="ctr"/>
                      <a:r>
                        <a:rPr lang="en-US" dirty="0"/>
                        <a:t>Ins-10</a:t>
                      </a:r>
                    </a:p>
                  </a:txBody>
                  <a:tcPr/>
                </a:tc>
                <a:tc>
                  <a:txBody>
                    <a:bodyPr/>
                    <a:lstStyle/>
                    <a:p>
                      <a:pPr algn="ctr"/>
                      <a:r>
                        <a:rPr lang="en-US" dirty="0"/>
                        <a:t>Ins-11</a:t>
                      </a:r>
                    </a:p>
                  </a:txBody>
                  <a:tcPr/>
                </a:tc>
                <a:tc>
                  <a:txBody>
                    <a:bodyPr/>
                    <a:lstStyle/>
                    <a:p>
                      <a:pPr algn="ctr"/>
                      <a:r>
                        <a:rPr lang="en-US" dirty="0"/>
                        <a:t>nIs-12</a:t>
                      </a:r>
                    </a:p>
                  </a:txBody>
                  <a:tcPr/>
                </a:tc>
                <a:extLst>
                  <a:ext uri="{0D108BD9-81ED-4DB2-BD59-A6C34878D82A}">
                    <a16:rowId xmlns:a16="http://schemas.microsoft.com/office/drawing/2014/main" val="1330241740"/>
                  </a:ext>
                </a:extLst>
              </a:tr>
              <a:tr h="370840">
                <a:tc>
                  <a:txBody>
                    <a:bodyPr/>
                    <a:lstStyle/>
                    <a:p>
                      <a:pPr algn="ctr"/>
                      <a:r>
                        <a:rPr lang="en-US" b="1" dirty="0">
                          <a:solidFill>
                            <a:srgbClr val="002060"/>
                          </a:solidFill>
                        </a:rPr>
                        <a:t>T1</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963394999"/>
                  </a:ext>
                </a:extLst>
              </a:tr>
              <a:tr h="370840">
                <a:tc>
                  <a:txBody>
                    <a:bodyPr/>
                    <a:lstStyle/>
                    <a:p>
                      <a:pPr algn="ctr"/>
                      <a:r>
                        <a:rPr lang="en-US" b="1" dirty="0">
                          <a:solidFill>
                            <a:srgbClr val="002060"/>
                          </a:solidFill>
                        </a:rPr>
                        <a:t>T2</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276296772"/>
                  </a:ext>
                </a:extLst>
              </a:tr>
              <a:tr h="370840">
                <a:tc>
                  <a:txBody>
                    <a:bodyPr/>
                    <a:lstStyle/>
                    <a:p>
                      <a:pPr algn="ctr"/>
                      <a:r>
                        <a:rPr lang="en-US" b="1" dirty="0">
                          <a:solidFill>
                            <a:srgbClr val="002060"/>
                          </a:solidFill>
                        </a:rPr>
                        <a:t>T3</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005117027"/>
                  </a:ext>
                </a:extLst>
              </a:tr>
              <a:tr h="370840">
                <a:tc>
                  <a:txBody>
                    <a:bodyPr/>
                    <a:lstStyle/>
                    <a:p>
                      <a:pPr algn="ctr"/>
                      <a:r>
                        <a:rPr lang="en-US" b="1" dirty="0">
                          <a:solidFill>
                            <a:srgbClr val="002060"/>
                          </a:solidFill>
                        </a:rPr>
                        <a:t>T4</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117372273"/>
                  </a:ext>
                </a:extLst>
              </a:tr>
              <a:tr h="370840">
                <a:tc>
                  <a:txBody>
                    <a:bodyPr/>
                    <a:lstStyle/>
                    <a:p>
                      <a:pPr algn="ctr"/>
                      <a:r>
                        <a:rPr lang="en-US" b="1" dirty="0">
                          <a:solidFill>
                            <a:srgbClr val="002060"/>
                          </a:solidFill>
                        </a:rPr>
                        <a:t>T5</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37840733"/>
                  </a:ext>
                </a:extLst>
              </a:tr>
              <a:tr h="370840">
                <a:tc>
                  <a:txBody>
                    <a:bodyPr/>
                    <a:lstStyle/>
                    <a:p>
                      <a:pPr algn="ctr"/>
                      <a:r>
                        <a:rPr lang="en-US" b="1" dirty="0">
                          <a:solidFill>
                            <a:srgbClr val="002060"/>
                          </a:solidFill>
                        </a:rPr>
                        <a:t>T6</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3443256"/>
                  </a:ext>
                </a:extLst>
              </a:tr>
              <a:tr h="370840">
                <a:tc>
                  <a:txBody>
                    <a:bodyPr/>
                    <a:lstStyle/>
                    <a:p>
                      <a:pPr algn="ctr"/>
                      <a:r>
                        <a:rPr lang="en-US" b="1" dirty="0">
                          <a:solidFill>
                            <a:srgbClr val="002060"/>
                          </a:solidFill>
                        </a:rPr>
                        <a:t>T7</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677856734"/>
                  </a:ext>
                </a:extLst>
              </a:tr>
            </a:tbl>
          </a:graphicData>
        </a:graphic>
      </p:graphicFrame>
    </p:spTree>
    <p:extLst>
      <p:ext uri="{BB962C8B-B14F-4D97-AF65-F5344CB8AC3E}">
        <p14:creationId xmlns:p14="http://schemas.microsoft.com/office/powerpoint/2010/main" val="32006751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a:t>Hardwired and </a:t>
            </a:r>
            <a:r>
              <a:rPr lang="en-US" dirty="0" err="1"/>
              <a:t>Microprogrammed</a:t>
            </a:r>
            <a:r>
              <a:rPr lang="en-US" dirty="0"/>
              <a:t> Control Unit Design</a:t>
            </a:r>
          </a:p>
        </p:txBody>
      </p:sp>
      <p:sp>
        <p:nvSpPr>
          <p:cNvPr id="7" name="Subtitle 6"/>
          <p:cNvSpPr>
            <a:spLocks noGrp="1"/>
          </p:cNvSpPr>
          <p:nvPr>
            <p:ph type="subTitle" idx="1"/>
          </p:nvPr>
        </p:nvSpPr>
        <p:spPr/>
        <p:txBody>
          <a:bodyPr/>
          <a:lstStyle/>
          <a:p>
            <a:endParaRPr lang="en-US"/>
          </a:p>
        </p:txBody>
      </p:sp>
      <p:sp>
        <p:nvSpPr>
          <p:cNvPr id="5" name="Slide Number Placeholder 4"/>
          <p:cNvSpPr>
            <a:spLocks noGrp="1"/>
          </p:cNvSpPr>
          <p:nvPr>
            <p:ph type="sldNum" sz="quarter" idx="12"/>
          </p:nvPr>
        </p:nvSpPr>
        <p:spPr/>
        <p:txBody>
          <a:bodyPr/>
          <a:lstStyle/>
          <a:p>
            <a:fld id="{A56F1F74-EAAB-4BA4-8360-0B2AFE8E155E}" type="slidenum">
              <a:rPr lang="en-IN" smtClean="0"/>
              <a:t>60</a:t>
            </a:fld>
            <a:endParaRPr lang="en-IN"/>
          </a:p>
        </p:txBody>
      </p:sp>
    </p:spTree>
    <p:extLst>
      <p:ext uri="{BB962C8B-B14F-4D97-AF65-F5344CB8AC3E}">
        <p14:creationId xmlns:p14="http://schemas.microsoft.com/office/powerpoint/2010/main" val="41036025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82600"/>
            <a:ext cx="10972800" cy="812801"/>
          </a:xfrm>
        </p:spPr>
        <p:txBody>
          <a:bodyPr/>
          <a:lstStyle/>
          <a:p>
            <a:r>
              <a:rPr lang="en-IN" dirty="0"/>
              <a:t>Introduction</a:t>
            </a:r>
          </a:p>
        </p:txBody>
      </p:sp>
      <p:sp>
        <p:nvSpPr>
          <p:cNvPr id="3" name="Content Placeholder 2"/>
          <p:cNvSpPr>
            <a:spLocks noGrp="1"/>
          </p:cNvSpPr>
          <p:nvPr>
            <p:ph idx="1"/>
          </p:nvPr>
        </p:nvSpPr>
        <p:spPr>
          <a:xfrm>
            <a:off x="609600" y="1397001"/>
            <a:ext cx="11379200" cy="4470401"/>
          </a:xfrm>
        </p:spPr>
        <p:txBody>
          <a:bodyPr/>
          <a:lstStyle/>
          <a:p>
            <a:r>
              <a:rPr lang="en-IN" sz="2700" dirty="0"/>
              <a:t>To execute an instruction, the processor must generate control signals for the data path in proper sequence.</a:t>
            </a:r>
          </a:p>
          <a:p>
            <a:pPr lvl="1"/>
            <a:r>
              <a:rPr lang="en-IN" dirty="0"/>
              <a:t>Example: </a:t>
            </a:r>
            <a:r>
              <a:rPr lang="en-IN" dirty="0">
                <a:solidFill>
                  <a:srgbClr val="800000"/>
                </a:solidFill>
              </a:rPr>
              <a:t>ADD R1, R2</a:t>
            </a:r>
            <a:endParaRPr lang="en-IN" dirty="0"/>
          </a:p>
          <a:p>
            <a:pPr marL="1676358" lvl="2" indent="-457189">
              <a:buFont typeface="+mj-lt"/>
              <a:buAutoNum type="alphaLcParenR"/>
            </a:pPr>
            <a:r>
              <a:rPr lang="en-IN" dirty="0"/>
              <a:t>R1</a:t>
            </a:r>
            <a:r>
              <a:rPr lang="en-IN" baseline="-25000" dirty="0"/>
              <a:t>out</a:t>
            </a:r>
            <a:r>
              <a:rPr lang="en-IN" dirty="0"/>
              <a:t>, Y</a:t>
            </a:r>
            <a:r>
              <a:rPr lang="en-IN" baseline="-25000" dirty="0"/>
              <a:t>in</a:t>
            </a:r>
            <a:r>
              <a:rPr lang="en-IN" dirty="0"/>
              <a:t>, SelectY</a:t>
            </a:r>
          </a:p>
          <a:p>
            <a:pPr marL="1676358" lvl="2" indent="-457189">
              <a:buFont typeface="+mj-lt"/>
              <a:buAutoNum type="alphaLcParenR"/>
            </a:pPr>
            <a:r>
              <a:rPr lang="en-IN" dirty="0"/>
              <a:t>R2</a:t>
            </a:r>
            <a:r>
              <a:rPr lang="en-IN" baseline="-25000" dirty="0"/>
              <a:t>out</a:t>
            </a:r>
            <a:r>
              <a:rPr lang="en-IN" dirty="0"/>
              <a:t>, ADD, Z</a:t>
            </a:r>
            <a:r>
              <a:rPr lang="en-IN" baseline="-25000" dirty="0"/>
              <a:t>in</a:t>
            </a:r>
          </a:p>
          <a:p>
            <a:pPr marL="1676358" lvl="2" indent="-457189">
              <a:buFont typeface="+mj-lt"/>
              <a:buAutoNum type="alphaLcParenR"/>
            </a:pPr>
            <a:r>
              <a:rPr lang="en-IN" dirty="0" err="1"/>
              <a:t>Z</a:t>
            </a:r>
            <a:r>
              <a:rPr lang="en-IN" baseline="-25000" dirty="0" err="1"/>
              <a:t>out</a:t>
            </a:r>
            <a:r>
              <a:rPr lang="en-IN" dirty="0"/>
              <a:t>, R1</a:t>
            </a:r>
            <a:r>
              <a:rPr lang="en-IN" baseline="-25000" dirty="0"/>
              <a:t>in</a:t>
            </a:r>
          </a:p>
          <a:p>
            <a:r>
              <a:rPr lang="en-IN" sz="2700" dirty="0"/>
              <a:t>Two alternate approaches:</a:t>
            </a:r>
          </a:p>
          <a:p>
            <a:pPr marL="1219170" lvl="1" indent="-609585">
              <a:buFont typeface="+mj-lt"/>
              <a:buAutoNum type="arabicPeriod"/>
            </a:pPr>
            <a:r>
              <a:rPr lang="en-IN" dirty="0"/>
              <a:t>Hardwired control unit design</a:t>
            </a:r>
          </a:p>
          <a:p>
            <a:pPr marL="1219170" lvl="1" indent="-609585">
              <a:buFont typeface="+mj-lt"/>
              <a:buAutoNum type="arabicPeriod"/>
            </a:pPr>
            <a:r>
              <a:rPr lang="en-IN" dirty="0"/>
              <a:t>Microprogrammed control unit design</a:t>
            </a:r>
          </a:p>
          <a:p>
            <a:pPr lvl="2"/>
            <a:endParaRPr lang="en-IN" dirty="0"/>
          </a:p>
        </p:txBody>
      </p:sp>
      <p:sp>
        <p:nvSpPr>
          <p:cNvPr id="4" name="Slide Number Placeholder 3"/>
          <p:cNvSpPr>
            <a:spLocks noGrp="1"/>
          </p:cNvSpPr>
          <p:nvPr>
            <p:ph type="sldNum" sz="quarter" idx="12"/>
          </p:nvPr>
        </p:nvSpPr>
        <p:spPr/>
        <p:txBody>
          <a:bodyPr/>
          <a:lstStyle/>
          <a:p>
            <a:fld id="{F815AC96-4A5A-4699-9DBD-ACAB251D8CBA}" type="slidenum">
              <a:rPr lang="en-US" smtClean="0"/>
              <a:t>61</a:t>
            </a:fld>
            <a:endParaRPr lang="en-US"/>
          </a:p>
        </p:txBody>
      </p:sp>
    </p:spTree>
    <p:extLst>
      <p:ext uri="{BB962C8B-B14F-4D97-AF65-F5344CB8AC3E}">
        <p14:creationId xmlns:p14="http://schemas.microsoft.com/office/powerpoint/2010/main" val="24841597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8CD60-57D5-00DD-073C-6E846B64C9C7}"/>
              </a:ext>
            </a:extLst>
          </p:cNvPr>
          <p:cNvSpPr>
            <a:spLocks noGrp="1"/>
          </p:cNvSpPr>
          <p:nvPr>
            <p:ph type="title"/>
          </p:nvPr>
        </p:nvSpPr>
        <p:spPr/>
        <p:txBody>
          <a:bodyPr/>
          <a:lstStyle/>
          <a:p>
            <a:r>
              <a:rPr lang="en-US" dirty="0"/>
              <a:t>Hardwired Control Unit Design</a:t>
            </a:r>
          </a:p>
        </p:txBody>
      </p:sp>
      <p:sp>
        <p:nvSpPr>
          <p:cNvPr id="3" name="Content Placeholder 2">
            <a:extLst>
              <a:ext uri="{FF2B5EF4-FFF2-40B4-BE49-F238E27FC236}">
                <a16:creationId xmlns:a16="http://schemas.microsoft.com/office/drawing/2014/main" id="{AB26603B-873E-1973-F079-D48392F6F35D}"/>
              </a:ext>
            </a:extLst>
          </p:cNvPr>
          <p:cNvSpPr>
            <a:spLocks noGrp="1"/>
          </p:cNvSpPr>
          <p:nvPr>
            <p:ph idx="1"/>
          </p:nvPr>
        </p:nvSpPr>
        <p:spPr/>
        <p:txBody>
          <a:bodyPr>
            <a:normAutofit/>
          </a:bodyPr>
          <a:lstStyle/>
          <a:p>
            <a:r>
              <a:rPr lang="en-US" sz="2400" dirty="0"/>
              <a:t>What does the control unit do?</a:t>
            </a:r>
          </a:p>
          <a:p>
            <a:pPr lvl="1"/>
            <a:r>
              <a:rPr lang="en-US" sz="2000" dirty="0"/>
              <a:t>It generates the control signals in proper sequence so as to execute any given instruction.</a:t>
            </a:r>
          </a:p>
          <a:p>
            <a:pPr lvl="1"/>
            <a:r>
              <a:rPr lang="en-US" sz="2000" dirty="0"/>
              <a:t>We have already seen some example control signals for some instructions.</a:t>
            </a:r>
          </a:p>
          <a:p>
            <a:r>
              <a:rPr lang="en-US" sz="2400" dirty="0"/>
              <a:t>Basic question?</a:t>
            </a:r>
          </a:p>
          <a:p>
            <a:pPr lvl="1"/>
            <a:r>
              <a:rPr lang="en-US" sz="2000" dirty="0"/>
              <a:t>For an instruction </a:t>
            </a:r>
            <a:r>
              <a:rPr lang="en-US" sz="2000" dirty="0" err="1"/>
              <a:t>I</a:t>
            </a:r>
            <a:r>
              <a:rPr lang="en-US" sz="2000" baseline="-25000" dirty="0" err="1"/>
              <a:t>k</a:t>
            </a:r>
            <a:r>
              <a:rPr lang="en-US" sz="2000" dirty="0"/>
              <a:t> and time step T</a:t>
            </a:r>
            <a:r>
              <a:rPr lang="en-US" sz="2000" baseline="-25000" dirty="0"/>
              <a:t>m</a:t>
            </a:r>
            <a:r>
              <a:rPr lang="en-US" sz="2000" dirty="0"/>
              <a:t>, what are the control signals that need to be generated?</a:t>
            </a:r>
          </a:p>
          <a:p>
            <a:r>
              <a:rPr lang="en-US" sz="2400" dirty="0"/>
              <a:t>What is hardwired control unit?</a:t>
            </a:r>
          </a:p>
          <a:p>
            <a:pPr lvl="1"/>
            <a:r>
              <a:rPr lang="en-US" sz="2000" dirty="0"/>
              <a:t>The control signals are generated by specific hardware circuits that cannot be easily modified.</a:t>
            </a:r>
          </a:p>
          <a:p>
            <a:pPr lvl="1"/>
            <a:r>
              <a:rPr lang="en-US" sz="2000" dirty="0"/>
              <a:t>It is fixed or hardwired for a given &lt;architecture, ISA&gt; pair.</a:t>
            </a:r>
          </a:p>
        </p:txBody>
      </p:sp>
      <p:sp>
        <p:nvSpPr>
          <p:cNvPr id="4" name="Slide Number Placeholder 3">
            <a:extLst>
              <a:ext uri="{FF2B5EF4-FFF2-40B4-BE49-F238E27FC236}">
                <a16:creationId xmlns:a16="http://schemas.microsoft.com/office/drawing/2014/main" id="{90FF8DAE-E03A-A2D7-F559-E0697689575A}"/>
              </a:ext>
            </a:extLst>
          </p:cNvPr>
          <p:cNvSpPr>
            <a:spLocks noGrp="1"/>
          </p:cNvSpPr>
          <p:nvPr>
            <p:ph type="sldNum" sz="quarter" idx="12"/>
          </p:nvPr>
        </p:nvSpPr>
        <p:spPr/>
        <p:txBody>
          <a:bodyPr/>
          <a:lstStyle/>
          <a:p>
            <a:fld id="{A56F1F74-EAAB-4BA4-8360-0B2AFE8E155E}" type="slidenum">
              <a:rPr lang="en-IN" smtClean="0"/>
              <a:t>62</a:t>
            </a:fld>
            <a:endParaRPr lang="en-IN"/>
          </a:p>
        </p:txBody>
      </p:sp>
    </p:spTree>
    <p:extLst>
      <p:ext uri="{BB962C8B-B14F-4D97-AF65-F5344CB8AC3E}">
        <p14:creationId xmlns:p14="http://schemas.microsoft.com/office/powerpoint/2010/main" val="4253374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1"/>
            <a:ext cx="10972800" cy="711200"/>
          </a:xfrm>
        </p:spPr>
        <p:txBody>
          <a:bodyPr>
            <a:normAutofit/>
          </a:bodyPr>
          <a:lstStyle/>
          <a:p>
            <a:r>
              <a:rPr lang="en-IN" dirty="0"/>
              <a:t>Overall Schematic Diagram</a:t>
            </a:r>
          </a:p>
        </p:txBody>
      </p:sp>
      <p:sp>
        <p:nvSpPr>
          <p:cNvPr id="4" name="Slide Number Placeholder 3"/>
          <p:cNvSpPr>
            <a:spLocks noGrp="1"/>
          </p:cNvSpPr>
          <p:nvPr>
            <p:ph type="sldNum" sz="quarter" idx="12"/>
          </p:nvPr>
        </p:nvSpPr>
        <p:spPr/>
        <p:txBody>
          <a:bodyPr/>
          <a:lstStyle/>
          <a:p>
            <a:fld id="{F815AC96-4A5A-4699-9DBD-ACAB251D8CBA}" type="slidenum">
              <a:rPr lang="en-US" smtClean="0"/>
              <a:t>63</a:t>
            </a:fld>
            <a:endParaRPr lang="en-US"/>
          </a:p>
        </p:txBody>
      </p:sp>
      <p:grpSp>
        <p:nvGrpSpPr>
          <p:cNvPr id="79" name="Group 78"/>
          <p:cNvGrpSpPr/>
          <p:nvPr/>
        </p:nvGrpSpPr>
        <p:grpSpPr>
          <a:xfrm>
            <a:off x="993648" y="1470218"/>
            <a:ext cx="9855200" cy="4844000"/>
            <a:chOff x="1143000" y="847684"/>
            <a:chExt cx="6019800" cy="3482672"/>
          </a:xfrm>
        </p:grpSpPr>
        <p:sp>
          <p:nvSpPr>
            <p:cNvPr id="48" name="Rectangle 152"/>
            <p:cNvSpPr>
              <a:spLocks noChangeArrowheads="1"/>
            </p:cNvSpPr>
            <p:nvPr/>
          </p:nvSpPr>
          <p:spPr bwMode="auto">
            <a:xfrm>
              <a:off x="3037977" y="976079"/>
              <a:ext cx="583119" cy="268465"/>
            </a:xfrm>
            <a:prstGeom prst="rect">
              <a:avLst/>
            </a:prstGeom>
            <a:solidFill>
              <a:schemeClr val="accent6">
                <a:lumMod val="20000"/>
                <a:lumOff val="80000"/>
              </a:schemeClr>
            </a:solidFill>
            <a:ln w="17463">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52" name="Rectangle 156"/>
            <p:cNvSpPr>
              <a:spLocks noChangeArrowheads="1"/>
            </p:cNvSpPr>
            <p:nvPr/>
          </p:nvSpPr>
          <p:spPr bwMode="auto">
            <a:xfrm>
              <a:off x="4061683" y="932632"/>
              <a:ext cx="975714" cy="354062"/>
            </a:xfrm>
            <a:prstGeom prst="rect">
              <a:avLst/>
            </a:prstGeom>
            <a:solidFill>
              <a:schemeClr val="accent6">
                <a:lumMod val="20000"/>
                <a:lumOff val="80000"/>
              </a:schemeClr>
            </a:solidFill>
            <a:ln w="17463">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51" name="Rectangle 155"/>
            <p:cNvSpPr>
              <a:spLocks noChangeArrowheads="1"/>
            </p:cNvSpPr>
            <p:nvPr/>
          </p:nvSpPr>
          <p:spPr bwMode="auto">
            <a:xfrm>
              <a:off x="4061683" y="1621776"/>
              <a:ext cx="975714" cy="254198"/>
            </a:xfrm>
            <a:prstGeom prst="rect">
              <a:avLst/>
            </a:prstGeom>
            <a:solidFill>
              <a:schemeClr val="accent6">
                <a:lumMod val="20000"/>
                <a:lumOff val="80000"/>
              </a:schemeClr>
            </a:solidFill>
            <a:ln w="17463">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50" name="Rectangle 154"/>
            <p:cNvSpPr>
              <a:spLocks noChangeArrowheads="1"/>
            </p:cNvSpPr>
            <p:nvPr/>
          </p:nvSpPr>
          <p:spPr bwMode="auto">
            <a:xfrm>
              <a:off x="5415559" y="3113243"/>
              <a:ext cx="977158" cy="438362"/>
            </a:xfrm>
            <a:prstGeom prst="rect">
              <a:avLst/>
            </a:prstGeom>
            <a:solidFill>
              <a:schemeClr val="accent5">
                <a:lumMod val="20000"/>
                <a:lumOff val="80000"/>
              </a:schemeClr>
            </a:solidFill>
            <a:ln w="17463">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47" name="Rectangle 151"/>
            <p:cNvSpPr>
              <a:spLocks noChangeArrowheads="1"/>
            </p:cNvSpPr>
            <p:nvPr/>
          </p:nvSpPr>
          <p:spPr bwMode="auto">
            <a:xfrm>
              <a:off x="5415559" y="2504984"/>
              <a:ext cx="977158" cy="438362"/>
            </a:xfrm>
            <a:prstGeom prst="rect">
              <a:avLst/>
            </a:prstGeom>
            <a:solidFill>
              <a:schemeClr val="accent5">
                <a:lumMod val="20000"/>
                <a:lumOff val="80000"/>
              </a:schemeClr>
            </a:solidFill>
            <a:ln w="17463">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IN" sz="1600" i="1" dirty="0">
                <a:cs typeface="Arial" panose="020B0604020202020204" pitchFamily="34" charset="0"/>
              </a:endParaRPr>
            </a:p>
          </p:txBody>
        </p:sp>
        <p:sp>
          <p:nvSpPr>
            <p:cNvPr id="49" name="Rectangle 153"/>
            <p:cNvSpPr>
              <a:spLocks noChangeArrowheads="1"/>
            </p:cNvSpPr>
            <p:nvPr/>
          </p:nvSpPr>
          <p:spPr bwMode="auto">
            <a:xfrm>
              <a:off x="1828800" y="2498500"/>
              <a:ext cx="378161" cy="1046622"/>
            </a:xfrm>
            <a:prstGeom prst="rect">
              <a:avLst/>
            </a:prstGeom>
            <a:solidFill>
              <a:schemeClr val="accent5">
                <a:lumMod val="20000"/>
                <a:lumOff val="80000"/>
              </a:schemeClr>
            </a:solidFill>
            <a:ln w="17463">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54" name="Rectangle 158"/>
            <p:cNvSpPr>
              <a:spLocks noChangeArrowheads="1"/>
            </p:cNvSpPr>
            <p:nvPr/>
          </p:nvSpPr>
          <p:spPr bwMode="auto">
            <a:xfrm>
              <a:off x="2556255" y="2498500"/>
              <a:ext cx="977158" cy="1046622"/>
            </a:xfrm>
            <a:prstGeom prst="rect">
              <a:avLst/>
            </a:prstGeom>
            <a:solidFill>
              <a:schemeClr val="accent5">
                <a:lumMod val="20000"/>
                <a:lumOff val="80000"/>
              </a:schemeClr>
            </a:solidFill>
            <a:ln w="17463">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53" name="Rectangle 157"/>
            <p:cNvSpPr>
              <a:spLocks noChangeArrowheads="1"/>
            </p:cNvSpPr>
            <p:nvPr/>
          </p:nvSpPr>
          <p:spPr bwMode="auto">
            <a:xfrm>
              <a:off x="4077561" y="2414199"/>
              <a:ext cx="959837" cy="1230786"/>
            </a:xfrm>
            <a:prstGeom prst="rect">
              <a:avLst/>
            </a:prstGeom>
            <a:solidFill>
              <a:schemeClr val="accent5">
                <a:lumMod val="20000"/>
                <a:lumOff val="80000"/>
              </a:schemeClr>
            </a:solidFill>
            <a:ln w="17463">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5" name="Line 9"/>
            <p:cNvSpPr>
              <a:spLocks noChangeShapeType="1"/>
            </p:cNvSpPr>
            <p:nvPr/>
          </p:nvSpPr>
          <p:spPr bwMode="auto">
            <a:xfrm flipV="1">
              <a:off x="4943579" y="3644985"/>
              <a:ext cx="0" cy="282731"/>
            </a:xfrm>
            <a:prstGeom prst="line">
              <a:avLst/>
            </a:prstGeom>
            <a:noFill/>
            <a:ln w="17463">
              <a:solidFill>
                <a:schemeClr val="tx1"/>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6" name="Line 12"/>
            <p:cNvSpPr>
              <a:spLocks noChangeShapeType="1"/>
            </p:cNvSpPr>
            <p:nvPr/>
          </p:nvSpPr>
          <p:spPr bwMode="auto">
            <a:xfrm flipV="1">
              <a:off x="4360459" y="3644984"/>
              <a:ext cx="1" cy="429182"/>
            </a:xfrm>
            <a:prstGeom prst="line">
              <a:avLst/>
            </a:prstGeom>
            <a:noFill/>
            <a:ln w="17463">
              <a:solidFill>
                <a:schemeClr val="tx1"/>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7" name="Line 15"/>
            <p:cNvSpPr>
              <a:spLocks noChangeShapeType="1"/>
            </p:cNvSpPr>
            <p:nvPr/>
          </p:nvSpPr>
          <p:spPr bwMode="auto">
            <a:xfrm flipV="1">
              <a:off x="4171379" y="3644985"/>
              <a:ext cx="0" cy="282731"/>
            </a:xfrm>
            <a:prstGeom prst="line">
              <a:avLst/>
            </a:prstGeom>
            <a:noFill/>
            <a:ln w="17463">
              <a:solidFill>
                <a:schemeClr val="tx1"/>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8" name="Rectangle 16"/>
            <p:cNvSpPr>
              <a:spLocks noChangeArrowheads="1"/>
            </p:cNvSpPr>
            <p:nvPr/>
          </p:nvSpPr>
          <p:spPr bwMode="auto">
            <a:xfrm>
              <a:off x="5670102" y="2554902"/>
              <a:ext cx="417119" cy="177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sz="1600" dirty="0">
                  <a:solidFill>
                    <a:srgbClr val="000000"/>
                  </a:solidFill>
                  <a:latin typeface="+mn-lt"/>
                  <a:cs typeface="Arial" panose="020B0604020202020204" pitchFamily="34" charset="0"/>
                </a:rPr>
                <a:t>External</a:t>
              </a:r>
              <a:endParaRPr lang="en-US" altLang="en-US" sz="1600" dirty="0">
                <a:latin typeface="+mn-lt"/>
                <a:cs typeface="Arial" panose="020B0604020202020204" pitchFamily="34" charset="0"/>
              </a:endParaRPr>
            </a:p>
          </p:txBody>
        </p:sp>
        <p:sp>
          <p:nvSpPr>
            <p:cNvPr id="9" name="Rectangle 17"/>
            <p:cNvSpPr>
              <a:spLocks noChangeArrowheads="1"/>
            </p:cNvSpPr>
            <p:nvPr/>
          </p:nvSpPr>
          <p:spPr bwMode="auto">
            <a:xfrm>
              <a:off x="5716762" y="2687850"/>
              <a:ext cx="316267" cy="177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sz="1600" dirty="0">
                  <a:solidFill>
                    <a:srgbClr val="000000"/>
                  </a:solidFill>
                  <a:latin typeface="+mn-lt"/>
                  <a:cs typeface="Arial" panose="020B0604020202020204" pitchFamily="34" charset="0"/>
                </a:rPr>
                <a:t>inputs</a:t>
              </a:r>
              <a:endParaRPr lang="en-US" altLang="en-US" sz="1600" dirty="0">
                <a:latin typeface="+mn-lt"/>
                <a:cs typeface="Arial" panose="020B0604020202020204" pitchFamily="34" charset="0"/>
              </a:endParaRPr>
            </a:p>
          </p:txBody>
        </p:sp>
        <p:sp>
          <p:nvSpPr>
            <p:cNvPr id="10" name="Rectangle 20"/>
            <p:cNvSpPr>
              <a:spLocks noChangeArrowheads="1"/>
            </p:cNvSpPr>
            <p:nvPr/>
          </p:nvSpPr>
          <p:spPr bwMode="auto">
            <a:xfrm>
              <a:off x="4187256" y="2936862"/>
              <a:ext cx="665902" cy="21021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sz="1900" b="1" dirty="0">
                  <a:solidFill>
                    <a:srgbClr val="000000"/>
                  </a:solidFill>
                  <a:latin typeface="+mn-lt"/>
                  <a:cs typeface="Arial" panose="020B0604020202020204" pitchFamily="34" charset="0"/>
                </a:rPr>
                <a:t>Encoder</a:t>
              </a:r>
              <a:endParaRPr lang="en-US" altLang="en-US" sz="1900" b="1" dirty="0">
                <a:latin typeface="+mn-lt"/>
                <a:cs typeface="Arial" panose="020B0604020202020204" pitchFamily="34" charset="0"/>
              </a:endParaRPr>
            </a:p>
          </p:txBody>
        </p:sp>
        <p:sp>
          <p:nvSpPr>
            <p:cNvPr id="11" name="Rectangle 22"/>
            <p:cNvSpPr>
              <a:spLocks noChangeArrowheads="1"/>
            </p:cNvSpPr>
            <p:nvPr/>
          </p:nvSpPr>
          <p:spPr bwMode="auto">
            <a:xfrm>
              <a:off x="3713254" y="871744"/>
              <a:ext cx="211498" cy="1991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b="1" dirty="0">
                  <a:solidFill>
                    <a:srgbClr val="0070C0"/>
                  </a:solidFill>
                  <a:latin typeface="+mn-lt"/>
                  <a:cs typeface="Arial" panose="020B0604020202020204" pitchFamily="34" charset="0"/>
                </a:rPr>
                <a:t>CLK</a:t>
              </a:r>
            </a:p>
          </p:txBody>
        </p:sp>
        <p:sp>
          <p:nvSpPr>
            <p:cNvPr id="12" name="Rectangle 23"/>
            <p:cNvSpPr>
              <a:spLocks noChangeArrowheads="1"/>
            </p:cNvSpPr>
            <p:nvPr/>
          </p:nvSpPr>
          <p:spPr bwMode="auto">
            <a:xfrm>
              <a:off x="3209647" y="1031847"/>
              <a:ext cx="271225" cy="177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sz="1600" dirty="0">
                  <a:solidFill>
                    <a:srgbClr val="000000"/>
                  </a:solidFill>
                  <a:latin typeface="+mn-lt"/>
                  <a:cs typeface="Arial" panose="020B0604020202020204" pitchFamily="34" charset="0"/>
                </a:rPr>
                <a:t>Clock</a:t>
              </a:r>
              <a:endParaRPr lang="en-US" altLang="en-US" sz="1600" dirty="0">
                <a:latin typeface="+mn-lt"/>
                <a:cs typeface="Arial" panose="020B0604020202020204" pitchFamily="34" charset="0"/>
              </a:endParaRPr>
            </a:p>
          </p:txBody>
        </p:sp>
        <p:sp>
          <p:nvSpPr>
            <p:cNvPr id="13" name="Line 26"/>
            <p:cNvSpPr>
              <a:spLocks noChangeShapeType="1"/>
            </p:cNvSpPr>
            <p:nvPr/>
          </p:nvSpPr>
          <p:spPr bwMode="auto">
            <a:xfrm flipH="1">
              <a:off x="3621096" y="1103178"/>
              <a:ext cx="440226" cy="0"/>
            </a:xfrm>
            <a:prstGeom prst="line">
              <a:avLst/>
            </a:prstGeom>
            <a:noFill/>
            <a:ln w="17463">
              <a:solidFill>
                <a:srgbClr val="000000"/>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14" name="Rectangle 28"/>
            <p:cNvSpPr>
              <a:spLocks noChangeArrowheads="1"/>
            </p:cNvSpPr>
            <p:nvPr/>
          </p:nvSpPr>
          <p:spPr bwMode="auto">
            <a:xfrm>
              <a:off x="4319884" y="1085670"/>
              <a:ext cx="403020" cy="177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sz="1600" b="1" dirty="0">
                  <a:solidFill>
                    <a:srgbClr val="000000"/>
                  </a:solidFill>
                  <a:latin typeface="+mn-lt"/>
                  <a:cs typeface="Arial" panose="020B0604020202020204" pitchFamily="34" charset="0"/>
                </a:rPr>
                <a:t>counter</a:t>
              </a:r>
              <a:endParaRPr lang="en-US" altLang="en-US" sz="1600" b="1" dirty="0">
                <a:latin typeface="+mn-lt"/>
                <a:cs typeface="Arial" panose="020B0604020202020204" pitchFamily="34" charset="0"/>
              </a:endParaRPr>
            </a:p>
          </p:txBody>
        </p:sp>
        <p:sp>
          <p:nvSpPr>
            <p:cNvPr id="15" name="Line 31"/>
            <p:cNvSpPr>
              <a:spLocks noChangeShapeType="1"/>
            </p:cNvSpPr>
            <p:nvPr/>
          </p:nvSpPr>
          <p:spPr bwMode="auto">
            <a:xfrm flipH="1">
              <a:off x="2206961" y="2824029"/>
              <a:ext cx="362285" cy="0"/>
            </a:xfrm>
            <a:prstGeom prst="line">
              <a:avLst/>
            </a:prstGeom>
            <a:noFill/>
            <a:ln w="17463">
              <a:solidFill>
                <a:srgbClr val="000000"/>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16" name="Line 34"/>
            <p:cNvSpPr>
              <a:spLocks noChangeShapeType="1"/>
            </p:cNvSpPr>
            <p:nvPr/>
          </p:nvSpPr>
          <p:spPr bwMode="auto">
            <a:xfrm flipH="1">
              <a:off x="3533413" y="2639865"/>
              <a:ext cx="534045" cy="0"/>
            </a:xfrm>
            <a:prstGeom prst="line">
              <a:avLst/>
            </a:prstGeom>
            <a:noFill/>
            <a:ln w="17463">
              <a:solidFill>
                <a:srgbClr val="000000"/>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17" name="Line 37"/>
            <p:cNvSpPr>
              <a:spLocks noChangeShapeType="1"/>
            </p:cNvSpPr>
            <p:nvPr/>
          </p:nvSpPr>
          <p:spPr bwMode="auto">
            <a:xfrm flipH="1">
              <a:off x="3533413" y="2824029"/>
              <a:ext cx="534045" cy="0"/>
            </a:xfrm>
            <a:prstGeom prst="line">
              <a:avLst/>
            </a:prstGeom>
            <a:noFill/>
            <a:ln w="17463">
              <a:solidFill>
                <a:srgbClr val="000000"/>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18" name="Rectangle 39"/>
            <p:cNvSpPr>
              <a:spLocks noChangeArrowheads="1"/>
            </p:cNvSpPr>
            <p:nvPr/>
          </p:nvSpPr>
          <p:spPr bwMode="auto">
            <a:xfrm>
              <a:off x="5206301" y="3737126"/>
              <a:ext cx="219331" cy="199153"/>
            </a:xfrm>
            <a:prstGeom prst="rect">
              <a:avLst/>
            </a:prstGeom>
            <a:noFill/>
            <a:ln w="9525">
              <a:noFill/>
              <a:miter lim="800000"/>
              <a:headEnd/>
              <a:tailEnd/>
            </a:ln>
            <a:extLst>
              <a:ext uri="{909E8E84-426E-40dd-AFC4-6F175D3DCCD1}">
                <a14:hiddenFill xmlns="" xmlns:a14="http://schemas.microsoft.com/office/drawing/2010/main">
                  <a:solidFill>
                    <a:srgbClr val="FFFFFF"/>
                  </a:solidFill>
                </a14:hiddenFill>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b="1" dirty="0">
                  <a:solidFill>
                    <a:srgbClr val="0070C0"/>
                  </a:solidFill>
                  <a:latin typeface="+mn-lt"/>
                  <a:cs typeface="Arial" panose="020B0604020202020204" pitchFamily="34" charset="0"/>
                </a:rPr>
                <a:t>End</a:t>
              </a:r>
            </a:p>
          </p:txBody>
        </p:sp>
        <p:sp>
          <p:nvSpPr>
            <p:cNvPr id="19" name="Rectangle 40"/>
            <p:cNvSpPr>
              <a:spLocks noChangeArrowheads="1"/>
            </p:cNvSpPr>
            <p:nvPr/>
          </p:nvSpPr>
          <p:spPr bwMode="auto">
            <a:xfrm>
              <a:off x="5659052" y="3170308"/>
              <a:ext cx="495452" cy="177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sz="1600" dirty="0">
                  <a:solidFill>
                    <a:srgbClr val="000000"/>
                  </a:solidFill>
                  <a:latin typeface="+mn-lt"/>
                  <a:cs typeface="Arial" panose="020B0604020202020204" pitchFamily="34" charset="0"/>
                </a:rPr>
                <a:t>Condition</a:t>
              </a:r>
              <a:endParaRPr lang="en-US" altLang="en-US" sz="1600" dirty="0">
                <a:latin typeface="+mn-lt"/>
                <a:cs typeface="Arial" panose="020B0604020202020204" pitchFamily="34" charset="0"/>
              </a:endParaRPr>
            </a:p>
          </p:txBody>
        </p:sp>
        <p:sp>
          <p:nvSpPr>
            <p:cNvPr id="20" name="Rectangle 41"/>
            <p:cNvSpPr>
              <a:spLocks noChangeArrowheads="1"/>
            </p:cNvSpPr>
            <p:nvPr/>
          </p:nvSpPr>
          <p:spPr bwMode="auto">
            <a:xfrm>
              <a:off x="5615480" y="3311674"/>
              <a:ext cx="572805" cy="177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sz="1600" dirty="0">
                  <a:solidFill>
                    <a:srgbClr val="000000"/>
                  </a:solidFill>
                  <a:latin typeface="+mn-lt"/>
                  <a:cs typeface="Arial" panose="020B0604020202020204" pitchFamily="34" charset="0"/>
                </a:rPr>
                <a:t>Codes flags</a:t>
              </a:r>
              <a:endParaRPr lang="en-US" altLang="en-US" sz="1600" dirty="0">
                <a:latin typeface="+mn-lt"/>
                <a:cs typeface="Arial" panose="020B0604020202020204" pitchFamily="34" charset="0"/>
              </a:endParaRPr>
            </a:p>
          </p:txBody>
        </p:sp>
        <p:sp>
          <p:nvSpPr>
            <p:cNvPr id="23" name="Rectangle 44"/>
            <p:cNvSpPr>
              <a:spLocks noChangeArrowheads="1"/>
            </p:cNvSpPr>
            <p:nvPr/>
          </p:nvSpPr>
          <p:spPr bwMode="auto">
            <a:xfrm>
              <a:off x="4206609" y="1669113"/>
              <a:ext cx="685212" cy="177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sz="1600" b="1" dirty="0">
                  <a:solidFill>
                    <a:srgbClr val="000000"/>
                  </a:solidFill>
                  <a:latin typeface="+mn-lt"/>
                  <a:cs typeface="Arial" panose="020B0604020202020204" pitchFamily="34" charset="0"/>
                </a:rPr>
                <a:t>Step decoder</a:t>
              </a:r>
              <a:endParaRPr lang="en-US" altLang="en-US" sz="1600" b="1" dirty="0">
                <a:latin typeface="+mn-lt"/>
                <a:cs typeface="Arial" panose="020B0604020202020204" pitchFamily="34" charset="0"/>
              </a:endParaRPr>
            </a:p>
          </p:txBody>
        </p:sp>
        <p:sp>
          <p:nvSpPr>
            <p:cNvPr id="24" name="Line 47"/>
            <p:cNvSpPr>
              <a:spLocks noChangeShapeType="1"/>
            </p:cNvSpPr>
            <p:nvPr/>
          </p:nvSpPr>
          <p:spPr bwMode="auto">
            <a:xfrm flipH="1">
              <a:off x="3533413" y="3418022"/>
              <a:ext cx="534045" cy="0"/>
            </a:xfrm>
            <a:prstGeom prst="line">
              <a:avLst/>
            </a:prstGeom>
            <a:noFill/>
            <a:ln w="17463">
              <a:solidFill>
                <a:srgbClr val="000000"/>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25" name="Line 48"/>
            <p:cNvSpPr>
              <a:spLocks noChangeShapeType="1"/>
            </p:cNvSpPr>
            <p:nvPr/>
          </p:nvSpPr>
          <p:spPr bwMode="auto">
            <a:xfrm flipV="1">
              <a:off x="4943579" y="1875974"/>
              <a:ext cx="0" cy="84301"/>
            </a:xfrm>
            <a:prstGeom prst="line">
              <a:avLst/>
            </a:prstGeom>
            <a:noFill/>
            <a:ln w="17463">
              <a:solidFill>
                <a:srgbClr val="000000"/>
              </a:solidFill>
              <a:prstDash val="solid"/>
              <a:round/>
              <a:headEnd/>
              <a:tailEn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26" name="Line 49"/>
            <p:cNvSpPr>
              <a:spLocks noChangeShapeType="1"/>
            </p:cNvSpPr>
            <p:nvPr/>
          </p:nvSpPr>
          <p:spPr bwMode="auto">
            <a:xfrm flipV="1">
              <a:off x="4360460" y="1875974"/>
              <a:ext cx="0" cy="84301"/>
            </a:xfrm>
            <a:prstGeom prst="line">
              <a:avLst/>
            </a:prstGeom>
            <a:noFill/>
            <a:ln w="17463">
              <a:solidFill>
                <a:srgbClr val="000000"/>
              </a:solidFill>
              <a:prstDash val="solid"/>
              <a:round/>
              <a:headEnd/>
              <a:tailEn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27" name="Line 50"/>
            <p:cNvSpPr>
              <a:spLocks noChangeShapeType="1"/>
            </p:cNvSpPr>
            <p:nvPr/>
          </p:nvSpPr>
          <p:spPr bwMode="auto">
            <a:xfrm flipV="1">
              <a:off x="4171379" y="1875974"/>
              <a:ext cx="0" cy="84301"/>
            </a:xfrm>
            <a:prstGeom prst="line">
              <a:avLst/>
            </a:prstGeom>
            <a:noFill/>
            <a:ln w="17463">
              <a:solidFill>
                <a:srgbClr val="000000"/>
              </a:solidFill>
              <a:prstDash val="solid"/>
              <a:round/>
              <a:headEnd/>
              <a:tailEn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28" name="Line 53"/>
            <p:cNvSpPr>
              <a:spLocks noChangeShapeType="1"/>
            </p:cNvSpPr>
            <p:nvPr/>
          </p:nvSpPr>
          <p:spPr bwMode="auto">
            <a:xfrm flipV="1">
              <a:off x="4171379" y="1286693"/>
              <a:ext cx="0" cy="325530"/>
            </a:xfrm>
            <a:prstGeom prst="line">
              <a:avLst/>
            </a:prstGeom>
            <a:noFill/>
            <a:ln w="17463">
              <a:solidFill>
                <a:srgbClr val="000000"/>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29" name="Line 56"/>
            <p:cNvSpPr>
              <a:spLocks noChangeShapeType="1"/>
            </p:cNvSpPr>
            <p:nvPr/>
          </p:nvSpPr>
          <p:spPr bwMode="auto">
            <a:xfrm flipV="1">
              <a:off x="4943579" y="1286693"/>
              <a:ext cx="0" cy="325530"/>
            </a:xfrm>
            <a:prstGeom prst="line">
              <a:avLst/>
            </a:prstGeom>
            <a:noFill/>
            <a:ln w="17463">
              <a:solidFill>
                <a:srgbClr val="000000"/>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30" name="Line 59"/>
            <p:cNvSpPr>
              <a:spLocks noChangeShapeType="1"/>
            </p:cNvSpPr>
            <p:nvPr/>
          </p:nvSpPr>
          <p:spPr bwMode="auto">
            <a:xfrm flipV="1">
              <a:off x="4360460" y="1286693"/>
              <a:ext cx="0" cy="325530"/>
            </a:xfrm>
            <a:prstGeom prst="line">
              <a:avLst/>
            </a:prstGeom>
            <a:noFill/>
            <a:ln w="17463">
              <a:solidFill>
                <a:srgbClr val="000000"/>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31" name="Rectangle 60"/>
            <p:cNvSpPr>
              <a:spLocks noChangeArrowheads="1"/>
            </p:cNvSpPr>
            <p:nvPr/>
          </p:nvSpPr>
          <p:spPr bwMode="auto">
            <a:xfrm>
              <a:off x="4240603" y="943209"/>
              <a:ext cx="633748" cy="177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sz="1600" b="1" dirty="0">
                  <a:solidFill>
                    <a:srgbClr val="000000"/>
                  </a:solidFill>
                  <a:latin typeface="+mn-lt"/>
                  <a:cs typeface="Arial" panose="020B0604020202020204" pitchFamily="34" charset="0"/>
                </a:rPr>
                <a:t>Control step</a:t>
              </a:r>
              <a:endParaRPr lang="en-US" altLang="en-US" sz="1600" b="1" dirty="0">
                <a:latin typeface="+mn-lt"/>
                <a:cs typeface="Arial" panose="020B0604020202020204" pitchFamily="34" charset="0"/>
              </a:endParaRPr>
            </a:p>
          </p:txBody>
        </p:sp>
        <p:sp>
          <p:nvSpPr>
            <p:cNvPr id="32" name="Line 63"/>
            <p:cNvSpPr>
              <a:spLocks noChangeShapeType="1"/>
            </p:cNvSpPr>
            <p:nvPr/>
          </p:nvSpPr>
          <p:spPr bwMode="auto">
            <a:xfrm>
              <a:off x="5037397" y="2646349"/>
              <a:ext cx="378161" cy="0"/>
            </a:xfrm>
            <a:prstGeom prst="line">
              <a:avLst/>
            </a:prstGeom>
            <a:noFill/>
            <a:ln w="17463">
              <a:solidFill>
                <a:srgbClr val="000000"/>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33" name="Line 66"/>
            <p:cNvSpPr>
              <a:spLocks noChangeShapeType="1"/>
            </p:cNvSpPr>
            <p:nvPr/>
          </p:nvSpPr>
          <p:spPr bwMode="auto">
            <a:xfrm>
              <a:off x="5037397" y="2547782"/>
              <a:ext cx="378161" cy="0"/>
            </a:xfrm>
            <a:prstGeom prst="line">
              <a:avLst/>
            </a:prstGeom>
            <a:noFill/>
            <a:ln w="17463">
              <a:solidFill>
                <a:srgbClr val="000000"/>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34" name="Line 69"/>
            <p:cNvSpPr>
              <a:spLocks noChangeShapeType="1"/>
            </p:cNvSpPr>
            <p:nvPr/>
          </p:nvSpPr>
          <p:spPr bwMode="auto">
            <a:xfrm>
              <a:off x="5037397" y="2901844"/>
              <a:ext cx="378161" cy="0"/>
            </a:xfrm>
            <a:prstGeom prst="line">
              <a:avLst/>
            </a:prstGeom>
            <a:noFill/>
            <a:ln w="17463">
              <a:solidFill>
                <a:srgbClr val="000000"/>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35" name="Line 81"/>
            <p:cNvSpPr>
              <a:spLocks noChangeShapeType="1"/>
            </p:cNvSpPr>
            <p:nvPr/>
          </p:nvSpPr>
          <p:spPr bwMode="auto">
            <a:xfrm flipH="1">
              <a:off x="2206961" y="3418022"/>
              <a:ext cx="362285" cy="0"/>
            </a:xfrm>
            <a:prstGeom prst="line">
              <a:avLst/>
            </a:prstGeom>
            <a:noFill/>
            <a:ln w="17463">
              <a:solidFill>
                <a:srgbClr val="000000"/>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36" name="Line 84"/>
            <p:cNvSpPr>
              <a:spLocks noChangeShapeType="1"/>
            </p:cNvSpPr>
            <p:nvPr/>
          </p:nvSpPr>
          <p:spPr bwMode="auto">
            <a:xfrm flipH="1">
              <a:off x="2206961" y="2639865"/>
              <a:ext cx="362285" cy="0"/>
            </a:xfrm>
            <a:prstGeom prst="line">
              <a:avLst/>
            </a:prstGeom>
            <a:noFill/>
            <a:ln w="17463">
              <a:solidFill>
                <a:srgbClr val="000000"/>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37" name="Rectangle 85"/>
            <p:cNvSpPr>
              <a:spLocks noChangeArrowheads="1"/>
            </p:cNvSpPr>
            <p:nvPr/>
          </p:nvSpPr>
          <p:spPr bwMode="auto">
            <a:xfrm>
              <a:off x="1962505" y="2936862"/>
              <a:ext cx="99874" cy="177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sz="1600" dirty="0">
                  <a:solidFill>
                    <a:srgbClr val="000000"/>
                  </a:solidFill>
                  <a:latin typeface="+mn-lt"/>
                  <a:cs typeface="Arial" panose="020B0604020202020204" pitchFamily="34" charset="0"/>
                </a:rPr>
                <a:t>IR</a:t>
              </a:r>
              <a:endParaRPr lang="en-US" altLang="en-US" sz="1600" dirty="0">
                <a:latin typeface="+mn-lt"/>
                <a:cs typeface="Arial" panose="020B0604020202020204" pitchFamily="34" charset="0"/>
              </a:endParaRPr>
            </a:p>
          </p:txBody>
        </p:sp>
        <p:sp>
          <p:nvSpPr>
            <p:cNvPr id="38" name="Line 88"/>
            <p:cNvSpPr>
              <a:spLocks noChangeShapeType="1"/>
            </p:cNvSpPr>
            <p:nvPr/>
          </p:nvSpPr>
          <p:spPr bwMode="auto">
            <a:xfrm>
              <a:off x="5037397" y="3254609"/>
              <a:ext cx="378161" cy="0"/>
            </a:xfrm>
            <a:prstGeom prst="line">
              <a:avLst/>
            </a:prstGeom>
            <a:noFill/>
            <a:ln w="17463">
              <a:solidFill>
                <a:srgbClr val="000000"/>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39" name="Line 91"/>
            <p:cNvSpPr>
              <a:spLocks noChangeShapeType="1"/>
            </p:cNvSpPr>
            <p:nvPr/>
          </p:nvSpPr>
          <p:spPr bwMode="auto">
            <a:xfrm>
              <a:off x="5037397" y="3156042"/>
              <a:ext cx="378161" cy="0"/>
            </a:xfrm>
            <a:prstGeom prst="line">
              <a:avLst/>
            </a:prstGeom>
            <a:noFill/>
            <a:ln w="17463">
              <a:solidFill>
                <a:srgbClr val="000000"/>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40" name="Line 94"/>
            <p:cNvSpPr>
              <a:spLocks noChangeShapeType="1"/>
            </p:cNvSpPr>
            <p:nvPr/>
          </p:nvSpPr>
          <p:spPr bwMode="auto">
            <a:xfrm>
              <a:off x="5037397" y="3510104"/>
              <a:ext cx="378161" cy="0"/>
            </a:xfrm>
            <a:prstGeom prst="line">
              <a:avLst/>
            </a:prstGeom>
            <a:noFill/>
            <a:ln w="17463">
              <a:solidFill>
                <a:srgbClr val="000000"/>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41" name="Rectangle 101"/>
            <p:cNvSpPr>
              <a:spLocks noChangeArrowheads="1"/>
            </p:cNvSpPr>
            <p:nvPr/>
          </p:nvSpPr>
          <p:spPr bwMode="auto">
            <a:xfrm>
              <a:off x="4149685" y="2003073"/>
              <a:ext cx="60707" cy="177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sz="1600">
                  <a:solidFill>
                    <a:srgbClr val="000000"/>
                  </a:solidFill>
                  <a:latin typeface="+mn-lt"/>
                  <a:cs typeface="Arial" panose="020B0604020202020204" pitchFamily="34" charset="0"/>
                </a:rPr>
                <a:t>T</a:t>
              </a:r>
              <a:endParaRPr lang="en-US" altLang="en-US" sz="1600">
                <a:latin typeface="+mn-lt"/>
                <a:cs typeface="Arial" panose="020B0604020202020204" pitchFamily="34" charset="0"/>
              </a:endParaRPr>
            </a:p>
          </p:txBody>
        </p:sp>
        <p:sp>
          <p:nvSpPr>
            <p:cNvPr id="42" name="Rectangle 102"/>
            <p:cNvSpPr>
              <a:spLocks noChangeArrowheads="1"/>
            </p:cNvSpPr>
            <p:nvPr/>
          </p:nvSpPr>
          <p:spPr bwMode="auto">
            <a:xfrm>
              <a:off x="4210281" y="2087373"/>
              <a:ext cx="63645" cy="177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sz="1600" dirty="0">
                  <a:solidFill>
                    <a:srgbClr val="000000"/>
                  </a:solidFill>
                  <a:latin typeface="+mn-lt"/>
                  <a:cs typeface="Arial" panose="020B0604020202020204" pitchFamily="34" charset="0"/>
                </a:rPr>
                <a:t>1</a:t>
              </a:r>
              <a:endParaRPr lang="en-US" altLang="en-US" sz="1600" dirty="0">
                <a:latin typeface="+mn-lt"/>
                <a:cs typeface="Arial" panose="020B0604020202020204" pitchFamily="34" charset="0"/>
              </a:endParaRPr>
            </a:p>
          </p:txBody>
        </p:sp>
        <p:sp>
          <p:nvSpPr>
            <p:cNvPr id="43" name="Rectangle 103"/>
            <p:cNvSpPr>
              <a:spLocks noChangeArrowheads="1"/>
            </p:cNvSpPr>
            <p:nvPr/>
          </p:nvSpPr>
          <p:spPr bwMode="auto">
            <a:xfrm>
              <a:off x="4353199" y="2003073"/>
              <a:ext cx="60707" cy="177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sz="1600">
                  <a:solidFill>
                    <a:srgbClr val="000000"/>
                  </a:solidFill>
                  <a:latin typeface="+mn-lt"/>
                  <a:cs typeface="Arial" panose="020B0604020202020204" pitchFamily="34" charset="0"/>
                </a:rPr>
                <a:t>T</a:t>
              </a:r>
              <a:endParaRPr lang="en-US" altLang="en-US" sz="1600">
                <a:latin typeface="+mn-lt"/>
                <a:cs typeface="Arial" panose="020B0604020202020204" pitchFamily="34" charset="0"/>
              </a:endParaRPr>
            </a:p>
          </p:txBody>
        </p:sp>
        <p:sp>
          <p:nvSpPr>
            <p:cNvPr id="44" name="Rectangle 104"/>
            <p:cNvSpPr>
              <a:spLocks noChangeArrowheads="1"/>
            </p:cNvSpPr>
            <p:nvPr/>
          </p:nvSpPr>
          <p:spPr bwMode="auto">
            <a:xfrm>
              <a:off x="4399364" y="2087373"/>
              <a:ext cx="63645" cy="177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sz="1600">
                  <a:solidFill>
                    <a:srgbClr val="000000"/>
                  </a:solidFill>
                  <a:latin typeface="+mn-lt"/>
                  <a:cs typeface="Arial" panose="020B0604020202020204" pitchFamily="34" charset="0"/>
                </a:rPr>
                <a:t>2</a:t>
              </a:r>
              <a:endParaRPr lang="en-US" altLang="en-US" sz="1600">
                <a:latin typeface="+mn-lt"/>
                <a:cs typeface="Arial" panose="020B0604020202020204" pitchFamily="34" charset="0"/>
              </a:endParaRPr>
            </a:p>
          </p:txBody>
        </p:sp>
        <p:sp>
          <p:nvSpPr>
            <p:cNvPr id="45" name="Rectangle 105"/>
            <p:cNvSpPr>
              <a:spLocks noChangeArrowheads="1"/>
            </p:cNvSpPr>
            <p:nvPr/>
          </p:nvSpPr>
          <p:spPr bwMode="auto">
            <a:xfrm>
              <a:off x="4936319" y="2003073"/>
              <a:ext cx="60707" cy="177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sz="1600">
                  <a:solidFill>
                    <a:srgbClr val="000000"/>
                  </a:solidFill>
                  <a:latin typeface="+mn-lt"/>
                  <a:cs typeface="Arial" panose="020B0604020202020204" pitchFamily="34" charset="0"/>
                </a:rPr>
                <a:t>T</a:t>
              </a:r>
              <a:endParaRPr lang="en-US" altLang="en-US" sz="1600">
                <a:latin typeface="+mn-lt"/>
                <a:cs typeface="Arial" panose="020B0604020202020204" pitchFamily="34" charset="0"/>
              </a:endParaRPr>
            </a:p>
          </p:txBody>
        </p:sp>
        <p:sp>
          <p:nvSpPr>
            <p:cNvPr id="46" name="Rectangle 106"/>
            <p:cNvSpPr>
              <a:spLocks noChangeArrowheads="1"/>
            </p:cNvSpPr>
            <p:nvPr/>
          </p:nvSpPr>
          <p:spPr bwMode="auto">
            <a:xfrm>
              <a:off x="4981992" y="2087373"/>
              <a:ext cx="64624" cy="177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sz="1600" i="1">
                  <a:solidFill>
                    <a:srgbClr val="000000"/>
                  </a:solidFill>
                  <a:latin typeface="+mn-lt"/>
                  <a:cs typeface="Arial" panose="020B0604020202020204" pitchFamily="34" charset="0"/>
                </a:rPr>
                <a:t>n</a:t>
              </a:r>
              <a:endParaRPr lang="en-US" altLang="en-US" sz="1600">
                <a:latin typeface="+mn-lt"/>
                <a:cs typeface="Arial" panose="020B0604020202020204" pitchFamily="34" charset="0"/>
              </a:endParaRPr>
            </a:p>
          </p:txBody>
        </p:sp>
        <p:sp>
          <p:nvSpPr>
            <p:cNvPr id="55" name="TextBox 54"/>
            <p:cNvSpPr txBox="1"/>
            <p:nvPr/>
          </p:nvSpPr>
          <p:spPr>
            <a:xfrm>
              <a:off x="3667645" y="2951776"/>
              <a:ext cx="189080" cy="243409"/>
            </a:xfrm>
            <a:prstGeom prst="rect">
              <a:avLst/>
            </a:prstGeom>
            <a:noFill/>
          </p:spPr>
          <p:txBody>
            <a:bodyPr wrap="square" rtlCol="0">
              <a:spAutoFit/>
            </a:bodyPr>
            <a:lstStyle/>
            <a:p>
              <a:r>
                <a:rPr lang="en-IN" sz="1600" dirty="0">
                  <a:cs typeface="Arial" panose="020B0604020202020204" pitchFamily="34" charset="0"/>
                </a:rPr>
                <a:t>:</a:t>
              </a:r>
            </a:p>
          </p:txBody>
        </p:sp>
        <p:sp>
          <p:nvSpPr>
            <p:cNvPr id="56" name="TextBox 55"/>
            <p:cNvSpPr txBox="1"/>
            <p:nvPr/>
          </p:nvSpPr>
          <p:spPr>
            <a:xfrm>
              <a:off x="5126888" y="3249875"/>
              <a:ext cx="189080" cy="243409"/>
            </a:xfrm>
            <a:prstGeom prst="rect">
              <a:avLst/>
            </a:prstGeom>
            <a:noFill/>
          </p:spPr>
          <p:txBody>
            <a:bodyPr wrap="square" rtlCol="0">
              <a:spAutoFit/>
            </a:bodyPr>
            <a:lstStyle/>
            <a:p>
              <a:r>
                <a:rPr lang="en-IN" sz="1600" dirty="0">
                  <a:cs typeface="Arial" panose="020B0604020202020204" pitchFamily="34" charset="0"/>
                </a:rPr>
                <a:t>:</a:t>
              </a:r>
            </a:p>
          </p:txBody>
        </p:sp>
        <p:sp>
          <p:nvSpPr>
            <p:cNvPr id="57" name="TextBox 56"/>
            <p:cNvSpPr txBox="1"/>
            <p:nvPr/>
          </p:nvSpPr>
          <p:spPr>
            <a:xfrm>
              <a:off x="5126888" y="2602480"/>
              <a:ext cx="189080" cy="243409"/>
            </a:xfrm>
            <a:prstGeom prst="rect">
              <a:avLst/>
            </a:prstGeom>
            <a:noFill/>
          </p:spPr>
          <p:txBody>
            <a:bodyPr wrap="square" rtlCol="0">
              <a:spAutoFit/>
            </a:bodyPr>
            <a:lstStyle/>
            <a:p>
              <a:r>
                <a:rPr lang="en-IN" sz="1600" dirty="0">
                  <a:cs typeface="Arial" panose="020B0604020202020204" pitchFamily="34" charset="0"/>
                </a:rPr>
                <a:t>:</a:t>
              </a:r>
            </a:p>
          </p:txBody>
        </p:sp>
        <p:sp>
          <p:nvSpPr>
            <p:cNvPr id="58" name="TextBox 57"/>
            <p:cNvSpPr txBox="1"/>
            <p:nvPr/>
          </p:nvSpPr>
          <p:spPr>
            <a:xfrm>
              <a:off x="4527890" y="1910342"/>
              <a:ext cx="300219" cy="243409"/>
            </a:xfrm>
            <a:prstGeom prst="rect">
              <a:avLst/>
            </a:prstGeom>
            <a:noFill/>
          </p:spPr>
          <p:txBody>
            <a:bodyPr wrap="square" rtlCol="0">
              <a:spAutoFit/>
            </a:bodyPr>
            <a:lstStyle/>
            <a:p>
              <a:r>
                <a:rPr lang="en-IN" sz="1600" dirty="0">
                  <a:cs typeface="Arial" panose="020B0604020202020204" pitchFamily="34" charset="0"/>
                </a:rPr>
                <a:t>..</a:t>
              </a:r>
            </a:p>
          </p:txBody>
        </p:sp>
        <p:sp>
          <p:nvSpPr>
            <p:cNvPr id="59" name="TextBox 58"/>
            <p:cNvSpPr txBox="1"/>
            <p:nvPr/>
          </p:nvSpPr>
          <p:spPr>
            <a:xfrm>
              <a:off x="3557950" y="3421732"/>
              <a:ext cx="633050" cy="243409"/>
            </a:xfrm>
            <a:prstGeom prst="rect">
              <a:avLst/>
            </a:prstGeom>
            <a:noFill/>
          </p:spPr>
          <p:txBody>
            <a:bodyPr wrap="square" rtlCol="0">
              <a:spAutoFit/>
            </a:bodyPr>
            <a:lstStyle/>
            <a:p>
              <a:r>
                <a:rPr lang="en-IN" sz="1600" dirty="0" err="1">
                  <a:cs typeface="Arial" panose="020B0604020202020204" pitchFamily="34" charset="0"/>
                </a:rPr>
                <a:t>INS</a:t>
              </a:r>
              <a:r>
                <a:rPr lang="en-IN" sz="1600" baseline="-25000" dirty="0" err="1">
                  <a:cs typeface="Arial" panose="020B0604020202020204" pitchFamily="34" charset="0"/>
                </a:rPr>
                <a:t>m</a:t>
              </a:r>
              <a:endParaRPr lang="en-IN" sz="1600" baseline="-25000" dirty="0">
                <a:cs typeface="Arial" panose="020B0604020202020204" pitchFamily="34" charset="0"/>
              </a:endParaRPr>
            </a:p>
          </p:txBody>
        </p:sp>
        <p:sp>
          <p:nvSpPr>
            <p:cNvPr id="60" name="TextBox 59"/>
            <p:cNvSpPr txBox="1"/>
            <p:nvPr/>
          </p:nvSpPr>
          <p:spPr>
            <a:xfrm>
              <a:off x="3557950" y="2598363"/>
              <a:ext cx="575902" cy="243409"/>
            </a:xfrm>
            <a:prstGeom prst="rect">
              <a:avLst/>
            </a:prstGeom>
            <a:noFill/>
          </p:spPr>
          <p:txBody>
            <a:bodyPr wrap="square" rtlCol="0">
              <a:spAutoFit/>
            </a:bodyPr>
            <a:lstStyle/>
            <a:p>
              <a:r>
                <a:rPr lang="en-IN" sz="1600" dirty="0">
                  <a:cs typeface="Arial" panose="020B0604020202020204" pitchFamily="34" charset="0"/>
                </a:rPr>
                <a:t>INS</a:t>
              </a:r>
              <a:r>
                <a:rPr lang="en-IN" sz="1600" baseline="-25000" dirty="0">
                  <a:cs typeface="Arial" panose="020B0604020202020204" pitchFamily="34" charset="0"/>
                </a:rPr>
                <a:t>2</a:t>
              </a:r>
            </a:p>
          </p:txBody>
        </p:sp>
        <p:sp>
          <p:nvSpPr>
            <p:cNvPr id="61" name="TextBox 60"/>
            <p:cNvSpPr txBox="1"/>
            <p:nvPr/>
          </p:nvSpPr>
          <p:spPr>
            <a:xfrm>
              <a:off x="3547126" y="2406774"/>
              <a:ext cx="575902" cy="243409"/>
            </a:xfrm>
            <a:prstGeom prst="rect">
              <a:avLst/>
            </a:prstGeom>
            <a:noFill/>
          </p:spPr>
          <p:txBody>
            <a:bodyPr wrap="square" rtlCol="0">
              <a:spAutoFit/>
            </a:bodyPr>
            <a:lstStyle/>
            <a:p>
              <a:r>
                <a:rPr lang="en-IN" sz="1600" dirty="0">
                  <a:cs typeface="Arial" panose="020B0604020202020204" pitchFamily="34" charset="0"/>
                </a:rPr>
                <a:t>INS</a:t>
              </a:r>
              <a:r>
                <a:rPr lang="en-IN" sz="1600" baseline="-25000" dirty="0">
                  <a:cs typeface="Arial" panose="020B0604020202020204" pitchFamily="34" charset="0"/>
                </a:rPr>
                <a:t>1</a:t>
              </a:r>
            </a:p>
          </p:txBody>
        </p:sp>
        <p:sp>
          <p:nvSpPr>
            <p:cNvPr id="62" name="Line 75"/>
            <p:cNvSpPr>
              <a:spLocks noChangeShapeType="1"/>
            </p:cNvSpPr>
            <p:nvPr/>
          </p:nvSpPr>
          <p:spPr bwMode="auto">
            <a:xfrm flipV="1">
              <a:off x="4187256" y="2230035"/>
              <a:ext cx="0" cy="176738"/>
            </a:xfrm>
            <a:prstGeom prst="line">
              <a:avLst/>
            </a:prstGeom>
            <a:noFill/>
            <a:ln w="17463">
              <a:solidFill>
                <a:srgbClr val="000000"/>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63" name="Line 75"/>
            <p:cNvSpPr>
              <a:spLocks noChangeShapeType="1"/>
            </p:cNvSpPr>
            <p:nvPr/>
          </p:nvSpPr>
          <p:spPr bwMode="auto">
            <a:xfrm flipV="1">
              <a:off x="4376337" y="2230036"/>
              <a:ext cx="0" cy="176738"/>
            </a:xfrm>
            <a:prstGeom prst="line">
              <a:avLst/>
            </a:prstGeom>
            <a:noFill/>
            <a:ln w="17463">
              <a:solidFill>
                <a:srgbClr val="000000"/>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64" name="Line 75"/>
            <p:cNvSpPr>
              <a:spLocks noChangeShapeType="1"/>
            </p:cNvSpPr>
            <p:nvPr/>
          </p:nvSpPr>
          <p:spPr bwMode="auto">
            <a:xfrm flipV="1">
              <a:off x="4947941" y="2230035"/>
              <a:ext cx="0" cy="176738"/>
            </a:xfrm>
            <a:prstGeom prst="line">
              <a:avLst/>
            </a:prstGeom>
            <a:noFill/>
            <a:ln w="17463">
              <a:solidFill>
                <a:srgbClr val="000000"/>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cs typeface="Arial" panose="020B0604020202020204" pitchFamily="34" charset="0"/>
              </a:endParaRPr>
            </a:p>
          </p:txBody>
        </p:sp>
        <p:sp>
          <p:nvSpPr>
            <p:cNvPr id="65" name="TextBox 64"/>
            <p:cNvSpPr txBox="1"/>
            <p:nvPr/>
          </p:nvSpPr>
          <p:spPr>
            <a:xfrm>
              <a:off x="4538716" y="1234168"/>
              <a:ext cx="300219" cy="243409"/>
            </a:xfrm>
            <a:prstGeom prst="rect">
              <a:avLst/>
            </a:prstGeom>
            <a:noFill/>
          </p:spPr>
          <p:txBody>
            <a:bodyPr wrap="square" rtlCol="0">
              <a:spAutoFit/>
            </a:bodyPr>
            <a:lstStyle/>
            <a:p>
              <a:r>
                <a:rPr lang="en-IN" sz="1600" dirty="0">
                  <a:cs typeface="Arial" panose="020B0604020202020204" pitchFamily="34" charset="0"/>
                </a:rPr>
                <a:t>..</a:t>
              </a:r>
            </a:p>
          </p:txBody>
        </p:sp>
        <p:cxnSp>
          <p:nvCxnSpPr>
            <p:cNvPr id="67" name="Straight Connector 66"/>
            <p:cNvCxnSpPr>
              <a:stCxn id="7" idx="0"/>
            </p:cNvCxnSpPr>
            <p:nvPr/>
          </p:nvCxnSpPr>
          <p:spPr>
            <a:xfrm flipH="1">
              <a:off x="1143000" y="3927716"/>
              <a:ext cx="302837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V="1">
              <a:off x="1143000" y="1603500"/>
              <a:ext cx="0" cy="23242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1143000" y="1603500"/>
              <a:ext cx="2667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flipV="1">
              <a:off x="3810000" y="1203042"/>
              <a:ext cx="0" cy="4004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a:off x="3810000" y="1200954"/>
              <a:ext cx="26756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5" idx="0"/>
            </p:cNvCxnSpPr>
            <p:nvPr/>
          </p:nvCxnSpPr>
          <p:spPr>
            <a:xfrm>
              <a:off x="4943579" y="3927716"/>
              <a:ext cx="221922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flipV="1">
              <a:off x="7162800" y="1103178"/>
              <a:ext cx="0" cy="28245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endCxn id="52" idx="3"/>
            </p:cNvCxnSpPr>
            <p:nvPr/>
          </p:nvCxnSpPr>
          <p:spPr>
            <a:xfrm flipH="1">
              <a:off x="5037397" y="1103178"/>
              <a:ext cx="2125403" cy="648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Rectangle 39"/>
            <p:cNvSpPr>
              <a:spLocks noChangeArrowheads="1"/>
            </p:cNvSpPr>
            <p:nvPr/>
          </p:nvSpPr>
          <p:spPr bwMode="auto">
            <a:xfrm>
              <a:off x="3590941" y="3743112"/>
              <a:ext cx="230101" cy="199153"/>
            </a:xfrm>
            <a:prstGeom prst="rect">
              <a:avLst/>
            </a:prstGeom>
            <a:noFill/>
            <a:ln w="9525">
              <a:noFill/>
              <a:miter lim="800000"/>
              <a:headEnd/>
              <a:tailEnd/>
            </a:ln>
            <a:extLst>
              <a:ext uri="{909E8E84-426E-40dd-AFC4-6F175D3DCCD1}">
                <a14:hiddenFill xmlns="" xmlns:a14="http://schemas.microsoft.com/office/drawing/2010/main">
                  <a:solidFill>
                    <a:srgbClr val="FFFFFF"/>
                  </a:solidFill>
                </a14:hiddenFill>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b="1" dirty="0">
                  <a:solidFill>
                    <a:srgbClr val="0070C0"/>
                  </a:solidFill>
                  <a:latin typeface="+mn-lt"/>
                  <a:cs typeface="Arial" panose="020B0604020202020204" pitchFamily="34" charset="0"/>
                </a:rPr>
                <a:t>Run</a:t>
              </a:r>
            </a:p>
          </p:txBody>
        </p:sp>
        <p:sp>
          <p:nvSpPr>
            <p:cNvPr id="76" name="TextBox 75"/>
            <p:cNvSpPr txBox="1"/>
            <p:nvPr/>
          </p:nvSpPr>
          <p:spPr>
            <a:xfrm>
              <a:off x="4528252" y="3608169"/>
              <a:ext cx="300219" cy="243409"/>
            </a:xfrm>
            <a:prstGeom prst="rect">
              <a:avLst/>
            </a:prstGeom>
            <a:noFill/>
          </p:spPr>
          <p:txBody>
            <a:bodyPr wrap="square" rtlCol="0">
              <a:spAutoFit/>
            </a:bodyPr>
            <a:lstStyle/>
            <a:p>
              <a:r>
                <a:rPr lang="en-IN" sz="1600" dirty="0">
                  <a:cs typeface="Arial" panose="020B0604020202020204" pitchFamily="34" charset="0"/>
                </a:rPr>
                <a:t>..</a:t>
              </a:r>
            </a:p>
          </p:txBody>
        </p:sp>
        <p:sp>
          <p:nvSpPr>
            <p:cNvPr id="77" name="Rectangle 22"/>
            <p:cNvSpPr>
              <a:spLocks noChangeArrowheads="1"/>
            </p:cNvSpPr>
            <p:nvPr/>
          </p:nvSpPr>
          <p:spPr bwMode="auto">
            <a:xfrm>
              <a:off x="5178316" y="847684"/>
              <a:ext cx="351125" cy="1991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b="1" dirty="0">
                  <a:solidFill>
                    <a:srgbClr val="0070C0"/>
                  </a:solidFill>
                  <a:latin typeface="+mn-lt"/>
                  <a:cs typeface="Arial" panose="020B0604020202020204" pitchFamily="34" charset="0"/>
                </a:rPr>
                <a:t>RESET</a:t>
              </a:r>
            </a:p>
          </p:txBody>
        </p:sp>
        <p:sp>
          <p:nvSpPr>
            <p:cNvPr id="78" name="Rectangle 60"/>
            <p:cNvSpPr>
              <a:spLocks noChangeArrowheads="1"/>
            </p:cNvSpPr>
            <p:nvPr/>
          </p:nvSpPr>
          <p:spPr bwMode="auto">
            <a:xfrm>
              <a:off x="4114313" y="4094323"/>
              <a:ext cx="1020768" cy="2360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algn="ctr" eaLnBrk="0" fontAlgn="base" hangingPunct="0">
                <a:spcBef>
                  <a:spcPct val="0"/>
                </a:spcBef>
                <a:spcAft>
                  <a:spcPct val="0"/>
                </a:spcAft>
                <a:defRPr>
                  <a:solidFill>
                    <a:schemeClr val="tx1"/>
                  </a:solidFill>
                  <a:latin typeface="Arial" panose="020B0604020202020204" pitchFamily="34" charset="0"/>
                </a:defRPr>
              </a:lvl6pPr>
              <a:lvl7pPr algn="ctr" eaLnBrk="0" fontAlgn="base" hangingPunct="0">
                <a:spcBef>
                  <a:spcPct val="0"/>
                </a:spcBef>
                <a:spcAft>
                  <a:spcPct val="0"/>
                </a:spcAft>
                <a:defRPr>
                  <a:solidFill>
                    <a:schemeClr val="tx1"/>
                  </a:solidFill>
                  <a:latin typeface="Arial" panose="020B0604020202020204" pitchFamily="34" charset="0"/>
                </a:defRPr>
              </a:lvl7pPr>
              <a:lvl8pPr algn="ctr" eaLnBrk="0" fontAlgn="base" hangingPunct="0">
                <a:spcBef>
                  <a:spcPct val="0"/>
                </a:spcBef>
                <a:spcAft>
                  <a:spcPct val="0"/>
                </a:spcAft>
                <a:defRPr>
                  <a:solidFill>
                    <a:schemeClr val="tx1"/>
                  </a:solidFill>
                  <a:latin typeface="Arial" panose="020B0604020202020204" pitchFamily="34" charset="0"/>
                </a:defRPr>
              </a:lvl8pPr>
              <a:lvl9pPr algn="ctr" eaLnBrk="0" fontAlgn="base" hangingPunct="0">
                <a:spcBef>
                  <a:spcPct val="0"/>
                </a:spcBef>
                <a:spcAft>
                  <a:spcPct val="0"/>
                </a:spcAft>
                <a:defRPr>
                  <a:solidFill>
                    <a:schemeClr val="tx1"/>
                  </a:solidFill>
                  <a:latin typeface="Arial" panose="020B0604020202020204" pitchFamily="34" charset="0"/>
                </a:defRPr>
              </a:lvl9pPr>
            </a:lstStyle>
            <a:p>
              <a:pPr algn="ctr" defTabSz="1219170" eaLnBrk="1" fontAlgn="base" hangingPunct="1">
                <a:spcBef>
                  <a:spcPct val="0"/>
                </a:spcBef>
                <a:spcAft>
                  <a:spcPct val="0"/>
                </a:spcAft>
              </a:pPr>
              <a:r>
                <a:rPr lang="en-US" altLang="en-US" sz="2100" b="1" dirty="0">
                  <a:solidFill>
                    <a:srgbClr val="800000"/>
                  </a:solidFill>
                  <a:latin typeface="+mn-lt"/>
                  <a:cs typeface="Arial" panose="020B0604020202020204" pitchFamily="34" charset="0"/>
                </a:rPr>
                <a:t>Control signals</a:t>
              </a:r>
            </a:p>
          </p:txBody>
        </p:sp>
      </p:grpSp>
      <p:sp>
        <p:nvSpPr>
          <p:cNvPr id="3" name="TextBox 2"/>
          <p:cNvSpPr txBox="1"/>
          <p:nvPr/>
        </p:nvSpPr>
        <p:spPr>
          <a:xfrm>
            <a:off x="3366528" y="4104351"/>
            <a:ext cx="1524000" cy="677104"/>
          </a:xfrm>
          <a:prstGeom prst="rect">
            <a:avLst/>
          </a:prstGeom>
          <a:noFill/>
        </p:spPr>
        <p:txBody>
          <a:bodyPr wrap="square" lIns="121917" tIns="60958" rIns="121917" bIns="60958" rtlCol="0">
            <a:spAutoFit/>
          </a:bodyPr>
          <a:lstStyle/>
          <a:p>
            <a:pPr algn="ctr"/>
            <a:r>
              <a:rPr lang="en-US" b="1" dirty="0"/>
              <a:t>Instruction Decoder</a:t>
            </a:r>
          </a:p>
        </p:txBody>
      </p:sp>
      <p:sp>
        <p:nvSpPr>
          <p:cNvPr id="21" name="Line 12">
            <a:extLst>
              <a:ext uri="{FF2B5EF4-FFF2-40B4-BE49-F238E27FC236}">
                <a16:creationId xmlns:a16="http://schemas.microsoft.com/office/drawing/2014/main" id="{C4EB9049-D3D0-EEDC-0DC2-CBCB07FA2986}"/>
              </a:ext>
            </a:extLst>
          </p:cNvPr>
          <p:cNvSpPr>
            <a:spLocks noChangeShapeType="1"/>
          </p:cNvSpPr>
          <p:nvPr/>
        </p:nvSpPr>
        <p:spPr bwMode="auto">
          <a:xfrm flipV="1">
            <a:off x="7026654" y="5388975"/>
            <a:ext cx="0" cy="596947"/>
          </a:xfrm>
          <a:prstGeom prst="line">
            <a:avLst/>
          </a:prstGeom>
          <a:noFill/>
          <a:ln w="17463">
            <a:solidFill>
              <a:schemeClr val="tx1"/>
            </a:solidFill>
            <a:prstDash val="solid"/>
            <a:round/>
            <a:headEnd type="triangle" w="med" len="med"/>
            <a:tailEnd type="none" w="med" len="med"/>
          </a:ln>
          <a:extLst>
            <a:ext uri="{909E8E84-426E-40dd-AFC4-6F175D3DCCD1}">
              <a14:hiddenFill xmlns=""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sz="16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20646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B9679-2EE8-45F8-BB2E-7E350F21DF6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A611043-1210-4EAA-9722-94459CC187B7}"/>
              </a:ext>
            </a:extLst>
          </p:cNvPr>
          <p:cNvSpPr>
            <a:spLocks noGrp="1"/>
          </p:cNvSpPr>
          <p:nvPr>
            <p:ph idx="1"/>
          </p:nvPr>
        </p:nvSpPr>
        <p:spPr>
          <a:xfrm>
            <a:off x="220980" y="2750820"/>
            <a:ext cx="10515600" cy="4027170"/>
          </a:xfrm>
        </p:spPr>
        <p:txBody>
          <a:bodyPr>
            <a:normAutofit fontScale="92500" lnSpcReduction="10000"/>
          </a:bodyPr>
          <a:lstStyle/>
          <a:p>
            <a:r>
              <a:rPr lang="en-IN" sz="2400" dirty="0"/>
              <a:t>Basic Principle of Operation:</a:t>
            </a:r>
          </a:p>
          <a:p>
            <a:pPr lvl="1"/>
            <a:r>
              <a:rPr lang="en-IN" sz="2000" dirty="0"/>
              <a:t>The </a:t>
            </a:r>
            <a:r>
              <a:rPr lang="en-IN" sz="2000" i="1" dirty="0">
                <a:solidFill>
                  <a:srgbClr val="C00000"/>
                </a:solidFill>
              </a:rPr>
              <a:t>step decoder </a:t>
            </a:r>
            <a:r>
              <a:rPr lang="en-IN" sz="2000" dirty="0"/>
              <a:t>provides separate signal for each step (T</a:t>
            </a:r>
            <a:r>
              <a:rPr lang="en-IN" sz="2000" baseline="-25000" dirty="0"/>
              <a:t>1</a:t>
            </a:r>
            <a:r>
              <a:rPr lang="en-IN" sz="2000" dirty="0"/>
              <a:t>, T</a:t>
            </a:r>
            <a:r>
              <a:rPr lang="en-IN" sz="2000" baseline="-25000" dirty="0"/>
              <a:t>2</a:t>
            </a:r>
            <a:r>
              <a:rPr lang="en-IN" sz="2000" dirty="0"/>
              <a:t>, T</a:t>
            </a:r>
            <a:r>
              <a:rPr lang="en-IN" sz="2000" baseline="-25000" dirty="0"/>
              <a:t>3</a:t>
            </a:r>
            <a:r>
              <a:rPr lang="en-IN" sz="2000" dirty="0"/>
              <a:t>, etc.)..</a:t>
            </a:r>
          </a:p>
          <a:p>
            <a:pPr lvl="1"/>
            <a:r>
              <a:rPr lang="en-IN" sz="2000" dirty="0"/>
              <a:t>The </a:t>
            </a:r>
            <a:r>
              <a:rPr lang="en-IN" sz="2000" i="1" dirty="0">
                <a:solidFill>
                  <a:srgbClr val="C00000"/>
                </a:solidFill>
              </a:rPr>
              <a:t>instruction decoder </a:t>
            </a:r>
            <a:r>
              <a:rPr lang="en-IN" sz="2000" dirty="0"/>
              <a:t>has separate output lines for each machine instruction.</a:t>
            </a:r>
          </a:p>
          <a:p>
            <a:pPr lvl="1"/>
            <a:r>
              <a:rPr lang="en-IN" sz="2000" dirty="0"/>
              <a:t>For any instruction loaded in IR, one of the output line INS</a:t>
            </a:r>
            <a:r>
              <a:rPr lang="en-IN" sz="2000" baseline="-25000" dirty="0"/>
              <a:t>1</a:t>
            </a:r>
            <a:r>
              <a:rPr lang="en-IN" sz="2000" dirty="0"/>
              <a:t>, …, </a:t>
            </a:r>
            <a:r>
              <a:rPr lang="en-IN" sz="2000" dirty="0" err="1"/>
              <a:t>INS</a:t>
            </a:r>
            <a:r>
              <a:rPr lang="en-IN" sz="2000" baseline="-25000" dirty="0" err="1"/>
              <a:t>m</a:t>
            </a:r>
            <a:r>
              <a:rPr lang="en-IN" sz="2000" dirty="0"/>
              <a:t> is set to 1 (others are 0).</a:t>
            </a:r>
          </a:p>
          <a:p>
            <a:pPr lvl="1"/>
            <a:r>
              <a:rPr lang="en-IN" sz="2000" dirty="0"/>
              <a:t>The input signals to the </a:t>
            </a:r>
            <a:r>
              <a:rPr lang="en-IN" sz="2000" i="1" dirty="0">
                <a:solidFill>
                  <a:srgbClr val="C00000"/>
                </a:solidFill>
              </a:rPr>
              <a:t>encoder</a:t>
            </a:r>
            <a:r>
              <a:rPr lang="en-IN" sz="2000" dirty="0"/>
              <a:t> block are combined to generate individual control signals.</a:t>
            </a:r>
          </a:p>
          <a:p>
            <a:pPr lvl="1"/>
            <a:r>
              <a:rPr lang="en-IN" sz="2000" dirty="0"/>
              <a:t>The signal </a:t>
            </a:r>
            <a:r>
              <a:rPr lang="en-IN" sz="2000" i="1" dirty="0">
                <a:solidFill>
                  <a:srgbClr val="C00000"/>
                </a:solidFill>
              </a:rPr>
              <a:t>RUN</a:t>
            </a:r>
            <a:r>
              <a:rPr lang="en-IN" sz="2000" dirty="0"/>
              <a:t> causes the counter to be incremented by 1, stops counting when </a:t>
            </a:r>
            <a:r>
              <a:rPr lang="en-IN" sz="2000" i="1" dirty="0">
                <a:solidFill>
                  <a:srgbClr val="C00000"/>
                </a:solidFill>
              </a:rPr>
              <a:t>RUN = 0</a:t>
            </a:r>
            <a:r>
              <a:rPr lang="en-IN" sz="2000" dirty="0"/>
              <a:t>. This is needed when the WMFC signal is issued, causing the processor wait for a memory reply.</a:t>
            </a:r>
          </a:p>
          <a:p>
            <a:r>
              <a:rPr lang="en-IN" sz="2400" dirty="0"/>
              <a:t>Assumption:</a:t>
            </a:r>
          </a:p>
          <a:p>
            <a:pPr lvl="1"/>
            <a:r>
              <a:rPr lang="en-IN" sz="2000" dirty="0"/>
              <a:t>Each time step is completed in one clock cycle.</a:t>
            </a:r>
          </a:p>
          <a:p>
            <a:pPr lvl="1"/>
            <a:r>
              <a:rPr lang="en-IN" sz="2000" dirty="0"/>
              <a:t>The control step counter keeps track of the time step.</a:t>
            </a:r>
            <a:endParaRPr lang="en-IN" dirty="0"/>
          </a:p>
          <a:p>
            <a:endParaRPr lang="en-IN" dirty="0"/>
          </a:p>
        </p:txBody>
      </p:sp>
      <p:sp>
        <p:nvSpPr>
          <p:cNvPr id="4" name="Slide Number Placeholder 3">
            <a:extLst>
              <a:ext uri="{FF2B5EF4-FFF2-40B4-BE49-F238E27FC236}">
                <a16:creationId xmlns:a16="http://schemas.microsoft.com/office/drawing/2014/main" id="{74F0473D-AE15-4377-8312-66975A3D5BED}"/>
              </a:ext>
            </a:extLst>
          </p:cNvPr>
          <p:cNvSpPr>
            <a:spLocks noGrp="1"/>
          </p:cNvSpPr>
          <p:nvPr>
            <p:ph type="sldNum" sz="quarter" idx="12"/>
          </p:nvPr>
        </p:nvSpPr>
        <p:spPr/>
        <p:txBody>
          <a:bodyPr/>
          <a:lstStyle/>
          <a:p>
            <a:fld id="{A56F1F74-EAAB-4BA4-8360-0B2AFE8E155E}" type="slidenum">
              <a:rPr lang="en-IN" smtClean="0"/>
              <a:t>64</a:t>
            </a:fld>
            <a:endParaRPr lang="en-IN"/>
          </a:p>
        </p:txBody>
      </p:sp>
      <p:pic>
        <p:nvPicPr>
          <p:cNvPr id="5" name="Picture 4">
            <a:extLst>
              <a:ext uri="{FF2B5EF4-FFF2-40B4-BE49-F238E27FC236}">
                <a16:creationId xmlns:a16="http://schemas.microsoft.com/office/drawing/2014/main" id="{F6BE19FE-B66D-E131-ECF7-6ADB6B0F5FFF}"/>
              </a:ext>
            </a:extLst>
          </p:cNvPr>
          <p:cNvPicPr>
            <a:picLocks noChangeAspect="1"/>
          </p:cNvPicPr>
          <p:nvPr/>
        </p:nvPicPr>
        <p:blipFill>
          <a:blip r:embed="rId2"/>
          <a:stretch>
            <a:fillRect/>
          </a:stretch>
        </p:blipFill>
        <p:spPr>
          <a:xfrm>
            <a:off x="5547360" y="0"/>
            <a:ext cx="6644640" cy="3184088"/>
          </a:xfrm>
          <a:prstGeom prst="rect">
            <a:avLst/>
          </a:prstGeom>
        </p:spPr>
      </p:pic>
    </p:spTree>
    <p:extLst>
      <p:ext uri="{BB962C8B-B14F-4D97-AF65-F5344CB8AC3E}">
        <p14:creationId xmlns:p14="http://schemas.microsoft.com/office/powerpoint/2010/main" val="23683545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2450" y="3814503"/>
            <a:ext cx="10515600" cy="2587943"/>
          </a:xfrm>
        </p:spPr>
        <p:txBody>
          <a:bodyPr/>
          <a:lstStyle/>
          <a:p>
            <a:r>
              <a:rPr lang="en-IN" sz="2400" dirty="0"/>
              <a:t>The control signals are determined by the following information:</a:t>
            </a:r>
          </a:p>
          <a:p>
            <a:pPr lvl="1"/>
            <a:r>
              <a:rPr lang="en-IN" sz="2000" dirty="0"/>
              <a:t>Content of control step counter</a:t>
            </a:r>
          </a:p>
          <a:p>
            <a:pPr lvl="1"/>
            <a:r>
              <a:rPr lang="en-IN" sz="2000" dirty="0"/>
              <a:t>Content of instruction register</a:t>
            </a:r>
          </a:p>
          <a:p>
            <a:pPr lvl="1"/>
            <a:r>
              <a:rPr lang="en-IN" sz="2000" dirty="0"/>
              <a:t>Content of conditional code flags</a:t>
            </a:r>
          </a:p>
          <a:p>
            <a:pPr lvl="1"/>
            <a:r>
              <a:rPr lang="en-IN" sz="2000" dirty="0"/>
              <a:t>External input signals such as WMFC</a:t>
            </a:r>
            <a:endParaRPr lang="en-IN" dirty="0"/>
          </a:p>
          <a:p>
            <a:pPr lvl="1"/>
            <a:endParaRPr lang="en-IN" dirty="0"/>
          </a:p>
          <a:p>
            <a:pPr lvl="1"/>
            <a:endParaRPr lang="en-IN" dirty="0"/>
          </a:p>
        </p:txBody>
      </p:sp>
      <p:sp>
        <p:nvSpPr>
          <p:cNvPr id="4" name="Slide Number Placeholder 3"/>
          <p:cNvSpPr>
            <a:spLocks noGrp="1"/>
          </p:cNvSpPr>
          <p:nvPr>
            <p:ph type="sldNum" sz="quarter" idx="12"/>
          </p:nvPr>
        </p:nvSpPr>
        <p:spPr/>
        <p:txBody>
          <a:bodyPr/>
          <a:lstStyle/>
          <a:p>
            <a:fld id="{F815AC96-4A5A-4699-9DBD-ACAB251D8CBA}" type="slidenum">
              <a:rPr lang="en-US" smtClean="0"/>
              <a:pPr/>
              <a:t>65</a:t>
            </a:fld>
            <a:endParaRPr lang="en-US"/>
          </a:p>
        </p:txBody>
      </p:sp>
      <p:sp>
        <p:nvSpPr>
          <p:cNvPr id="6" name="Title 5">
            <a:extLst>
              <a:ext uri="{FF2B5EF4-FFF2-40B4-BE49-F238E27FC236}">
                <a16:creationId xmlns:a16="http://schemas.microsoft.com/office/drawing/2014/main" id="{2B4D0163-698C-90EB-F518-154E28647E3F}"/>
              </a:ext>
            </a:extLst>
          </p:cNvPr>
          <p:cNvSpPr>
            <a:spLocks noGrp="1"/>
          </p:cNvSpPr>
          <p:nvPr>
            <p:ph type="title"/>
          </p:nvPr>
        </p:nvSpPr>
        <p:spPr/>
        <p:txBody>
          <a:bodyPr/>
          <a:lstStyle/>
          <a:p>
            <a:endParaRPr lang="en-US"/>
          </a:p>
        </p:txBody>
      </p:sp>
      <p:pic>
        <p:nvPicPr>
          <p:cNvPr id="7" name="Picture 6">
            <a:extLst>
              <a:ext uri="{FF2B5EF4-FFF2-40B4-BE49-F238E27FC236}">
                <a16:creationId xmlns:a16="http://schemas.microsoft.com/office/drawing/2014/main" id="{0E53B95B-B58E-C0AF-7DAF-BE9B1EC833EF}"/>
              </a:ext>
            </a:extLst>
          </p:cNvPr>
          <p:cNvPicPr>
            <a:picLocks noChangeAspect="1"/>
          </p:cNvPicPr>
          <p:nvPr/>
        </p:nvPicPr>
        <p:blipFill>
          <a:blip r:embed="rId2"/>
          <a:stretch>
            <a:fillRect/>
          </a:stretch>
        </p:blipFill>
        <p:spPr>
          <a:xfrm>
            <a:off x="5234940" y="136525"/>
            <a:ext cx="6957060" cy="3333799"/>
          </a:xfrm>
          <a:prstGeom prst="rect">
            <a:avLst/>
          </a:prstGeom>
        </p:spPr>
      </p:pic>
    </p:spTree>
    <p:extLst>
      <p:ext uri="{BB962C8B-B14F-4D97-AF65-F5344CB8AC3E}">
        <p14:creationId xmlns:p14="http://schemas.microsoft.com/office/powerpoint/2010/main" val="18191497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410" y="2405383"/>
            <a:ext cx="11379200" cy="4219446"/>
          </a:xfrm>
        </p:spPr>
        <p:txBody>
          <a:bodyPr>
            <a:normAutofit fontScale="92500" lnSpcReduction="20000"/>
          </a:bodyPr>
          <a:lstStyle/>
          <a:p>
            <a:pPr>
              <a:lnSpc>
                <a:spcPct val="130000"/>
              </a:lnSpc>
            </a:pPr>
            <a:r>
              <a:rPr lang="en-IN" sz="2600" dirty="0"/>
              <a:t>The </a:t>
            </a:r>
            <a:r>
              <a:rPr lang="en-IN" sz="2600" i="1" dirty="0">
                <a:solidFill>
                  <a:srgbClr val="C00000"/>
                </a:solidFill>
              </a:rPr>
              <a:t>Encoder</a:t>
            </a:r>
            <a:r>
              <a:rPr lang="en-IN" sz="2600" dirty="0"/>
              <a:t> circuit is a combinational circuit which generates control signals depending on the inputs provided.</a:t>
            </a:r>
          </a:p>
          <a:p>
            <a:pPr>
              <a:lnSpc>
                <a:spcPct val="130000"/>
              </a:lnSpc>
            </a:pPr>
            <a:r>
              <a:rPr lang="en-IN" sz="2600" dirty="0"/>
              <a:t>The </a:t>
            </a:r>
            <a:r>
              <a:rPr lang="en-IN" sz="2600" i="1" dirty="0">
                <a:solidFill>
                  <a:srgbClr val="C00000"/>
                </a:solidFill>
              </a:rPr>
              <a:t>Step Decoder </a:t>
            </a:r>
            <a:r>
              <a:rPr lang="en-IN" sz="2600" dirty="0"/>
              <a:t>generates separate signal lines for each step in the control sequence (T</a:t>
            </a:r>
            <a:r>
              <a:rPr lang="en-IN" sz="2600" baseline="-25000" dirty="0"/>
              <a:t>1</a:t>
            </a:r>
            <a:r>
              <a:rPr lang="en-IN" sz="2600" dirty="0"/>
              <a:t>, T</a:t>
            </a:r>
            <a:r>
              <a:rPr lang="en-IN" sz="2600" baseline="-25000" dirty="0"/>
              <a:t>2</a:t>
            </a:r>
            <a:r>
              <a:rPr lang="en-IN" sz="2600" dirty="0"/>
              <a:t>, T</a:t>
            </a:r>
            <a:r>
              <a:rPr lang="en-IN" sz="2600" baseline="-25000" dirty="0"/>
              <a:t>3</a:t>
            </a:r>
            <a:r>
              <a:rPr lang="en-IN" sz="2600" dirty="0"/>
              <a:t>, etc.).</a:t>
            </a:r>
          </a:p>
          <a:p>
            <a:pPr lvl="1">
              <a:lnSpc>
                <a:spcPct val="130000"/>
              </a:lnSpc>
            </a:pPr>
            <a:r>
              <a:rPr lang="en-IN" sz="2200" dirty="0"/>
              <a:t>Depending on maximum steps required for an instruction, the step decoder is designed. </a:t>
            </a:r>
          </a:p>
          <a:p>
            <a:pPr lvl="1">
              <a:lnSpc>
                <a:spcPct val="130000"/>
              </a:lnSpc>
            </a:pPr>
            <a:r>
              <a:rPr lang="en-IN" sz="2200" dirty="0"/>
              <a:t>If a maximum of 10 steps are required, then a 4 x 16 step decoder is used.</a:t>
            </a:r>
          </a:p>
          <a:p>
            <a:pPr>
              <a:lnSpc>
                <a:spcPct val="130000"/>
              </a:lnSpc>
            </a:pPr>
            <a:r>
              <a:rPr lang="en-IN" sz="2600" dirty="0"/>
              <a:t>Among the total set of instructions, the instruction decoder is used to select one of them. (That particular line will be 1 and rest will be 0).</a:t>
            </a:r>
          </a:p>
          <a:p>
            <a:pPr lvl="1">
              <a:lnSpc>
                <a:spcPct val="130000"/>
              </a:lnSpc>
            </a:pPr>
            <a:r>
              <a:rPr lang="en-IN" sz="2200" dirty="0"/>
              <a:t>If a maximum of 100 instructions are present in the ISA, then a 7 x 128 instruction decoder is used.</a:t>
            </a:r>
          </a:p>
          <a:p>
            <a:endParaRPr lang="en-IN" dirty="0"/>
          </a:p>
        </p:txBody>
      </p:sp>
      <p:sp>
        <p:nvSpPr>
          <p:cNvPr id="4" name="Slide Number Placeholder 3"/>
          <p:cNvSpPr>
            <a:spLocks noGrp="1"/>
          </p:cNvSpPr>
          <p:nvPr>
            <p:ph type="sldNum" sz="quarter" idx="12"/>
          </p:nvPr>
        </p:nvSpPr>
        <p:spPr/>
        <p:txBody>
          <a:bodyPr/>
          <a:lstStyle/>
          <a:p>
            <a:fld id="{F815AC96-4A5A-4699-9DBD-ACAB251D8CBA}" type="slidenum">
              <a:rPr lang="en-US" smtClean="0"/>
              <a:t>66</a:t>
            </a:fld>
            <a:endParaRPr lang="en-US"/>
          </a:p>
        </p:txBody>
      </p:sp>
      <p:pic>
        <p:nvPicPr>
          <p:cNvPr id="2" name="Picture 1">
            <a:extLst>
              <a:ext uri="{FF2B5EF4-FFF2-40B4-BE49-F238E27FC236}">
                <a16:creationId xmlns:a16="http://schemas.microsoft.com/office/drawing/2014/main" id="{9AAB1379-B9D8-1E0C-DF0F-BBEE665B72D5}"/>
              </a:ext>
            </a:extLst>
          </p:cNvPr>
          <p:cNvPicPr>
            <a:picLocks noChangeAspect="1"/>
          </p:cNvPicPr>
          <p:nvPr/>
        </p:nvPicPr>
        <p:blipFill>
          <a:blip r:embed="rId3"/>
          <a:stretch>
            <a:fillRect/>
          </a:stretch>
        </p:blipFill>
        <p:spPr>
          <a:xfrm>
            <a:off x="6869430" y="1"/>
            <a:ext cx="5227320" cy="2504914"/>
          </a:xfrm>
          <a:prstGeom prst="rect">
            <a:avLst/>
          </a:prstGeom>
        </p:spPr>
      </p:pic>
    </p:spTree>
    <p:extLst>
      <p:ext uri="{BB962C8B-B14F-4D97-AF65-F5344CB8AC3E}">
        <p14:creationId xmlns:p14="http://schemas.microsoft.com/office/powerpoint/2010/main" val="21805832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2420" y="2730882"/>
            <a:ext cx="11379200" cy="4047743"/>
          </a:xfrm>
        </p:spPr>
        <p:txBody>
          <a:bodyPr>
            <a:normAutofit lnSpcReduction="10000"/>
          </a:bodyPr>
          <a:lstStyle/>
          <a:p>
            <a:pPr>
              <a:lnSpc>
                <a:spcPct val="120000"/>
              </a:lnSpc>
            </a:pPr>
            <a:r>
              <a:rPr lang="en-IN" sz="2400" dirty="0"/>
              <a:t>At every clock cycle the </a:t>
            </a:r>
            <a:r>
              <a:rPr lang="en-IN" sz="2400" i="1" dirty="0">
                <a:solidFill>
                  <a:srgbClr val="C00000"/>
                </a:solidFill>
              </a:rPr>
              <a:t>RUN</a:t>
            </a:r>
            <a:r>
              <a:rPr lang="en-IN" sz="2400" dirty="0"/>
              <a:t> signal is used to increment the counter by one.</a:t>
            </a:r>
          </a:p>
          <a:p>
            <a:pPr lvl="1">
              <a:lnSpc>
                <a:spcPct val="120000"/>
              </a:lnSpc>
            </a:pPr>
            <a:r>
              <a:rPr lang="en-IN" sz="2000" dirty="0"/>
              <a:t>When RUN is 0 the counter stops counting.</a:t>
            </a:r>
          </a:p>
          <a:p>
            <a:pPr lvl="1">
              <a:lnSpc>
                <a:spcPct val="120000"/>
              </a:lnSpc>
            </a:pPr>
            <a:r>
              <a:rPr lang="en-IN" sz="2000" dirty="0"/>
              <a:t>This signal is needed when </a:t>
            </a:r>
            <a:r>
              <a:rPr lang="en-IN" sz="2000" i="1" dirty="0">
                <a:solidFill>
                  <a:srgbClr val="C00000"/>
                </a:solidFill>
              </a:rPr>
              <a:t>WMFC</a:t>
            </a:r>
            <a:r>
              <a:rPr lang="en-IN" sz="2000" dirty="0"/>
              <a:t> is issued.</a:t>
            </a:r>
          </a:p>
          <a:p>
            <a:pPr>
              <a:lnSpc>
                <a:spcPct val="120000"/>
              </a:lnSpc>
            </a:pPr>
            <a:r>
              <a:rPr lang="en-IN" sz="2400" dirty="0"/>
              <a:t>The </a:t>
            </a:r>
            <a:r>
              <a:rPr lang="en-IN" sz="2400" i="1" dirty="0">
                <a:solidFill>
                  <a:srgbClr val="C00000"/>
                </a:solidFill>
              </a:rPr>
              <a:t>END</a:t>
            </a:r>
            <a:r>
              <a:rPr lang="en-IN" sz="2400" dirty="0"/>
              <a:t> signal starts a new instruction.</a:t>
            </a:r>
          </a:p>
          <a:p>
            <a:pPr lvl="1">
              <a:lnSpc>
                <a:spcPct val="120000"/>
              </a:lnSpc>
            </a:pPr>
            <a:r>
              <a:rPr lang="en-IN" sz="2000" dirty="0"/>
              <a:t>It resets the control step counter to its starting value.</a:t>
            </a:r>
          </a:p>
          <a:p>
            <a:pPr>
              <a:lnSpc>
                <a:spcPct val="120000"/>
              </a:lnSpc>
            </a:pPr>
            <a:r>
              <a:rPr lang="en-IN" sz="2400" dirty="0"/>
              <a:t>The sequence of operations carried out by the control unit is determined by the wiring of the logic elements and hence it is named </a:t>
            </a:r>
            <a:r>
              <a:rPr lang="en-IN" sz="2400" i="1" dirty="0">
                <a:solidFill>
                  <a:srgbClr val="C00000"/>
                </a:solidFill>
              </a:rPr>
              <a:t>hardwired</a:t>
            </a:r>
            <a:r>
              <a:rPr lang="en-IN" sz="2400" dirty="0"/>
              <a:t>.</a:t>
            </a:r>
          </a:p>
          <a:p>
            <a:pPr lvl="1">
              <a:lnSpc>
                <a:spcPct val="120000"/>
              </a:lnSpc>
            </a:pPr>
            <a:r>
              <a:rPr lang="en-IN" sz="2000" dirty="0"/>
              <a:t>This approach of control unit design is fast but limited to the complexity  of instruction set that is implemented.</a:t>
            </a:r>
          </a:p>
        </p:txBody>
      </p:sp>
      <p:sp>
        <p:nvSpPr>
          <p:cNvPr id="4" name="Slide Number Placeholder 3"/>
          <p:cNvSpPr>
            <a:spLocks noGrp="1"/>
          </p:cNvSpPr>
          <p:nvPr>
            <p:ph type="sldNum" sz="quarter" idx="12"/>
          </p:nvPr>
        </p:nvSpPr>
        <p:spPr/>
        <p:txBody>
          <a:bodyPr/>
          <a:lstStyle/>
          <a:p>
            <a:fld id="{F815AC96-4A5A-4699-9DBD-ACAB251D8CBA}" type="slidenum">
              <a:rPr lang="en-US" smtClean="0"/>
              <a:t>67</a:t>
            </a:fld>
            <a:endParaRPr lang="en-US"/>
          </a:p>
        </p:txBody>
      </p:sp>
      <p:pic>
        <p:nvPicPr>
          <p:cNvPr id="2" name="Picture 1">
            <a:extLst>
              <a:ext uri="{FF2B5EF4-FFF2-40B4-BE49-F238E27FC236}">
                <a16:creationId xmlns:a16="http://schemas.microsoft.com/office/drawing/2014/main" id="{2655E8C1-79F4-C849-3EA1-61D26EEB3832}"/>
              </a:ext>
            </a:extLst>
          </p:cNvPr>
          <p:cNvPicPr>
            <a:picLocks noChangeAspect="1"/>
          </p:cNvPicPr>
          <p:nvPr/>
        </p:nvPicPr>
        <p:blipFill>
          <a:blip r:embed="rId2"/>
          <a:stretch>
            <a:fillRect/>
          </a:stretch>
        </p:blipFill>
        <p:spPr>
          <a:xfrm>
            <a:off x="6389370" y="1"/>
            <a:ext cx="5802630" cy="2780600"/>
          </a:xfrm>
          <a:prstGeom prst="rect">
            <a:avLst/>
          </a:prstGeom>
        </p:spPr>
      </p:pic>
    </p:spTree>
    <p:extLst>
      <p:ext uri="{BB962C8B-B14F-4D97-AF65-F5344CB8AC3E}">
        <p14:creationId xmlns:p14="http://schemas.microsoft.com/office/powerpoint/2010/main" val="16258397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48EC95-F431-B035-49C7-ECCA77198910}"/>
              </a:ext>
            </a:extLst>
          </p:cNvPr>
          <p:cNvSpPr>
            <a:spLocks noGrp="1"/>
          </p:cNvSpPr>
          <p:nvPr>
            <p:ph type="ctrTitle"/>
          </p:nvPr>
        </p:nvSpPr>
        <p:spPr/>
        <p:txBody>
          <a:bodyPr>
            <a:normAutofit/>
          </a:bodyPr>
          <a:lstStyle/>
          <a:p>
            <a:r>
              <a:rPr lang="en-US" sz="3200" dirty="0"/>
              <a:t>Generation of Control Signals</a:t>
            </a:r>
            <a:br>
              <a:rPr lang="en-US" sz="3200" dirty="0"/>
            </a:br>
            <a:r>
              <a:rPr lang="en-US" sz="3200" dirty="0"/>
              <a:t>(Hardwired Control)</a:t>
            </a:r>
          </a:p>
        </p:txBody>
      </p:sp>
      <p:sp>
        <p:nvSpPr>
          <p:cNvPr id="6" name="Subtitle 5">
            <a:extLst>
              <a:ext uri="{FF2B5EF4-FFF2-40B4-BE49-F238E27FC236}">
                <a16:creationId xmlns:a16="http://schemas.microsoft.com/office/drawing/2014/main" id="{177E4394-4E4F-D640-9D12-1088F2388593}"/>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65FC56D6-A370-0CF7-0AA3-F74E18FE8EE6}"/>
              </a:ext>
            </a:extLst>
          </p:cNvPr>
          <p:cNvSpPr>
            <a:spLocks noGrp="1"/>
          </p:cNvSpPr>
          <p:nvPr>
            <p:ph type="sldNum" sz="quarter" idx="12"/>
          </p:nvPr>
        </p:nvSpPr>
        <p:spPr/>
        <p:txBody>
          <a:bodyPr/>
          <a:lstStyle/>
          <a:p>
            <a:fld id="{A56F1F74-EAAB-4BA4-8360-0B2AFE8E155E}" type="slidenum">
              <a:rPr lang="en-IN" smtClean="0"/>
              <a:t>68</a:t>
            </a:fld>
            <a:endParaRPr lang="en-IN"/>
          </a:p>
        </p:txBody>
      </p:sp>
    </p:spTree>
    <p:extLst>
      <p:ext uri="{BB962C8B-B14F-4D97-AF65-F5344CB8AC3E}">
        <p14:creationId xmlns:p14="http://schemas.microsoft.com/office/powerpoint/2010/main" val="42211673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5AC9062-ED02-8C2A-167F-9FC880977F16}"/>
              </a:ext>
            </a:extLst>
          </p:cNvPr>
          <p:cNvSpPr>
            <a:spLocks noGrp="1"/>
          </p:cNvSpPr>
          <p:nvPr>
            <p:ph type="sldNum" sz="quarter" idx="12"/>
          </p:nvPr>
        </p:nvSpPr>
        <p:spPr/>
        <p:txBody>
          <a:bodyPr/>
          <a:lstStyle/>
          <a:p>
            <a:fld id="{A56F1F74-EAAB-4BA4-8360-0B2AFE8E155E}" type="slidenum">
              <a:rPr lang="en-IN" smtClean="0"/>
              <a:t>69</a:t>
            </a:fld>
            <a:endParaRPr lang="en-IN"/>
          </a:p>
        </p:txBody>
      </p:sp>
      <p:pic>
        <p:nvPicPr>
          <p:cNvPr id="5" name="Picture 4">
            <a:extLst>
              <a:ext uri="{FF2B5EF4-FFF2-40B4-BE49-F238E27FC236}">
                <a16:creationId xmlns:a16="http://schemas.microsoft.com/office/drawing/2014/main" id="{428C71AC-B77C-F396-EA1C-27783722663F}"/>
              </a:ext>
            </a:extLst>
          </p:cNvPr>
          <p:cNvPicPr>
            <a:picLocks noChangeAspect="1"/>
          </p:cNvPicPr>
          <p:nvPr/>
        </p:nvPicPr>
        <p:blipFill>
          <a:blip r:embed="rId2"/>
          <a:stretch>
            <a:fillRect/>
          </a:stretch>
        </p:blipFill>
        <p:spPr>
          <a:xfrm>
            <a:off x="761364" y="857118"/>
            <a:ext cx="4256406" cy="2662874"/>
          </a:xfrm>
          <a:prstGeom prst="rect">
            <a:avLst/>
          </a:prstGeom>
          <a:ln w="25400">
            <a:solidFill>
              <a:srgbClr val="002060"/>
            </a:solidFill>
          </a:ln>
        </p:spPr>
      </p:pic>
      <p:sp>
        <p:nvSpPr>
          <p:cNvPr id="6" name="TextBox 5">
            <a:extLst>
              <a:ext uri="{FF2B5EF4-FFF2-40B4-BE49-F238E27FC236}">
                <a16:creationId xmlns:a16="http://schemas.microsoft.com/office/drawing/2014/main" id="{21791A61-A5B2-9EC5-9153-F6BC8DFD13FF}"/>
              </a:ext>
            </a:extLst>
          </p:cNvPr>
          <p:cNvSpPr txBox="1"/>
          <p:nvPr/>
        </p:nvSpPr>
        <p:spPr>
          <a:xfrm>
            <a:off x="1303020" y="376998"/>
            <a:ext cx="2320290" cy="400110"/>
          </a:xfrm>
          <a:prstGeom prst="rect">
            <a:avLst/>
          </a:prstGeom>
          <a:noFill/>
        </p:spPr>
        <p:txBody>
          <a:bodyPr wrap="square" rtlCol="0">
            <a:spAutoFit/>
          </a:bodyPr>
          <a:lstStyle/>
          <a:p>
            <a:pPr algn="ctr"/>
            <a:r>
              <a:rPr lang="en-US" sz="2000" b="1" dirty="0"/>
              <a:t>ADD  R1,R2</a:t>
            </a:r>
          </a:p>
        </p:txBody>
      </p:sp>
      <p:pic>
        <p:nvPicPr>
          <p:cNvPr id="7" name="Picture 6">
            <a:extLst>
              <a:ext uri="{FF2B5EF4-FFF2-40B4-BE49-F238E27FC236}">
                <a16:creationId xmlns:a16="http://schemas.microsoft.com/office/drawing/2014/main" id="{38CEFB27-BFEC-3349-6308-6653129BFC90}"/>
              </a:ext>
            </a:extLst>
          </p:cNvPr>
          <p:cNvPicPr>
            <a:picLocks noChangeAspect="1"/>
          </p:cNvPicPr>
          <p:nvPr/>
        </p:nvPicPr>
        <p:blipFill>
          <a:blip r:embed="rId3"/>
          <a:stretch>
            <a:fillRect/>
          </a:stretch>
        </p:blipFill>
        <p:spPr>
          <a:xfrm>
            <a:off x="4126229" y="1733550"/>
            <a:ext cx="4256405" cy="3099324"/>
          </a:xfrm>
          <a:prstGeom prst="rect">
            <a:avLst/>
          </a:prstGeom>
          <a:ln w="25400">
            <a:solidFill>
              <a:srgbClr val="002060"/>
            </a:solidFill>
          </a:ln>
        </p:spPr>
      </p:pic>
      <p:sp>
        <p:nvSpPr>
          <p:cNvPr id="8" name="TextBox 7">
            <a:extLst>
              <a:ext uri="{FF2B5EF4-FFF2-40B4-BE49-F238E27FC236}">
                <a16:creationId xmlns:a16="http://schemas.microsoft.com/office/drawing/2014/main" id="{86A5DDD4-099A-44F0-15AC-7F5A828AFFAF}"/>
              </a:ext>
            </a:extLst>
          </p:cNvPr>
          <p:cNvSpPr txBox="1"/>
          <p:nvPr/>
        </p:nvSpPr>
        <p:spPr>
          <a:xfrm>
            <a:off x="4912995" y="1362044"/>
            <a:ext cx="2320290" cy="400110"/>
          </a:xfrm>
          <a:prstGeom prst="rect">
            <a:avLst/>
          </a:prstGeom>
          <a:noFill/>
        </p:spPr>
        <p:txBody>
          <a:bodyPr wrap="square" rtlCol="0">
            <a:spAutoFit/>
          </a:bodyPr>
          <a:lstStyle/>
          <a:p>
            <a:pPr algn="ctr"/>
            <a:r>
              <a:rPr lang="en-US" sz="2000" b="1" dirty="0"/>
              <a:t>ADD  R1,LOCA</a:t>
            </a:r>
          </a:p>
        </p:txBody>
      </p:sp>
      <p:pic>
        <p:nvPicPr>
          <p:cNvPr id="9" name="Picture 8">
            <a:extLst>
              <a:ext uri="{FF2B5EF4-FFF2-40B4-BE49-F238E27FC236}">
                <a16:creationId xmlns:a16="http://schemas.microsoft.com/office/drawing/2014/main" id="{70CB50C0-7A28-F6A4-DB04-8DEB788A5059}"/>
              </a:ext>
            </a:extLst>
          </p:cNvPr>
          <p:cNvPicPr>
            <a:picLocks noChangeAspect="1"/>
          </p:cNvPicPr>
          <p:nvPr/>
        </p:nvPicPr>
        <p:blipFill>
          <a:blip r:embed="rId4"/>
          <a:stretch>
            <a:fillRect/>
          </a:stretch>
        </p:blipFill>
        <p:spPr>
          <a:xfrm>
            <a:off x="8382635" y="1036319"/>
            <a:ext cx="3767933" cy="2411477"/>
          </a:xfrm>
          <a:prstGeom prst="rect">
            <a:avLst/>
          </a:prstGeom>
          <a:ln w="25400">
            <a:solidFill>
              <a:srgbClr val="002060"/>
            </a:solidFill>
          </a:ln>
        </p:spPr>
      </p:pic>
      <p:sp>
        <p:nvSpPr>
          <p:cNvPr id="10" name="TextBox 9">
            <a:extLst>
              <a:ext uri="{FF2B5EF4-FFF2-40B4-BE49-F238E27FC236}">
                <a16:creationId xmlns:a16="http://schemas.microsoft.com/office/drawing/2014/main" id="{3718904F-5847-BE46-204F-9D546D12F488}"/>
              </a:ext>
            </a:extLst>
          </p:cNvPr>
          <p:cNvSpPr txBox="1"/>
          <p:nvPr/>
        </p:nvSpPr>
        <p:spPr>
          <a:xfrm>
            <a:off x="8822055" y="588009"/>
            <a:ext cx="2320290" cy="400110"/>
          </a:xfrm>
          <a:prstGeom prst="rect">
            <a:avLst/>
          </a:prstGeom>
          <a:noFill/>
        </p:spPr>
        <p:txBody>
          <a:bodyPr wrap="square" rtlCol="0">
            <a:spAutoFit/>
          </a:bodyPr>
          <a:lstStyle/>
          <a:p>
            <a:pPr algn="ctr"/>
            <a:r>
              <a:rPr lang="en-US" sz="2000" b="1" dirty="0"/>
              <a:t>LOAD  R1,LOCA</a:t>
            </a:r>
          </a:p>
        </p:txBody>
      </p:sp>
      <p:pic>
        <p:nvPicPr>
          <p:cNvPr id="11" name="Picture 10">
            <a:extLst>
              <a:ext uri="{FF2B5EF4-FFF2-40B4-BE49-F238E27FC236}">
                <a16:creationId xmlns:a16="http://schemas.microsoft.com/office/drawing/2014/main" id="{AB8B0A86-DFC8-20F8-2222-ABBFB99513AD}"/>
              </a:ext>
            </a:extLst>
          </p:cNvPr>
          <p:cNvPicPr>
            <a:picLocks noChangeAspect="1"/>
          </p:cNvPicPr>
          <p:nvPr/>
        </p:nvPicPr>
        <p:blipFill>
          <a:blip r:embed="rId5"/>
          <a:stretch>
            <a:fillRect/>
          </a:stretch>
        </p:blipFill>
        <p:spPr>
          <a:xfrm>
            <a:off x="126828" y="4181048"/>
            <a:ext cx="3999400" cy="2186864"/>
          </a:xfrm>
          <a:prstGeom prst="rect">
            <a:avLst/>
          </a:prstGeom>
          <a:ln w="25400">
            <a:solidFill>
              <a:srgbClr val="002060"/>
            </a:solidFill>
          </a:ln>
        </p:spPr>
      </p:pic>
      <p:sp>
        <p:nvSpPr>
          <p:cNvPr id="12" name="TextBox 11">
            <a:extLst>
              <a:ext uri="{FF2B5EF4-FFF2-40B4-BE49-F238E27FC236}">
                <a16:creationId xmlns:a16="http://schemas.microsoft.com/office/drawing/2014/main" id="{5D807D77-4071-FFC0-1DDA-C7A38532C413}"/>
              </a:ext>
            </a:extLst>
          </p:cNvPr>
          <p:cNvSpPr txBox="1"/>
          <p:nvPr/>
        </p:nvSpPr>
        <p:spPr>
          <a:xfrm>
            <a:off x="617220" y="3788558"/>
            <a:ext cx="2320290" cy="400110"/>
          </a:xfrm>
          <a:prstGeom prst="rect">
            <a:avLst/>
          </a:prstGeom>
          <a:noFill/>
        </p:spPr>
        <p:txBody>
          <a:bodyPr wrap="square" rtlCol="0">
            <a:spAutoFit/>
          </a:bodyPr>
          <a:lstStyle/>
          <a:p>
            <a:pPr algn="ctr"/>
            <a:r>
              <a:rPr lang="en-US" sz="2000" b="1" dirty="0"/>
              <a:t>BR  Label</a:t>
            </a:r>
          </a:p>
        </p:txBody>
      </p:sp>
      <p:pic>
        <p:nvPicPr>
          <p:cNvPr id="13" name="Picture 12">
            <a:extLst>
              <a:ext uri="{FF2B5EF4-FFF2-40B4-BE49-F238E27FC236}">
                <a16:creationId xmlns:a16="http://schemas.microsoft.com/office/drawing/2014/main" id="{7EF1890F-8849-04CC-2BCD-E82F9A8D0419}"/>
              </a:ext>
            </a:extLst>
          </p:cNvPr>
          <p:cNvPicPr>
            <a:picLocks noChangeAspect="1"/>
          </p:cNvPicPr>
          <p:nvPr/>
        </p:nvPicPr>
        <p:blipFill>
          <a:blip r:embed="rId6"/>
          <a:stretch>
            <a:fillRect/>
          </a:stretch>
        </p:blipFill>
        <p:spPr>
          <a:xfrm>
            <a:off x="7904311" y="4190035"/>
            <a:ext cx="3670469" cy="1993605"/>
          </a:xfrm>
          <a:prstGeom prst="rect">
            <a:avLst/>
          </a:prstGeom>
          <a:ln w="25400">
            <a:solidFill>
              <a:srgbClr val="002060"/>
            </a:solidFill>
          </a:ln>
        </p:spPr>
      </p:pic>
      <p:sp>
        <p:nvSpPr>
          <p:cNvPr id="14" name="TextBox 13">
            <a:extLst>
              <a:ext uri="{FF2B5EF4-FFF2-40B4-BE49-F238E27FC236}">
                <a16:creationId xmlns:a16="http://schemas.microsoft.com/office/drawing/2014/main" id="{C21D7709-8165-8B9A-6144-436690EB1EEF}"/>
              </a:ext>
            </a:extLst>
          </p:cNvPr>
          <p:cNvSpPr txBox="1"/>
          <p:nvPr/>
        </p:nvSpPr>
        <p:spPr>
          <a:xfrm>
            <a:off x="8397624" y="3720473"/>
            <a:ext cx="2320290" cy="400110"/>
          </a:xfrm>
          <a:prstGeom prst="rect">
            <a:avLst/>
          </a:prstGeom>
          <a:noFill/>
        </p:spPr>
        <p:txBody>
          <a:bodyPr wrap="square" rtlCol="0">
            <a:spAutoFit/>
          </a:bodyPr>
          <a:lstStyle/>
          <a:p>
            <a:pPr algn="ctr"/>
            <a:r>
              <a:rPr lang="en-US" sz="2000" b="1" dirty="0"/>
              <a:t>INC  R1</a:t>
            </a:r>
          </a:p>
        </p:txBody>
      </p:sp>
    </p:spTree>
    <p:extLst>
      <p:ext uri="{BB962C8B-B14F-4D97-AF65-F5344CB8AC3E}">
        <p14:creationId xmlns:p14="http://schemas.microsoft.com/office/powerpoint/2010/main" val="4486486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3FB9CA-8284-7F75-8FA5-C3381E78401B}"/>
              </a:ext>
            </a:extLst>
          </p:cNvPr>
          <p:cNvSpPr>
            <a:spLocks noGrp="1"/>
          </p:cNvSpPr>
          <p:nvPr>
            <p:ph type="sldNum" sz="quarter" idx="12"/>
          </p:nvPr>
        </p:nvSpPr>
        <p:spPr/>
        <p:txBody>
          <a:bodyPr/>
          <a:lstStyle/>
          <a:p>
            <a:fld id="{A56F1F74-EAAB-4BA4-8360-0B2AFE8E155E}" type="slidenum">
              <a:rPr lang="en-IN" smtClean="0"/>
              <a:t>70</a:t>
            </a:fld>
            <a:endParaRPr lang="en-IN"/>
          </a:p>
        </p:txBody>
      </p:sp>
      <p:graphicFrame>
        <p:nvGraphicFramePr>
          <p:cNvPr id="5" name="Table 4">
            <a:extLst>
              <a:ext uri="{FF2B5EF4-FFF2-40B4-BE49-F238E27FC236}">
                <a16:creationId xmlns:a16="http://schemas.microsoft.com/office/drawing/2014/main" id="{715A925A-CCB0-FF8B-3BE1-4AE34C3438C1}"/>
              </a:ext>
            </a:extLst>
          </p:cNvPr>
          <p:cNvGraphicFramePr>
            <a:graphicFrameLocks noGrp="1"/>
          </p:cNvGraphicFramePr>
          <p:nvPr>
            <p:extLst>
              <p:ext uri="{D42A27DB-BD31-4B8C-83A1-F6EECF244321}">
                <p14:modId xmlns:p14="http://schemas.microsoft.com/office/powerpoint/2010/main" val="3484752275"/>
              </p:ext>
            </p:extLst>
          </p:nvPr>
        </p:nvGraphicFramePr>
        <p:xfrm>
          <a:off x="559835" y="1028980"/>
          <a:ext cx="11103430" cy="5140030"/>
        </p:xfrm>
        <a:graphic>
          <a:graphicData uri="http://schemas.openxmlformats.org/drawingml/2006/table">
            <a:tbl>
              <a:tblPr firstRow="1" bandRow="1">
                <a:tableStyleId>{5C22544A-7EE6-4342-B048-85BDC9FD1C3A}</a:tableStyleId>
              </a:tblPr>
              <a:tblGrid>
                <a:gridCol w="1365010">
                  <a:extLst>
                    <a:ext uri="{9D8B030D-6E8A-4147-A177-3AD203B41FA5}">
                      <a16:colId xmlns:a16="http://schemas.microsoft.com/office/drawing/2014/main" val="4053441192"/>
                    </a:ext>
                  </a:extLst>
                </a:gridCol>
                <a:gridCol w="2078073">
                  <a:extLst>
                    <a:ext uri="{9D8B030D-6E8A-4147-A177-3AD203B41FA5}">
                      <a16:colId xmlns:a16="http://schemas.microsoft.com/office/drawing/2014/main" val="2881024526"/>
                    </a:ext>
                  </a:extLst>
                </a:gridCol>
                <a:gridCol w="2108631">
                  <a:extLst>
                    <a:ext uri="{9D8B030D-6E8A-4147-A177-3AD203B41FA5}">
                      <a16:colId xmlns:a16="http://schemas.microsoft.com/office/drawing/2014/main" val="4086787019"/>
                    </a:ext>
                  </a:extLst>
                </a:gridCol>
                <a:gridCol w="1850572">
                  <a:extLst>
                    <a:ext uri="{9D8B030D-6E8A-4147-A177-3AD203B41FA5}">
                      <a16:colId xmlns:a16="http://schemas.microsoft.com/office/drawing/2014/main" val="3065632308"/>
                    </a:ext>
                  </a:extLst>
                </a:gridCol>
                <a:gridCol w="1850572">
                  <a:extLst>
                    <a:ext uri="{9D8B030D-6E8A-4147-A177-3AD203B41FA5}">
                      <a16:colId xmlns:a16="http://schemas.microsoft.com/office/drawing/2014/main" val="463495554"/>
                    </a:ext>
                  </a:extLst>
                </a:gridCol>
                <a:gridCol w="1850572">
                  <a:extLst>
                    <a:ext uri="{9D8B030D-6E8A-4147-A177-3AD203B41FA5}">
                      <a16:colId xmlns:a16="http://schemas.microsoft.com/office/drawing/2014/main" val="1250098443"/>
                    </a:ext>
                  </a:extLst>
                </a:gridCol>
              </a:tblGrid>
              <a:tr h="586046">
                <a:tc>
                  <a:txBody>
                    <a:bodyPr/>
                    <a:lstStyle/>
                    <a:p>
                      <a:endParaRPr lang="en-US"/>
                    </a:p>
                  </a:txBody>
                  <a:tcPr/>
                </a:tc>
                <a:tc>
                  <a:txBody>
                    <a:bodyPr/>
                    <a:lstStyle/>
                    <a:p>
                      <a:pPr algn="ctr">
                        <a:spcBef>
                          <a:spcPts val="600"/>
                        </a:spcBef>
                      </a:pPr>
                      <a:r>
                        <a:rPr lang="en-US" b="1" i="0" dirty="0">
                          <a:latin typeface="Courier New" panose="02070309020205020404" pitchFamily="49" charset="0"/>
                          <a:cs typeface="Courier New" panose="02070309020205020404" pitchFamily="49" charset="0"/>
                        </a:rPr>
                        <a:t>I1</a:t>
                      </a:r>
                    </a:p>
                  </a:txBody>
                  <a:tcPr/>
                </a:tc>
                <a:tc>
                  <a:txBody>
                    <a:bodyPr/>
                    <a:lstStyle/>
                    <a:p>
                      <a:pPr algn="ctr">
                        <a:spcBef>
                          <a:spcPts val="600"/>
                        </a:spcBef>
                      </a:pPr>
                      <a:r>
                        <a:rPr lang="en-US" b="1" i="0" dirty="0">
                          <a:latin typeface="Courier New" panose="02070309020205020404" pitchFamily="49" charset="0"/>
                          <a:cs typeface="Courier New" panose="02070309020205020404" pitchFamily="49" charset="0"/>
                        </a:rPr>
                        <a:t>I2</a:t>
                      </a:r>
                    </a:p>
                  </a:txBody>
                  <a:tcPr/>
                </a:tc>
                <a:tc>
                  <a:txBody>
                    <a:bodyPr/>
                    <a:lstStyle/>
                    <a:p>
                      <a:pPr algn="ctr">
                        <a:spcBef>
                          <a:spcPts val="600"/>
                        </a:spcBef>
                      </a:pPr>
                      <a:r>
                        <a:rPr lang="en-US" b="1" i="0" dirty="0">
                          <a:latin typeface="Courier New" panose="02070309020205020404" pitchFamily="49" charset="0"/>
                          <a:cs typeface="Courier New" panose="02070309020205020404" pitchFamily="49" charset="0"/>
                        </a:rPr>
                        <a:t>I3</a:t>
                      </a:r>
                    </a:p>
                  </a:txBody>
                  <a:tcPr/>
                </a:tc>
                <a:tc>
                  <a:txBody>
                    <a:bodyPr/>
                    <a:lstStyle/>
                    <a:p>
                      <a:pPr algn="ctr">
                        <a:spcBef>
                          <a:spcPts val="600"/>
                        </a:spcBef>
                      </a:pPr>
                      <a:r>
                        <a:rPr lang="en-US" b="1" i="0" dirty="0">
                          <a:latin typeface="Courier New" panose="02070309020205020404" pitchFamily="49" charset="0"/>
                          <a:cs typeface="Courier New" panose="02070309020205020404" pitchFamily="49" charset="0"/>
                        </a:rPr>
                        <a:t>I4</a:t>
                      </a:r>
                    </a:p>
                  </a:txBody>
                  <a:tcPr/>
                </a:tc>
                <a:tc>
                  <a:txBody>
                    <a:bodyPr/>
                    <a:lstStyle/>
                    <a:p>
                      <a:pPr algn="ctr">
                        <a:spcBef>
                          <a:spcPts val="600"/>
                        </a:spcBef>
                      </a:pPr>
                      <a:r>
                        <a:rPr lang="en-US" b="1" i="0" dirty="0">
                          <a:latin typeface="Courier New" panose="02070309020205020404" pitchFamily="49" charset="0"/>
                          <a:cs typeface="Courier New" panose="02070309020205020404" pitchFamily="49" charset="0"/>
                        </a:rPr>
                        <a:t>I5</a:t>
                      </a:r>
                    </a:p>
                  </a:txBody>
                  <a:tcPr/>
                </a:tc>
                <a:extLst>
                  <a:ext uri="{0D108BD9-81ED-4DB2-BD59-A6C34878D82A}">
                    <a16:rowId xmlns:a16="http://schemas.microsoft.com/office/drawing/2014/main" val="1330241740"/>
                  </a:ext>
                </a:extLst>
              </a:tr>
              <a:tr h="586046">
                <a:tc>
                  <a:txBody>
                    <a:bodyPr/>
                    <a:lstStyle/>
                    <a:p>
                      <a:pPr algn="ctr">
                        <a:spcBef>
                          <a:spcPts val="600"/>
                        </a:spcBef>
                      </a:pPr>
                      <a:r>
                        <a:rPr lang="en-US" sz="1600" b="1" i="0" dirty="0">
                          <a:solidFill>
                            <a:srgbClr val="C00000"/>
                          </a:solidFill>
                          <a:latin typeface="Courier New" panose="02070309020205020404" pitchFamily="49" charset="0"/>
                          <a:cs typeface="Courier New" panose="02070309020205020404" pitchFamily="49" charset="0"/>
                        </a:rPr>
                        <a:t>T1</a:t>
                      </a:r>
                    </a:p>
                  </a:txBody>
                  <a:tcPr/>
                </a:tc>
                <a:tc>
                  <a:txBody>
                    <a:bodyPr/>
                    <a:lstStyle/>
                    <a:p>
                      <a:pPr>
                        <a:spcBef>
                          <a:spcPts val="600"/>
                        </a:spcBef>
                      </a:pPr>
                      <a:r>
                        <a:rPr lang="en-US" sz="1600" dirty="0" err="1"/>
                        <a:t>PC</a:t>
                      </a:r>
                      <a:r>
                        <a:rPr lang="en-US" sz="1600" baseline="-25000" dirty="0" err="1"/>
                        <a:t>out</a:t>
                      </a:r>
                      <a:r>
                        <a:rPr lang="en-US" sz="1600" dirty="0"/>
                        <a:t>, </a:t>
                      </a:r>
                      <a:r>
                        <a:rPr lang="en-US" sz="1600" dirty="0" err="1"/>
                        <a:t>MAR</a:t>
                      </a:r>
                      <a:r>
                        <a:rPr lang="en-US" sz="1600" baseline="-25000" dirty="0" err="1"/>
                        <a:t>in</a:t>
                      </a:r>
                      <a:r>
                        <a:rPr lang="en-US" sz="1600" dirty="0"/>
                        <a:t>, Read, Select4, ADD, Z</a:t>
                      </a:r>
                      <a:r>
                        <a:rPr lang="en-US" sz="1600" baseline="-25000" dirty="0"/>
                        <a:t>in</a:t>
                      </a:r>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err="1"/>
                        <a:t>PC</a:t>
                      </a:r>
                      <a:r>
                        <a:rPr lang="en-US" sz="1600" baseline="-25000" dirty="0" err="1"/>
                        <a:t>out</a:t>
                      </a:r>
                      <a:r>
                        <a:rPr lang="en-US" sz="1600" dirty="0"/>
                        <a:t>, </a:t>
                      </a:r>
                      <a:r>
                        <a:rPr lang="en-US" sz="1600" dirty="0" err="1"/>
                        <a:t>MAR</a:t>
                      </a:r>
                      <a:r>
                        <a:rPr lang="en-US" sz="1600" baseline="-25000" dirty="0" err="1"/>
                        <a:t>in</a:t>
                      </a:r>
                      <a:r>
                        <a:rPr lang="en-US" sz="1600" dirty="0"/>
                        <a:t>, Read, Select4, ADD, Z</a:t>
                      </a:r>
                      <a:r>
                        <a:rPr lang="en-US" sz="1600" baseline="-25000" dirty="0"/>
                        <a:t>in</a:t>
                      </a:r>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err="1"/>
                        <a:t>PC</a:t>
                      </a:r>
                      <a:r>
                        <a:rPr lang="en-US" sz="1600" baseline="-25000" dirty="0" err="1"/>
                        <a:t>out</a:t>
                      </a:r>
                      <a:r>
                        <a:rPr lang="en-US" sz="1600" dirty="0"/>
                        <a:t>, </a:t>
                      </a:r>
                      <a:r>
                        <a:rPr lang="en-US" sz="1600" dirty="0" err="1"/>
                        <a:t>MAR</a:t>
                      </a:r>
                      <a:r>
                        <a:rPr lang="en-US" sz="1600" baseline="-25000" dirty="0" err="1"/>
                        <a:t>in</a:t>
                      </a:r>
                      <a:r>
                        <a:rPr lang="en-US" sz="1600" dirty="0"/>
                        <a:t>, Read, Select4, ADD, Z</a:t>
                      </a:r>
                      <a:r>
                        <a:rPr lang="en-US" sz="1600" baseline="-25000" dirty="0"/>
                        <a:t>in</a:t>
                      </a:r>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err="1"/>
                        <a:t>PC</a:t>
                      </a:r>
                      <a:r>
                        <a:rPr lang="en-US" sz="1600" baseline="-25000" dirty="0" err="1"/>
                        <a:t>out</a:t>
                      </a:r>
                      <a:r>
                        <a:rPr lang="en-US" sz="1600" dirty="0"/>
                        <a:t>, </a:t>
                      </a:r>
                      <a:r>
                        <a:rPr lang="en-US" sz="1600" dirty="0" err="1"/>
                        <a:t>MAR</a:t>
                      </a:r>
                      <a:r>
                        <a:rPr lang="en-US" sz="1600" baseline="-25000" dirty="0" err="1"/>
                        <a:t>in</a:t>
                      </a:r>
                      <a:r>
                        <a:rPr lang="en-US" sz="1600" dirty="0"/>
                        <a:t>, Read, Select4, ADD, Z</a:t>
                      </a:r>
                      <a:r>
                        <a:rPr lang="en-US" sz="1600" baseline="-25000" dirty="0"/>
                        <a:t>in</a:t>
                      </a:r>
                    </a:p>
                    <a:p>
                      <a:pPr>
                        <a:spcBef>
                          <a:spcPts val="600"/>
                        </a:spcBef>
                      </a:pPr>
                      <a:endParaRPr lang="en-US" sz="1600" dirty="0"/>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err="1"/>
                        <a:t>PC</a:t>
                      </a:r>
                      <a:r>
                        <a:rPr lang="en-US" sz="1600" baseline="-25000" dirty="0" err="1"/>
                        <a:t>out</a:t>
                      </a:r>
                      <a:r>
                        <a:rPr lang="en-US" sz="1600" dirty="0"/>
                        <a:t>, </a:t>
                      </a:r>
                      <a:r>
                        <a:rPr lang="en-US" sz="1600" dirty="0" err="1"/>
                        <a:t>MAR</a:t>
                      </a:r>
                      <a:r>
                        <a:rPr lang="en-US" sz="1600" baseline="-25000" dirty="0" err="1"/>
                        <a:t>in</a:t>
                      </a:r>
                      <a:r>
                        <a:rPr lang="en-US" sz="1600" dirty="0"/>
                        <a:t>, Read, Select4, ADD, Z</a:t>
                      </a:r>
                      <a:r>
                        <a:rPr lang="en-US" sz="1600" baseline="-25000" dirty="0"/>
                        <a:t>in</a:t>
                      </a:r>
                    </a:p>
                  </a:txBody>
                  <a:tcPr/>
                </a:tc>
                <a:extLst>
                  <a:ext uri="{0D108BD9-81ED-4DB2-BD59-A6C34878D82A}">
                    <a16:rowId xmlns:a16="http://schemas.microsoft.com/office/drawing/2014/main" val="2963394999"/>
                  </a:ext>
                </a:extLst>
              </a:tr>
              <a:tr h="586046">
                <a:tc>
                  <a:txBody>
                    <a:bodyPr/>
                    <a:lstStyle/>
                    <a:p>
                      <a:pPr algn="ctr">
                        <a:spcBef>
                          <a:spcPts val="600"/>
                        </a:spcBef>
                      </a:pPr>
                      <a:r>
                        <a:rPr lang="en-US" sz="1600" b="1" i="0" dirty="0">
                          <a:solidFill>
                            <a:srgbClr val="C00000"/>
                          </a:solidFill>
                          <a:latin typeface="Courier New" panose="02070309020205020404" pitchFamily="49" charset="0"/>
                          <a:cs typeface="Courier New" panose="02070309020205020404" pitchFamily="49" charset="0"/>
                        </a:rPr>
                        <a:t>T2</a:t>
                      </a:r>
                    </a:p>
                  </a:txBody>
                  <a:tcPr/>
                </a:tc>
                <a:tc>
                  <a:txBody>
                    <a:bodyPr/>
                    <a:lstStyle/>
                    <a:p>
                      <a:pPr>
                        <a:spcBef>
                          <a:spcPts val="600"/>
                        </a:spcBef>
                      </a:pPr>
                      <a:r>
                        <a:rPr lang="en-US" sz="1600" dirty="0" err="1"/>
                        <a:t>Z</a:t>
                      </a:r>
                      <a:r>
                        <a:rPr lang="en-US" sz="1600" baseline="-25000" dirty="0" err="1"/>
                        <a:t>out</a:t>
                      </a:r>
                      <a:r>
                        <a:rPr lang="en-US" sz="1600" dirty="0"/>
                        <a:t>, </a:t>
                      </a:r>
                      <a:r>
                        <a:rPr lang="en-US" sz="1600" dirty="0" err="1"/>
                        <a:t>PC</a:t>
                      </a:r>
                      <a:r>
                        <a:rPr lang="en-US" sz="1600" baseline="-25000" dirty="0" err="1"/>
                        <a:t>in</a:t>
                      </a:r>
                      <a:r>
                        <a:rPr lang="en-US" sz="1600" dirty="0"/>
                        <a:t>, Y</a:t>
                      </a:r>
                      <a:r>
                        <a:rPr lang="en-US" sz="1600" baseline="-25000" dirty="0"/>
                        <a:t>in</a:t>
                      </a:r>
                      <a:r>
                        <a:rPr lang="en-US" sz="1600" dirty="0"/>
                        <a:t>, WMFC</a:t>
                      </a:r>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err="1"/>
                        <a:t>Z</a:t>
                      </a:r>
                      <a:r>
                        <a:rPr lang="en-US" sz="1600" baseline="-25000" dirty="0" err="1"/>
                        <a:t>out</a:t>
                      </a:r>
                      <a:r>
                        <a:rPr lang="en-US" sz="1600" dirty="0"/>
                        <a:t>, </a:t>
                      </a:r>
                      <a:r>
                        <a:rPr lang="en-US" sz="1600" dirty="0" err="1"/>
                        <a:t>PC</a:t>
                      </a:r>
                      <a:r>
                        <a:rPr lang="en-US" sz="1600" baseline="-25000" dirty="0" err="1"/>
                        <a:t>in</a:t>
                      </a:r>
                      <a:r>
                        <a:rPr lang="en-US" sz="1600" dirty="0"/>
                        <a:t>, Y</a:t>
                      </a:r>
                      <a:r>
                        <a:rPr lang="en-US" sz="1600" baseline="-25000" dirty="0"/>
                        <a:t>in</a:t>
                      </a:r>
                      <a:r>
                        <a:rPr lang="en-US" sz="1600" dirty="0"/>
                        <a:t>, WMFC</a:t>
                      </a:r>
                    </a:p>
                    <a:p>
                      <a:pPr>
                        <a:spcBef>
                          <a:spcPts val="600"/>
                        </a:spcBef>
                      </a:pPr>
                      <a:endParaRPr lang="en-US" sz="1600" dirty="0"/>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err="1"/>
                        <a:t>Z</a:t>
                      </a:r>
                      <a:r>
                        <a:rPr lang="en-US" sz="1600" baseline="-25000" dirty="0" err="1"/>
                        <a:t>out</a:t>
                      </a:r>
                      <a:r>
                        <a:rPr lang="en-US" sz="1600" dirty="0"/>
                        <a:t>, </a:t>
                      </a:r>
                      <a:r>
                        <a:rPr lang="en-US" sz="1600" dirty="0" err="1"/>
                        <a:t>PC</a:t>
                      </a:r>
                      <a:r>
                        <a:rPr lang="en-US" sz="1600" baseline="-25000" dirty="0" err="1"/>
                        <a:t>in</a:t>
                      </a:r>
                      <a:r>
                        <a:rPr lang="en-US" sz="1600" dirty="0"/>
                        <a:t>, Y</a:t>
                      </a:r>
                      <a:r>
                        <a:rPr lang="en-US" sz="1600" baseline="-25000" dirty="0"/>
                        <a:t>in</a:t>
                      </a:r>
                      <a:r>
                        <a:rPr lang="en-US" sz="1600" dirty="0"/>
                        <a:t>, WMFC</a:t>
                      </a:r>
                    </a:p>
                    <a:p>
                      <a:pPr>
                        <a:spcBef>
                          <a:spcPts val="600"/>
                        </a:spcBef>
                      </a:pPr>
                      <a:endParaRPr lang="en-US" sz="1600" dirty="0"/>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err="1"/>
                        <a:t>Z</a:t>
                      </a:r>
                      <a:r>
                        <a:rPr lang="en-US" sz="1600" baseline="-25000" dirty="0" err="1"/>
                        <a:t>out</a:t>
                      </a:r>
                      <a:r>
                        <a:rPr lang="en-US" sz="1600" dirty="0"/>
                        <a:t>, </a:t>
                      </a:r>
                      <a:r>
                        <a:rPr lang="en-US" sz="1600" dirty="0" err="1"/>
                        <a:t>PC</a:t>
                      </a:r>
                      <a:r>
                        <a:rPr lang="en-US" sz="1600" baseline="-25000" dirty="0" err="1"/>
                        <a:t>in</a:t>
                      </a:r>
                      <a:r>
                        <a:rPr lang="en-US" sz="1600" dirty="0"/>
                        <a:t>, Y</a:t>
                      </a:r>
                      <a:r>
                        <a:rPr lang="en-US" sz="1600" baseline="-25000" dirty="0"/>
                        <a:t>in</a:t>
                      </a:r>
                      <a:r>
                        <a:rPr lang="en-US" sz="1600" dirty="0"/>
                        <a:t>, WMFC</a:t>
                      </a:r>
                    </a:p>
                    <a:p>
                      <a:pPr>
                        <a:spcBef>
                          <a:spcPts val="600"/>
                        </a:spcBef>
                      </a:pPr>
                      <a:endParaRPr lang="en-US" sz="1600" dirty="0"/>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err="1"/>
                        <a:t>Z</a:t>
                      </a:r>
                      <a:r>
                        <a:rPr lang="en-US" sz="1600" baseline="-25000" dirty="0" err="1"/>
                        <a:t>out</a:t>
                      </a:r>
                      <a:r>
                        <a:rPr lang="en-US" sz="1600" dirty="0"/>
                        <a:t>, </a:t>
                      </a:r>
                      <a:r>
                        <a:rPr lang="en-US" sz="1600" dirty="0" err="1"/>
                        <a:t>PC</a:t>
                      </a:r>
                      <a:r>
                        <a:rPr lang="en-US" sz="1600" baseline="-25000" dirty="0" err="1"/>
                        <a:t>in</a:t>
                      </a:r>
                      <a:r>
                        <a:rPr lang="en-US" sz="1600" dirty="0"/>
                        <a:t>, Y</a:t>
                      </a:r>
                      <a:r>
                        <a:rPr lang="en-US" sz="1600" baseline="-25000" dirty="0"/>
                        <a:t>in</a:t>
                      </a:r>
                      <a:r>
                        <a:rPr lang="en-US" sz="1600" dirty="0"/>
                        <a:t>, WMFC</a:t>
                      </a:r>
                    </a:p>
                    <a:p>
                      <a:pPr>
                        <a:spcBef>
                          <a:spcPts val="600"/>
                        </a:spcBef>
                      </a:pPr>
                      <a:endParaRPr lang="en-US" sz="1600" dirty="0"/>
                    </a:p>
                  </a:txBody>
                  <a:tcPr/>
                </a:tc>
                <a:extLst>
                  <a:ext uri="{0D108BD9-81ED-4DB2-BD59-A6C34878D82A}">
                    <a16:rowId xmlns:a16="http://schemas.microsoft.com/office/drawing/2014/main" val="1276296772"/>
                  </a:ext>
                </a:extLst>
              </a:tr>
              <a:tr h="586046">
                <a:tc>
                  <a:txBody>
                    <a:bodyPr/>
                    <a:lstStyle/>
                    <a:p>
                      <a:pPr algn="ctr">
                        <a:spcBef>
                          <a:spcPts val="600"/>
                        </a:spcBef>
                      </a:pPr>
                      <a:r>
                        <a:rPr lang="en-US" sz="1600" b="1" i="0" dirty="0">
                          <a:solidFill>
                            <a:srgbClr val="C00000"/>
                          </a:solidFill>
                          <a:latin typeface="Courier New" panose="02070309020205020404" pitchFamily="49" charset="0"/>
                          <a:cs typeface="Courier New" panose="02070309020205020404" pitchFamily="49" charset="0"/>
                        </a:rPr>
                        <a:t>T3</a:t>
                      </a:r>
                    </a:p>
                  </a:txBody>
                  <a:tcPr/>
                </a:tc>
                <a:tc>
                  <a:txBody>
                    <a:bodyPr/>
                    <a:lstStyle/>
                    <a:p>
                      <a:pPr>
                        <a:spcBef>
                          <a:spcPts val="600"/>
                        </a:spcBef>
                      </a:pPr>
                      <a:r>
                        <a:rPr lang="en-US" sz="1600" dirty="0" err="1"/>
                        <a:t>MDR</a:t>
                      </a:r>
                      <a:r>
                        <a:rPr lang="en-US" sz="1600" baseline="-25000" dirty="0" err="1"/>
                        <a:t>out</a:t>
                      </a:r>
                      <a:r>
                        <a:rPr lang="en-US" sz="1600" dirty="0"/>
                        <a:t>, </a:t>
                      </a:r>
                      <a:r>
                        <a:rPr lang="en-US" sz="1600" dirty="0" err="1"/>
                        <a:t>IR</a:t>
                      </a:r>
                      <a:r>
                        <a:rPr lang="en-US" sz="1600" baseline="-25000" dirty="0" err="1"/>
                        <a:t>in</a:t>
                      </a:r>
                      <a:endParaRPr lang="en-US" sz="1600" baseline="-25000" dirty="0"/>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err="1"/>
                        <a:t>MDR</a:t>
                      </a:r>
                      <a:r>
                        <a:rPr lang="en-US" sz="1600" baseline="-25000" dirty="0" err="1"/>
                        <a:t>out</a:t>
                      </a:r>
                      <a:r>
                        <a:rPr lang="en-US" sz="1600" dirty="0"/>
                        <a:t>, </a:t>
                      </a:r>
                      <a:r>
                        <a:rPr lang="en-US" sz="1600" dirty="0" err="1"/>
                        <a:t>IR</a:t>
                      </a:r>
                      <a:r>
                        <a:rPr lang="en-US" sz="1600" baseline="-25000" dirty="0" err="1"/>
                        <a:t>in</a:t>
                      </a:r>
                      <a:endParaRPr lang="en-US" sz="1600" baseline="-25000" dirty="0"/>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err="1"/>
                        <a:t>MDR</a:t>
                      </a:r>
                      <a:r>
                        <a:rPr lang="en-US" sz="1600" baseline="-25000" dirty="0" err="1"/>
                        <a:t>out</a:t>
                      </a:r>
                      <a:r>
                        <a:rPr lang="en-US" sz="1600" dirty="0"/>
                        <a:t>, </a:t>
                      </a:r>
                      <a:r>
                        <a:rPr lang="en-US" sz="1600" dirty="0" err="1"/>
                        <a:t>IR</a:t>
                      </a:r>
                      <a:r>
                        <a:rPr lang="en-US" sz="1600" baseline="-25000" dirty="0" err="1"/>
                        <a:t>in</a:t>
                      </a:r>
                      <a:endParaRPr lang="en-US" sz="1600" baseline="-25000" dirty="0"/>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err="1"/>
                        <a:t>MDR</a:t>
                      </a:r>
                      <a:r>
                        <a:rPr lang="en-US" sz="1600" baseline="-25000" dirty="0" err="1"/>
                        <a:t>out</a:t>
                      </a:r>
                      <a:r>
                        <a:rPr lang="en-US" sz="1600" dirty="0"/>
                        <a:t>, </a:t>
                      </a:r>
                      <a:r>
                        <a:rPr lang="en-US" sz="1600" dirty="0" err="1"/>
                        <a:t>IR</a:t>
                      </a:r>
                      <a:r>
                        <a:rPr lang="en-US" sz="1600" baseline="-25000" dirty="0" err="1"/>
                        <a:t>in</a:t>
                      </a:r>
                      <a:endParaRPr lang="en-US" sz="1600" baseline="-25000" dirty="0"/>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err="1"/>
                        <a:t>MDR</a:t>
                      </a:r>
                      <a:r>
                        <a:rPr lang="en-US" sz="1600" baseline="-25000" dirty="0" err="1"/>
                        <a:t>out</a:t>
                      </a:r>
                      <a:r>
                        <a:rPr lang="en-US" sz="1600" dirty="0"/>
                        <a:t>, </a:t>
                      </a:r>
                      <a:r>
                        <a:rPr lang="en-US" sz="1600" dirty="0" err="1"/>
                        <a:t>IR</a:t>
                      </a:r>
                      <a:r>
                        <a:rPr lang="en-US" sz="1600" baseline="-25000" dirty="0" err="1"/>
                        <a:t>in</a:t>
                      </a:r>
                      <a:endParaRPr lang="en-US" sz="1600" baseline="-25000" dirty="0"/>
                    </a:p>
                  </a:txBody>
                  <a:tcPr/>
                </a:tc>
                <a:extLst>
                  <a:ext uri="{0D108BD9-81ED-4DB2-BD59-A6C34878D82A}">
                    <a16:rowId xmlns:a16="http://schemas.microsoft.com/office/drawing/2014/main" val="2005117027"/>
                  </a:ext>
                </a:extLst>
              </a:tr>
              <a:tr h="586046">
                <a:tc>
                  <a:txBody>
                    <a:bodyPr/>
                    <a:lstStyle/>
                    <a:p>
                      <a:pPr algn="ctr">
                        <a:spcBef>
                          <a:spcPts val="600"/>
                        </a:spcBef>
                      </a:pPr>
                      <a:r>
                        <a:rPr lang="en-US" sz="1600" b="1" i="0" dirty="0">
                          <a:solidFill>
                            <a:srgbClr val="C00000"/>
                          </a:solidFill>
                          <a:latin typeface="Courier New" panose="02070309020205020404" pitchFamily="49" charset="0"/>
                          <a:cs typeface="Courier New" panose="02070309020205020404" pitchFamily="49" charset="0"/>
                        </a:rPr>
                        <a:t>T4</a:t>
                      </a:r>
                    </a:p>
                  </a:txBody>
                  <a:tcPr/>
                </a:tc>
                <a:tc>
                  <a:txBody>
                    <a:bodyPr/>
                    <a:lstStyle/>
                    <a:p>
                      <a:pPr>
                        <a:spcBef>
                          <a:spcPts val="600"/>
                        </a:spcBef>
                      </a:pPr>
                      <a:r>
                        <a:rPr lang="en-US" sz="1600" dirty="0"/>
                        <a:t>R1</a:t>
                      </a:r>
                      <a:r>
                        <a:rPr lang="en-US" sz="1600" baseline="-25000" dirty="0"/>
                        <a:t>out</a:t>
                      </a:r>
                      <a:r>
                        <a:rPr lang="en-US" sz="1600" dirty="0"/>
                        <a:t>, Y</a:t>
                      </a:r>
                      <a:r>
                        <a:rPr lang="en-US" sz="1600" baseline="-25000" dirty="0"/>
                        <a:t>in</a:t>
                      </a:r>
                    </a:p>
                  </a:txBody>
                  <a:tcPr/>
                </a:tc>
                <a:tc>
                  <a:txBody>
                    <a:bodyPr/>
                    <a:lstStyle/>
                    <a:p>
                      <a:pPr>
                        <a:spcBef>
                          <a:spcPts val="600"/>
                        </a:spcBef>
                      </a:pPr>
                      <a:r>
                        <a:rPr lang="en-US" sz="1600" dirty="0"/>
                        <a:t>Address field of </a:t>
                      </a:r>
                      <a:r>
                        <a:rPr lang="en-US" sz="1600" dirty="0" err="1"/>
                        <a:t>IR</a:t>
                      </a:r>
                      <a:r>
                        <a:rPr lang="en-US" sz="1600" baseline="-25000" dirty="0" err="1"/>
                        <a:t>out</a:t>
                      </a:r>
                      <a:r>
                        <a:rPr lang="en-US" sz="1600" dirty="0"/>
                        <a:t>, </a:t>
                      </a:r>
                      <a:r>
                        <a:rPr lang="en-US" sz="1600" dirty="0" err="1"/>
                        <a:t>MAR</a:t>
                      </a:r>
                      <a:r>
                        <a:rPr lang="en-US" sz="1600" baseline="-25000" dirty="0" err="1"/>
                        <a:t>in</a:t>
                      </a:r>
                      <a:r>
                        <a:rPr lang="en-US" sz="1600" dirty="0"/>
                        <a:t>, Read</a:t>
                      </a:r>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a:t>Address field of </a:t>
                      </a:r>
                      <a:r>
                        <a:rPr lang="en-US" sz="1600" dirty="0" err="1"/>
                        <a:t>IR</a:t>
                      </a:r>
                      <a:r>
                        <a:rPr lang="en-US" sz="1600" baseline="-25000" dirty="0" err="1"/>
                        <a:t>out</a:t>
                      </a:r>
                      <a:r>
                        <a:rPr lang="en-US" sz="1600" dirty="0"/>
                        <a:t>, </a:t>
                      </a:r>
                      <a:r>
                        <a:rPr lang="en-US" sz="1600" dirty="0" err="1"/>
                        <a:t>MAR</a:t>
                      </a:r>
                      <a:r>
                        <a:rPr lang="en-US" sz="1600" baseline="-25000" dirty="0" err="1"/>
                        <a:t>in</a:t>
                      </a:r>
                      <a:r>
                        <a:rPr lang="en-US" sz="1600" dirty="0"/>
                        <a:t>, Read</a:t>
                      </a:r>
                    </a:p>
                  </a:txBody>
                  <a:tcPr/>
                </a:tc>
                <a:tc>
                  <a:txBody>
                    <a:bodyPr/>
                    <a:lstStyle/>
                    <a:p>
                      <a:pPr>
                        <a:spcBef>
                          <a:spcPts val="600"/>
                        </a:spcBef>
                      </a:pPr>
                      <a:r>
                        <a:rPr lang="en-US" sz="1600" dirty="0"/>
                        <a:t>Offset field of </a:t>
                      </a:r>
                      <a:r>
                        <a:rPr lang="en-US" sz="1600" dirty="0" err="1"/>
                        <a:t>IR</a:t>
                      </a:r>
                      <a:r>
                        <a:rPr lang="en-US" sz="1600" baseline="-25000" dirty="0" err="1"/>
                        <a:t>out</a:t>
                      </a:r>
                      <a:r>
                        <a:rPr lang="en-US" sz="1600" dirty="0"/>
                        <a:t>, </a:t>
                      </a:r>
                      <a:r>
                        <a:rPr lang="en-US" sz="1600" dirty="0" err="1"/>
                        <a:t>SelectY</a:t>
                      </a:r>
                      <a:r>
                        <a:rPr lang="en-US" sz="1600" dirty="0"/>
                        <a:t>, ADD, Z</a:t>
                      </a:r>
                      <a:r>
                        <a:rPr lang="en-US" sz="1600" baseline="-25000" dirty="0"/>
                        <a:t>in</a:t>
                      </a:r>
                      <a:endParaRPr lang="en-US" sz="1600" dirty="0"/>
                    </a:p>
                  </a:txBody>
                  <a:tcPr/>
                </a:tc>
                <a:tc>
                  <a:txBody>
                    <a:bodyPr/>
                    <a:lstStyle/>
                    <a:p>
                      <a:pPr>
                        <a:spcBef>
                          <a:spcPts val="600"/>
                        </a:spcBef>
                      </a:pPr>
                      <a:r>
                        <a:rPr lang="en-US" sz="1600" dirty="0"/>
                        <a:t>R1</a:t>
                      </a:r>
                      <a:r>
                        <a:rPr lang="en-US" sz="1600" baseline="-25000" dirty="0"/>
                        <a:t>out</a:t>
                      </a:r>
                      <a:r>
                        <a:rPr lang="en-US" sz="1600" dirty="0"/>
                        <a:t>, Select4, ADD, Z</a:t>
                      </a:r>
                      <a:r>
                        <a:rPr lang="en-US" sz="1600" baseline="-25000" dirty="0"/>
                        <a:t>in</a:t>
                      </a:r>
                    </a:p>
                  </a:txBody>
                  <a:tcPr/>
                </a:tc>
                <a:extLst>
                  <a:ext uri="{0D108BD9-81ED-4DB2-BD59-A6C34878D82A}">
                    <a16:rowId xmlns:a16="http://schemas.microsoft.com/office/drawing/2014/main" val="2117372273"/>
                  </a:ext>
                </a:extLst>
              </a:tr>
              <a:tr h="586046">
                <a:tc>
                  <a:txBody>
                    <a:bodyPr/>
                    <a:lstStyle/>
                    <a:p>
                      <a:pPr algn="ctr">
                        <a:spcBef>
                          <a:spcPts val="600"/>
                        </a:spcBef>
                      </a:pPr>
                      <a:r>
                        <a:rPr lang="en-US" sz="1600" b="1" i="0" dirty="0">
                          <a:solidFill>
                            <a:srgbClr val="C00000"/>
                          </a:solidFill>
                          <a:latin typeface="Courier New" panose="02070309020205020404" pitchFamily="49" charset="0"/>
                          <a:cs typeface="Courier New" panose="02070309020205020404" pitchFamily="49" charset="0"/>
                        </a:rPr>
                        <a:t>T5</a:t>
                      </a:r>
                    </a:p>
                  </a:txBody>
                  <a:tcPr/>
                </a:tc>
                <a:tc>
                  <a:txBody>
                    <a:bodyPr/>
                    <a:lstStyle/>
                    <a:p>
                      <a:pPr>
                        <a:spcBef>
                          <a:spcPts val="600"/>
                        </a:spcBef>
                      </a:pPr>
                      <a:r>
                        <a:rPr lang="en-US" sz="1600" dirty="0"/>
                        <a:t>R2</a:t>
                      </a:r>
                      <a:r>
                        <a:rPr lang="en-US" sz="1600" baseline="-25000" dirty="0"/>
                        <a:t>out</a:t>
                      </a:r>
                      <a:r>
                        <a:rPr lang="en-US" sz="1600" dirty="0"/>
                        <a:t>, </a:t>
                      </a:r>
                      <a:r>
                        <a:rPr lang="en-US" sz="1600" dirty="0" err="1"/>
                        <a:t>SelectY</a:t>
                      </a:r>
                      <a:r>
                        <a:rPr lang="en-US" sz="1600" dirty="0"/>
                        <a:t>, ADD, Z</a:t>
                      </a:r>
                      <a:r>
                        <a:rPr lang="en-US" sz="1600" baseline="-25000" dirty="0"/>
                        <a:t>in</a:t>
                      </a:r>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a:t>R1</a:t>
                      </a:r>
                      <a:r>
                        <a:rPr lang="en-US" sz="1600" baseline="-25000" dirty="0"/>
                        <a:t>out</a:t>
                      </a:r>
                      <a:r>
                        <a:rPr lang="en-US" sz="1600" dirty="0"/>
                        <a:t>, Y</a:t>
                      </a:r>
                      <a:r>
                        <a:rPr lang="en-US" sz="1600" baseline="-25000" dirty="0"/>
                        <a:t>in</a:t>
                      </a:r>
                      <a:r>
                        <a:rPr lang="en-US" sz="1600" baseline="0" dirty="0"/>
                        <a:t>, WMFC</a:t>
                      </a:r>
                      <a:endParaRPr lang="en-US" sz="1600" baseline="-25000" dirty="0"/>
                    </a:p>
                  </a:txBody>
                  <a:tcPr/>
                </a:tc>
                <a:tc>
                  <a:txBody>
                    <a:bodyPr/>
                    <a:lstStyle/>
                    <a:p>
                      <a:pPr>
                        <a:spcBef>
                          <a:spcPts val="600"/>
                        </a:spcBef>
                      </a:pPr>
                      <a:r>
                        <a:rPr lang="en-US" sz="1600" dirty="0"/>
                        <a:t>WMFC</a:t>
                      </a:r>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err="1"/>
                        <a:t>Z</a:t>
                      </a:r>
                      <a:r>
                        <a:rPr lang="en-US" sz="1600" baseline="-25000" dirty="0" err="1"/>
                        <a:t>out</a:t>
                      </a:r>
                      <a:r>
                        <a:rPr lang="en-US" sz="1600" dirty="0"/>
                        <a:t>, </a:t>
                      </a:r>
                      <a:r>
                        <a:rPr lang="en-US" sz="1600" dirty="0" err="1"/>
                        <a:t>PC</a:t>
                      </a:r>
                      <a:r>
                        <a:rPr lang="en-US" sz="1600" baseline="-25000" dirty="0" err="1"/>
                        <a:t>in</a:t>
                      </a:r>
                      <a:r>
                        <a:rPr lang="en-US" sz="1600" dirty="0"/>
                        <a:t>, END</a:t>
                      </a:r>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err="1"/>
                        <a:t>Z</a:t>
                      </a:r>
                      <a:r>
                        <a:rPr lang="en-US" sz="1600" baseline="-25000" dirty="0" err="1"/>
                        <a:t>out</a:t>
                      </a:r>
                      <a:r>
                        <a:rPr lang="en-US" sz="1600" dirty="0"/>
                        <a:t>, R1</a:t>
                      </a:r>
                      <a:r>
                        <a:rPr lang="en-US" sz="1600" baseline="-25000" dirty="0"/>
                        <a:t>in</a:t>
                      </a:r>
                      <a:r>
                        <a:rPr lang="en-US" sz="1600" dirty="0"/>
                        <a:t>, END</a:t>
                      </a:r>
                    </a:p>
                  </a:txBody>
                  <a:tcPr/>
                </a:tc>
                <a:extLst>
                  <a:ext uri="{0D108BD9-81ED-4DB2-BD59-A6C34878D82A}">
                    <a16:rowId xmlns:a16="http://schemas.microsoft.com/office/drawing/2014/main" val="3437840733"/>
                  </a:ext>
                </a:extLst>
              </a:tr>
              <a:tr h="586046">
                <a:tc>
                  <a:txBody>
                    <a:bodyPr/>
                    <a:lstStyle/>
                    <a:p>
                      <a:pPr algn="ctr">
                        <a:spcBef>
                          <a:spcPts val="600"/>
                        </a:spcBef>
                      </a:pPr>
                      <a:r>
                        <a:rPr lang="en-US" sz="1600" b="1" i="0" dirty="0">
                          <a:solidFill>
                            <a:srgbClr val="C00000"/>
                          </a:solidFill>
                          <a:latin typeface="Courier New" panose="02070309020205020404" pitchFamily="49" charset="0"/>
                          <a:cs typeface="Courier New" panose="02070309020205020404" pitchFamily="49" charset="0"/>
                        </a:rPr>
                        <a:t>T6</a:t>
                      </a:r>
                    </a:p>
                  </a:txBody>
                  <a:tcPr/>
                </a:tc>
                <a:tc>
                  <a:txBody>
                    <a:bodyPr/>
                    <a:lstStyle/>
                    <a:p>
                      <a:pPr>
                        <a:spcBef>
                          <a:spcPts val="600"/>
                        </a:spcBef>
                      </a:pPr>
                      <a:r>
                        <a:rPr lang="en-US" sz="1600" dirty="0" err="1"/>
                        <a:t>Z</a:t>
                      </a:r>
                      <a:r>
                        <a:rPr lang="en-US" sz="1600" baseline="-25000" dirty="0" err="1"/>
                        <a:t>out</a:t>
                      </a:r>
                      <a:r>
                        <a:rPr lang="en-US" sz="1600" dirty="0"/>
                        <a:t>, R1</a:t>
                      </a:r>
                      <a:r>
                        <a:rPr lang="en-US" sz="1600" baseline="-25000" dirty="0"/>
                        <a:t>in</a:t>
                      </a:r>
                      <a:r>
                        <a:rPr lang="en-US" sz="1600" dirty="0"/>
                        <a:t>, END</a:t>
                      </a:r>
                    </a:p>
                  </a:txBody>
                  <a:tcPr/>
                </a:tc>
                <a:tc>
                  <a:txBody>
                    <a:bodyPr/>
                    <a:lstStyle/>
                    <a:p>
                      <a:pPr>
                        <a:spcBef>
                          <a:spcPts val="600"/>
                        </a:spcBef>
                      </a:pPr>
                      <a:r>
                        <a:rPr lang="en-US" sz="1600" dirty="0" err="1"/>
                        <a:t>MDR</a:t>
                      </a:r>
                      <a:r>
                        <a:rPr lang="en-US" sz="1600" baseline="-25000" dirty="0" err="1"/>
                        <a:t>out</a:t>
                      </a:r>
                      <a:r>
                        <a:rPr lang="en-US" sz="1600" dirty="0"/>
                        <a:t>, </a:t>
                      </a:r>
                      <a:r>
                        <a:rPr lang="en-US" sz="1600" dirty="0" err="1"/>
                        <a:t>SelectY</a:t>
                      </a:r>
                      <a:r>
                        <a:rPr lang="en-US" sz="1600" dirty="0"/>
                        <a:t>, ADD, Z</a:t>
                      </a:r>
                      <a:r>
                        <a:rPr lang="en-US" sz="1600" baseline="-25000" dirty="0"/>
                        <a:t>in</a:t>
                      </a:r>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baseline="0" dirty="0" err="1"/>
                        <a:t>MDR</a:t>
                      </a:r>
                      <a:r>
                        <a:rPr lang="en-US" sz="1600" baseline="-25000" dirty="0" err="1"/>
                        <a:t>out</a:t>
                      </a:r>
                      <a:r>
                        <a:rPr lang="en-US" sz="1600" dirty="0"/>
                        <a:t>, R1</a:t>
                      </a:r>
                      <a:r>
                        <a:rPr lang="en-US" sz="1600" baseline="-25000" dirty="0"/>
                        <a:t>in</a:t>
                      </a:r>
                      <a:r>
                        <a:rPr lang="en-US" sz="1600" dirty="0"/>
                        <a:t>, END</a:t>
                      </a:r>
                    </a:p>
                    <a:p>
                      <a:pPr>
                        <a:spcBef>
                          <a:spcPts val="600"/>
                        </a:spcBef>
                      </a:pPr>
                      <a:endParaRPr lang="en-US" sz="1600" dirty="0"/>
                    </a:p>
                  </a:txBody>
                  <a:tcPr/>
                </a:tc>
                <a:tc>
                  <a:txBody>
                    <a:bodyPr/>
                    <a:lstStyle/>
                    <a:p>
                      <a:pPr>
                        <a:spcBef>
                          <a:spcPts val="600"/>
                        </a:spcBef>
                      </a:pPr>
                      <a:endParaRPr lang="en-US" sz="1600"/>
                    </a:p>
                  </a:txBody>
                  <a:tcPr/>
                </a:tc>
                <a:tc>
                  <a:txBody>
                    <a:bodyPr/>
                    <a:lstStyle/>
                    <a:p>
                      <a:pPr>
                        <a:spcBef>
                          <a:spcPts val="600"/>
                        </a:spcBef>
                      </a:pPr>
                      <a:endParaRPr lang="en-US" sz="1600" dirty="0"/>
                    </a:p>
                  </a:txBody>
                  <a:tcPr/>
                </a:tc>
                <a:extLst>
                  <a:ext uri="{0D108BD9-81ED-4DB2-BD59-A6C34878D82A}">
                    <a16:rowId xmlns:a16="http://schemas.microsoft.com/office/drawing/2014/main" val="63443256"/>
                  </a:ext>
                </a:extLst>
              </a:tr>
              <a:tr h="586046">
                <a:tc>
                  <a:txBody>
                    <a:bodyPr/>
                    <a:lstStyle/>
                    <a:p>
                      <a:pPr algn="ctr">
                        <a:spcBef>
                          <a:spcPts val="600"/>
                        </a:spcBef>
                      </a:pPr>
                      <a:r>
                        <a:rPr lang="en-US" sz="1600" b="1" i="0" dirty="0">
                          <a:solidFill>
                            <a:srgbClr val="C00000"/>
                          </a:solidFill>
                          <a:latin typeface="Courier New" panose="02070309020205020404" pitchFamily="49" charset="0"/>
                          <a:cs typeface="Courier New" panose="02070309020205020404" pitchFamily="49" charset="0"/>
                        </a:rPr>
                        <a:t>T7</a:t>
                      </a:r>
                    </a:p>
                  </a:txBody>
                  <a:tcPr/>
                </a:tc>
                <a:tc>
                  <a:txBody>
                    <a:bodyPr/>
                    <a:lstStyle/>
                    <a:p>
                      <a:pPr>
                        <a:spcBef>
                          <a:spcPts val="600"/>
                        </a:spcBef>
                      </a:pPr>
                      <a:endParaRPr lang="en-US" sz="1600"/>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err="1"/>
                        <a:t>Z</a:t>
                      </a:r>
                      <a:r>
                        <a:rPr lang="en-US" sz="1600" baseline="-25000" dirty="0" err="1"/>
                        <a:t>out</a:t>
                      </a:r>
                      <a:r>
                        <a:rPr lang="en-US" sz="1600" dirty="0"/>
                        <a:t>, R1</a:t>
                      </a:r>
                      <a:r>
                        <a:rPr lang="en-US" sz="1600" baseline="-25000" dirty="0"/>
                        <a:t>in</a:t>
                      </a:r>
                      <a:r>
                        <a:rPr lang="en-US" sz="1600" dirty="0"/>
                        <a:t>, END</a:t>
                      </a:r>
                    </a:p>
                  </a:txBody>
                  <a:tcPr/>
                </a:tc>
                <a:tc>
                  <a:txBody>
                    <a:bodyPr/>
                    <a:lstStyle/>
                    <a:p>
                      <a:pPr>
                        <a:spcBef>
                          <a:spcPts val="600"/>
                        </a:spcBef>
                      </a:pPr>
                      <a:endParaRPr lang="en-US" sz="1600"/>
                    </a:p>
                  </a:txBody>
                  <a:tcPr/>
                </a:tc>
                <a:tc>
                  <a:txBody>
                    <a:bodyPr/>
                    <a:lstStyle/>
                    <a:p>
                      <a:pPr>
                        <a:spcBef>
                          <a:spcPts val="600"/>
                        </a:spcBef>
                      </a:pPr>
                      <a:endParaRPr lang="en-US" sz="1600"/>
                    </a:p>
                  </a:txBody>
                  <a:tcPr/>
                </a:tc>
                <a:tc>
                  <a:txBody>
                    <a:bodyPr/>
                    <a:lstStyle/>
                    <a:p>
                      <a:pPr>
                        <a:spcBef>
                          <a:spcPts val="600"/>
                        </a:spcBef>
                      </a:pPr>
                      <a:endParaRPr lang="en-US" sz="1600" dirty="0"/>
                    </a:p>
                  </a:txBody>
                  <a:tcPr/>
                </a:tc>
                <a:extLst>
                  <a:ext uri="{0D108BD9-81ED-4DB2-BD59-A6C34878D82A}">
                    <a16:rowId xmlns:a16="http://schemas.microsoft.com/office/drawing/2014/main" val="3677856734"/>
                  </a:ext>
                </a:extLst>
              </a:tr>
            </a:tbl>
          </a:graphicData>
        </a:graphic>
      </p:graphicFrame>
      <p:sp>
        <p:nvSpPr>
          <p:cNvPr id="6" name="TextBox 5">
            <a:extLst>
              <a:ext uri="{FF2B5EF4-FFF2-40B4-BE49-F238E27FC236}">
                <a16:creationId xmlns:a16="http://schemas.microsoft.com/office/drawing/2014/main" id="{B5F8B6C5-766D-F50F-D960-6813C249DD1D}"/>
              </a:ext>
            </a:extLst>
          </p:cNvPr>
          <p:cNvSpPr txBox="1"/>
          <p:nvPr/>
        </p:nvSpPr>
        <p:spPr>
          <a:xfrm>
            <a:off x="1950100" y="665089"/>
            <a:ext cx="1959428" cy="338554"/>
          </a:xfrm>
          <a:prstGeom prst="rect">
            <a:avLst/>
          </a:prstGeom>
          <a:noFill/>
        </p:spPr>
        <p:txBody>
          <a:bodyPr wrap="square" rtlCol="0">
            <a:spAutoFit/>
          </a:bodyPr>
          <a:lstStyle/>
          <a:p>
            <a:pPr algn="ctr"/>
            <a:r>
              <a:rPr lang="en-US" sz="1600" b="1" dirty="0">
                <a:solidFill>
                  <a:srgbClr val="C00000"/>
                </a:solidFill>
              </a:rPr>
              <a:t>ADD  R1,R2</a:t>
            </a:r>
          </a:p>
        </p:txBody>
      </p:sp>
      <p:sp>
        <p:nvSpPr>
          <p:cNvPr id="7" name="TextBox 6">
            <a:extLst>
              <a:ext uri="{FF2B5EF4-FFF2-40B4-BE49-F238E27FC236}">
                <a16:creationId xmlns:a16="http://schemas.microsoft.com/office/drawing/2014/main" id="{43865D7C-4149-DCC7-867E-66CC33120E85}"/>
              </a:ext>
            </a:extLst>
          </p:cNvPr>
          <p:cNvSpPr txBox="1"/>
          <p:nvPr/>
        </p:nvSpPr>
        <p:spPr>
          <a:xfrm>
            <a:off x="9756706" y="653913"/>
            <a:ext cx="1959428" cy="338554"/>
          </a:xfrm>
          <a:prstGeom prst="rect">
            <a:avLst/>
          </a:prstGeom>
          <a:noFill/>
        </p:spPr>
        <p:txBody>
          <a:bodyPr wrap="square" rtlCol="0">
            <a:spAutoFit/>
          </a:bodyPr>
          <a:lstStyle/>
          <a:p>
            <a:pPr algn="ctr"/>
            <a:r>
              <a:rPr lang="en-US" sz="1600" b="1" dirty="0">
                <a:solidFill>
                  <a:srgbClr val="C00000"/>
                </a:solidFill>
              </a:rPr>
              <a:t>INC  R1</a:t>
            </a:r>
          </a:p>
        </p:txBody>
      </p:sp>
      <p:sp>
        <p:nvSpPr>
          <p:cNvPr id="8" name="TextBox 7">
            <a:extLst>
              <a:ext uri="{FF2B5EF4-FFF2-40B4-BE49-F238E27FC236}">
                <a16:creationId xmlns:a16="http://schemas.microsoft.com/office/drawing/2014/main" id="{4470D757-9478-4DA2-6606-BBDCD9B9DF62}"/>
              </a:ext>
            </a:extLst>
          </p:cNvPr>
          <p:cNvSpPr txBox="1"/>
          <p:nvPr/>
        </p:nvSpPr>
        <p:spPr>
          <a:xfrm>
            <a:off x="6033799" y="651154"/>
            <a:ext cx="1959428" cy="338554"/>
          </a:xfrm>
          <a:prstGeom prst="rect">
            <a:avLst/>
          </a:prstGeom>
          <a:noFill/>
        </p:spPr>
        <p:txBody>
          <a:bodyPr wrap="square" rtlCol="0">
            <a:spAutoFit/>
          </a:bodyPr>
          <a:lstStyle/>
          <a:p>
            <a:pPr algn="ctr"/>
            <a:r>
              <a:rPr lang="en-US" sz="1600" b="1" dirty="0">
                <a:solidFill>
                  <a:srgbClr val="C00000"/>
                </a:solidFill>
              </a:rPr>
              <a:t>LOAD  R1,LOCA</a:t>
            </a:r>
          </a:p>
        </p:txBody>
      </p:sp>
      <p:sp>
        <p:nvSpPr>
          <p:cNvPr id="9" name="TextBox 8">
            <a:extLst>
              <a:ext uri="{FF2B5EF4-FFF2-40B4-BE49-F238E27FC236}">
                <a16:creationId xmlns:a16="http://schemas.microsoft.com/office/drawing/2014/main" id="{13A2054A-7193-A256-162A-5A56F7052322}"/>
              </a:ext>
            </a:extLst>
          </p:cNvPr>
          <p:cNvSpPr txBox="1"/>
          <p:nvPr/>
        </p:nvSpPr>
        <p:spPr>
          <a:xfrm>
            <a:off x="7909249" y="650180"/>
            <a:ext cx="1959428" cy="338554"/>
          </a:xfrm>
          <a:prstGeom prst="rect">
            <a:avLst/>
          </a:prstGeom>
          <a:noFill/>
        </p:spPr>
        <p:txBody>
          <a:bodyPr wrap="square" rtlCol="0">
            <a:spAutoFit/>
          </a:bodyPr>
          <a:lstStyle/>
          <a:p>
            <a:pPr algn="ctr"/>
            <a:r>
              <a:rPr lang="en-US" sz="1600" b="1" dirty="0">
                <a:solidFill>
                  <a:srgbClr val="C00000"/>
                </a:solidFill>
              </a:rPr>
              <a:t>BR  Label</a:t>
            </a:r>
          </a:p>
        </p:txBody>
      </p:sp>
      <p:sp>
        <p:nvSpPr>
          <p:cNvPr id="10" name="TextBox 9">
            <a:extLst>
              <a:ext uri="{FF2B5EF4-FFF2-40B4-BE49-F238E27FC236}">
                <a16:creationId xmlns:a16="http://schemas.microsoft.com/office/drawing/2014/main" id="{239CAD03-5D3D-916F-705B-115C42528FAB}"/>
              </a:ext>
            </a:extLst>
          </p:cNvPr>
          <p:cNvSpPr txBox="1"/>
          <p:nvPr/>
        </p:nvSpPr>
        <p:spPr>
          <a:xfrm>
            <a:off x="4074366" y="655237"/>
            <a:ext cx="1959428" cy="338554"/>
          </a:xfrm>
          <a:prstGeom prst="rect">
            <a:avLst/>
          </a:prstGeom>
          <a:noFill/>
        </p:spPr>
        <p:txBody>
          <a:bodyPr wrap="square" rtlCol="0">
            <a:spAutoFit/>
          </a:bodyPr>
          <a:lstStyle/>
          <a:p>
            <a:pPr algn="ctr"/>
            <a:r>
              <a:rPr lang="en-US" sz="1600" b="1" dirty="0">
                <a:solidFill>
                  <a:srgbClr val="C00000"/>
                </a:solidFill>
              </a:rPr>
              <a:t>ADD  R1,LOCA</a:t>
            </a:r>
          </a:p>
        </p:txBody>
      </p:sp>
    </p:spTree>
    <p:extLst>
      <p:ext uri="{BB962C8B-B14F-4D97-AF65-F5344CB8AC3E}">
        <p14:creationId xmlns:p14="http://schemas.microsoft.com/office/powerpoint/2010/main" val="7705378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FD749-CF7A-0000-F2EC-64B909AA74C2}"/>
              </a:ext>
            </a:extLst>
          </p:cNvPr>
          <p:cNvSpPr>
            <a:spLocks noGrp="1"/>
          </p:cNvSpPr>
          <p:nvPr>
            <p:ph type="title"/>
          </p:nvPr>
        </p:nvSpPr>
        <p:spPr>
          <a:xfrm>
            <a:off x="838200" y="365125"/>
            <a:ext cx="10515600" cy="832739"/>
          </a:xfrm>
        </p:spPr>
        <p:txBody>
          <a:bodyPr/>
          <a:lstStyle/>
          <a:p>
            <a:r>
              <a:rPr lang="en-US" dirty="0"/>
              <a:t>Logic for Generation of Some of the Control Signals</a:t>
            </a:r>
          </a:p>
        </p:txBody>
      </p:sp>
      <p:sp>
        <p:nvSpPr>
          <p:cNvPr id="3" name="Content Placeholder 2">
            <a:extLst>
              <a:ext uri="{FF2B5EF4-FFF2-40B4-BE49-F238E27FC236}">
                <a16:creationId xmlns:a16="http://schemas.microsoft.com/office/drawing/2014/main" id="{5787D482-C4F3-C73B-222A-271D5E600B01}"/>
              </a:ext>
            </a:extLst>
          </p:cNvPr>
          <p:cNvSpPr>
            <a:spLocks noGrp="1"/>
          </p:cNvSpPr>
          <p:nvPr>
            <p:ph idx="1"/>
          </p:nvPr>
        </p:nvSpPr>
        <p:spPr>
          <a:xfrm>
            <a:off x="838200" y="1271015"/>
            <a:ext cx="10515600" cy="5450459"/>
          </a:xfrm>
        </p:spPr>
        <p:txBody>
          <a:bodyPr>
            <a:normAutofit/>
          </a:bodyPr>
          <a:lstStyle/>
          <a:p>
            <a:pPr marL="0" indent="0">
              <a:buNone/>
            </a:pPr>
            <a:r>
              <a:rPr lang="en-US" sz="1800" b="1" dirty="0" err="1">
                <a:latin typeface="Courier New" panose="02070309020205020404" pitchFamily="49" charset="0"/>
                <a:cs typeface="Courier New" panose="02070309020205020404" pitchFamily="49" charset="0"/>
              </a:rPr>
              <a:t>PC</a:t>
            </a:r>
            <a:r>
              <a:rPr lang="en-US" sz="1800" b="1" baseline="-25000" dirty="0" err="1">
                <a:latin typeface="Courier New" panose="02070309020205020404" pitchFamily="49" charset="0"/>
                <a:cs typeface="Courier New" panose="02070309020205020404" pitchFamily="49" charset="0"/>
              </a:rPr>
              <a:t>in</a:t>
            </a:r>
            <a:r>
              <a:rPr lang="en-US" sz="1800" b="1" dirty="0">
                <a:latin typeface="Courier New" panose="02070309020205020404" pitchFamily="49" charset="0"/>
                <a:cs typeface="Courier New" panose="02070309020205020404" pitchFamily="49" charset="0"/>
              </a:rPr>
              <a:t> 		= T2 + T5.I4</a:t>
            </a:r>
          </a:p>
          <a:p>
            <a:pPr marL="0" indent="0">
              <a:buNone/>
            </a:pPr>
            <a:r>
              <a:rPr lang="en-US" sz="1800" b="1" dirty="0" err="1">
                <a:latin typeface="Courier New" panose="02070309020205020404" pitchFamily="49" charset="0"/>
                <a:cs typeface="Courier New" panose="02070309020205020404" pitchFamily="49" charset="0"/>
              </a:rPr>
              <a:t>PC</a:t>
            </a:r>
            <a:r>
              <a:rPr lang="en-US" sz="1800" b="1" baseline="-25000" dirty="0" err="1">
                <a:latin typeface="Courier New" panose="02070309020205020404" pitchFamily="49" charset="0"/>
                <a:cs typeface="Courier New" panose="02070309020205020404" pitchFamily="49" charset="0"/>
              </a:rPr>
              <a:t>out</a:t>
            </a:r>
            <a:r>
              <a:rPr lang="en-US" sz="1800" b="1" dirty="0">
                <a:latin typeface="Courier New" panose="02070309020205020404" pitchFamily="49" charset="0"/>
                <a:cs typeface="Courier New" panose="02070309020205020404" pitchFamily="49" charset="0"/>
              </a:rPr>
              <a:t> 		= T1 </a:t>
            </a:r>
          </a:p>
          <a:p>
            <a:pPr marL="0" indent="0">
              <a:buNone/>
            </a:pPr>
            <a:r>
              <a:rPr lang="en-US" sz="1800" b="1" dirty="0" err="1">
                <a:latin typeface="Courier New" panose="02070309020205020404" pitchFamily="49" charset="0"/>
                <a:cs typeface="Courier New" panose="02070309020205020404" pitchFamily="49" charset="0"/>
              </a:rPr>
              <a:t>MAR</a:t>
            </a:r>
            <a:r>
              <a:rPr lang="en-US" sz="1800" b="1" baseline="-25000" dirty="0" err="1">
                <a:latin typeface="Courier New" panose="02070309020205020404" pitchFamily="49" charset="0"/>
                <a:cs typeface="Courier New" panose="02070309020205020404" pitchFamily="49" charset="0"/>
              </a:rPr>
              <a:t>in</a:t>
            </a:r>
            <a:r>
              <a:rPr lang="en-US" sz="1800" b="1" dirty="0">
                <a:latin typeface="Courier New" panose="02070309020205020404" pitchFamily="49" charset="0"/>
                <a:cs typeface="Courier New" panose="02070309020205020404" pitchFamily="49" charset="0"/>
              </a:rPr>
              <a:t> 		= T1 + T4.(I2 + I3) </a:t>
            </a:r>
          </a:p>
          <a:p>
            <a:pPr marL="0" indent="0">
              <a:buNone/>
            </a:pPr>
            <a:r>
              <a:rPr lang="en-US" sz="1800" b="1" dirty="0">
                <a:latin typeface="Courier New" panose="02070309020205020404" pitchFamily="49" charset="0"/>
                <a:cs typeface="Courier New" panose="02070309020205020404" pitchFamily="49" charset="0"/>
              </a:rPr>
              <a:t>Z</a:t>
            </a:r>
            <a:r>
              <a:rPr lang="en-US" sz="1800" b="1" baseline="-25000" dirty="0">
                <a:latin typeface="Courier New" panose="02070309020205020404" pitchFamily="49" charset="0"/>
                <a:cs typeface="Courier New" panose="02070309020205020404" pitchFamily="49" charset="0"/>
              </a:rPr>
              <a:t>in</a:t>
            </a:r>
            <a:r>
              <a:rPr lang="en-US" sz="1800" b="1" dirty="0">
                <a:latin typeface="Courier New" panose="02070309020205020404" pitchFamily="49" charset="0"/>
                <a:cs typeface="Courier New" panose="02070309020205020404" pitchFamily="49" charset="0"/>
              </a:rPr>
              <a:t> 		= T1 + T4.(I4 + I5) + T6.I2</a:t>
            </a:r>
          </a:p>
          <a:p>
            <a:pPr marL="0" indent="0">
              <a:buNone/>
            </a:pPr>
            <a:r>
              <a:rPr lang="en-US" sz="1800" b="1" dirty="0" err="1">
                <a:latin typeface="Courier New" panose="02070309020205020404" pitchFamily="49" charset="0"/>
                <a:cs typeface="Courier New" panose="02070309020205020404" pitchFamily="49" charset="0"/>
              </a:rPr>
              <a:t>Z</a:t>
            </a:r>
            <a:r>
              <a:rPr lang="en-US" sz="1800" b="1" baseline="-25000" dirty="0" err="1">
                <a:latin typeface="Courier New" panose="02070309020205020404" pitchFamily="49" charset="0"/>
                <a:cs typeface="Courier New" panose="02070309020205020404" pitchFamily="49" charset="0"/>
              </a:rPr>
              <a:t>out</a:t>
            </a:r>
            <a:r>
              <a:rPr lang="en-US" sz="1800" b="1" dirty="0">
                <a:latin typeface="Courier New" panose="02070309020205020404" pitchFamily="49" charset="0"/>
                <a:cs typeface="Courier New" panose="02070309020205020404" pitchFamily="49" charset="0"/>
              </a:rPr>
              <a:t> 		= T2 + T5.(I4 + I5) + T6.I1 + T7.I2</a:t>
            </a:r>
          </a:p>
          <a:p>
            <a:pPr marL="0" indent="0">
              <a:buNone/>
            </a:pPr>
            <a:r>
              <a:rPr lang="en-US" sz="1800" b="1" dirty="0" err="1">
                <a:latin typeface="Courier New" panose="02070309020205020404" pitchFamily="49" charset="0"/>
                <a:cs typeface="Courier New" panose="02070309020205020404" pitchFamily="49" charset="0"/>
              </a:rPr>
              <a:t>MDR</a:t>
            </a:r>
            <a:r>
              <a:rPr lang="en-US" sz="1800" b="1" baseline="-25000" dirty="0" err="1">
                <a:latin typeface="Courier New" panose="02070309020205020404" pitchFamily="49" charset="0"/>
                <a:cs typeface="Courier New" panose="02070309020205020404" pitchFamily="49" charset="0"/>
              </a:rPr>
              <a:t>out</a:t>
            </a:r>
            <a:r>
              <a:rPr lang="en-US" sz="1800" b="1" dirty="0">
                <a:latin typeface="Courier New" panose="02070309020205020404" pitchFamily="49" charset="0"/>
                <a:cs typeface="Courier New" panose="02070309020205020404" pitchFamily="49" charset="0"/>
              </a:rPr>
              <a:t> 		= T3 + T6.(I2 + I3)</a:t>
            </a:r>
          </a:p>
          <a:p>
            <a:pPr marL="0" indent="0">
              <a:buNone/>
            </a:pPr>
            <a:r>
              <a:rPr lang="en-US" sz="1800" b="1" dirty="0" err="1">
                <a:latin typeface="Courier New" panose="02070309020205020404" pitchFamily="49" charset="0"/>
                <a:cs typeface="Courier New" panose="02070309020205020404" pitchFamily="49" charset="0"/>
              </a:rPr>
              <a:t>IR</a:t>
            </a:r>
            <a:r>
              <a:rPr lang="en-US" sz="1800" b="1" baseline="-25000" dirty="0" err="1">
                <a:latin typeface="Courier New" panose="02070309020205020404" pitchFamily="49" charset="0"/>
                <a:cs typeface="Courier New" panose="02070309020205020404" pitchFamily="49" charset="0"/>
              </a:rPr>
              <a:t>in</a:t>
            </a:r>
            <a:r>
              <a:rPr lang="en-US" sz="1800" b="1" dirty="0">
                <a:latin typeface="Courier New" panose="02070309020205020404" pitchFamily="49" charset="0"/>
                <a:cs typeface="Courier New" panose="02070309020205020404" pitchFamily="49" charset="0"/>
              </a:rPr>
              <a:t> 		= T3</a:t>
            </a:r>
          </a:p>
          <a:p>
            <a:pPr marL="0" indent="0">
              <a:buNone/>
            </a:pPr>
            <a:r>
              <a:rPr lang="en-US" sz="1800" b="1" dirty="0">
                <a:latin typeface="Courier New" panose="02070309020205020404" pitchFamily="49" charset="0"/>
                <a:cs typeface="Courier New" panose="02070309020205020404" pitchFamily="49" charset="0"/>
              </a:rPr>
              <a:t>Y</a:t>
            </a:r>
            <a:r>
              <a:rPr lang="en-US" sz="1800" b="1" baseline="-25000" dirty="0">
                <a:latin typeface="Courier New" panose="02070309020205020404" pitchFamily="49" charset="0"/>
                <a:cs typeface="Courier New" panose="02070309020205020404" pitchFamily="49" charset="0"/>
              </a:rPr>
              <a:t>in</a:t>
            </a:r>
            <a:r>
              <a:rPr lang="en-US" sz="1800" b="1" dirty="0">
                <a:latin typeface="Courier New" panose="02070309020205020404" pitchFamily="49" charset="0"/>
                <a:cs typeface="Courier New" panose="02070309020205020404" pitchFamily="49" charset="0"/>
              </a:rPr>
              <a:t>  		= T2 + T4.I1 + T5.I2</a:t>
            </a:r>
          </a:p>
          <a:p>
            <a:pPr marL="0" indent="0">
              <a:buNone/>
            </a:pPr>
            <a:r>
              <a:rPr lang="en-US" sz="1800" b="1" dirty="0">
                <a:latin typeface="Courier New" panose="02070309020205020404" pitchFamily="49" charset="0"/>
                <a:cs typeface="Courier New" panose="02070309020205020404" pitchFamily="49" charset="0"/>
              </a:rPr>
              <a:t>Select4 	= T1 + T4.I5</a:t>
            </a:r>
          </a:p>
          <a:p>
            <a:pPr marL="0" indent="0">
              <a:buNone/>
            </a:pPr>
            <a:r>
              <a:rPr lang="en-US" sz="1800" b="1" dirty="0" err="1">
                <a:latin typeface="Courier New" panose="02070309020205020404" pitchFamily="49" charset="0"/>
                <a:cs typeface="Courier New" panose="02070309020205020404" pitchFamily="49" charset="0"/>
              </a:rPr>
              <a:t>SelectY</a:t>
            </a:r>
            <a:r>
              <a:rPr lang="en-US" sz="1800" b="1" dirty="0">
                <a:latin typeface="Courier New" panose="02070309020205020404" pitchFamily="49" charset="0"/>
                <a:cs typeface="Courier New" panose="02070309020205020404" pitchFamily="49" charset="0"/>
              </a:rPr>
              <a:t> 	= T4.I4 + T5.I1 + T6.I2</a:t>
            </a:r>
          </a:p>
          <a:p>
            <a:pPr marL="0" indent="0">
              <a:buNone/>
            </a:pPr>
            <a:r>
              <a:rPr lang="en-US" sz="1800" b="1" dirty="0">
                <a:latin typeface="Courier New" panose="02070309020205020404" pitchFamily="49" charset="0"/>
                <a:cs typeface="Courier New" panose="02070309020205020404" pitchFamily="49" charset="0"/>
              </a:rPr>
              <a:t>END 		= T5.(I4 + I5) + T6.(I1 + I3) + T7.I2</a:t>
            </a:r>
          </a:p>
          <a:p>
            <a:pPr marL="0" indent="0">
              <a:buNone/>
            </a:pPr>
            <a:r>
              <a:rPr lang="en-US" sz="1800" b="1" dirty="0" err="1">
                <a:latin typeface="Courier New" panose="02070309020205020404" pitchFamily="49" charset="0"/>
                <a:cs typeface="Courier New" panose="02070309020205020404" pitchFamily="49" charset="0"/>
              </a:rPr>
              <a:t>Rx</a:t>
            </a:r>
            <a:r>
              <a:rPr lang="en-US" sz="1800" b="1" baseline="-25000" dirty="0" err="1">
                <a:latin typeface="Courier New" panose="02070309020205020404" pitchFamily="49" charset="0"/>
                <a:cs typeface="Courier New" panose="02070309020205020404" pitchFamily="49" charset="0"/>
              </a:rPr>
              <a:t>in</a:t>
            </a:r>
            <a:r>
              <a:rPr lang="en-US" sz="1800" b="1" dirty="0">
                <a:latin typeface="Courier New" panose="02070309020205020404" pitchFamily="49" charset="0"/>
                <a:cs typeface="Courier New" panose="02070309020205020404" pitchFamily="49" charset="0"/>
              </a:rPr>
              <a:t> 		= T5.I5 + T6.(I1 + I3) + T7.I2</a:t>
            </a:r>
          </a:p>
          <a:p>
            <a:pPr marL="0" indent="0">
              <a:buNone/>
            </a:pPr>
            <a:r>
              <a:rPr lang="en-US" sz="1800" b="1" dirty="0" err="1">
                <a:latin typeface="Courier New" panose="02070309020205020404" pitchFamily="49" charset="0"/>
                <a:cs typeface="Courier New" panose="02070309020205020404" pitchFamily="49" charset="0"/>
              </a:rPr>
              <a:t>Rx</a:t>
            </a:r>
            <a:r>
              <a:rPr lang="en-US" sz="1800" b="1" baseline="-25000" dirty="0" err="1">
                <a:latin typeface="Courier New" panose="02070309020205020404" pitchFamily="49" charset="0"/>
                <a:cs typeface="Courier New" panose="02070309020205020404" pitchFamily="49" charset="0"/>
              </a:rPr>
              <a:t>out</a:t>
            </a:r>
            <a:r>
              <a:rPr lang="en-US" sz="1800" b="1" dirty="0">
                <a:latin typeface="Courier New" panose="02070309020205020404" pitchFamily="49" charset="0"/>
                <a:cs typeface="Courier New" panose="02070309020205020404" pitchFamily="49" charset="0"/>
              </a:rPr>
              <a:t> 		= T4.(I1 + I5) + T5.(I1 + I2)</a:t>
            </a:r>
          </a:p>
          <a:p>
            <a:pPr marL="0" indent="0">
              <a:buNone/>
            </a:pPr>
            <a:r>
              <a:rPr lang="en-US" sz="1800" b="1" dirty="0">
                <a:latin typeface="Courier New" panose="02070309020205020404" pitchFamily="49" charset="0"/>
                <a:cs typeface="Courier New" panose="02070309020205020404" pitchFamily="49" charset="0"/>
              </a:rPr>
              <a:t>WMFC		= T2 + T5.(I2 + I3)</a:t>
            </a:r>
          </a:p>
          <a:p>
            <a:pPr marL="0" indent="0">
              <a:buNone/>
            </a:pPr>
            <a:endParaRPr lang="en-US" sz="1800" dirty="0"/>
          </a:p>
          <a:p>
            <a:pPr marL="0" indent="0">
              <a:buNone/>
            </a:pPr>
            <a:endParaRPr lang="en-US" sz="1800" dirty="0"/>
          </a:p>
        </p:txBody>
      </p:sp>
      <p:sp>
        <p:nvSpPr>
          <p:cNvPr id="4" name="Slide Number Placeholder 3">
            <a:extLst>
              <a:ext uri="{FF2B5EF4-FFF2-40B4-BE49-F238E27FC236}">
                <a16:creationId xmlns:a16="http://schemas.microsoft.com/office/drawing/2014/main" id="{5FDFD168-624D-64DC-F8F9-700A85CF15A7}"/>
              </a:ext>
            </a:extLst>
          </p:cNvPr>
          <p:cNvSpPr>
            <a:spLocks noGrp="1"/>
          </p:cNvSpPr>
          <p:nvPr>
            <p:ph type="sldNum" sz="quarter" idx="12"/>
          </p:nvPr>
        </p:nvSpPr>
        <p:spPr/>
        <p:txBody>
          <a:bodyPr/>
          <a:lstStyle/>
          <a:p>
            <a:fld id="{A56F1F74-EAAB-4BA4-8360-0B2AFE8E155E}" type="slidenum">
              <a:rPr lang="en-IN" smtClean="0"/>
              <a:t>71</a:t>
            </a:fld>
            <a:endParaRPr lang="en-IN"/>
          </a:p>
        </p:txBody>
      </p:sp>
    </p:spTree>
    <p:extLst>
      <p:ext uri="{BB962C8B-B14F-4D97-AF65-F5344CB8AC3E}">
        <p14:creationId xmlns:p14="http://schemas.microsoft.com/office/powerpoint/2010/main" val="414842161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9BCF-50CD-BE41-A881-692186C5CF20}"/>
              </a:ext>
            </a:extLst>
          </p:cNvPr>
          <p:cNvSpPr>
            <a:spLocks noGrp="1"/>
          </p:cNvSpPr>
          <p:nvPr>
            <p:ph type="title"/>
          </p:nvPr>
        </p:nvSpPr>
        <p:spPr/>
        <p:txBody>
          <a:bodyPr/>
          <a:lstStyle/>
          <a:p>
            <a:r>
              <a:rPr lang="en-US" dirty="0"/>
              <a:t>Design of the Encoder Block</a:t>
            </a:r>
          </a:p>
        </p:txBody>
      </p:sp>
      <p:sp>
        <p:nvSpPr>
          <p:cNvPr id="3" name="Content Placeholder 2">
            <a:extLst>
              <a:ext uri="{FF2B5EF4-FFF2-40B4-BE49-F238E27FC236}">
                <a16:creationId xmlns:a16="http://schemas.microsoft.com/office/drawing/2014/main" id="{6109E0E3-AA5D-F7ED-CA81-3695A78F45B4}"/>
              </a:ext>
            </a:extLst>
          </p:cNvPr>
          <p:cNvSpPr>
            <a:spLocks noGrp="1"/>
          </p:cNvSpPr>
          <p:nvPr>
            <p:ph idx="1"/>
          </p:nvPr>
        </p:nvSpPr>
        <p:spPr/>
        <p:txBody>
          <a:bodyPr>
            <a:normAutofit/>
          </a:bodyPr>
          <a:lstStyle/>
          <a:p>
            <a:r>
              <a:rPr lang="en-US" sz="2400" dirty="0"/>
              <a:t>Implement the logic functions to generate the control signals.</a:t>
            </a:r>
          </a:p>
          <a:p>
            <a:pPr lvl="1">
              <a:spcAft>
                <a:spcPts val="1800"/>
              </a:spcAft>
            </a:pPr>
            <a:r>
              <a:rPr lang="en-US" sz="2000" dirty="0"/>
              <a:t>Using logic gates or any other hardware module.</a:t>
            </a:r>
          </a:p>
          <a:p>
            <a:r>
              <a:rPr lang="en-US" sz="2400" dirty="0"/>
              <a:t>This method of generating control signals is very fast.</a:t>
            </a:r>
          </a:p>
          <a:p>
            <a:pPr marL="0" indent="0">
              <a:buNone/>
            </a:pPr>
            <a:endParaRPr lang="en-US" sz="2400" dirty="0"/>
          </a:p>
        </p:txBody>
      </p:sp>
      <p:sp>
        <p:nvSpPr>
          <p:cNvPr id="4" name="Slide Number Placeholder 3">
            <a:extLst>
              <a:ext uri="{FF2B5EF4-FFF2-40B4-BE49-F238E27FC236}">
                <a16:creationId xmlns:a16="http://schemas.microsoft.com/office/drawing/2014/main" id="{8AD3F7E7-C90D-A53B-EF7C-949A8A2DA7FE}"/>
              </a:ext>
            </a:extLst>
          </p:cNvPr>
          <p:cNvSpPr>
            <a:spLocks noGrp="1"/>
          </p:cNvSpPr>
          <p:nvPr>
            <p:ph type="sldNum" sz="quarter" idx="12"/>
          </p:nvPr>
        </p:nvSpPr>
        <p:spPr/>
        <p:txBody>
          <a:bodyPr/>
          <a:lstStyle/>
          <a:p>
            <a:fld id="{A56F1F74-EAAB-4BA4-8360-0B2AFE8E155E}" type="slidenum">
              <a:rPr lang="en-IN" smtClean="0"/>
              <a:t>72</a:t>
            </a:fld>
            <a:endParaRPr lang="en-IN"/>
          </a:p>
        </p:txBody>
      </p:sp>
    </p:spTree>
    <p:extLst>
      <p:ext uri="{BB962C8B-B14F-4D97-AF65-F5344CB8AC3E}">
        <p14:creationId xmlns:p14="http://schemas.microsoft.com/office/powerpoint/2010/main" val="41514406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B147-0353-F11C-CEEF-CF9F6AF78B1E}"/>
              </a:ext>
            </a:extLst>
          </p:cNvPr>
          <p:cNvSpPr>
            <a:spLocks noGrp="1"/>
          </p:cNvSpPr>
          <p:nvPr>
            <p:ph type="title"/>
          </p:nvPr>
        </p:nvSpPr>
        <p:spPr/>
        <p:txBody>
          <a:bodyPr/>
          <a:lstStyle/>
          <a:p>
            <a:r>
              <a:rPr lang="en-US" dirty="0"/>
              <a:t>Practice Assignment 3</a:t>
            </a:r>
          </a:p>
        </p:txBody>
      </p:sp>
      <p:sp>
        <p:nvSpPr>
          <p:cNvPr id="3" name="Content Placeholder 2">
            <a:extLst>
              <a:ext uri="{FF2B5EF4-FFF2-40B4-BE49-F238E27FC236}">
                <a16:creationId xmlns:a16="http://schemas.microsoft.com/office/drawing/2014/main" id="{6C5FDE04-96FF-F00A-7003-481AE6E0EA5C}"/>
              </a:ext>
            </a:extLst>
          </p:cNvPr>
          <p:cNvSpPr>
            <a:spLocks noGrp="1"/>
          </p:cNvSpPr>
          <p:nvPr>
            <p:ph idx="1"/>
          </p:nvPr>
        </p:nvSpPr>
        <p:spPr/>
        <p:txBody>
          <a:bodyPr/>
          <a:lstStyle/>
          <a:p>
            <a:r>
              <a:rPr lang="en-US" dirty="0"/>
              <a:t>Design the hardwired control unit for the 12 instructions as given for:</a:t>
            </a:r>
          </a:p>
          <a:p>
            <a:pPr marL="914400" lvl="1" indent="-457200">
              <a:buFont typeface="+mj-lt"/>
              <a:buAutoNum type="alphaLcParenR"/>
            </a:pPr>
            <a:r>
              <a:rPr lang="en-US" dirty="0"/>
              <a:t>1-bus architecture</a:t>
            </a:r>
          </a:p>
          <a:p>
            <a:pPr marL="914400" lvl="1" indent="-457200">
              <a:buFont typeface="+mj-lt"/>
              <a:buAutoNum type="alphaLcParenR"/>
            </a:pPr>
            <a:r>
              <a:rPr lang="en-US" dirty="0"/>
              <a:t>3-bus architecture</a:t>
            </a:r>
          </a:p>
        </p:txBody>
      </p:sp>
      <p:sp>
        <p:nvSpPr>
          <p:cNvPr id="4" name="Slide Number Placeholder 3">
            <a:extLst>
              <a:ext uri="{FF2B5EF4-FFF2-40B4-BE49-F238E27FC236}">
                <a16:creationId xmlns:a16="http://schemas.microsoft.com/office/drawing/2014/main" id="{340940DD-0EBF-E645-B0E6-1396D16CDDA6}"/>
              </a:ext>
            </a:extLst>
          </p:cNvPr>
          <p:cNvSpPr>
            <a:spLocks noGrp="1"/>
          </p:cNvSpPr>
          <p:nvPr>
            <p:ph type="sldNum" sz="quarter" idx="12"/>
          </p:nvPr>
        </p:nvSpPr>
        <p:spPr/>
        <p:txBody>
          <a:bodyPr/>
          <a:lstStyle/>
          <a:p>
            <a:fld id="{A56F1F74-EAAB-4BA4-8360-0B2AFE8E155E}" type="slidenum">
              <a:rPr lang="en-IN" smtClean="0"/>
              <a:t>73</a:t>
            </a:fld>
            <a:endParaRPr lang="en-IN"/>
          </a:p>
        </p:txBody>
      </p:sp>
    </p:spTree>
    <p:extLst>
      <p:ext uri="{BB962C8B-B14F-4D97-AF65-F5344CB8AC3E}">
        <p14:creationId xmlns:p14="http://schemas.microsoft.com/office/powerpoint/2010/main" val="30978855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48EC95-F431-B035-49C7-ECCA77198910}"/>
              </a:ext>
            </a:extLst>
          </p:cNvPr>
          <p:cNvSpPr>
            <a:spLocks noGrp="1"/>
          </p:cNvSpPr>
          <p:nvPr>
            <p:ph type="ctrTitle"/>
          </p:nvPr>
        </p:nvSpPr>
        <p:spPr/>
        <p:txBody>
          <a:bodyPr>
            <a:normAutofit/>
          </a:bodyPr>
          <a:lstStyle/>
          <a:p>
            <a:r>
              <a:rPr lang="en-US" sz="3200" dirty="0"/>
              <a:t>Generation of Control Signals</a:t>
            </a:r>
            <a:br>
              <a:rPr lang="en-US" sz="3200" dirty="0"/>
            </a:br>
            <a:r>
              <a:rPr lang="en-US" sz="3200" dirty="0"/>
              <a:t>(Microprogrammed Control)</a:t>
            </a:r>
          </a:p>
        </p:txBody>
      </p:sp>
      <p:sp>
        <p:nvSpPr>
          <p:cNvPr id="6" name="Subtitle 5">
            <a:extLst>
              <a:ext uri="{FF2B5EF4-FFF2-40B4-BE49-F238E27FC236}">
                <a16:creationId xmlns:a16="http://schemas.microsoft.com/office/drawing/2014/main" id="{177E4394-4E4F-D640-9D12-1088F2388593}"/>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65FC56D6-A370-0CF7-0AA3-F74E18FE8EE6}"/>
              </a:ext>
            </a:extLst>
          </p:cNvPr>
          <p:cNvSpPr>
            <a:spLocks noGrp="1"/>
          </p:cNvSpPr>
          <p:nvPr>
            <p:ph type="sldNum" sz="quarter" idx="12"/>
          </p:nvPr>
        </p:nvSpPr>
        <p:spPr/>
        <p:txBody>
          <a:bodyPr/>
          <a:lstStyle/>
          <a:p>
            <a:fld id="{A56F1F74-EAAB-4BA4-8360-0B2AFE8E155E}" type="slidenum">
              <a:rPr lang="en-IN" smtClean="0"/>
              <a:t>74</a:t>
            </a:fld>
            <a:endParaRPr lang="en-IN"/>
          </a:p>
        </p:txBody>
      </p:sp>
    </p:spTree>
    <p:extLst>
      <p:ext uri="{BB962C8B-B14F-4D97-AF65-F5344CB8AC3E}">
        <p14:creationId xmlns:p14="http://schemas.microsoft.com/office/powerpoint/2010/main" val="391566451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Microprogrammed</a:t>
            </a:r>
            <a:r>
              <a:rPr lang="en-US" dirty="0"/>
              <a:t> Control Unit Design</a:t>
            </a:r>
          </a:p>
        </p:txBody>
      </p:sp>
      <p:sp>
        <p:nvSpPr>
          <p:cNvPr id="3" name="Content Placeholder 2"/>
          <p:cNvSpPr>
            <a:spLocks noGrp="1"/>
          </p:cNvSpPr>
          <p:nvPr>
            <p:ph idx="1"/>
          </p:nvPr>
        </p:nvSpPr>
        <p:spPr/>
        <p:txBody>
          <a:bodyPr>
            <a:normAutofit fontScale="92500"/>
          </a:bodyPr>
          <a:lstStyle/>
          <a:p>
            <a:pPr marL="237061" indent="-237061"/>
            <a:r>
              <a:rPr lang="en-IN" dirty="0"/>
              <a:t>Control signals are generated by a program similar to machine language program.</a:t>
            </a:r>
          </a:p>
          <a:p>
            <a:pPr marL="237061" indent="-237061"/>
            <a:r>
              <a:rPr lang="en-IN" dirty="0"/>
              <a:t>A </a:t>
            </a:r>
            <a:r>
              <a:rPr lang="en-IN" i="1" dirty="0">
                <a:solidFill>
                  <a:srgbClr val="C00000"/>
                </a:solidFill>
              </a:rPr>
              <a:t>Control Store </a:t>
            </a:r>
            <a:r>
              <a:rPr lang="en-IN" dirty="0"/>
              <a:t>(CS) stores the microroutines for all instructions of an ISA.</a:t>
            </a:r>
          </a:p>
          <a:p>
            <a:pPr marL="237061" indent="-237061"/>
            <a:r>
              <a:rPr lang="en-IN" dirty="0"/>
              <a:t>The sequence of steps corresponding to the control sequence of a machine instruction is the </a:t>
            </a:r>
            <a:r>
              <a:rPr lang="en-IN" i="1" dirty="0">
                <a:solidFill>
                  <a:srgbClr val="C00000"/>
                </a:solidFill>
              </a:rPr>
              <a:t>microroutine</a:t>
            </a:r>
            <a:r>
              <a:rPr lang="en-IN" dirty="0"/>
              <a:t>.</a:t>
            </a:r>
          </a:p>
          <a:p>
            <a:pPr marL="237061" indent="-237061"/>
            <a:r>
              <a:rPr lang="en-IN" dirty="0"/>
              <a:t>Each sequence of steps is a </a:t>
            </a:r>
            <a:r>
              <a:rPr lang="en-IN" i="1" dirty="0">
                <a:solidFill>
                  <a:srgbClr val="C00000"/>
                </a:solidFill>
              </a:rPr>
              <a:t>Control Word </a:t>
            </a:r>
            <a:r>
              <a:rPr lang="en-IN" dirty="0"/>
              <a:t>(CW) whose individual bits represent the various control signals.</a:t>
            </a:r>
          </a:p>
          <a:p>
            <a:pPr marL="237061" indent="-237061"/>
            <a:r>
              <a:rPr lang="en-IN" dirty="0"/>
              <a:t>Individual control words in a microroutine are called </a:t>
            </a:r>
            <a:r>
              <a:rPr lang="en-IN" i="1" dirty="0">
                <a:solidFill>
                  <a:srgbClr val="C00000"/>
                </a:solidFill>
              </a:rPr>
              <a:t>microinstructions</a:t>
            </a:r>
            <a:r>
              <a:rPr lang="en-IN" b="1" dirty="0"/>
              <a:t>.</a:t>
            </a:r>
          </a:p>
        </p:txBody>
      </p:sp>
      <p:sp>
        <p:nvSpPr>
          <p:cNvPr id="4" name="Slide Number Placeholder 3"/>
          <p:cNvSpPr>
            <a:spLocks noGrp="1"/>
          </p:cNvSpPr>
          <p:nvPr>
            <p:ph type="sldNum" sz="quarter" idx="12"/>
          </p:nvPr>
        </p:nvSpPr>
        <p:spPr/>
        <p:txBody>
          <a:bodyPr/>
          <a:lstStyle/>
          <a:p>
            <a:fld id="{A56F1F74-EAAB-4BA4-8360-0B2AFE8E155E}" type="slidenum">
              <a:rPr lang="en-IN" smtClean="0"/>
              <a:t>75</a:t>
            </a:fld>
            <a:endParaRPr lang="en-IN"/>
          </a:p>
        </p:txBody>
      </p:sp>
    </p:spTree>
    <p:extLst>
      <p:ext uri="{BB962C8B-B14F-4D97-AF65-F5344CB8AC3E}">
        <p14:creationId xmlns:p14="http://schemas.microsoft.com/office/powerpoint/2010/main" val="32009216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815AC96-4A5A-4699-9DBD-ACAB251D8CBA}" type="slidenum">
              <a:rPr lang="en-US" smtClean="0"/>
              <a:t>76</a:t>
            </a:fld>
            <a:endParaRPr lang="en-US"/>
          </a:p>
        </p:txBody>
      </p:sp>
      <p:grpSp>
        <p:nvGrpSpPr>
          <p:cNvPr id="27" name="Group 26"/>
          <p:cNvGrpSpPr/>
          <p:nvPr/>
        </p:nvGrpSpPr>
        <p:grpSpPr>
          <a:xfrm>
            <a:off x="2709432" y="1041400"/>
            <a:ext cx="6832195" cy="4203700"/>
            <a:chOff x="2709432" y="1041400"/>
            <a:chExt cx="6832195" cy="4203700"/>
          </a:xfrm>
        </p:grpSpPr>
        <p:sp>
          <p:nvSpPr>
            <p:cNvPr id="14" name="Rectangle 13"/>
            <p:cNvSpPr/>
            <p:nvPr/>
          </p:nvSpPr>
          <p:spPr>
            <a:xfrm>
              <a:off x="6675120" y="4371340"/>
              <a:ext cx="2037080" cy="518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solidFill>
                    <a:srgbClr val="800000"/>
                  </a:solidFill>
                </a:rPr>
                <a:t>Control Word (CW)</a:t>
              </a:r>
            </a:p>
          </p:txBody>
        </p:sp>
        <p:grpSp>
          <p:nvGrpSpPr>
            <p:cNvPr id="16" name="Group 15"/>
            <p:cNvGrpSpPr/>
            <p:nvPr/>
          </p:nvGrpSpPr>
          <p:grpSpPr>
            <a:xfrm>
              <a:off x="2709432" y="1066800"/>
              <a:ext cx="3945372" cy="4178300"/>
              <a:chOff x="5362011" y="904875"/>
              <a:chExt cx="2959028" cy="3133725"/>
            </a:xfrm>
          </p:grpSpPr>
          <p:sp>
            <p:nvSpPr>
              <p:cNvPr id="5" name="Rectangle 4"/>
              <p:cNvSpPr/>
              <p:nvPr/>
            </p:nvSpPr>
            <p:spPr>
              <a:xfrm>
                <a:off x="5537662" y="1123950"/>
                <a:ext cx="475211" cy="906780"/>
              </a:xfrm>
              <a:prstGeom prst="rect">
                <a:avLst/>
              </a:prstGeom>
              <a:solidFill>
                <a:schemeClr val="accent5">
                  <a:lumMod val="20000"/>
                  <a:lumOff val="80000"/>
                </a:schemeClr>
              </a:solidFill>
              <a:ln w="19050" cmpd="sng">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IR</a:t>
                </a:r>
              </a:p>
            </p:txBody>
          </p:sp>
          <p:sp>
            <p:nvSpPr>
              <p:cNvPr id="6" name="Rectangle 5"/>
              <p:cNvSpPr/>
              <p:nvPr/>
            </p:nvSpPr>
            <p:spPr>
              <a:xfrm>
                <a:off x="6691745" y="904875"/>
                <a:ext cx="1289858" cy="1125855"/>
              </a:xfrm>
              <a:prstGeom prst="rect">
                <a:avLst/>
              </a:prstGeom>
              <a:solidFill>
                <a:schemeClr val="accent6">
                  <a:lumMod val="20000"/>
                  <a:lumOff val="80000"/>
                </a:schemeClr>
              </a:solidFill>
              <a:ln>
                <a:solidFill>
                  <a:srgbClr val="8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Starting and Branch Address Generator</a:t>
                </a:r>
              </a:p>
            </p:txBody>
          </p:sp>
          <p:sp>
            <p:nvSpPr>
              <p:cNvPr id="7" name="Rectangle 6"/>
              <p:cNvSpPr/>
              <p:nvPr/>
            </p:nvSpPr>
            <p:spPr>
              <a:xfrm>
                <a:off x="6691745" y="2419350"/>
                <a:ext cx="1289858" cy="453390"/>
              </a:xfrm>
              <a:prstGeom prst="rect">
                <a:avLst/>
              </a:prstGeom>
              <a:solidFill>
                <a:srgbClr val="FFFF00"/>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b="1" dirty="0">
                    <a:solidFill>
                      <a:schemeClr val="tx1"/>
                    </a:solidFill>
                    <a:latin typeface="Calibri Light"/>
                    <a:cs typeface="Calibri Light"/>
                  </a:rPr>
                  <a:t>μ</a:t>
                </a:r>
                <a:r>
                  <a:rPr lang="en-IN" dirty="0">
                    <a:solidFill>
                      <a:schemeClr val="tx1"/>
                    </a:solidFill>
                  </a:rPr>
                  <a:t>PC</a:t>
                </a:r>
              </a:p>
            </p:txBody>
          </p:sp>
          <p:sp>
            <p:nvSpPr>
              <p:cNvPr id="8" name="Rectangle 7"/>
              <p:cNvSpPr/>
              <p:nvPr/>
            </p:nvSpPr>
            <p:spPr>
              <a:xfrm>
                <a:off x="5362011" y="2428689"/>
                <a:ext cx="862631" cy="4533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dirty="0">
                    <a:solidFill>
                      <a:schemeClr val="tx1"/>
                    </a:solidFill>
                  </a:rPr>
                  <a:t>Clock</a:t>
                </a:r>
              </a:p>
            </p:txBody>
          </p:sp>
          <p:sp>
            <p:nvSpPr>
              <p:cNvPr id="9" name="Rectangle 8"/>
              <p:cNvSpPr/>
              <p:nvPr/>
            </p:nvSpPr>
            <p:spPr>
              <a:xfrm>
                <a:off x="6691745" y="3261360"/>
                <a:ext cx="1289858" cy="777240"/>
              </a:xfrm>
              <a:prstGeom prst="rect">
                <a:avLst/>
              </a:prstGeom>
              <a:solidFill>
                <a:schemeClr val="accent4">
                  <a:lumMod val="20000"/>
                  <a:lumOff val="80000"/>
                </a:schemeClr>
              </a:solid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Control Store</a:t>
                </a:r>
              </a:p>
            </p:txBody>
          </p:sp>
          <p:sp>
            <p:nvSpPr>
              <p:cNvPr id="10" name="Right Arrow 9"/>
              <p:cNvSpPr/>
              <p:nvPr/>
            </p:nvSpPr>
            <p:spPr>
              <a:xfrm>
                <a:off x="6012873" y="1447800"/>
                <a:ext cx="678873" cy="259080"/>
              </a:xfrm>
              <a:prstGeom prst="rightArrow">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Down Arrow 10"/>
              <p:cNvSpPr/>
              <p:nvPr/>
            </p:nvSpPr>
            <p:spPr>
              <a:xfrm>
                <a:off x="7166956" y="2030730"/>
                <a:ext cx="237605" cy="388620"/>
              </a:xfrm>
              <a:prstGeom prst="downArrow">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Down Arrow 11"/>
              <p:cNvSpPr/>
              <p:nvPr/>
            </p:nvSpPr>
            <p:spPr>
              <a:xfrm>
                <a:off x="7166956" y="2872740"/>
                <a:ext cx="237605" cy="388620"/>
              </a:xfrm>
              <a:prstGeom prst="downArrow">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ight Arrow 12"/>
              <p:cNvSpPr/>
              <p:nvPr/>
            </p:nvSpPr>
            <p:spPr>
              <a:xfrm>
                <a:off x="7981603" y="3447097"/>
                <a:ext cx="339436" cy="291465"/>
              </a:xfrm>
              <a:prstGeom prst="rightArrow">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Arrow Connector 14"/>
              <p:cNvCxnSpPr>
                <a:stCxn id="8" idx="3"/>
              </p:cNvCxnSpPr>
              <p:nvPr/>
            </p:nvCxnSpPr>
            <p:spPr>
              <a:xfrm>
                <a:off x="6224642" y="2655384"/>
                <a:ext cx="495114" cy="0"/>
              </a:xfrm>
              <a:prstGeom prst="straightConnector1">
                <a:avLst/>
              </a:prstGeom>
              <a:ln w="254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0" name="Rectangle 19"/>
            <p:cNvSpPr/>
            <p:nvPr/>
          </p:nvSpPr>
          <p:spPr>
            <a:xfrm>
              <a:off x="8183882" y="1041400"/>
              <a:ext cx="1357745" cy="6604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External Inputs</a:t>
              </a:r>
            </a:p>
          </p:txBody>
        </p:sp>
        <p:sp>
          <p:nvSpPr>
            <p:cNvPr id="21" name="Rectangle 20"/>
            <p:cNvSpPr/>
            <p:nvPr/>
          </p:nvSpPr>
          <p:spPr>
            <a:xfrm>
              <a:off x="8183882" y="1879600"/>
              <a:ext cx="1357745" cy="68072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Condition Codes</a:t>
              </a:r>
            </a:p>
          </p:txBody>
        </p:sp>
        <p:cxnSp>
          <p:nvCxnSpPr>
            <p:cNvPr id="23" name="Straight Arrow Connector 22"/>
            <p:cNvCxnSpPr/>
            <p:nvPr/>
          </p:nvCxnSpPr>
          <p:spPr>
            <a:xfrm flipH="1">
              <a:off x="6197600" y="1193800"/>
              <a:ext cx="1981200" cy="0"/>
            </a:xfrm>
            <a:prstGeom prst="straightConnector1">
              <a:avLst/>
            </a:prstGeom>
            <a:ln w="1905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H="1">
              <a:off x="6197600" y="1574800"/>
              <a:ext cx="1981200" cy="0"/>
            </a:xfrm>
            <a:prstGeom prst="straightConnector1">
              <a:avLst/>
            </a:prstGeom>
            <a:ln w="1905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H="1">
              <a:off x="6172200" y="1993900"/>
              <a:ext cx="1981200" cy="0"/>
            </a:xfrm>
            <a:prstGeom prst="straightConnector1">
              <a:avLst/>
            </a:prstGeom>
            <a:ln w="1905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flipH="1">
              <a:off x="6184900" y="2451100"/>
              <a:ext cx="1981200" cy="0"/>
            </a:xfrm>
            <a:prstGeom prst="straightConnector1">
              <a:avLst/>
            </a:prstGeom>
            <a:ln w="19050">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2552281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199" y="215900"/>
            <a:ext cx="5113098" cy="6362699"/>
          </a:xfrm>
        </p:spPr>
        <p:txBody>
          <a:bodyPr>
            <a:noAutofit/>
          </a:bodyPr>
          <a:lstStyle/>
          <a:p>
            <a:pPr marL="237061" indent="-237061"/>
            <a:r>
              <a:rPr lang="en-IN" sz="2400" dirty="0"/>
              <a:t>Control-unit generates the control signals for an instruction by sequentially reading CWs of corresponding microroutine from CS.</a:t>
            </a:r>
          </a:p>
          <a:p>
            <a:pPr marL="237061" indent="-237061"/>
            <a:r>
              <a:rPr lang="en-IN" sz="2400" dirty="0"/>
              <a:t>The</a:t>
            </a:r>
            <a:r>
              <a:rPr lang="en-IN" sz="2400" b="1" dirty="0"/>
              <a:t> </a:t>
            </a:r>
            <a:r>
              <a:rPr lang="en-IN" sz="2400" i="1" dirty="0">
                <a:solidFill>
                  <a:srgbClr val="C00000"/>
                </a:solidFill>
              </a:rPr>
              <a:t>micro-program counter</a:t>
            </a:r>
            <a:r>
              <a:rPr lang="en-IN" sz="2400" b="1" i="1" dirty="0">
                <a:solidFill>
                  <a:srgbClr val="C00000"/>
                </a:solidFill>
              </a:rPr>
              <a:t> </a:t>
            </a:r>
            <a:r>
              <a:rPr lang="en-IN" sz="2400" dirty="0"/>
              <a:t>(</a:t>
            </a:r>
            <a:r>
              <a:rPr lang="en-IN" sz="2400" dirty="0" err="1"/>
              <a:t>μPC</a:t>
            </a:r>
            <a:r>
              <a:rPr lang="en-IN" sz="2400" dirty="0"/>
              <a:t>) is used to read CWs sequentially from </a:t>
            </a:r>
            <a:r>
              <a:rPr lang="en-IN" sz="2400" i="1" dirty="0">
                <a:solidFill>
                  <a:srgbClr val="C00000"/>
                </a:solidFill>
              </a:rPr>
              <a:t>CS</a:t>
            </a:r>
            <a:r>
              <a:rPr lang="en-IN" sz="2400" dirty="0"/>
              <a:t>. </a:t>
            </a:r>
          </a:p>
          <a:p>
            <a:pPr marL="237061" indent="-237061"/>
            <a:r>
              <a:rPr lang="en-IN" sz="2400" dirty="0"/>
              <a:t>Every time a new instruction is loaded into IR, output of </a:t>
            </a:r>
            <a:r>
              <a:rPr lang="en-IN" sz="2400" i="1" dirty="0">
                <a:solidFill>
                  <a:srgbClr val="C00000"/>
                </a:solidFill>
              </a:rPr>
              <a:t>Starting Address Generator</a:t>
            </a:r>
            <a:r>
              <a:rPr lang="en-IN" sz="2400" i="1" dirty="0">
                <a:solidFill>
                  <a:srgbClr val="800000"/>
                </a:solidFill>
              </a:rPr>
              <a:t> </a:t>
            </a:r>
            <a:r>
              <a:rPr lang="en-IN" sz="2400" dirty="0"/>
              <a:t>is loaded into μPC. </a:t>
            </a:r>
          </a:p>
          <a:p>
            <a:pPr marL="237061" indent="-237061"/>
            <a:r>
              <a:rPr lang="en-IN" sz="2400" dirty="0"/>
              <a:t>Then, μPC is automatically incremented by </a:t>
            </a:r>
            <a:r>
              <a:rPr lang="en-IN" sz="2400" i="1" dirty="0">
                <a:solidFill>
                  <a:srgbClr val="C00000"/>
                </a:solidFill>
              </a:rPr>
              <a:t>clock</a:t>
            </a:r>
            <a:r>
              <a:rPr lang="en-IN" sz="2400" dirty="0"/>
              <a:t> causing successive microinstructions to be read from </a:t>
            </a:r>
            <a:r>
              <a:rPr lang="en-IN" sz="2400" i="1" dirty="0">
                <a:solidFill>
                  <a:srgbClr val="C00000"/>
                </a:solidFill>
              </a:rPr>
              <a:t>CS</a:t>
            </a:r>
            <a:r>
              <a:rPr lang="en-IN" sz="2400" dirty="0"/>
              <a:t>.</a:t>
            </a:r>
          </a:p>
          <a:p>
            <a:endParaRPr lang="en-IN" sz="2400" dirty="0"/>
          </a:p>
        </p:txBody>
      </p:sp>
      <p:sp>
        <p:nvSpPr>
          <p:cNvPr id="4" name="Slide Number Placeholder 3"/>
          <p:cNvSpPr>
            <a:spLocks noGrp="1"/>
          </p:cNvSpPr>
          <p:nvPr>
            <p:ph type="sldNum" sz="quarter" idx="12"/>
          </p:nvPr>
        </p:nvSpPr>
        <p:spPr/>
        <p:txBody>
          <a:bodyPr/>
          <a:lstStyle/>
          <a:p>
            <a:fld id="{F815AC96-4A5A-4699-9DBD-ACAB251D8CBA}" type="slidenum">
              <a:rPr lang="en-US" smtClean="0"/>
              <a:t>77</a:t>
            </a:fld>
            <a:endParaRPr lang="en-US"/>
          </a:p>
        </p:txBody>
      </p:sp>
      <p:grpSp>
        <p:nvGrpSpPr>
          <p:cNvPr id="29" name="Group 28"/>
          <p:cNvGrpSpPr/>
          <p:nvPr/>
        </p:nvGrpSpPr>
        <p:grpSpPr>
          <a:xfrm>
            <a:off x="5199382" y="1003300"/>
            <a:ext cx="6869545" cy="4203700"/>
            <a:chOff x="2672082" y="1041400"/>
            <a:chExt cx="6869545" cy="4203700"/>
          </a:xfrm>
        </p:grpSpPr>
        <p:sp>
          <p:nvSpPr>
            <p:cNvPr id="30" name="Rectangle 29"/>
            <p:cNvSpPr/>
            <p:nvPr/>
          </p:nvSpPr>
          <p:spPr>
            <a:xfrm>
              <a:off x="6675120" y="4371340"/>
              <a:ext cx="2037080" cy="518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solidFill>
                    <a:srgbClr val="800000"/>
                  </a:solidFill>
                </a:rPr>
                <a:t>Control Word (CW)</a:t>
              </a:r>
            </a:p>
          </p:txBody>
        </p:sp>
        <p:grpSp>
          <p:nvGrpSpPr>
            <p:cNvPr id="31" name="Group 30"/>
            <p:cNvGrpSpPr/>
            <p:nvPr/>
          </p:nvGrpSpPr>
          <p:grpSpPr>
            <a:xfrm>
              <a:off x="2672082" y="1066800"/>
              <a:ext cx="3982719" cy="4178300"/>
              <a:chOff x="5334000" y="904875"/>
              <a:chExt cx="2987039" cy="3133725"/>
            </a:xfrm>
          </p:grpSpPr>
          <p:sp>
            <p:nvSpPr>
              <p:cNvPr id="38" name="Rectangle 37"/>
              <p:cNvSpPr/>
              <p:nvPr/>
            </p:nvSpPr>
            <p:spPr>
              <a:xfrm>
                <a:off x="5537662" y="1123950"/>
                <a:ext cx="475211" cy="906780"/>
              </a:xfrm>
              <a:prstGeom prst="rect">
                <a:avLst/>
              </a:prstGeom>
              <a:solidFill>
                <a:schemeClr val="accent5">
                  <a:lumMod val="20000"/>
                  <a:lumOff val="80000"/>
                </a:schemeClr>
              </a:solid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IR</a:t>
                </a:r>
              </a:p>
            </p:txBody>
          </p:sp>
          <p:sp>
            <p:nvSpPr>
              <p:cNvPr id="39" name="Rectangle 38"/>
              <p:cNvSpPr/>
              <p:nvPr/>
            </p:nvSpPr>
            <p:spPr>
              <a:xfrm>
                <a:off x="6691745" y="904875"/>
                <a:ext cx="1289858" cy="1125855"/>
              </a:xfrm>
              <a:prstGeom prst="rect">
                <a:avLst/>
              </a:prstGeom>
              <a:solidFill>
                <a:schemeClr val="accent6">
                  <a:lumMod val="20000"/>
                  <a:lumOff val="80000"/>
                </a:schemeClr>
              </a:solidFill>
              <a:ln>
                <a:solidFill>
                  <a:srgbClr val="8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Starting and Branch Address Generator</a:t>
                </a:r>
              </a:p>
            </p:txBody>
          </p:sp>
          <p:sp>
            <p:nvSpPr>
              <p:cNvPr id="40" name="Rectangle 39"/>
              <p:cNvSpPr/>
              <p:nvPr/>
            </p:nvSpPr>
            <p:spPr>
              <a:xfrm>
                <a:off x="6691745" y="2419350"/>
                <a:ext cx="1289858" cy="453390"/>
              </a:xfrm>
              <a:prstGeom prst="rect">
                <a:avLst/>
              </a:prstGeom>
              <a:solidFill>
                <a:srgbClr val="FFFF00"/>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b="1" dirty="0">
                    <a:solidFill>
                      <a:schemeClr val="tx1"/>
                    </a:solidFill>
                    <a:latin typeface="Calibri Light"/>
                    <a:cs typeface="Calibri Light"/>
                  </a:rPr>
                  <a:t>μ</a:t>
                </a:r>
                <a:r>
                  <a:rPr lang="en-IN" dirty="0">
                    <a:solidFill>
                      <a:schemeClr val="tx1"/>
                    </a:solidFill>
                  </a:rPr>
                  <a:t>PC</a:t>
                </a:r>
              </a:p>
            </p:txBody>
          </p:sp>
          <p:sp>
            <p:nvSpPr>
              <p:cNvPr id="41" name="Rectangle 40"/>
              <p:cNvSpPr/>
              <p:nvPr/>
            </p:nvSpPr>
            <p:spPr>
              <a:xfrm>
                <a:off x="5334000" y="2419350"/>
                <a:ext cx="1018309" cy="4533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dirty="0">
                    <a:solidFill>
                      <a:schemeClr val="tx1"/>
                    </a:solidFill>
                  </a:rPr>
                  <a:t>Clock</a:t>
                </a:r>
              </a:p>
            </p:txBody>
          </p:sp>
          <p:sp>
            <p:nvSpPr>
              <p:cNvPr id="42" name="Rectangle 41"/>
              <p:cNvSpPr/>
              <p:nvPr/>
            </p:nvSpPr>
            <p:spPr>
              <a:xfrm>
                <a:off x="6691745" y="3261360"/>
                <a:ext cx="1289858" cy="777240"/>
              </a:xfrm>
              <a:prstGeom prst="rect">
                <a:avLst/>
              </a:prstGeom>
              <a:solidFill>
                <a:schemeClr val="accent4">
                  <a:lumMod val="20000"/>
                  <a:lumOff val="80000"/>
                </a:schemeClr>
              </a:solid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rPr>
                  <a:t>Control Store</a:t>
                </a:r>
              </a:p>
            </p:txBody>
          </p:sp>
          <p:sp>
            <p:nvSpPr>
              <p:cNvPr id="43" name="Right Arrow 42"/>
              <p:cNvSpPr/>
              <p:nvPr/>
            </p:nvSpPr>
            <p:spPr>
              <a:xfrm>
                <a:off x="6012873" y="1447800"/>
                <a:ext cx="678873" cy="259080"/>
              </a:xfrm>
              <a:prstGeom prst="rightArrow">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Down Arrow 43"/>
              <p:cNvSpPr/>
              <p:nvPr/>
            </p:nvSpPr>
            <p:spPr>
              <a:xfrm>
                <a:off x="7166956" y="2030730"/>
                <a:ext cx="237605" cy="388620"/>
              </a:xfrm>
              <a:prstGeom prst="downArrow">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Down Arrow 44"/>
              <p:cNvSpPr/>
              <p:nvPr/>
            </p:nvSpPr>
            <p:spPr>
              <a:xfrm>
                <a:off x="7166956" y="2872740"/>
                <a:ext cx="237605" cy="388620"/>
              </a:xfrm>
              <a:prstGeom prst="downArrow">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Right Arrow 45"/>
              <p:cNvSpPr/>
              <p:nvPr/>
            </p:nvSpPr>
            <p:spPr>
              <a:xfrm>
                <a:off x="7981603" y="3447097"/>
                <a:ext cx="339436" cy="291465"/>
              </a:xfrm>
              <a:prstGeom prst="rightArrow">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7" name="Straight Arrow Connector 46"/>
              <p:cNvCxnSpPr>
                <a:stCxn id="41" idx="3"/>
              </p:cNvCxnSpPr>
              <p:nvPr/>
            </p:nvCxnSpPr>
            <p:spPr>
              <a:xfrm>
                <a:off x="6352309" y="2646045"/>
                <a:ext cx="339436" cy="0"/>
              </a:xfrm>
              <a:prstGeom prst="straightConnector1">
                <a:avLst/>
              </a:prstGeom>
              <a:ln w="254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32" name="Rectangle 31"/>
            <p:cNvSpPr/>
            <p:nvPr/>
          </p:nvSpPr>
          <p:spPr>
            <a:xfrm>
              <a:off x="8183882" y="1041400"/>
              <a:ext cx="1357745" cy="6604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External Inputs</a:t>
              </a:r>
            </a:p>
          </p:txBody>
        </p:sp>
        <p:sp>
          <p:nvSpPr>
            <p:cNvPr id="33" name="Rectangle 32"/>
            <p:cNvSpPr/>
            <p:nvPr/>
          </p:nvSpPr>
          <p:spPr>
            <a:xfrm>
              <a:off x="8183882" y="1879600"/>
              <a:ext cx="1357745" cy="68072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Condition Codes</a:t>
              </a:r>
            </a:p>
          </p:txBody>
        </p:sp>
        <p:cxnSp>
          <p:nvCxnSpPr>
            <p:cNvPr id="34" name="Straight Arrow Connector 33"/>
            <p:cNvCxnSpPr/>
            <p:nvPr/>
          </p:nvCxnSpPr>
          <p:spPr>
            <a:xfrm flipH="1">
              <a:off x="6197600" y="1193800"/>
              <a:ext cx="1981200" cy="0"/>
            </a:xfrm>
            <a:prstGeom prst="straightConnector1">
              <a:avLst/>
            </a:prstGeom>
            <a:ln w="1905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flipH="1">
              <a:off x="6197600" y="1574800"/>
              <a:ext cx="1981200" cy="0"/>
            </a:xfrm>
            <a:prstGeom prst="straightConnector1">
              <a:avLst/>
            </a:prstGeom>
            <a:ln w="1905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flipH="1">
              <a:off x="6172200" y="1993900"/>
              <a:ext cx="1981200" cy="0"/>
            </a:xfrm>
            <a:prstGeom prst="straightConnector1">
              <a:avLst/>
            </a:prstGeom>
            <a:ln w="1905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a:off x="6184900" y="2451100"/>
              <a:ext cx="1981200" cy="0"/>
            </a:xfrm>
            <a:prstGeom prst="straightConnector1">
              <a:avLst/>
            </a:prstGeom>
            <a:ln w="19050">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2061757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09600" y="274639"/>
            <a:ext cx="10972800" cy="696912"/>
          </a:xfrm>
        </p:spPr>
        <p:txBody>
          <a:bodyPr>
            <a:normAutofit/>
          </a:bodyPr>
          <a:lstStyle/>
          <a:p>
            <a:r>
              <a:rPr lang="en-IN" sz="3200" dirty="0"/>
              <a:t>Control Store Contents for  “ADD  R1, R2”</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128850201"/>
              </p:ext>
            </p:extLst>
          </p:nvPr>
        </p:nvGraphicFramePr>
        <p:xfrm>
          <a:off x="609600" y="916941"/>
          <a:ext cx="10226037" cy="3255007"/>
        </p:xfrm>
        <a:graphic>
          <a:graphicData uri="http://schemas.openxmlformats.org/drawingml/2006/table">
            <a:tbl>
              <a:tblPr firstRow="1" bandRow="1">
                <a:tableStyleId>{9D7B26C5-4107-4FEC-AEDC-1716B250A1EF}</a:tableStyleId>
              </a:tblPr>
              <a:tblGrid>
                <a:gridCol w="1095429">
                  <a:extLst>
                    <a:ext uri="{9D8B030D-6E8A-4147-A177-3AD203B41FA5}">
                      <a16:colId xmlns:a16="http://schemas.microsoft.com/office/drawing/2014/main" val="20000"/>
                    </a:ext>
                  </a:extLst>
                </a:gridCol>
                <a:gridCol w="455296">
                  <a:extLst>
                    <a:ext uri="{9D8B030D-6E8A-4147-A177-3AD203B41FA5}">
                      <a16:colId xmlns:a16="http://schemas.microsoft.com/office/drawing/2014/main" val="20001"/>
                    </a:ext>
                  </a:extLst>
                </a:gridCol>
                <a:gridCol w="513751">
                  <a:extLst>
                    <a:ext uri="{9D8B030D-6E8A-4147-A177-3AD203B41FA5}">
                      <a16:colId xmlns:a16="http://schemas.microsoft.com/office/drawing/2014/main" val="20002"/>
                    </a:ext>
                  </a:extLst>
                </a:gridCol>
                <a:gridCol w="513751">
                  <a:extLst>
                    <a:ext uri="{9D8B030D-6E8A-4147-A177-3AD203B41FA5}">
                      <a16:colId xmlns:a16="http://schemas.microsoft.com/office/drawing/2014/main" val="20003"/>
                    </a:ext>
                  </a:extLst>
                </a:gridCol>
                <a:gridCol w="513751">
                  <a:extLst>
                    <a:ext uri="{9D8B030D-6E8A-4147-A177-3AD203B41FA5}">
                      <a16:colId xmlns:a16="http://schemas.microsoft.com/office/drawing/2014/main" val="20004"/>
                    </a:ext>
                  </a:extLst>
                </a:gridCol>
                <a:gridCol w="513751">
                  <a:extLst>
                    <a:ext uri="{9D8B030D-6E8A-4147-A177-3AD203B41FA5}">
                      <a16:colId xmlns:a16="http://schemas.microsoft.com/office/drawing/2014/main" val="20005"/>
                    </a:ext>
                  </a:extLst>
                </a:gridCol>
                <a:gridCol w="513751">
                  <a:extLst>
                    <a:ext uri="{9D8B030D-6E8A-4147-A177-3AD203B41FA5}">
                      <a16:colId xmlns:a16="http://schemas.microsoft.com/office/drawing/2014/main" val="20006"/>
                    </a:ext>
                  </a:extLst>
                </a:gridCol>
                <a:gridCol w="513751">
                  <a:extLst>
                    <a:ext uri="{9D8B030D-6E8A-4147-A177-3AD203B41FA5}">
                      <a16:colId xmlns:a16="http://schemas.microsoft.com/office/drawing/2014/main" val="20007"/>
                    </a:ext>
                  </a:extLst>
                </a:gridCol>
                <a:gridCol w="513751">
                  <a:extLst>
                    <a:ext uri="{9D8B030D-6E8A-4147-A177-3AD203B41FA5}">
                      <a16:colId xmlns:a16="http://schemas.microsoft.com/office/drawing/2014/main" val="20008"/>
                    </a:ext>
                  </a:extLst>
                </a:gridCol>
                <a:gridCol w="513751">
                  <a:extLst>
                    <a:ext uri="{9D8B030D-6E8A-4147-A177-3AD203B41FA5}">
                      <a16:colId xmlns:a16="http://schemas.microsoft.com/office/drawing/2014/main" val="20009"/>
                    </a:ext>
                  </a:extLst>
                </a:gridCol>
                <a:gridCol w="513751">
                  <a:extLst>
                    <a:ext uri="{9D8B030D-6E8A-4147-A177-3AD203B41FA5}">
                      <a16:colId xmlns:a16="http://schemas.microsoft.com/office/drawing/2014/main" val="20010"/>
                    </a:ext>
                  </a:extLst>
                </a:gridCol>
                <a:gridCol w="513751">
                  <a:extLst>
                    <a:ext uri="{9D8B030D-6E8A-4147-A177-3AD203B41FA5}">
                      <a16:colId xmlns:a16="http://schemas.microsoft.com/office/drawing/2014/main" val="20011"/>
                    </a:ext>
                  </a:extLst>
                </a:gridCol>
                <a:gridCol w="513751">
                  <a:extLst>
                    <a:ext uri="{9D8B030D-6E8A-4147-A177-3AD203B41FA5}">
                      <a16:colId xmlns:a16="http://schemas.microsoft.com/office/drawing/2014/main" val="20012"/>
                    </a:ext>
                  </a:extLst>
                </a:gridCol>
                <a:gridCol w="513751">
                  <a:extLst>
                    <a:ext uri="{9D8B030D-6E8A-4147-A177-3AD203B41FA5}">
                      <a16:colId xmlns:a16="http://schemas.microsoft.com/office/drawing/2014/main" val="20013"/>
                    </a:ext>
                  </a:extLst>
                </a:gridCol>
                <a:gridCol w="513751">
                  <a:extLst>
                    <a:ext uri="{9D8B030D-6E8A-4147-A177-3AD203B41FA5}">
                      <a16:colId xmlns:a16="http://schemas.microsoft.com/office/drawing/2014/main" val="20014"/>
                    </a:ext>
                  </a:extLst>
                </a:gridCol>
                <a:gridCol w="513751">
                  <a:extLst>
                    <a:ext uri="{9D8B030D-6E8A-4147-A177-3AD203B41FA5}">
                      <a16:colId xmlns:a16="http://schemas.microsoft.com/office/drawing/2014/main" val="20015"/>
                    </a:ext>
                  </a:extLst>
                </a:gridCol>
                <a:gridCol w="513751">
                  <a:extLst>
                    <a:ext uri="{9D8B030D-6E8A-4147-A177-3AD203B41FA5}">
                      <a16:colId xmlns:a16="http://schemas.microsoft.com/office/drawing/2014/main" val="20016"/>
                    </a:ext>
                  </a:extLst>
                </a:gridCol>
                <a:gridCol w="513751">
                  <a:extLst>
                    <a:ext uri="{9D8B030D-6E8A-4147-A177-3AD203B41FA5}">
                      <a16:colId xmlns:a16="http://schemas.microsoft.com/office/drawing/2014/main" val="20017"/>
                    </a:ext>
                  </a:extLst>
                </a:gridCol>
                <a:gridCol w="455296">
                  <a:extLst>
                    <a:ext uri="{9D8B030D-6E8A-4147-A177-3AD203B41FA5}">
                      <a16:colId xmlns:a16="http://schemas.microsoft.com/office/drawing/2014/main" val="20018"/>
                    </a:ext>
                  </a:extLst>
                </a:gridCol>
              </a:tblGrid>
              <a:tr h="838921">
                <a:tc>
                  <a:txBody>
                    <a:bodyPr/>
                    <a:lstStyle/>
                    <a:p>
                      <a:r>
                        <a:rPr lang="en-IN" sz="1800" dirty="0"/>
                        <a:t>Micro-</a:t>
                      </a:r>
                      <a:br>
                        <a:rPr lang="en-IN" sz="1800" dirty="0"/>
                      </a:br>
                      <a:r>
                        <a:rPr lang="en-IN" sz="1800" dirty="0"/>
                        <a:t>instr.</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a:t>…</a:t>
                      </a:r>
                    </a:p>
                    <a:p>
                      <a:pPr marL="0" marR="0" indent="0" algn="l" defTabSz="914400" rtl="0" eaLnBrk="1" fontAlgn="auto" latinLnBrk="0" hangingPunct="1">
                        <a:lnSpc>
                          <a:spcPct val="100000"/>
                        </a:lnSpc>
                        <a:spcBef>
                          <a:spcPts val="0"/>
                        </a:spcBef>
                        <a:spcAft>
                          <a:spcPts val="0"/>
                        </a:spcAft>
                        <a:buClrTx/>
                        <a:buSzTx/>
                        <a:buFontTx/>
                        <a:buNone/>
                        <a:tabLst/>
                        <a:defRPr/>
                      </a:pPr>
                      <a:endParaRPr lang="en-IN" sz="1800" dirty="0"/>
                    </a:p>
                  </a:txBody>
                  <a:tcPr marL="127221" marR="127221" marT="60960" marB="6096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err="1"/>
                        <a:t>PC</a:t>
                      </a:r>
                      <a:r>
                        <a:rPr lang="en-IN" sz="1800" baseline="-25000" dirty="0" err="1"/>
                        <a:t>in</a:t>
                      </a:r>
                      <a:endParaRPr lang="en-IN" sz="1800" i="1" baseline="-25000" dirty="0"/>
                    </a:p>
                  </a:txBody>
                  <a:tcPr marL="127221" marR="127221"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err="1"/>
                        <a:t>PC</a:t>
                      </a:r>
                      <a:r>
                        <a:rPr lang="en-IN" sz="1800" baseline="-25000" dirty="0" err="1"/>
                        <a:t>out</a:t>
                      </a:r>
                      <a:endParaRPr lang="en-IN" sz="1800" i="1" baseline="-25000" dirty="0"/>
                    </a:p>
                  </a:txBody>
                  <a:tcPr marL="127221" marR="127221"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err="1"/>
                        <a:t>MAR</a:t>
                      </a:r>
                      <a:r>
                        <a:rPr lang="en-IN" sz="1800" baseline="-25000" dirty="0" err="1"/>
                        <a:t>in</a:t>
                      </a:r>
                      <a:endParaRPr lang="en-IN" sz="1800" i="1" baseline="-25000" dirty="0"/>
                    </a:p>
                  </a:txBody>
                  <a:tcPr marL="127221" marR="127221"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Read</a:t>
                      </a:r>
                    </a:p>
                  </a:txBody>
                  <a:tcPr marL="127221" marR="127221"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err="1"/>
                        <a:t>MDR</a:t>
                      </a:r>
                      <a:r>
                        <a:rPr lang="en-IN" sz="1800" baseline="-25000" dirty="0" err="1"/>
                        <a:t>out</a:t>
                      </a:r>
                      <a:endParaRPr lang="en-IN" sz="1800" i="1" baseline="-25000" dirty="0"/>
                    </a:p>
                  </a:txBody>
                  <a:tcPr marL="127221" marR="127221"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err="1"/>
                        <a:t>IR</a:t>
                      </a:r>
                      <a:r>
                        <a:rPr lang="en-IN" sz="1800" baseline="-25000" dirty="0" err="1"/>
                        <a:t>in</a:t>
                      </a:r>
                      <a:endParaRPr lang="en-IN" sz="1800" i="1" baseline="-25000" dirty="0"/>
                    </a:p>
                  </a:txBody>
                  <a:tcPr marL="127221" marR="127221"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Y</a:t>
                      </a:r>
                      <a:r>
                        <a:rPr lang="en-IN" sz="1800" baseline="-25000" dirty="0"/>
                        <a:t>in</a:t>
                      </a:r>
                      <a:endParaRPr lang="en-IN" sz="1800" i="1" baseline="-25000" dirty="0"/>
                    </a:p>
                  </a:txBody>
                  <a:tcPr marL="127221" marR="127221"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Select</a:t>
                      </a:r>
                    </a:p>
                  </a:txBody>
                  <a:tcPr marL="127221" marR="127221"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Add</a:t>
                      </a:r>
                    </a:p>
                  </a:txBody>
                  <a:tcPr marL="127221" marR="127221"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Z</a:t>
                      </a:r>
                      <a:r>
                        <a:rPr lang="en-IN" sz="1800" baseline="-25000" dirty="0"/>
                        <a:t>in</a:t>
                      </a:r>
                      <a:endParaRPr lang="en-IN" sz="1800" i="1" baseline="-25000" dirty="0"/>
                    </a:p>
                  </a:txBody>
                  <a:tcPr marL="127221" marR="127221"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err="1"/>
                        <a:t>Z</a:t>
                      </a:r>
                      <a:r>
                        <a:rPr lang="en-IN" sz="1800" baseline="-25000" dirty="0" err="1"/>
                        <a:t>out</a:t>
                      </a:r>
                      <a:endParaRPr lang="en-IN" sz="1800" i="1" baseline="-25000" dirty="0"/>
                    </a:p>
                  </a:txBody>
                  <a:tcPr marL="127221" marR="127221"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R1</a:t>
                      </a:r>
                      <a:r>
                        <a:rPr lang="en-IN" sz="1800" baseline="-25000" dirty="0"/>
                        <a:t>out</a:t>
                      </a:r>
                      <a:endParaRPr lang="en-IN" sz="1800" i="1" baseline="-25000" dirty="0"/>
                    </a:p>
                  </a:txBody>
                  <a:tcPr marL="127221" marR="127221"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R1</a:t>
                      </a:r>
                      <a:r>
                        <a:rPr lang="en-IN" sz="1800" baseline="-25000" dirty="0"/>
                        <a:t>in</a:t>
                      </a:r>
                      <a:endParaRPr lang="en-IN" sz="1800" i="1" baseline="-25000" dirty="0"/>
                    </a:p>
                  </a:txBody>
                  <a:tcPr marL="127221" marR="127221"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R2</a:t>
                      </a:r>
                      <a:r>
                        <a:rPr lang="en-IN" sz="1800" baseline="-25000" dirty="0"/>
                        <a:t>out</a:t>
                      </a:r>
                      <a:endParaRPr lang="en-IN" sz="1800" i="1" baseline="-25000" dirty="0"/>
                    </a:p>
                  </a:txBody>
                  <a:tcPr marL="127221" marR="127221"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WMFC</a:t>
                      </a:r>
                    </a:p>
                  </a:txBody>
                  <a:tcPr marL="127221" marR="127221"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End</a:t>
                      </a:r>
                    </a:p>
                  </a:txBody>
                  <a:tcPr marL="127221" marR="127221"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a:t>
                      </a:r>
                    </a:p>
                  </a:txBody>
                  <a:tcPr marL="127221" marR="127221"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02681">
                <a:tc>
                  <a:txBody>
                    <a:bodyPr/>
                    <a:lstStyle/>
                    <a:p>
                      <a:pPr algn="ctr"/>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02681">
                <a:tc>
                  <a:txBody>
                    <a:bodyPr/>
                    <a:lstStyle/>
                    <a:p>
                      <a:pPr algn="ctr"/>
                      <a:r>
                        <a:rPr lang="en-IN" sz="1800" dirty="0"/>
                        <a:t>2</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02681">
                <a:tc>
                  <a:txBody>
                    <a:bodyPr/>
                    <a:lstStyle/>
                    <a:p>
                      <a:pPr algn="ctr"/>
                      <a:r>
                        <a:rPr lang="en-IN" sz="1800" dirty="0"/>
                        <a:t>3</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02681">
                <a:tc>
                  <a:txBody>
                    <a:bodyPr/>
                    <a:lstStyle/>
                    <a:p>
                      <a:pPr algn="ctr"/>
                      <a:r>
                        <a:rPr lang="en-IN" sz="1800" dirty="0"/>
                        <a:t>4</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02681">
                <a:tc>
                  <a:txBody>
                    <a:bodyPr/>
                    <a:lstStyle/>
                    <a:p>
                      <a:pPr algn="ctr"/>
                      <a:r>
                        <a:rPr lang="en-IN" sz="1800" dirty="0"/>
                        <a:t>5</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02681">
                <a:tc>
                  <a:txBody>
                    <a:bodyPr/>
                    <a:lstStyle/>
                    <a:p>
                      <a:pPr algn="ctr"/>
                      <a:r>
                        <a:rPr lang="en-IN" sz="1800" dirty="0"/>
                        <a:t>6</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7221" marR="127221"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Slide Number Placeholder 3"/>
          <p:cNvSpPr>
            <a:spLocks noGrp="1"/>
          </p:cNvSpPr>
          <p:nvPr>
            <p:ph type="sldNum" sz="quarter" idx="12"/>
          </p:nvPr>
        </p:nvSpPr>
        <p:spPr/>
        <p:txBody>
          <a:bodyPr/>
          <a:lstStyle/>
          <a:p>
            <a:fld id="{F815AC96-4A5A-4699-9DBD-ACAB251D8CBA}" type="slidenum">
              <a:rPr lang="en-US" smtClean="0"/>
              <a:t>78</a:t>
            </a:fld>
            <a:endParaRPr lang="en-US"/>
          </a:p>
        </p:txBody>
      </p:sp>
      <p:pic>
        <p:nvPicPr>
          <p:cNvPr id="2" name="Picture 1">
            <a:extLst>
              <a:ext uri="{FF2B5EF4-FFF2-40B4-BE49-F238E27FC236}">
                <a16:creationId xmlns:a16="http://schemas.microsoft.com/office/drawing/2014/main" id="{B0B1ADA7-6337-9295-74DA-B80C8A6607EC}"/>
              </a:ext>
            </a:extLst>
          </p:cNvPr>
          <p:cNvPicPr>
            <a:picLocks noChangeAspect="1"/>
          </p:cNvPicPr>
          <p:nvPr/>
        </p:nvPicPr>
        <p:blipFill>
          <a:blip r:embed="rId2"/>
          <a:stretch>
            <a:fillRect/>
          </a:stretch>
        </p:blipFill>
        <p:spPr>
          <a:xfrm>
            <a:off x="3519804" y="4172742"/>
            <a:ext cx="4256406" cy="2662874"/>
          </a:xfrm>
          <a:prstGeom prst="rect">
            <a:avLst/>
          </a:prstGeom>
          <a:ln w="25400">
            <a:solidFill>
              <a:srgbClr val="002060"/>
            </a:solidFill>
          </a:ln>
        </p:spPr>
      </p:pic>
      <p:sp>
        <p:nvSpPr>
          <p:cNvPr id="3" name="Rectangle 2">
            <a:extLst>
              <a:ext uri="{FF2B5EF4-FFF2-40B4-BE49-F238E27FC236}">
                <a16:creationId xmlns:a16="http://schemas.microsoft.com/office/drawing/2014/main" id="{D7D627E6-2C2E-7F22-CA3B-1661893CA7FB}"/>
              </a:ext>
            </a:extLst>
          </p:cNvPr>
          <p:cNvSpPr/>
          <p:nvPr/>
        </p:nvSpPr>
        <p:spPr>
          <a:xfrm>
            <a:off x="7429500" y="4972050"/>
            <a:ext cx="324000" cy="12915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739851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0715"/>
          </a:xfrm>
        </p:spPr>
        <p:txBody>
          <a:bodyPr>
            <a:normAutofit/>
          </a:bodyPr>
          <a:lstStyle/>
          <a:p>
            <a:r>
              <a:rPr lang="en-IN" sz="3200" dirty="0"/>
              <a:t>Control Store Contents for  “BR  Label”</a:t>
            </a:r>
          </a:p>
        </p:txBody>
      </p:sp>
      <p:sp>
        <p:nvSpPr>
          <p:cNvPr id="4" name="Slide Number Placeholder 3"/>
          <p:cNvSpPr>
            <a:spLocks noGrp="1"/>
          </p:cNvSpPr>
          <p:nvPr>
            <p:ph type="sldNum" sz="quarter" idx="12"/>
          </p:nvPr>
        </p:nvSpPr>
        <p:spPr/>
        <p:txBody>
          <a:bodyPr/>
          <a:lstStyle/>
          <a:p>
            <a:fld id="{F815AC96-4A5A-4699-9DBD-ACAB251D8CBA}" type="slidenum">
              <a:rPr lang="en-US" smtClean="0"/>
              <a:t>79</a:t>
            </a:fld>
            <a:endParaRPr lang="en-US"/>
          </a:p>
        </p:txBody>
      </p:sp>
      <p:graphicFrame>
        <p:nvGraphicFramePr>
          <p:cNvPr id="7" name="Content Placeholder 4"/>
          <p:cNvGraphicFramePr>
            <a:graphicFrameLocks/>
          </p:cNvGraphicFramePr>
          <p:nvPr>
            <p:extLst>
              <p:ext uri="{D42A27DB-BD31-4B8C-83A1-F6EECF244321}">
                <p14:modId xmlns:p14="http://schemas.microsoft.com/office/powerpoint/2010/main" val="3138277646"/>
              </p:ext>
            </p:extLst>
          </p:nvPr>
        </p:nvGraphicFramePr>
        <p:xfrm>
          <a:off x="1383030" y="1087120"/>
          <a:ext cx="8702466" cy="2833369"/>
        </p:xfrm>
        <a:graphic>
          <a:graphicData uri="http://schemas.openxmlformats.org/drawingml/2006/table">
            <a:tbl>
              <a:tblPr firstRow="1" bandRow="1">
                <a:tableStyleId>{9D7B26C5-4107-4FEC-AEDC-1716B250A1EF}</a:tableStyleId>
              </a:tblPr>
              <a:tblGrid>
                <a:gridCol w="1036352">
                  <a:extLst>
                    <a:ext uri="{9D8B030D-6E8A-4147-A177-3AD203B41FA5}">
                      <a16:colId xmlns:a16="http://schemas.microsoft.com/office/drawing/2014/main" val="20000"/>
                    </a:ext>
                  </a:extLst>
                </a:gridCol>
                <a:gridCol w="430742">
                  <a:extLst>
                    <a:ext uri="{9D8B030D-6E8A-4147-A177-3AD203B41FA5}">
                      <a16:colId xmlns:a16="http://schemas.microsoft.com/office/drawing/2014/main" val="20001"/>
                    </a:ext>
                  </a:extLst>
                </a:gridCol>
                <a:gridCol w="486045">
                  <a:extLst>
                    <a:ext uri="{9D8B030D-6E8A-4147-A177-3AD203B41FA5}">
                      <a16:colId xmlns:a16="http://schemas.microsoft.com/office/drawing/2014/main" val="20002"/>
                    </a:ext>
                  </a:extLst>
                </a:gridCol>
                <a:gridCol w="486045">
                  <a:extLst>
                    <a:ext uri="{9D8B030D-6E8A-4147-A177-3AD203B41FA5}">
                      <a16:colId xmlns:a16="http://schemas.microsoft.com/office/drawing/2014/main" val="20003"/>
                    </a:ext>
                  </a:extLst>
                </a:gridCol>
                <a:gridCol w="486045">
                  <a:extLst>
                    <a:ext uri="{9D8B030D-6E8A-4147-A177-3AD203B41FA5}">
                      <a16:colId xmlns:a16="http://schemas.microsoft.com/office/drawing/2014/main" val="20004"/>
                    </a:ext>
                  </a:extLst>
                </a:gridCol>
                <a:gridCol w="486045">
                  <a:extLst>
                    <a:ext uri="{9D8B030D-6E8A-4147-A177-3AD203B41FA5}">
                      <a16:colId xmlns:a16="http://schemas.microsoft.com/office/drawing/2014/main" val="20005"/>
                    </a:ext>
                  </a:extLst>
                </a:gridCol>
                <a:gridCol w="486045">
                  <a:extLst>
                    <a:ext uri="{9D8B030D-6E8A-4147-A177-3AD203B41FA5}">
                      <a16:colId xmlns:a16="http://schemas.microsoft.com/office/drawing/2014/main" val="20006"/>
                    </a:ext>
                  </a:extLst>
                </a:gridCol>
                <a:gridCol w="486045">
                  <a:extLst>
                    <a:ext uri="{9D8B030D-6E8A-4147-A177-3AD203B41FA5}">
                      <a16:colId xmlns:a16="http://schemas.microsoft.com/office/drawing/2014/main" val="20007"/>
                    </a:ext>
                  </a:extLst>
                </a:gridCol>
                <a:gridCol w="486045">
                  <a:extLst>
                    <a:ext uri="{9D8B030D-6E8A-4147-A177-3AD203B41FA5}">
                      <a16:colId xmlns:a16="http://schemas.microsoft.com/office/drawing/2014/main" val="20008"/>
                    </a:ext>
                  </a:extLst>
                </a:gridCol>
                <a:gridCol w="486045">
                  <a:extLst>
                    <a:ext uri="{9D8B030D-6E8A-4147-A177-3AD203B41FA5}">
                      <a16:colId xmlns:a16="http://schemas.microsoft.com/office/drawing/2014/main" val="20009"/>
                    </a:ext>
                  </a:extLst>
                </a:gridCol>
                <a:gridCol w="486045">
                  <a:extLst>
                    <a:ext uri="{9D8B030D-6E8A-4147-A177-3AD203B41FA5}">
                      <a16:colId xmlns:a16="http://schemas.microsoft.com/office/drawing/2014/main" val="20010"/>
                    </a:ext>
                  </a:extLst>
                </a:gridCol>
                <a:gridCol w="486045">
                  <a:extLst>
                    <a:ext uri="{9D8B030D-6E8A-4147-A177-3AD203B41FA5}">
                      <a16:colId xmlns:a16="http://schemas.microsoft.com/office/drawing/2014/main" val="20011"/>
                    </a:ext>
                  </a:extLst>
                </a:gridCol>
                <a:gridCol w="486045">
                  <a:extLst>
                    <a:ext uri="{9D8B030D-6E8A-4147-A177-3AD203B41FA5}">
                      <a16:colId xmlns:a16="http://schemas.microsoft.com/office/drawing/2014/main" val="20012"/>
                    </a:ext>
                  </a:extLst>
                </a:gridCol>
                <a:gridCol w="486045">
                  <a:extLst>
                    <a:ext uri="{9D8B030D-6E8A-4147-A177-3AD203B41FA5}">
                      <a16:colId xmlns:a16="http://schemas.microsoft.com/office/drawing/2014/main" val="20013"/>
                    </a:ext>
                  </a:extLst>
                </a:gridCol>
                <a:gridCol w="486045">
                  <a:extLst>
                    <a:ext uri="{9D8B030D-6E8A-4147-A177-3AD203B41FA5}">
                      <a16:colId xmlns:a16="http://schemas.microsoft.com/office/drawing/2014/main" val="20014"/>
                    </a:ext>
                  </a:extLst>
                </a:gridCol>
                <a:gridCol w="486045">
                  <a:extLst>
                    <a:ext uri="{9D8B030D-6E8A-4147-A177-3AD203B41FA5}">
                      <a16:colId xmlns:a16="http://schemas.microsoft.com/office/drawing/2014/main" val="20015"/>
                    </a:ext>
                  </a:extLst>
                </a:gridCol>
                <a:gridCol w="430742">
                  <a:extLst>
                    <a:ext uri="{9D8B030D-6E8A-4147-A177-3AD203B41FA5}">
                      <a16:colId xmlns:a16="http://schemas.microsoft.com/office/drawing/2014/main" val="20016"/>
                    </a:ext>
                  </a:extLst>
                </a:gridCol>
              </a:tblGrid>
              <a:tr h="833344">
                <a:tc>
                  <a:txBody>
                    <a:bodyPr/>
                    <a:lstStyle/>
                    <a:p>
                      <a:r>
                        <a:rPr lang="en-IN" sz="1800" dirty="0"/>
                        <a:t>Micro-</a:t>
                      </a:r>
                      <a:br>
                        <a:rPr lang="en-IN" sz="1800" dirty="0"/>
                      </a:br>
                      <a:r>
                        <a:rPr lang="en-IN" sz="1800" dirty="0"/>
                        <a:t>instr.</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a:t>
                      </a:r>
                    </a:p>
                  </a:txBody>
                  <a:tcPr marL="121920" marR="121920" marT="60960" marB="6096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err="1"/>
                        <a:t>PC</a:t>
                      </a:r>
                      <a:r>
                        <a:rPr lang="en-IN" sz="1800" baseline="-25000" dirty="0" err="1"/>
                        <a:t>in</a:t>
                      </a:r>
                      <a:endParaRPr lang="en-IN" sz="1800" i="1" baseline="-25000" dirty="0"/>
                    </a:p>
                  </a:txBody>
                  <a:tcPr marL="121920" marR="121920"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err="1"/>
                        <a:t>PC</a:t>
                      </a:r>
                      <a:r>
                        <a:rPr lang="en-IN" sz="1800" baseline="-25000" dirty="0" err="1"/>
                        <a:t>out</a:t>
                      </a:r>
                      <a:endParaRPr lang="en-IN" sz="1800" i="1" baseline="-25000" dirty="0"/>
                    </a:p>
                  </a:txBody>
                  <a:tcPr marL="121920" marR="121920"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err="1"/>
                        <a:t>MAR</a:t>
                      </a:r>
                      <a:r>
                        <a:rPr lang="en-IN" sz="1800" baseline="-25000" dirty="0" err="1"/>
                        <a:t>in</a:t>
                      </a:r>
                      <a:endParaRPr lang="en-IN" sz="1800" i="1" baseline="-25000" dirty="0"/>
                    </a:p>
                  </a:txBody>
                  <a:tcPr marL="121920" marR="121920"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Read</a:t>
                      </a:r>
                    </a:p>
                  </a:txBody>
                  <a:tcPr marL="121920" marR="121920"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err="1"/>
                        <a:t>MDR</a:t>
                      </a:r>
                      <a:r>
                        <a:rPr lang="en-IN" sz="1800" baseline="-25000" dirty="0" err="1"/>
                        <a:t>out</a:t>
                      </a:r>
                      <a:endParaRPr lang="en-IN" sz="1800" i="1" baseline="-25000" dirty="0"/>
                    </a:p>
                  </a:txBody>
                  <a:tcPr marL="121920" marR="121920"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err="1"/>
                        <a:t>IR</a:t>
                      </a:r>
                      <a:r>
                        <a:rPr lang="en-IN" sz="1800" baseline="-25000" dirty="0" err="1"/>
                        <a:t>in</a:t>
                      </a:r>
                      <a:endParaRPr lang="en-IN" sz="1800" i="1" baseline="-25000" dirty="0"/>
                    </a:p>
                  </a:txBody>
                  <a:tcPr marL="121920" marR="121920"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Y</a:t>
                      </a:r>
                      <a:r>
                        <a:rPr lang="en-IN" sz="1800" baseline="-25000" dirty="0"/>
                        <a:t>in</a:t>
                      </a:r>
                      <a:endParaRPr lang="en-IN" sz="1800" i="1" baseline="-25000" dirty="0"/>
                    </a:p>
                  </a:txBody>
                  <a:tcPr marL="121920" marR="121920"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Select</a:t>
                      </a:r>
                    </a:p>
                  </a:txBody>
                  <a:tcPr marL="121920" marR="121920"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Add</a:t>
                      </a:r>
                    </a:p>
                  </a:txBody>
                  <a:tcPr marL="121920" marR="121920"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Z</a:t>
                      </a:r>
                      <a:r>
                        <a:rPr lang="en-IN" sz="1800" baseline="-25000" dirty="0"/>
                        <a:t>in</a:t>
                      </a:r>
                      <a:endParaRPr lang="en-IN" sz="1800" i="1" baseline="-25000" dirty="0"/>
                    </a:p>
                  </a:txBody>
                  <a:tcPr marL="121920" marR="121920"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err="1"/>
                        <a:t>Z</a:t>
                      </a:r>
                      <a:r>
                        <a:rPr lang="en-IN" sz="1800" baseline="-25000" dirty="0" err="1"/>
                        <a:t>out</a:t>
                      </a:r>
                      <a:endParaRPr lang="en-IN" sz="1800" i="1" baseline="-25000" dirty="0"/>
                    </a:p>
                  </a:txBody>
                  <a:tcPr marL="121920" marR="121920"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err="1"/>
                        <a:t>IR</a:t>
                      </a:r>
                      <a:r>
                        <a:rPr lang="en-IN" sz="1800" baseline="-25000" dirty="0" err="1"/>
                        <a:t>out</a:t>
                      </a:r>
                      <a:endParaRPr lang="en-IN" sz="1800" i="1" baseline="-25000" dirty="0"/>
                    </a:p>
                  </a:txBody>
                  <a:tcPr marL="121920" marR="121920"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WMFC</a:t>
                      </a:r>
                    </a:p>
                  </a:txBody>
                  <a:tcPr marL="121920" marR="121920"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End</a:t>
                      </a:r>
                    </a:p>
                  </a:txBody>
                  <a:tcPr marL="121920" marR="121920" marT="60960" marB="60960"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sz="1800" dirty="0"/>
                    </a:p>
                    <a:p>
                      <a:r>
                        <a:rPr lang="en-IN" sz="1800" dirty="0"/>
                        <a:t>…</a:t>
                      </a:r>
                    </a:p>
                  </a:txBody>
                  <a:tcPr marL="121920" marR="121920" marT="60960" marB="6096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00005">
                <a:tc>
                  <a:txBody>
                    <a:bodyPr/>
                    <a:lstStyle/>
                    <a:p>
                      <a:pPr algn="ctr"/>
                      <a:r>
                        <a:rPr lang="en-IN" sz="1800" dirty="0"/>
                        <a:t>1</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00005">
                <a:tc>
                  <a:txBody>
                    <a:bodyPr/>
                    <a:lstStyle/>
                    <a:p>
                      <a:pPr algn="ctr"/>
                      <a:r>
                        <a:rPr lang="en-IN" sz="1800" dirty="0"/>
                        <a:t>2</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00005">
                <a:tc>
                  <a:txBody>
                    <a:bodyPr/>
                    <a:lstStyle/>
                    <a:p>
                      <a:pPr algn="ctr"/>
                      <a:r>
                        <a:rPr lang="en-IN" sz="1800" dirty="0"/>
                        <a:t>3</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00005">
                <a:tc>
                  <a:txBody>
                    <a:bodyPr/>
                    <a:lstStyle/>
                    <a:p>
                      <a:pPr algn="ctr"/>
                      <a:r>
                        <a:rPr lang="en-IN" sz="1800" dirty="0"/>
                        <a:t>4</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1" dirty="0">
                          <a:solidFill>
                            <a:srgbClr val="800000"/>
                          </a:solidFill>
                        </a:rPr>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00005">
                <a:tc>
                  <a:txBody>
                    <a:bodyPr/>
                    <a:lstStyle/>
                    <a:p>
                      <a:pPr algn="ctr"/>
                      <a:r>
                        <a:rPr lang="en-IN" sz="1800" dirty="0"/>
                        <a:t>5</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1</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0</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3" name="Picture 2">
            <a:extLst>
              <a:ext uri="{FF2B5EF4-FFF2-40B4-BE49-F238E27FC236}">
                <a16:creationId xmlns:a16="http://schemas.microsoft.com/office/drawing/2014/main" id="{AA32F065-70AC-AEFC-B46F-99771A5B0546}"/>
              </a:ext>
            </a:extLst>
          </p:cNvPr>
          <p:cNvPicPr>
            <a:picLocks noChangeAspect="1"/>
          </p:cNvPicPr>
          <p:nvPr/>
        </p:nvPicPr>
        <p:blipFill>
          <a:blip r:embed="rId2"/>
          <a:stretch>
            <a:fillRect/>
          </a:stretch>
        </p:blipFill>
        <p:spPr>
          <a:xfrm>
            <a:off x="3327228" y="4111066"/>
            <a:ext cx="3999400" cy="2186864"/>
          </a:xfrm>
          <a:prstGeom prst="rect">
            <a:avLst/>
          </a:prstGeom>
          <a:ln w="25400">
            <a:solidFill>
              <a:srgbClr val="002060"/>
            </a:solidFill>
          </a:ln>
        </p:spPr>
      </p:pic>
    </p:spTree>
    <p:extLst>
      <p:ext uri="{BB962C8B-B14F-4D97-AF65-F5344CB8AC3E}">
        <p14:creationId xmlns:p14="http://schemas.microsoft.com/office/powerpoint/2010/main" val="70922920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Using Conditional Branching</a:t>
            </a:r>
          </a:p>
        </p:txBody>
      </p:sp>
      <p:sp>
        <p:nvSpPr>
          <p:cNvPr id="3" name="Content Placeholder 2"/>
          <p:cNvSpPr>
            <a:spLocks noGrp="1"/>
          </p:cNvSpPr>
          <p:nvPr>
            <p:ph idx="1"/>
          </p:nvPr>
        </p:nvSpPr>
        <p:spPr/>
        <p:txBody>
          <a:bodyPr/>
          <a:lstStyle/>
          <a:p>
            <a:pPr>
              <a:spcAft>
                <a:spcPts val="1800"/>
              </a:spcAft>
            </a:pPr>
            <a:r>
              <a:rPr lang="en-US" altLang="en-US" sz="2400" dirty="0"/>
              <a:t>The previous organization cannot handle the situation when the control unit is required to check the status of the condition codes or external inputs to choose between alternative courses of action.</a:t>
            </a:r>
          </a:p>
          <a:p>
            <a:r>
              <a:rPr lang="en-US" altLang="en-US" sz="2400" dirty="0"/>
              <a:t>Possible solution:</a:t>
            </a:r>
          </a:p>
          <a:p>
            <a:pPr lvl="1"/>
            <a:r>
              <a:rPr lang="en-US" altLang="en-US" dirty="0"/>
              <a:t>Use conditional branch </a:t>
            </a:r>
            <a:r>
              <a:rPr lang="en-US" altLang="en-US" i="1" dirty="0">
                <a:solidFill>
                  <a:srgbClr val="C00000"/>
                </a:solidFill>
              </a:rPr>
              <a:t>microinstruction</a:t>
            </a:r>
            <a:r>
              <a:rPr lang="en-US" altLang="en-US" dirty="0"/>
              <a:t>.</a:t>
            </a:r>
          </a:p>
          <a:p>
            <a:pPr lvl="1"/>
            <a:r>
              <a:rPr lang="en-US" altLang="en-US" dirty="0"/>
              <a:t>An example is shown on the next slide.</a:t>
            </a:r>
          </a:p>
          <a:p>
            <a:endParaRPr lang="en-US" dirty="0"/>
          </a:p>
        </p:txBody>
      </p:sp>
      <p:sp>
        <p:nvSpPr>
          <p:cNvPr id="4" name="Slide Number Placeholder 3"/>
          <p:cNvSpPr>
            <a:spLocks noGrp="1"/>
          </p:cNvSpPr>
          <p:nvPr>
            <p:ph type="sldNum" sz="quarter" idx="12"/>
          </p:nvPr>
        </p:nvSpPr>
        <p:spPr/>
        <p:txBody>
          <a:bodyPr/>
          <a:lstStyle/>
          <a:p>
            <a:fld id="{A56F1F74-EAAB-4BA4-8360-0B2AFE8E155E}" type="slidenum">
              <a:rPr lang="en-IN" smtClean="0"/>
              <a:pPr/>
              <a:t>80</a:t>
            </a:fld>
            <a:endParaRPr lang="en-IN"/>
          </a:p>
        </p:txBody>
      </p:sp>
    </p:spTree>
    <p:extLst>
      <p:ext uri="{BB962C8B-B14F-4D97-AF65-F5344CB8AC3E}">
        <p14:creationId xmlns:p14="http://schemas.microsoft.com/office/powerpoint/2010/main" val="305428632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A56F1F74-EAAB-4BA4-8360-0B2AFE8E155E}" type="slidenum">
              <a:rPr lang="en-IN" smtClean="0"/>
              <a:t>81</a:t>
            </a:fld>
            <a:endParaRPr lang="en-IN"/>
          </a:p>
        </p:txBody>
      </p:sp>
      <p:grpSp>
        <p:nvGrpSpPr>
          <p:cNvPr id="5" name="Group 4"/>
          <p:cNvGrpSpPr/>
          <p:nvPr/>
        </p:nvGrpSpPr>
        <p:grpSpPr>
          <a:xfrm>
            <a:off x="1257300" y="1360170"/>
            <a:ext cx="8012430" cy="4514850"/>
            <a:chOff x="3333750" y="2805114"/>
            <a:chExt cx="5791200" cy="3349624"/>
          </a:xfrm>
        </p:grpSpPr>
        <p:sp>
          <p:nvSpPr>
            <p:cNvPr id="6" name="Rectangle 4">
              <a:extLst>
                <a:ext uri="{FF2B5EF4-FFF2-40B4-BE49-F238E27FC236}">
                  <a16:creationId xmlns:a16="http://schemas.microsoft.com/office/drawing/2014/main" id="{59CA5314-F48E-4180-AB7E-F9CAF7E2A6E0}"/>
                </a:ext>
              </a:extLst>
            </p:cNvPr>
            <p:cNvSpPr>
              <a:spLocks noChangeArrowheads="1"/>
            </p:cNvSpPr>
            <p:nvPr/>
          </p:nvSpPr>
          <p:spPr bwMode="auto">
            <a:xfrm>
              <a:off x="3333750" y="2805114"/>
              <a:ext cx="5791200" cy="1587"/>
            </a:xfrm>
            <a:prstGeom prst="rect">
              <a:avLst/>
            </a:prstGeom>
            <a:solidFill>
              <a:srgbClr val="000000"/>
            </a:solidFill>
            <a:ln w="0">
              <a:solidFill>
                <a:srgbClr val="000000"/>
              </a:solidFill>
              <a:miter lim="800000"/>
              <a:headEnd/>
              <a:tailEnd/>
            </a:ln>
          </p:spPr>
          <p:txBody>
            <a:bodyPr/>
            <a:lstStyle/>
            <a:p>
              <a:endParaRPr lang="en-IN"/>
            </a:p>
          </p:txBody>
        </p:sp>
        <p:sp>
          <p:nvSpPr>
            <p:cNvPr id="7" name="Rectangle 5">
              <a:extLst>
                <a:ext uri="{FF2B5EF4-FFF2-40B4-BE49-F238E27FC236}">
                  <a16:creationId xmlns:a16="http://schemas.microsoft.com/office/drawing/2014/main" id="{40E7EBE6-DB9F-4440-84B5-B3D4F9911BC2}"/>
                </a:ext>
              </a:extLst>
            </p:cNvPr>
            <p:cNvSpPr>
              <a:spLocks noChangeArrowheads="1"/>
            </p:cNvSpPr>
            <p:nvPr/>
          </p:nvSpPr>
          <p:spPr bwMode="auto">
            <a:xfrm>
              <a:off x="3448051" y="2971800"/>
              <a:ext cx="617773" cy="2283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000" b="1" dirty="0">
                  <a:solidFill>
                    <a:srgbClr val="000000"/>
                  </a:solidFill>
                  <a:latin typeface="Computer Modern" charset="0"/>
                </a:rPr>
                <a:t>Address</a:t>
              </a:r>
              <a:endParaRPr lang="en-US" altLang="en-US" sz="2000" dirty="0">
                <a:latin typeface="Times New Roman" panose="02020603050405020304" pitchFamily="18" charset="0"/>
              </a:endParaRPr>
            </a:p>
          </p:txBody>
        </p:sp>
        <p:sp>
          <p:nvSpPr>
            <p:cNvPr id="8" name="Rectangle 6">
              <a:extLst>
                <a:ext uri="{FF2B5EF4-FFF2-40B4-BE49-F238E27FC236}">
                  <a16:creationId xmlns:a16="http://schemas.microsoft.com/office/drawing/2014/main" id="{326B1A8B-EA1F-4C20-AE01-E9D317C7D297}"/>
                </a:ext>
              </a:extLst>
            </p:cNvPr>
            <p:cNvSpPr>
              <a:spLocks noChangeArrowheads="1"/>
            </p:cNvSpPr>
            <p:nvPr/>
          </p:nvSpPr>
          <p:spPr bwMode="auto">
            <a:xfrm>
              <a:off x="4603750" y="2959100"/>
              <a:ext cx="1280546" cy="2283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000" b="1" dirty="0">
                  <a:solidFill>
                    <a:srgbClr val="000000"/>
                  </a:solidFill>
                  <a:latin typeface="Computer Modern" charset="0"/>
                </a:rPr>
                <a:t>Microinstruction</a:t>
              </a:r>
              <a:endParaRPr lang="en-US" altLang="en-US" sz="2000" dirty="0">
                <a:latin typeface="Times New Roman" panose="02020603050405020304" pitchFamily="18" charset="0"/>
              </a:endParaRPr>
            </a:p>
          </p:txBody>
        </p:sp>
        <p:sp>
          <p:nvSpPr>
            <p:cNvPr id="9" name="Rectangle 7">
              <a:extLst>
                <a:ext uri="{FF2B5EF4-FFF2-40B4-BE49-F238E27FC236}">
                  <a16:creationId xmlns:a16="http://schemas.microsoft.com/office/drawing/2014/main" id="{9F30517E-5269-4B12-8D97-76EEF81DB345}"/>
                </a:ext>
              </a:extLst>
            </p:cNvPr>
            <p:cNvSpPr>
              <a:spLocks noChangeArrowheads="1"/>
            </p:cNvSpPr>
            <p:nvPr/>
          </p:nvSpPr>
          <p:spPr bwMode="auto">
            <a:xfrm>
              <a:off x="3333750" y="3390900"/>
              <a:ext cx="5791200" cy="1588"/>
            </a:xfrm>
            <a:prstGeom prst="rect">
              <a:avLst/>
            </a:prstGeom>
            <a:solidFill>
              <a:srgbClr val="000000"/>
            </a:solidFill>
            <a:ln w="0">
              <a:solidFill>
                <a:srgbClr val="000000"/>
              </a:solidFill>
              <a:miter lim="800000"/>
              <a:headEnd/>
              <a:tailEnd/>
            </a:ln>
          </p:spPr>
          <p:txBody>
            <a:bodyPr/>
            <a:lstStyle/>
            <a:p>
              <a:endParaRPr lang="en-IN"/>
            </a:p>
          </p:txBody>
        </p:sp>
        <p:sp>
          <p:nvSpPr>
            <p:cNvPr id="10" name="Rectangle 8">
              <a:extLst>
                <a:ext uri="{FF2B5EF4-FFF2-40B4-BE49-F238E27FC236}">
                  <a16:creationId xmlns:a16="http://schemas.microsoft.com/office/drawing/2014/main" id="{C2ADEA52-C829-4E70-9CDF-B664E7529FF7}"/>
                </a:ext>
              </a:extLst>
            </p:cNvPr>
            <p:cNvSpPr>
              <a:spLocks noChangeArrowheads="1"/>
            </p:cNvSpPr>
            <p:nvPr/>
          </p:nvSpPr>
          <p:spPr bwMode="auto">
            <a:xfrm>
              <a:off x="3448050" y="3505200"/>
              <a:ext cx="11702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0</a:t>
              </a:r>
              <a:endParaRPr lang="en-US" altLang="en-US">
                <a:latin typeface="Times New Roman" panose="02020603050405020304" pitchFamily="18" charset="0"/>
              </a:endParaRPr>
            </a:p>
          </p:txBody>
        </p:sp>
        <p:sp>
          <p:nvSpPr>
            <p:cNvPr id="11" name="Rectangle 9">
              <a:extLst>
                <a:ext uri="{FF2B5EF4-FFF2-40B4-BE49-F238E27FC236}">
                  <a16:creationId xmlns:a16="http://schemas.microsoft.com/office/drawing/2014/main" id="{DFC6EBE0-151C-4935-96D2-76FAD8FC76F9}"/>
                </a:ext>
              </a:extLst>
            </p:cNvPr>
            <p:cNvSpPr>
              <a:spLocks noChangeArrowheads="1"/>
            </p:cNvSpPr>
            <p:nvPr/>
          </p:nvSpPr>
          <p:spPr bwMode="auto">
            <a:xfrm>
              <a:off x="4438650" y="3505200"/>
              <a:ext cx="242054"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PC</a:t>
              </a:r>
              <a:endParaRPr lang="en-US" altLang="en-US" dirty="0">
                <a:latin typeface="Times New Roman" panose="02020603050405020304" pitchFamily="18" charset="0"/>
              </a:endParaRPr>
            </a:p>
          </p:txBody>
        </p:sp>
        <p:sp>
          <p:nvSpPr>
            <p:cNvPr id="12" name="Rectangle 10">
              <a:extLst>
                <a:ext uri="{FF2B5EF4-FFF2-40B4-BE49-F238E27FC236}">
                  <a16:creationId xmlns:a16="http://schemas.microsoft.com/office/drawing/2014/main" id="{12D9A915-1F4C-4042-9012-6417608696BE}"/>
                </a:ext>
              </a:extLst>
            </p:cNvPr>
            <p:cNvSpPr>
              <a:spLocks noChangeArrowheads="1"/>
            </p:cNvSpPr>
            <p:nvPr/>
          </p:nvSpPr>
          <p:spPr bwMode="auto">
            <a:xfrm>
              <a:off x="4620211" y="3567576"/>
              <a:ext cx="320601"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out</a:t>
              </a:r>
              <a:endParaRPr lang="en-US" altLang="en-US" dirty="0">
                <a:latin typeface="Times New Roman" panose="02020603050405020304" pitchFamily="18" charset="0"/>
              </a:endParaRPr>
            </a:p>
          </p:txBody>
        </p:sp>
        <p:sp>
          <p:nvSpPr>
            <p:cNvPr id="13" name="Rectangle 11">
              <a:extLst>
                <a:ext uri="{FF2B5EF4-FFF2-40B4-BE49-F238E27FC236}">
                  <a16:creationId xmlns:a16="http://schemas.microsoft.com/office/drawing/2014/main" id="{FBCB5C71-BCC8-4056-96F7-F5261DE45F7A}"/>
                </a:ext>
              </a:extLst>
            </p:cNvPr>
            <p:cNvSpPr>
              <a:spLocks noChangeArrowheads="1"/>
            </p:cNvSpPr>
            <p:nvPr/>
          </p:nvSpPr>
          <p:spPr bwMode="auto">
            <a:xfrm>
              <a:off x="4892643" y="350520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14" name="Rectangle 12">
              <a:extLst>
                <a:ext uri="{FF2B5EF4-FFF2-40B4-BE49-F238E27FC236}">
                  <a16:creationId xmlns:a16="http://schemas.microsoft.com/office/drawing/2014/main" id="{D8F498DF-73D6-48EB-9FC3-8CAC2320CCEC}"/>
                </a:ext>
              </a:extLst>
            </p:cNvPr>
            <p:cNvSpPr>
              <a:spLocks noChangeArrowheads="1"/>
            </p:cNvSpPr>
            <p:nvPr/>
          </p:nvSpPr>
          <p:spPr bwMode="auto">
            <a:xfrm>
              <a:off x="5048250" y="3505200"/>
              <a:ext cx="4552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MAR</a:t>
              </a:r>
              <a:endParaRPr lang="en-US" altLang="en-US">
                <a:latin typeface="Times New Roman" panose="02020603050405020304" pitchFamily="18" charset="0"/>
              </a:endParaRPr>
            </a:p>
          </p:txBody>
        </p:sp>
        <p:sp>
          <p:nvSpPr>
            <p:cNvPr id="15" name="Rectangle 13">
              <a:extLst>
                <a:ext uri="{FF2B5EF4-FFF2-40B4-BE49-F238E27FC236}">
                  <a16:creationId xmlns:a16="http://schemas.microsoft.com/office/drawing/2014/main" id="{D2360B85-664B-455A-AE40-95655E25476F}"/>
                </a:ext>
              </a:extLst>
            </p:cNvPr>
            <p:cNvSpPr>
              <a:spLocks noChangeArrowheads="1"/>
            </p:cNvSpPr>
            <p:nvPr/>
          </p:nvSpPr>
          <p:spPr bwMode="auto">
            <a:xfrm>
              <a:off x="5396789" y="3566531"/>
              <a:ext cx="17472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in</a:t>
              </a:r>
              <a:endParaRPr lang="en-US" altLang="en-US" dirty="0">
                <a:latin typeface="Times New Roman" panose="02020603050405020304" pitchFamily="18" charset="0"/>
              </a:endParaRPr>
            </a:p>
          </p:txBody>
        </p:sp>
        <p:sp>
          <p:nvSpPr>
            <p:cNvPr id="16" name="Rectangle 14">
              <a:extLst>
                <a:ext uri="{FF2B5EF4-FFF2-40B4-BE49-F238E27FC236}">
                  <a16:creationId xmlns:a16="http://schemas.microsoft.com/office/drawing/2014/main" id="{8BC077B3-9C91-416B-AFD6-D3FA362C0333}"/>
                </a:ext>
              </a:extLst>
            </p:cNvPr>
            <p:cNvSpPr>
              <a:spLocks noChangeArrowheads="1"/>
            </p:cNvSpPr>
            <p:nvPr/>
          </p:nvSpPr>
          <p:spPr bwMode="auto">
            <a:xfrm>
              <a:off x="5561241" y="350520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a:t>
              </a:r>
              <a:endParaRPr lang="en-US" altLang="en-US" dirty="0">
                <a:latin typeface="Times New Roman" panose="02020603050405020304" pitchFamily="18" charset="0"/>
              </a:endParaRPr>
            </a:p>
          </p:txBody>
        </p:sp>
        <p:sp>
          <p:nvSpPr>
            <p:cNvPr id="17" name="Rectangle 15">
              <a:extLst>
                <a:ext uri="{FF2B5EF4-FFF2-40B4-BE49-F238E27FC236}">
                  <a16:creationId xmlns:a16="http://schemas.microsoft.com/office/drawing/2014/main" id="{C93609A7-4E53-48A6-AA76-EA2806454B96}"/>
                </a:ext>
              </a:extLst>
            </p:cNvPr>
            <p:cNvSpPr>
              <a:spLocks noChangeArrowheads="1"/>
            </p:cNvSpPr>
            <p:nvPr/>
          </p:nvSpPr>
          <p:spPr bwMode="auto">
            <a:xfrm>
              <a:off x="5791201" y="3505200"/>
              <a:ext cx="526554"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Read,</a:t>
              </a:r>
              <a:endParaRPr lang="en-US" altLang="en-US">
                <a:latin typeface="Times New Roman" panose="02020603050405020304" pitchFamily="18" charset="0"/>
              </a:endParaRPr>
            </a:p>
          </p:txBody>
        </p:sp>
        <p:sp>
          <p:nvSpPr>
            <p:cNvPr id="18" name="Rectangle 16">
              <a:extLst>
                <a:ext uri="{FF2B5EF4-FFF2-40B4-BE49-F238E27FC236}">
                  <a16:creationId xmlns:a16="http://schemas.microsoft.com/office/drawing/2014/main" id="{2AA1133D-341F-4F9A-8839-F1208EAD8930}"/>
                </a:ext>
              </a:extLst>
            </p:cNvPr>
            <p:cNvSpPr>
              <a:spLocks noChangeArrowheads="1"/>
            </p:cNvSpPr>
            <p:nvPr/>
          </p:nvSpPr>
          <p:spPr bwMode="auto">
            <a:xfrm>
              <a:off x="6324601" y="3505200"/>
              <a:ext cx="738985"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Select4,</a:t>
              </a:r>
              <a:endParaRPr lang="en-US" altLang="en-US">
                <a:latin typeface="Times New Roman" panose="02020603050405020304" pitchFamily="18" charset="0"/>
              </a:endParaRPr>
            </a:p>
          </p:txBody>
        </p:sp>
        <p:sp>
          <p:nvSpPr>
            <p:cNvPr id="19" name="Rectangle 17">
              <a:extLst>
                <a:ext uri="{FF2B5EF4-FFF2-40B4-BE49-F238E27FC236}">
                  <a16:creationId xmlns:a16="http://schemas.microsoft.com/office/drawing/2014/main" id="{E65FBBC3-733B-49FE-A065-082672084625}"/>
                </a:ext>
              </a:extLst>
            </p:cNvPr>
            <p:cNvSpPr>
              <a:spLocks noChangeArrowheads="1"/>
            </p:cNvSpPr>
            <p:nvPr/>
          </p:nvSpPr>
          <p:spPr bwMode="auto">
            <a:xfrm>
              <a:off x="7029450" y="3505200"/>
              <a:ext cx="434414"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Add,</a:t>
              </a:r>
              <a:endParaRPr lang="en-US" altLang="en-US">
                <a:latin typeface="Times New Roman" panose="02020603050405020304" pitchFamily="18" charset="0"/>
              </a:endParaRPr>
            </a:p>
          </p:txBody>
        </p:sp>
        <p:sp>
          <p:nvSpPr>
            <p:cNvPr id="20" name="Rectangle 18">
              <a:extLst>
                <a:ext uri="{FF2B5EF4-FFF2-40B4-BE49-F238E27FC236}">
                  <a16:creationId xmlns:a16="http://schemas.microsoft.com/office/drawing/2014/main" id="{7CA673BC-078D-477A-BEC7-06C24078D64C}"/>
                </a:ext>
              </a:extLst>
            </p:cNvPr>
            <p:cNvSpPr>
              <a:spLocks noChangeArrowheads="1"/>
            </p:cNvSpPr>
            <p:nvPr/>
          </p:nvSpPr>
          <p:spPr bwMode="auto">
            <a:xfrm>
              <a:off x="7486650" y="3505200"/>
              <a:ext cx="10740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Z</a:t>
              </a:r>
              <a:endParaRPr lang="en-US" altLang="en-US">
                <a:latin typeface="Times New Roman" panose="02020603050405020304" pitchFamily="18" charset="0"/>
              </a:endParaRPr>
            </a:p>
          </p:txBody>
        </p:sp>
        <p:sp>
          <p:nvSpPr>
            <p:cNvPr id="21" name="Rectangle 19">
              <a:extLst>
                <a:ext uri="{FF2B5EF4-FFF2-40B4-BE49-F238E27FC236}">
                  <a16:creationId xmlns:a16="http://schemas.microsoft.com/office/drawing/2014/main" id="{6F2AB3E6-B75F-4AED-98D2-FC8B08803953}"/>
                </a:ext>
              </a:extLst>
            </p:cNvPr>
            <p:cNvSpPr>
              <a:spLocks noChangeArrowheads="1"/>
            </p:cNvSpPr>
            <p:nvPr/>
          </p:nvSpPr>
          <p:spPr bwMode="auto">
            <a:xfrm>
              <a:off x="7585692" y="3575011"/>
              <a:ext cx="17472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in</a:t>
              </a:r>
              <a:endParaRPr lang="en-US" altLang="en-US" dirty="0">
                <a:latin typeface="Times New Roman" panose="02020603050405020304" pitchFamily="18" charset="0"/>
              </a:endParaRPr>
            </a:p>
          </p:txBody>
        </p:sp>
        <p:sp>
          <p:nvSpPr>
            <p:cNvPr id="22" name="Rectangle 20">
              <a:extLst>
                <a:ext uri="{FF2B5EF4-FFF2-40B4-BE49-F238E27FC236}">
                  <a16:creationId xmlns:a16="http://schemas.microsoft.com/office/drawing/2014/main" id="{9AC50F1C-59C9-44BC-B466-144AAEAE9ADD}"/>
                </a:ext>
              </a:extLst>
            </p:cNvPr>
            <p:cNvSpPr>
              <a:spLocks noChangeArrowheads="1"/>
            </p:cNvSpPr>
            <p:nvPr/>
          </p:nvSpPr>
          <p:spPr bwMode="auto">
            <a:xfrm>
              <a:off x="3448050" y="3848100"/>
              <a:ext cx="11702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1</a:t>
              </a:r>
              <a:endParaRPr lang="en-US" altLang="en-US">
                <a:latin typeface="Times New Roman" panose="02020603050405020304" pitchFamily="18" charset="0"/>
              </a:endParaRPr>
            </a:p>
          </p:txBody>
        </p:sp>
        <p:sp>
          <p:nvSpPr>
            <p:cNvPr id="23" name="Rectangle 21">
              <a:extLst>
                <a:ext uri="{FF2B5EF4-FFF2-40B4-BE49-F238E27FC236}">
                  <a16:creationId xmlns:a16="http://schemas.microsoft.com/office/drawing/2014/main" id="{4090B33C-7E30-40F1-8254-0ACD57A33AAA}"/>
                </a:ext>
              </a:extLst>
            </p:cNvPr>
            <p:cNvSpPr>
              <a:spLocks noChangeArrowheads="1"/>
            </p:cNvSpPr>
            <p:nvPr/>
          </p:nvSpPr>
          <p:spPr bwMode="auto">
            <a:xfrm>
              <a:off x="4438650" y="3848100"/>
              <a:ext cx="10740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Z</a:t>
              </a:r>
              <a:endParaRPr lang="en-US" altLang="en-US">
                <a:latin typeface="Times New Roman" panose="02020603050405020304" pitchFamily="18" charset="0"/>
              </a:endParaRPr>
            </a:p>
          </p:txBody>
        </p:sp>
        <p:sp>
          <p:nvSpPr>
            <p:cNvPr id="24" name="Rectangle 22">
              <a:extLst>
                <a:ext uri="{FF2B5EF4-FFF2-40B4-BE49-F238E27FC236}">
                  <a16:creationId xmlns:a16="http://schemas.microsoft.com/office/drawing/2014/main" id="{53967410-BD54-4058-A8A6-09BD00E16935}"/>
                </a:ext>
              </a:extLst>
            </p:cNvPr>
            <p:cNvSpPr>
              <a:spLocks noChangeArrowheads="1"/>
            </p:cNvSpPr>
            <p:nvPr/>
          </p:nvSpPr>
          <p:spPr bwMode="auto">
            <a:xfrm>
              <a:off x="4519904" y="3926391"/>
              <a:ext cx="320601"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out</a:t>
              </a:r>
              <a:endParaRPr lang="en-US" altLang="en-US" dirty="0">
                <a:latin typeface="Times New Roman" panose="02020603050405020304" pitchFamily="18" charset="0"/>
              </a:endParaRPr>
            </a:p>
          </p:txBody>
        </p:sp>
        <p:sp>
          <p:nvSpPr>
            <p:cNvPr id="25" name="Rectangle 23">
              <a:extLst>
                <a:ext uri="{FF2B5EF4-FFF2-40B4-BE49-F238E27FC236}">
                  <a16:creationId xmlns:a16="http://schemas.microsoft.com/office/drawing/2014/main" id="{29F6B6AD-CAD9-4CAB-A6D2-6F1BC6D2469B}"/>
                </a:ext>
              </a:extLst>
            </p:cNvPr>
            <p:cNvSpPr>
              <a:spLocks noChangeArrowheads="1"/>
            </p:cNvSpPr>
            <p:nvPr/>
          </p:nvSpPr>
          <p:spPr bwMode="auto">
            <a:xfrm>
              <a:off x="4800600" y="384810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26" name="Rectangle 24">
              <a:extLst>
                <a:ext uri="{FF2B5EF4-FFF2-40B4-BE49-F238E27FC236}">
                  <a16:creationId xmlns:a16="http://schemas.microsoft.com/office/drawing/2014/main" id="{B31F9C87-11BC-4D15-95E9-45EAA5478BBB}"/>
                </a:ext>
              </a:extLst>
            </p:cNvPr>
            <p:cNvSpPr>
              <a:spLocks noChangeArrowheads="1"/>
            </p:cNvSpPr>
            <p:nvPr/>
          </p:nvSpPr>
          <p:spPr bwMode="auto">
            <a:xfrm>
              <a:off x="4914900" y="3848100"/>
              <a:ext cx="242054"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PC</a:t>
              </a:r>
              <a:endParaRPr lang="en-US" altLang="en-US">
                <a:latin typeface="Times New Roman" panose="02020603050405020304" pitchFamily="18" charset="0"/>
              </a:endParaRPr>
            </a:p>
          </p:txBody>
        </p:sp>
        <p:sp>
          <p:nvSpPr>
            <p:cNvPr id="27" name="Rectangle 25">
              <a:extLst>
                <a:ext uri="{FF2B5EF4-FFF2-40B4-BE49-F238E27FC236}">
                  <a16:creationId xmlns:a16="http://schemas.microsoft.com/office/drawing/2014/main" id="{4EF89BFB-05E5-411B-B1C7-D2384996B9EA}"/>
                </a:ext>
              </a:extLst>
            </p:cNvPr>
            <p:cNvSpPr>
              <a:spLocks noChangeArrowheads="1"/>
            </p:cNvSpPr>
            <p:nvPr/>
          </p:nvSpPr>
          <p:spPr bwMode="auto">
            <a:xfrm>
              <a:off x="5132034" y="3926391"/>
              <a:ext cx="17472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in</a:t>
              </a:r>
              <a:endParaRPr lang="en-US" altLang="en-US" dirty="0">
                <a:latin typeface="Times New Roman" panose="02020603050405020304" pitchFamily="18" charset="0"/>
              </a:endParaRPr>
            </a:p>
          </p:txBody>
        </p:sp>
        <p:sp>
          <p:nvSpPr>
            <p:cNvPr id="28" name="Rectangle 26">
              <a:extLst>
                <a:ext uri="{FF2B5EF4-FFF2-40B4-BE49-F238E27FC236}">
                  <a16:creationId xmlns:a16="http://schemas.microsoft.com/office/drawing/2014/main" id="{5BB4281F-58D1-4FA6-96A8-A2EA8C15A66B}"/>
                </a:ext>
              </a:extLst>
            </p:cNvPr>
            <p:cNvSpPr>
              <a:spLocks noChangeArrowheads="1"/>
            </p:cNvSpPr>
            <p:nvPr/>
          </p:nvSpPr>
          <p:spPr bwMode="auto">
            <a:xfrm>
              <a:off x="5284434" y="384810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a:t>
              </a:r>
              <a:endParaRPr lang="en-US" altLang="en-US" dirty="0">
                <a:latin typeface="Times New Roman" panose="02020603050405020304" pitchFamily="18" charset="0"/>
              </a:endParaRPr>
            </a:p>
          </p:txBody>
        </p:sp>
        <p:sp>
          <p:nvSpPr>
            <p:cNvPr id="29" name="Rectangle 27">
              <a:extLst>
                <a:ext uri="{FF2B5EF4-FFF2-40B4-BE49-F238E27FC236}">
                  <a16:creationId xmlns:a16="http://schemas.microsoft.com/office/drawing/2014/main" id="{D81B4C72-03F7-47E6-963F-F64989CF708D}"/>
                </a:ext>
              </a:extLst>
            </p:cNvPr>
            <p:cNvSpPr>
              <a:spLocks noChangeArrowheads="1"/>
            </p:cNvSpPr>
            <p:nvPr/>
          </p:nvSpPr>
          <p:spPr bwMode="auto">
            <a:xfrm>
              <a:off x="5448300" y="3848100"/>
              <a:ext cx="11221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Y</a:t>
              </a:r>
              <a:endParaRPr lang="en-US" altLang="en-US">
                <a:latin typeface="Times New Roman" panose="02020603050405020304" pitchFamily="18" charset="0"/>
              </a:endParaRPr>
            </a:p>
          </p:txBody>
        </p:sp>
        <p:sp>
          <p:nvSpPr>
            <p:cNvPr id="30" name="Rectangle 28">
              <a:extLst>
                <a:ext uri="{FF2B5EF4-FFF2-40B4-BE49-F238E27FC236}">
                  <a16:creationId xmlns:a16="http://schemas.microsoft.com/office/drawing/2014/main" id="{4291E2F9-11F2-4BBD-BBA3-F4CB86F7C0C4}"/>
                </a:ext>
              </a:extLst>
            </p:cNvPr>
            <p:cNvSpPr>
              <a:spLocks noChangeArrowheads="1"/>
            </p:cNvSpPr>
            <p:nvPr/>
          </p:nvSpPr>
          <p:spPr bwMode="auto">
            <a:xfrm>
              <a:off x="5540343" y="3926391"/>
              <a:ext cx="17472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in</a:t>
              </a:r>
              <a:endParaRPr lang="en-US" altLang="en-US" dirty="0">
                <a:latin typeface="Times New Roman" panose="02020603050405020304" pitchFamily="18" charset="0"/>
              </a:endParaRPr>
            </a:p>
          </p:txBody>
        </p:sp>
        <p:sp>
          <p:nvSpPr>
            <p:cNvPr id="31" name="Rectangle 29">
              <a:extLst>
                <a:ext uri="{FF2B5EF4-FFF2-40B4-BE49-F238E27FC236}">
                  <a16:creationId xmlns:a16="http://schemas.microsoft.com/office/drawing/2014/main" id="{1517DF72-35BE-45D0-9145-056E920E4867}"/>
                </a:ext>
              </a:extLst>
            </p:cNvPr>
            <p:cNvSpPr>
              <a:spLocks noChangeArrowheads="1"/>
            </p:cNvSpPr>
            <p:nvPr/>
          </p:nvSpPr>
          <p:spPr bwMode="auto">
            <a:xfrm>
              <a:off x="5703533" y="384810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a:t>
              </a:r>
              <a:endParaRPr lang="en-US" altLang="en-US" dirty="0">
                <a:latin typeface="Times New Roman" panose="02020603050405020304" pitchFamily="18" charset="0"/>
              </a:endParaRPr>
            </a:p>
          </p:txBody>
        </p:sp>
        <p:sp>
          <p:nvSpPr>
            <p:cNvPr id="32" name="Rectangle 30">
              <a:extLst>
                <a:ext uri="{FF2B5EF4-FFF2-40B4-BE49-F238E27FC236}">
                  <a16:creationId xmlns:a16="http://schemas.microsoft.com/office/drawing/2014/main" id="{B148DB88-A1C2-44B9-BF65-13DEC31393E5}"/>
                </a:ext>
              </a:extLst>
            </p:cNvPr>
            <p:cNvSpPr>
              <a:spLocks noChangeArrowheads="1"/>
            </p:cNvSpPr>
            <p:nvPr/>
          </p:nvSpPr>
          <p:spPr bwMode="auto">
            <a:xfrm>
              <a:off x="5867400" y="3848100"/>
              <a:ext cx="455011" cy="2055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WMFC</a:t>
              </a:r>
              <a:endParaRPr lang="en-US" altLang="en-US" dirty="0">
                <a:latin typeface="Times New Roman" panose="02020603050405020304" pitchFamily="18" charset="0"/>
              </a:endParaRPr>
            </a:p>
          </p:txBody>
        </p:sp>
        <p:sp>
          <p:nvSpPr>
            <p:cNvPr id="34" name="Rectangle 32">
              <a:extLst>
                <a:ext uri="{FF2B5EF4-FFF2-40B4-BE49-F238E27FC236}">
                  <a16:creationId xmlns:a16="http://schemas.microsoft.com/office/drawing/2014/main" id="{F12B744D-C191-4F63-A6BF-2E5D599CD957}"/>
                </a:ext>
              </a:extLst>
            </p:cNvPr>
            <p:cNvSpPr>
              <a:spLocks noChangeArrowheads="1"/>
            </p:cNvSpPr>
            <p:nvPr/>
          </p:nvSpPr>
          <p:spPr bwMode="auto">
            <a:xfrm>
              <a:off x="3448050" y="4171950"/>
              <a:ext cx="11702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2</a:t>
              </a:r>
              <a:endParaRPr lang="en-US" altLang="en-US">
                <a:latin typeface="Times New Roman" panose="02020603050405020304" pitchFamily="18" charset="0"/>
              </a:endParaRPr>
            </a:p>
          </p:txBody>
        </p:sp>
        <p:sp>
          <p:nvSpPr>
            <p:cNvPr id="35" name="Rectangle 33">
              <a:extLst>
                <a:ext uri="{FF2B5EF4-FFF2-40B4-BE49-F238E27FC236}">
                  <a16:creationId xmlns:a16="http://schemas.microsoft.com/office/drawing/2014/main" id="{272C8D8C-5D52-4F2D-B041-8127C03AB3FC}"/>
                </a:ext>
              </a:extLst>
            </p:cNvPr>
            <p:cNvSpPr>
              <a:spLocks noChangeArrowheads="1"/>
            </p:cNvSpPr>
            <p:nvPr/>
          </p:nvSpPr>
          <p:spPr bwMode="auto">
            <a:xfrm>
              <a:off x="4438651" y="4171950"/>
              <a:ext cx="464871"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MDR</a:t>
              </a:r>
              <a:endParaRPr lang="en-US" altLang="en-US" dirty="0">
                <a:latin typeface="Times New Roman" panose="02020603050405020304" pitchFamily="18" charset="0"/>
              </a:endParaRPr>
            </a:p>
          </p:txBody>
        </p:sp>
        <p:sp>
          <p:nvSpPr>
            <p:cNvPr id="36" name="Rectangle 34">
              <a:extLst>
                <a:ext uri="{FF2B5EF4-FFF2-40B4-BE49-F238E27FC236}">
                  <a16:creationId xmlns:a16="http://schemas.microsoft.com/office/drawing/2014/main" id="{22BDACF7-D989-47B1-9A7E-2DB6102B4889}"/>
                </a:ext>
              </a:extLst>
            </p:cNvPr>
            <p:cNvSpPr>
              <a:spLocks noChangeArrowheads="1"/>
            </p:cNvSpPr>
            <p:nvPr/>
          </p:nvSpPr>
          <p:spPr bwMode="auto">
            <a:xfrm>
              <a:off x="4810709" y="4251286"/>
              <a:ext cx="320601"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out</a:t>
              </a:r>
              <a:endParaRPr lang="en-US" altLang="en-US" dirty="0">
                <a:latin typeface="Times New Roman" panose="02020603050405020304" pitchFamily="18" charset="0"/>
              </a:endParaRPr>
            </a:p>
          </p:txBody>
        </p:sp>
        <p:sp>
          <p:nvSpPr>
            <p:cNvPr id="37" name="Rectangle 35">
              <a:extLst>
                <a:ext uri="{FF2B5EF4-FFF2-40B4-BE49-F238E27FC236}">
                  <a16:creationId xmlns:a16="http://schemas.microsoft.com/office/drawing/2014/main" id="{0F7FD147-2A19-4017-B3D2-5A77547778F0}"/>
                </a:ext>
              </a:extLst>
            </p:cNvPr>
            <p:cNvSpPr>
              <a:spLocks noChangeArrowheads="1"/>
            </p:cNvSpPr>
            <p:nvPr/>
          </p:nvSpPr>
          <p:spPr bwMode="auto">
            <a:xfrm>
              <a:off x="5085670" y="41719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a:t>
              </a:r>
              <a:endParaRPr lang="en-US" altLang="en-US" dirty="0">
                <a:latin typeface="Times New Roman" panose="02020603050405020304" pitchFamily="18" charset="0"/>
              </a:endParaRPr>
            </a:p>
          </p:txBody>
        </p:sp>
        <p:sp>
          <p:nvSpPr>
            <p:cNvPr id="38" name="Rectangle 36">
              <a:extLst>
                <a:ext uri="{FF2B5EF4-FFF2-40B4-BE49-F238E27FC236}">
                  <a16:creationId xmlns:a16="http://schemas.microsoft.com/office/drawing/2014/main" id="{6F1D394D-7EF0-4F5E-8B2F-86CEE0C05B33}"/>
                </a:ext>
              </a:extLst>
            </p:cNvPr>
            <p:cNvSpPr>
              <a:spLocks noChangeArrowheads="1"/>
            </p:cNvSpPr>
            <p:nvPr/>
          </p:nvSpPr>
          <p:spPr bwMode="auto">
            <a:xfrm>
              <a:off x="5257800" y="4171950"/>
              <a:ext cx="18274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IR</a:t>
              </a:r>
              <a:endParaRPr lang="en-US" altLang="en-US">
                <a:latin typeface="Times New Roman" panose="02020603050405020304" pitchFamily="18" charset="0"/>
              </a:endParaRPr>
            </a:p>
          </p:txBody>
        </p:sp>
        <p:sp>
          <p:nvSpPr>
            <p:cNvPr id="39" name="Rectangle 37">
              <a:extLst>
                <a:ext uri="{FF2B5EF4-FFF2-40B4-BE49-F238E27FC236}">
                  <a16:creationId xmlns:a16="http://schemas.microsoft.com/office/drawing/2014/main" id="{F4712E73-249C-4249-B88C-E4900CCDF432}"/>
                </a:ext>
              </a:extLst>
            </p:cNvPr>
            <p:cNvSpPr>
              <a:spLocks noChangeArrowheads="1"/>
            </p:cNvSpPr>
            <p:nvPr/>
          </p:nvSpPr>
          <p:spPr bwMode="auto">
            <a:xfrm>
              <a:off x="5416519" y="4251286"/>
              <a:ext cx="17472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in</a:t>
              </a:r>
              <a:endParaRPr lang="en-US" altLang="en-US" dirty="0">
                <a:latin typeface="Times New Roman" panose="02020603050405020304" pitchFamily="18" charset="0"/>
              </a:endParaRPr>
            </a:p>
          </p:txBody>
        </p:sp>
        <p:sp>
          <p:nvSpPr>
            <p:cNvPr id="40" name="Rectangle 38">
              <a:extLst>
                <a:ext uri="{FF2B5EF4-FFF2-40B4-BE49-F238E27FC236}">
                  <a16:creationId xmlns:a16="http://schemas.microsoft.com/office/drawing/2014/main" id="{11BA57FF-576C-4D0F-B5EB-4DB24F629D5A}"/>
                </a:ext>
              </a:extLst>
            </p:cNvPr>
            <p:cNvSpPr>
              <a:spLocks noChangeArrowheads="1"/>
            </p:cNvSpPr>
            <p:nvPr/>
          </p:nvSpPr>
          <p:spPr bwMode="auto">
            <a:xfrm>
              <a:off x="3448050" y="4514850"/>
              <a:ext cx="11702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3</a:t>
              </a:r>
              <a:endParaRPr lang="en-US" altLang="en-US">
                <a:latin typeface="Times New Roman" panose="02020603050405020304" pitchFamily="18" charset="0"/>
              </a:endParaRPr>
            </a:p>
          </p:txBody>
        </p:sp>
        <p:sp>
          <p:nvSpPr>
            <p:cNvPr id="41" name="Rectangle 39">
              <a:extLst>
                <a:ext uri="{FF2B5EF4-FFF2-40B4-BE49-F238E27FC236}">
                  <a16:creationId xmlns:a16="http://schemas.microsoft.com/office/drawing/2014/main" id="{3864AD68-2D1E-45CB-9198-683CA07F6C65}"/>
                </a:ext>
              </a:extLst>
            </p:cNvPr>
            <p:cNvSpPr>
              <a:spLocks noChangeArrowheads="1"/>
            </p:cNvSpPr>
            <p:nvPr/>
          </p:nvSpPr>
          <p:spPr bwMode="auto">
            <a:xfrm>
              <a:off x="4438651" y="4514850"/>
              <a:ext cx="65248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Branch</a:t>
              </a:r>
              <a:endParaRPr lang="en-US" altLang="en-US" dirty="0">
                <a:latin typeface="Times New Roman" panose="02020603050405020304" pitchFamily="18" charset="0"/>
              </a:endParaRPr>
            </a:p>
          </p:txBody>
        </p:sp>
        <p:sp>
          <p:nvSpPr>
            <p:cNvPr id="42" name="Rectangle 40">
              <a:extLst>
                <a:ext uri="{FF2B5EF4-FFF2-40B4-BE49-F238E27FC236}">
                  <a16:creationId xmlns:a16="http://schemas.microsoft.com/office/drawing/2014/main" id="{0355F164-161E-40EE-BB9B-EB6C2E9A4CE4}"/>
                </a:ext>
              </a:extLst>
            </p:cNvPr>
            <p:cNvSpPr>
              <a:spLocks noChangeArrowheads="1"/>
            </p:cNvSpPr>
            <p:nvPr/>
          </p:nvSpPr>
          <p:spPr bwMode="auto">
            <a:xfrm>
              <a:off x="4994212" y="4514850"/>
              <a:ext cx="196529"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to</a:t>
              </a:r>
              <a:endParaRPr lang="en-US" altLang="en-US" dirty="0">
                <a:latin typeface="Times New Roman" panose="02020603050405020304" pitchFamily="18" charset="0"/>
              </a:endParaRPr>
            </a:p>
          </p:txBody>
        </p:sp>
        <p:sp>
          <p:nvSpPr>
            <p:cNvPr id="43" name="Rectangle 41">
              <a:extLst>
                <a:ext uri="{FF2B5EF4-FFF2-40B4-BE49-F238E27FC236}">
                  <a16:creationId xmlns:a16="http://schemas.microsoft.com/office/drawing/2014/main" id="{76582462-EDCD-4FE6-AAE3-8B6A5A180145}"/>
                </a:ext>
              </a:extLst>
            </p:cNvPr>
            <p:cNvSpPr>
              <a:spLocks noChangeArrowheads="1"/>
            </p:cNvSpPr>
            <p:nvPr/>
          </p:nvSpPr>
          <p:spPr bwMode="auto">
            <a:xfrm>
              <a:off x="5206291" y="4514850"/>
              <a:ext cx="712759"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starting</a:t>
              </a:r>
              <a:endParaRPr lang="en-US" altLang="en-US" dirty="0">
                <a:latin typeface="Times New Roman" panose="02020603050405020304" pitchFamily="18" charset="0"/>
              </a:endParaRPr>
            </a:p>
          </p:txBody>
        </p:sp>
        <p:sp>
          <p:nvSpPr>
            <p:cNvPr id="44" name="Rectangle 42">
              <a:extLst>
                <a:ext uri="{FF2B5EF4-FFF2-40B4-BE49-F238E27FC236}">
                  <a16:creationId xmlns:a16="http://schemas.microsoft.com/office/drawing/2014/main" id="{E56F609F-EEE0-459B-BFC7-2DA84ADD4D66}"/>
                </a:ext>
              </a:extLst>
            </p:cNvPr>
            <p:cNvSpPr>
              <a:spLocks noChangeArrowheads="1"/>
            </p:cNvSpPr>
            <p:nvPr/>
          </p:nvSpPr>
          <p:spPr bwMode="auto">
            <a:xfrm>
              <a:off x="5779640" y="4514850"/>
              <a:ext cx="7263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address</a:t>
              </a:r>
              <a:endParaRPr lang="en-US" altLang="en-US" dirty="0">
                <a:latin typeface="Times New Roman" panose="02020603050405020304" pitchFamily="18" charset="0"/>
              </a:endParaRPr>
            </a:p>
          </p:txBody>
        </p:sp>
        <p:sp>
          <p:nvSpPr>
            <p:cNvPr id="45" name="Rectangle 43">
              <a:extLst>
                <a:ext uri="{FF2B5EF4-FFF2-40B4-BE49-F238E27FC236}">
                  <a16:creationId xmlns:a16="http://schemas.microsoft.com/office/drawing/2014/main" id="{A75A9375-81BB-4808-AE0F-3D5A9AF734C0}"/>
                </a:ext>
              </a:extLst>
            </p:cNvPr>
            <p:cNvSpPr>
              <a:spLocks noChangeArrowheads="1"/>
            </p:cNvSpPr>
            <p:nvPr/>
          </p:nvSpPr>
          <p:spPr bwMode="auto">
            <a:xfrm>
              <a:off x="6377404" y="4514850"/>
              <a:ext cx="19236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of</a:t>
              </a:r>
              <a:endParaRPr lang="en-US" altLang="en-US" dirty="0">
                <a:latin typeface="Times New Roman" panose="02020603050405020304" pitchFamily="18" charset="0"/>
              </a:endParaRPr>
            </a:p>
          </p:txBody>
        </p:sp>
        <p:sp>
          <p:nvSpPr>
            <p:cNvPr id="46" name="Rectangle 44">
              <a:extLst>
                <a:ext uri="{FF2B5EF4-FFF2-40B4-BE49-F238E27FC236}">
                  <a16:creationId xmlns:a16="http://schemas.microsoft.com/office/drawing/2014/main" id="{BD7123D5-76FB-4516-85AD-312DB72F9250}"/>
                </a:ext>
              </a:extLst>
            </p:cNvPr>
            <p:cNvSpPr>
              <a:spLocks noChangeArrowheads="1"/>
            </p:cNvSpPr>
            <p:nvPr/>
          </p:nvSpPr>
          <p:spPr bwMode="auto">
            <a:xfrm>
              <a:off x="6608487" y="4514850"/>
              <a:ext cx="110575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appropriate</a:t>
              </a:r>
              <a:endParaRPr lang="en-US" altLang="en-US" dirty="0">
                <a:latin typeface="Times New Roman" panose="02020603050405020304" pitchFamily="18" charset="0"/>
              </a:endParaRPr>
            </a:p>
          </p:txBody>
        </p:sp>
        <p:sp>
          <p:nvSpPr>
            <p:cNvPr id="47" name="Rectangle 45">
              <a:extLst>
                <a:ext uri="{FF2B5EF4-FFF2-40B4-BE49-F238E27FC236}">
                  <a16:creationId xmlns:a16="http://schemas.microsoft.com/office/drawing/2014/main" id="{227633FB-F903-4CC2-8B3A-374ABF83D0C8}"/>
                </a:ext>
              </a:extLst>
            </p:cNvPr>
            <p:cNvSpPr>
              <a:spLocks noChangeArrowheads="1"/>
            </p:cNvSpPr>
            <p:nvPr/>
          </p:nvSpPr>
          <p:spPr bwMode="auto">
            <a:xfrm>
              <a:off x="7498275" y="4514850"/>
              <a:ext cx="122046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err="1">
                  <a:solidFill>
                    <a:srgbClr val="000000"/>
                  </a:solidFill>
                  <a:latin typeface="Computer Modern" charset="0"/>
                </a:rPr>
                <a:t>microroutine</a:t>
              </a:r>
              <a:endParaRPr lang="en-US" altLang="en-US" dirty="0">
                <a:latin typeface="Times New Roman" panose="02020603050405020304" pitchFamily="18" charset="0"/>
              </a:endParaRPr>
            </a:p>
          </p:txBody>
        </p:sp>
        <p:sp>
          <p:nvSpPr>
            <p:cNvPr id="48" name="Rectangle 46">
              <a:extLst>
                <a:ext uri="{FF2B5EF4-FFF2-40B4-BE49-F238E27FC236}">
                  <a16:creationId xmlns:a16="http://schemas.microsoft.com/office/drawing/2014/main" id="{213A5DE6-7752-4E99-8284-8C23AB3FE24C}"/>
                </a:ext>
              </a:extLst>
            </p:cNvPr>
            <p:cNvSpPr>
              <a:spLocks noChangeArrowheads="1"/>
            </p:cNvSpPr>
            <p:nvPr/>
          </p:nvSpPr>
          <p:spPr bwMode="auto">
            <a:xfrm>
              <a:off x="34861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49" name="Rectangle 47">
              <a:extLst>
                <a:ext uri="{FF2B5EF4-FFF2-40B4-BE49-F238E27FC236}">
                  <a16:creationId xmlns:a16="http://schemas.microsoft.com/office/drawing/2014/main" id="{42491F95-0B6A-442A-81B3-2795211B65C3}"/>
                </a:ext>
              </a:extLst>
            </p:cNvPr>
            <p:cNvSpPr>
              <a:spLocks noChangeArrowheads="1"/>
            </p:cNvSpPr>
            <p:nvPr/>
          </p:nvSpPr>
          <p:spPr bwMode="auto">
            <a:xfrm>
              <a:off x="35814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50" name="Rectangle 48">
              <a:extLst>
                <a:ext uri="{FF2B5EF4-FFF2-40B4-BE49-F238E27FC236}">
                  <a16:creationId xmlns:a16="http://schemas.microsoft.com/office/drawing/2014/main" id="{51FB74AD-F9E3-4ADA-A2D7-956E8377EE3E}"/>
                </a:ext>
              </a:extLst>
            </p:cNvPr>
            <p:cNvSpPr>
              <a:spLocks noChangeArrowheads="1"/>
            </p:cNvSpPr>
            <p:nvPr/>
          </p:nvSpPr>
          <p:spPr bwMode="auto">
            <a:xfrm>
              <a:off x="36576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51" name="Rectangle 49">
              <a:extLst>
                <a:ext uri="{FF2B5EF4-FFF2-40B4-BE49-F238E27FC236}">
                  <a16:creationId xmlns:a16="http://schemas.microsoft.com/office/drawing/2014/main" id="{C72A5B42-5B10-4DF6-B511-829717F8E0AB}"/>
                </a:ext>
              </a:extLst>
            </p:cNvPr>
            <p:cNvSpPr>
              <a:spLocks noChangeArrowheads="1"/>
            </p:cNvSpPr>
            <p:nvPr/>
          </p:nvSpPr>
          <p:spPr bwMode="auto">
            <a:xfrm>
              <a:off x="37338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52" name="Rectangle 50">
              <a:extLst>
                <a:ext uri="{FF2B5EF4-FFF2-40B4-BE49-F238E27FC236}">
                  <a16:creationId xmlns:a16="http://schemas.microsoft.com/office/drawing/2014/main" id="{411AD8E8-2802-42DD-A373-5BA0269FE0A5}"/>
                </a:ext>
              </a:extLst>
            </p:cNvPr>
            <p:cNvSpPr>
              <a:spLocks noChangeArrowheads="1"/>
            </p:cNvSpPr>
            <p:nvPr/>
          </p:nvSpPr>
          <p:spPr bwMode="auto">
            <a:xfrm>
              <a:off x="38290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53" name="Rectangle 51">
              <a:extLst>
                <a:ext uri="{FF2B5EF4-FFF2-40B4-BE49-F238E27FC236}">
                  <a16:creationId xmlns:a16="http://schemas.microsoft.com/office/drawing/2014/main" id="{879FE4BA-3F89-4F49-BCEE-348FDA428005}"/>
                </a:ext>
              </a:extLst>
            </p:cNvPr>
            <p:cNvSpPr>
              <a:spLocks noChangeArrowheads="1"/>
            </p:cNvSpPr>
            <p:nvPr/>
          </p:nvSpPr>
          <p:spPr bwMode="auto">
            <a:xfrm>
              <a:off x="39052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54" name="Rectangle 52">
              <a:extLst>
                <a:ext uri="{FF2B5EF4-FFF2-40B4-BE49-F238E27FC236}">
                  <a16:creationId xmlns:a16="http://schemas.microsoft.com/office/drawing/2014/main" id="{1C422590-27B4-48A0-8F41-08021AAADDB4}"/>
                </a:ext>
              </a:extLst>
            </p:cNvPr>
            <p:cNvSpPr>
              <a:spLocks noChangeArrowheads="1"/>
            </p:cNvSpPr>
            <p:nvPr/>
          </p:nvSpPr>
          <p:spPr bwMode="auto">
            <a:xfrm>
              <a:off x="40005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55" name="Rectangle 53">
              <a:extLst>
                <a:ext uri="{FF2B5EF4-FFF2-40B4-BE49-F238E27FC236}">
                  <a16:creationId xmlns:a16="http://schemas.microsoft.com/office/drawing/2014/main" id="{4F4FE38A-246C-4B49-970F-8F523CF5F271}"/>
                </a:ext>
              </a:extLst>
            </p:cNvPr>
            <p:cNvSpPr>
              <a:spLocks noChangeArrowheads="1"/>
            </p:cNvSpPr>
            <p:nvPr/>
          </p:nvSpPr>
          <p:spPr bwMode="auto">
            <a:xfrm>
              <a:off x="40767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56" name="Rectangle 54">
              <a:extLst>
                <a:ext uri="{FF2B5EF4-FFF2-40B4-BE49-F238E27FC236}">
                  <a16:creationId xmlns:a16="http://schemas.microsoft.com/office/drawing/2014/main" id="{CF430AD4-ADD7-4574-9008-E3AF605E5B3C}"/>
                </a:ext>
              </a:extLst>
            </p:cNvPr>
            <p:cNvSpPr>
              <a:spLocks noChangeArrowheads="1"/>
            </p:cNvSpPr>
            <p:nvPr/>
          </p:nvSpPr>
          <p:spPr bwMode="auto">
            <a:xfrm>
              <a:off x="41529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57" name="Rectangle 55">
              <a:extLst>
                <a:ext uri="{FF2B5EF4-FFF2-40B4-BE49-F238E27FC236}">
                  <a16:creationId xmlns:a16="http://schemas.microsoft.com/office/drawing/2014/main" id="{0435632C-C658-48F2-BE82-CF0261389CB5}"/>
                </a:ext>
              </a:extLst>
            </p:cNvPr>
            <p:cNvSpPr>
              <a:spLocks noChangeArrowheads="1"/>
            </p:cNvSpPr>
            <p:nvPr/>
          </p:nvSpPr>
          <p:spPr bwMode="auto">
            <a:xfrm>
              <a:off x="42481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58" name="Rectangle 56">
              <a:extLst>
                <a:ext uri="{FF2B5EF4-FFF2-40B4-BE49-F238E27FC236}">
                  <a16:creationId xmlns:a16="http://schemas.microsoft.com/office/drawing/2014/main" id="{BE9C89E1-DD0F-46C2-B73C-D213F02C89CB}"/>
                </a:ext>
              </a:extLst>
            </p:cNvPr>
            <p:cNvSpPr>
              <a:spLocks noChangeArrowheads="1"/>
            </p:cNvSpPr>
            <p:nvPr/>
          </p:nvSpPr>
          <p:spPr bwMode="auto">
            <a:xfrm>
              <a:off x="43243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59" name="Rectangle 57">
              <a:extLst>
                <a:ext uri="{FF2B5EF4-FFF2-40B4-BE49-F238E27FC236}">
                  <a16:creationId xmlns:a16="http://schemas.microsoft.com/office/drawing/2014/main" id="{01F036BE-ED61-499F-A500-600907D2E790}"/>
                </a:ext>
              </a:extLst>
            </p:cNvPr>
            <p:cNvSpPr>
              <a:spLocks noChangeArrowheads="1"/>
            </p:cNvSpPr>
            <p:nvPr/>
          </p:nvSpPr>
          <p:spPr bwMode="auto">
            <a:xfrm>
              <a:off x="44005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60" name="Rectangle 58">
              <a:extLst>
                <a:ext uri="{FF2B5EF4-FFF2-40B4-BE49-F238E27FC236}">
                  <a16:creationId xmlns:a16="http://schemas.microsoft.com/office/drawing/2014/main" id="{00F86EE5-449D-455A-AF46-F3B259FC38D0}"/>
                </a:ext>
              </a:extLst>
            </p:cNvPr>
            <p:cNvSpPr>
              <a:spLocks noChangeArrowheads="1"/>
            </p:cNvSpPr>
            <p:nvPr/>
          </p:nvSpPr>
          <p:spPr bwMode="auto">
            <a:xfrm>
              <a:off x="44958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61" name="Rectangle 59">
              <a:extLst>
                <a:ext uri="{FF2B5EF4-FFF2-40B4-BE49-F238E27FC236}">
                  <a16:creationId xmlns:a16="http://schemas.microsoft.com/office/drawing/2014/main" id="{8A4A013C-E7A7-4F0E-95CE-639E9527AB86}"/>
                </a:ext>
              </a:extLst>
            </p:cNvPr>
            <p:cNvSpPr>
              <a:spLocks noChangeArrowheads="1"/>
            </p:cNvSpPr>
            <p:nvPr/>
          </p:nvSpPr>
          <p:spPr bwMode="auto">
            <a:xfrm>
              <a:off x="45720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62" name="Rectangle 60">
              <a:extLst>
                <a:ext uri="{FF2B5EF4-FFF2-40B4-BE49-F238E27FC236}">
                  <a16:creationId xmlns:a16="http://schemas.microsoft.com/office/drawing/2014/main" id="{353A947F-826D-4D59-BEED-41498764B858}"/>
                </a:ext>
              </a:extLst>
            </p:cNvPr>
            <p:cNvSpPr>
              <a:spLocks noChangeArrowheads="1"/>
            </p:cNvSpPr>
            <p:nvPr/>
          </p:nvSpPr>
          <p:spPr bwMode="auto">
            <a:xfrm>
              <a:off x="46672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63" name="Rectangle 61">
              <a:extLst>
                <a:ext uri="{FF2B5EF4-FFF2-40B4-BE49-F238E27FC236}">
                  <a16:creationId xmlns:a16="http://schemas.microsoft.com/office/drawing/2014/main" id="{A0D6A15F-545C-4D4E-ADB2-84293FCBB669}"/>
                </a:ext>
              </a:extLst>
            </p:cNvPr>
            <p:cNvSpPr>
              <a:spLocks noChangeArrowheads="1"/>
            </p:cNvSpPr>
            <p:nvPr/>
          </p:nvSpPr>
          <p:spPr bwMode="auto">
            <a:xfrm>
              <a:off x="47434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64" name="Rectangle 62">
              <a:extLst>
                <a:ext uri="{FF2B5EF4-FFF2-40B4-BE49-F238E27FC236}">
                  <a16:creationId xmlns:a16="http://schemas.microsoft.com/office/drawing/2014/main" id="{17FCF2D6-00A8-4B06-805D-118CBDEB2D88}"/>
                </a:ext>
              </a:extLst>
            </p:cNvPr>
            <p:cNvSpPr>
              <a:spLocks noChangeArrowheads="1"/>
            </p:cNvSpPr>
            <p:nvPr/>
          </p:nvSpPr>
          <p:spPr bwMode="auto">
            <a:xfrm>
              <a:off x="48196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65" name="Rectangle 63">
              <a:extLst>
                <a:ext uri="{FF2B5EF4-FFF2-40B4-BE49-F238E27FC236}">
                  <a16:creationId xmlns:a16="http://schemas.microsoft.com/office/drawing/2014/main" id="{2CF7FB9F-2826-4E41-99BC-287AB7D15225}"/>
                </a:ext>
              </a:extLst>
            </p:cNvPr>
            <p:cNvSpPr>
              <a:spLocks noChangeArrowheads="1"/>
            </p:cNvSpPr>
            <p:nvPr/>
          </p:nvSpPr>
          <p:spPr bwMode="auto">
            <a:xfrm>
              <a:off x="49149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66" name="Rectangle 64">
              <a:extLst>
                <a:ext uri="{FF2B5EF4-FFF2-40B4-BE49-F238E27FC236}">
                  <a16:creationId xmlns:a16="http://schemas.microsoft.com/office/drawing/2014/main" id="{7A8CE037-C1D6-4A30-B001-9AC3FFAE7CA9}"/>
                </a:ext>
              </a:extLst>
            </p:cNvPr>
            <p:cNvSpPr>
              <a:spLocks noChangeArrowheads="1"/>
            </p:cNvSpPr>
            <p:nvPr/>
          </p:nvSpPr>
          <p:spPr bwMode="auto">
            <a:xfrm>
              <a:off x="49911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67" name="Rectangle 65">
              <a:extLst>
                <a:ext uri="{FF2B5EF4-FFF2-40B4-BE49-F238E27FC236}">
                  <a16:creationId xmlns:a16="http://schemas.microsoft.com/office/drawing/2014/main" id="{FF39DBE0-D410-4EDC-9B76-1E95BCDDD7F2}"/>
                </a:ext>
              </a:extLst>
            </p:cNvPr>
            <p:cNvSpPr>
              <a:spLocks noChangeArrowheads="1"/>
            </p:cNvSpPr>
            <p:nvPr/>
          </p:nvSpPr>
          <p:spPr bwMode="auto">
            <a:xfrm>
              <a:off x="50863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68" name="Rectangle 66">
              <a:extLst>
                <a:ext uri="{FF2B5EF4-FFF2-40B4-BE49-F238E27FC236}">
                  <a16:creationId xmlns:a16="http://schemas.microsoft.com/office/drawing/2014/main" id="{B1B654F7-D63B-4F31-8723-44053977FF84}"/>
                </a:ext>
              </a:extLst>
            </p:cNvPr>
            <p:cNvSpPr>
              <a:spLocks noChangeArrowheads="1"/>
            </p:cNvSpPr>
            <p:nvPr/>
          </p:nvSpPr>
          <p:spPr bwMode="auto">
            <a:xfrm>
              <a:off x="51625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69" name="Rectangle 67">
              <a:extLst>
                <a:ext uri="{FF2B5EF4-FFF2-40B4-BE49-F238E27FC236}">
                  <a16:creationId xmlns:a16="http://schemas.microsoft.com/office/drawing/2014/main" id="{4584D328-E9BD-47FD-AB70-83548D64A720}"/>
                </a:ext>
              </a:extLst>
            </p:cNvPr>
            <p:cNvSpPr>
              <a:spLocks noChangeArrowheads="1"/>
            </p:cNvSpPr>
            <p:nvPr/>
          </p:nvSpPr>
          <p:spPr bwMode="auto">
            <a:xfrm>
              <a:off x="52387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a:t>
              </a:r>
              <a:endParaRPr lang="en-US" altLang="en-US" dirty="0">
                <a:latin typeface="Times New Roman" panose="02020603050405020304" pitchFamily="18" charset="0"/>
              </a:endParaRPr>
            </a:p>
          </p:txBody>
        </p:sp>
        <p:sp>
          <p:nvSpPr>
            <p:cNvPr id="70" name="Rectangle 68">
              <a:extLst>
                <a:ext uri="{FF2B5EF4-FFF2-40B4-BE49-F238E27FC236}">
                  <a16:creationId xmlns:a16="http://schemas.microsoft.com/office/drawing/2014/main" id="{A703A362-10D7-4462-A1E9-F7994488929D}"/>
                </a:ext>
              </a:extLst>
            </p:cNvPr>
            <p:cNvSpPr>
              <a:spLocks noChangeArrowheads="1"/>
            </p:cNvSpPr>
            <p:nvPr/>
          </p:nvSpPr>
          <p:spPr bwMode="auto">
            <a:xfrm>
              <a:off x="53340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71" name="Rectangle 69">
              <a:extLst>
                <a:ext uri="{FF2B5EF4-FFF2-40B4-BE49-F238E27FC236}">
                  <a16:creationId xmlns:a16="http://schemas.microsoft.com/office/drawing/2014/main" id="{9DE05D59-52B3-4B7F-8C47-F53EDF82EFBF}"/>
                </a:ext>
              </a:extLst>
            </p:cNvPr>
            <p:cNvSpPr>
              <a:spLocks noChangeArrowheads="1"/>
            </p:cNvSpPr>
            <p:nvPr/>
          </p:nvSpPr>
          <p:spPr bwMode="auto">
            <a:xfrm>
              <a:off x="54102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72" name="Rectangle 70">
              <a:extLst>
                <a:ext uri="{FF2B5EF4-FFF2-40B4-BE49-F238E27FC236}">
                  <a16:creationId xmlns:a16="http://schemas.microsoft.com/office/drawing/2014/main" id="{29AF52FE-EBF2-4FAD-8E0B-44141142CEA6}"/>
                </a:ext>
              </a:extLst>
            </p:cNvPr>
            <p:cNvSpPr>
              <a:spLocks noChangeArrowheads="1"/>
            </p:cNvSpPr>
            <p:nvPr/>
          </p:nvSpPr>
          <p:spPr bwMode="auto">
            <a:xfrm>
              <a:off x="54864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73" name="Rectangle 71">
              <a:extLst>
                <a:ext uri="{FF2B5EF4-FFF2-40B4-BE49-F238E27FC236}">
                  <a16:creationId xmlns:a16="http://schemas.microsoft.com/office/drawing/2014/main" id="{F0B32157-6DE2-4BE3-A42D-B43B91A57054}"/>
                </a:ext>
              </a:extLst>
            </p:cNvPr>
            <p:cNvSpPr>
              <a:spLocks noChangeArrowheads="1"/>
            </p:cNvSpPr>
            <p:nvPr/>
          </p:nvSpPr>
          <p:spPr bwMode="auto">
            <a:xfrm>
              <a:off x="55816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74" name="Rectangle 72">
              <a:extLst>
                <a:ext uri="{FF2B5EF4-FFF2-40B4-BE49-F238E27FC236}">
                  <a16:creationId xmlns:a16="http://schemas.microsoft.com/office/drawing/2014/main" id="{929326EA-815D-48FD-A06B-E6F83C615C24}"/>
                </a:ext>
              </a:extLst>
            </p:cNvPr>
            <p:cNvSpPr>
              <a:spLocks noChangeArrowheads="1"/>
            </p:cNvSpPr>
            <p:nvPr/>
          </p:nvSpPr>
          <p:spPr bwMode="auto">
            <a:xfrm>
              <a:off x="56578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75" name="Rectangle 73">
              <a:extLst>
                <a:ext uri="{FF2B5EF4-FFF2-40B4-BE49-F238E27FC236}">
                  <a16:creationId xmlns:a16="http://schemas.microsoft.com/office/drawing/2014/main" id="{A465D81F-FC02-4E1C-AEC4-C79FD99B3ABC}"/>
                </a:ext>
              </a:extLst>
            </p:cNvPr>
            <p:cNvSpPr>
              <a:spLocks noChangeArrowheads="1"/>
            </p:cNvSpPr>
            <p:nvPr/>
          </p:nvSpPr>
          <p:spPr bwMode="auto">
            <a:xfrm>
              <a:off x="57531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76" name="Rectangle 74">
              <a:extLst>
                <a:ext uri="{FF2B5EF4-FFF2-40B4-BE49-F238E27FC236}">
                  <a16:creationId xmlns:a16="http://schemas.microsoft.com/office/drawing/2014/main" id="{8BCD18C3-B3DD-49D8-AC4B-82F48EC478B8}"/>
                </a:ext>
              </a:extLst>
            </p:cNvPr>
            <p:cNvSpPr>
              <a:spLocks noChangeArrowheads="1"/>
            </p:cNvSpPr>
            <p:nvPr/>
          </p:nvSpPr>
          <p:spPr bwMode="auto">
            <a:xfrm>
              <a:off x="58293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77" name="Rectangle 75">
              <a:extLst>
                <a:ext uri="{FF2B5EF4-FFF2-40B4-BE49-F238E27FC236}">
                  <a16:creationId xmlns:a16="http://schemas.microsoft.com/office/drawing/2014/main" id="{9BE1B044-1113-4A4D-A85A-0C598727074C}"/>
                </a:ext>
              </a:extLst>
            </p:cNvPr>
            <p:cNvSpPr>
              <a:spLocks noChangeArrowheads="1"/>
            </p:cNvSpPr>
            <p:nvPr/>
          </p:nvSpPr>
          <p:spPr bwMode="auto">
            <a:xfrm>
              <a:off x="59055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78" name="Rectangle 76">
              <a:extLst>
                <a:ext uri="{FF2B5EF4-FFF2-40B4-BE49-F238E27FC236}">
                  <a16:creationId xmlns:a16="http://schemas.microsoft.com/office/drawing/2014/main" id="{7BD682A7-911B-4C31-AB55-A1B1E35400F8}"/>
                </a:ext>
              </a:extLst>
            </p:cNvPr>
            <p:cNvSpPr>
              <a:spLocks noChangeArrowheads="1"/>
            </p:cNvSpPr>
            <p:nvPr/>
          </p:nvSpPr>
          <p:spPr bwMode="auto">
            <a:xfrm>
              <a:off x="60007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79" name="Rectangle 77">
              <a:extLst>
                <a:ext uri="{FF2B5EF4-FFF2-40B4-BE49-F238E27FC236}">
                  <a16:creationId xmlns:a16="http://schemas.microsoft.com/office/drawing/2014/main" id="{97E26DEF-93CD-4476-9A17-C3ACB29B61B0}"/>
                </a:ext>
              </a:extLst>
            </p:cNvPr>
            <p:cNvSpPr>
              <a:spLocks noChangeArrowheads="1"/>
            </p:cNvSpPr>
            <p:nvPr/>
          </p:nvSpPr>
          <p:spPr bwMode="auto">
            <a:xfrm>
              <a:off x="60769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80" name="Rectangle 78">
              <a:extLst>
                <a:ext uri="{FF2B5EF4-FFF2-40B4-BE49-F238E27FC236}">
                  <a16:creationId xmlns:a16="http://schemas.microsoft.com/office/drawing/2014/main" id="{DC79D6C0-68BB-4A90-8B5E-BE97F90D36E0}"/>
                </a:ext>
              </a:extLst>
            </p:cNvPr>
            <p:cNvSpPr>
              <a:spLocks noChangeArrowheads="1"/>
            </p:cNvSpPr>
            <p:nvPr/>
          </p:nvSpPr>
          <p:spPr bwMode="auto">
            <a:xfrm>
              <a:off x="61531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81" name="Rectangle 79">
              <a:extLst>
                <a:ext uri="{FF2B5EF4-FFF2-40B4-BE49-F238E27FC236}">
                  <a16:creationId xmlns:a16="http://schemas.microsoft.com/office/drawing/2014/main" id="{315B5AEB-90C5-4F21-8D04-1BC8ECE91772}"/>
                </a:ext>
              </a:extLst>
            </p:cNvPr>
            <p:cNvSpPr>
              <a:spLocks noChangeArrowheads="1"/>
            </p:cNvSpPr>
            <p:nvPr/>
          </p:nvSpPr>
          <p:spPr bwMode="auto">
            <a:xfrm>
              <a:off x="62484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82" name="Rectangle 80">
              <a:extLst>
                <a:ext uri="{FF2B5EF4-FFF2-40B4-BE49-F238E27FC236}">
                  <a16:creationId xmlns:a16="http://schemas.microsoft.com/office/drawing/2014/main" id="{E998F944-D713-4569-B7C3-3875E271BAB5}"/>
                </a:ext>
              </a:extLst>
            </p:cNvPr>
            <p:cNvSpPr>
              <a:spLocks noChangeArrowheads="1"/>
            </p:cNvSpPr>
            <p:nvPr/>
          </p:nvSpPr>
          <p:spPr bwMode="auto">
            <a:xfrm>
              <a:off x="63246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83" name="Rectangle 81">
              <a:extLst>
                <a:ext uri="{FF2B5EF4-FFF2-40B4-BE49-F238E27FC236}">
                  <a16:creationId xmlns:a16="http://schemas.microsoft.com/office/drawing/2014/main" id="{9FAD82EC-1096-4216-8050-1C98E00FA8DF}"/>
                </a:ext>
              </a:extLst>
            </p:cNvPr>
            <p:cNvSpPr>
              <a:spLocks noChangeArrowheads="1"/>
            </p:cNvSpPr>
            <p:nvPr/>
          </p:nvSpPr>
          <p:spPr bwMode="auto">
            <a:xfrm>
              <a:off x="64198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84" name="Rectangle 82">
              <a:extLst>
                <a:ext uri="{FF2B5EF4-FFF2-40B4-BE49-F238E27FC236}">
                  <a16:creationId xmlns:a16="http://schemas.microsoft.com/office/drawing/2014/main" id="{09503158-1DCB-44CD-998A-DFE0678231BF}"/>
                </a:ext>
              </a:extLst>
            </p:cNvPr>
            <p:cNvSpPr>
              <a:spLocks noChangeArrowheads="1"/>
            </p:cNvSpPr>
            <p:nvPr/>
          </p:nvSpPr>
          <p:spPr bwMode="auto">
            <a:xfrm>
              <a:off x="64960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85" name="Rectangle 83">
              <a:extLst>
                <a:ext uri="{FF2B5EF4-FFF2-40B4-BE49-F238E27FC236}">
                  <a16:creationId xmlns:a16="http://schemas.microsoft.com/office/drawing/2014/main" id="{FC62681B-6E4F-40D0-84C8-3FAC235178C8}"/>
                </a:ext>
              </a:extLst>
            </p:cNvPr>
            <p:cNvSpPr>
              <a:spLocks noChangeArrowheads="1"/>
            </p:cNvSpPr>
            <p:nvPr/>
          </p:nvSpPr>
          <p:spPr bwMode="auto">
            <a:xfrm>
              <a:off x="65722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86" name="Rectangle 84">
              <a:extLst>
                <a:ext uri="{FF2B5EF4-FFF2-40B4-BE49-F238E27FC236}">
                  <a16:creationId xmlns:a16="http://schemas.microsoft.com/office/drawing/2014/main" id="{B7A46273-EA08-4D35-B220-B9670E690559}"/>
                </a:ext>
              </a:extLst>
            </p:cNvPr>
            <p:cNvSpPr>
              <a:spLocks noChangeArrowheads="1"/>
            </p:cNvSpPr>
            <p:nvPr/>
          </p:nvSpPr>
          <p:spPr bwMode="auto">
            <a:xfrm>
              <a:off x="66675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87" name="Rectangle 85">
              <a:extLst>
                <a:ext uri="{FF2B5EF4-FFF2-40B4-BE49-F238E27FC236}">
                  <a16:creationId xmlns:a16="http://schemas.microsoft.com/office/drawing/2014/main" id="{24D0BC7A-EDB2-4257-A6DC-86573AC194EC}"/>
                </a:ext>
              </a:extLst>
            </p:cNvPr>
            <p:cNvSpPr>
              <a:spLocks noChangeArrowheads="1"/>
            </p:cNvSpPr>
            <p:nvPr/>
          </p:nvSpPr>
          <p:spPr bwMode="auto">
            <a:xfrm>
              <a:off x="67437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88" name="Rectangle 86">
              <a:extLst>
                <a:ext uri="{FF2B5EF4-FFF2-40B4-BE49-F238E27FC236}">
                  <a16:creationId xmlns:a16="http://schemas.microsoft.com/office/drawing/2014/main" id="{20A1F000-A99C-4F96-A0B2-1868E565E809}"/>
                </a:ext>
              </a:extLst>
            </p:cNvPr>
            <p:cNvSpPr>
              <a:spLocks noChangeArrowheads="1"/>
            </p:cNvSpPr>
            <p:nvPr/>
          </p:nvSpPr>
          <p:spPr bwMode="auto">
            <a:xfrm>
              <a:off x="68389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89" name="Rectangle 87">
              <a:extLst>
                <a:ext uri="{FF2B5EF4-FFF2-40B4-BE49-F238E27FC236}">
                  <a16:creationId xmlns:a16="http://schemas.microsoft.com/office/drawing/2014/main" id="{19066E1D-6DA3-4F74-A051-72D04B86F3BF}"/>
                </a:ext>
              </a:extLst>
            </p:cNvPr>
            <p:cNvSpPr>
              <a:spLocks noChangeArrowheads="1"/>
            </p:cNvSpPr>
            <p:nvPr/>
          </p:nvSpPr>
          <p:spPr bwMode="auto">
            <a:xfrm>
              <a:off x="69151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90" name="Rectangle 88">
              <a:extLst>
                <a:ext uri="{FF2B5EF4-FFF2-40B4-BE49-F238E27FC236}">
                  <a16:creationId xmlns:a16="http://schemas.microsoft.com/office/drawing/2014/main" id="{B5144282-4B30-4AEA-9459-146DF0A8BA8A}"/>
                </a:ext>
              </a:extLst>
            </p:cNvPr>
            <p:cNvSpPr>
              <a:spLocks noChangeArrowheads="1"/>
            </p:cNvSpPr>
            <p:nvPr/>
          </p:nvSpPr>
          <p:spPr bwMode="auto">
            <a:xfrm>
              <a:off x="69913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91" name="Rectangle 89">
              <a:extLst>
                <a:ext uri="{FF2B5EF4-FFF2-40B4-BE49-F238E27FC236}">
                  <a16:creationId xmlns:a16="http://schemas.microsoft.com/office/drawing/2014/main" id="{FCA9BD05-D84A-4222-B608-F361E0F8519E}"/>
                </a:ext>
              </a:extLst>
            </p:cNvPr>
            <p:cNvSpPr>
              <a:spLocks noChangeArrowheads="1"/>
            </p:cNvSpPr>
            <p:nvPr/>
          </p:nvSpPr>
          <p:spPr bwMode="auto">
            <a:xfrm>
              <a:off x="70866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92" name="Rectangle 90">
              <a:extLst>
                <a:ext uri="{FF2B5EF4-FFF2-40B4-BE49-F238E27FC236}">
                  <a16:creationId xmlns:a16="http://schemas.microsoft.com/office/drawing/2014/main" id="{595C4C93-77F1-4D4F-B561-0FBE7821C236}"/>
                </a:ext>
              </a:extLst>
            </p:cNvPr>
            <p:cNvSpPr>
              <a:spLocks noChangeArrowheads="1"/>
            </p:cNvSpPr>
            <p:nvPr/>
          </p:nvSpPr>
          <p:spPr bwMode="auto">
            <a:xfrm>
              <a:off x="71628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93" name="Rectangle 91">
              <a:extLst>
                <a:ext uri="{FF2B5EF4-FFF2-40B4-BE49-F238E27FC236}">
                  <a16:creationId xmlns:a16="http://schemas.microsoft.com/office/drawing/2014/main" id="{DD8A5823-0969-4CAF-AEB5-C218B03C3F0A}"/>
                </a:ext>
              </a:extLst>
            </p:cNvPr>
            <p:cNvSpPr>
              <a:spLocks noChangeArrowheads="1"/>
            </p:cNvSpPr>
            <p:nvPr/>
          </p:nvSpPr>
          <p:spPr bwMode="auto">
            <a:xfrm>
              <a:off x="72390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94" name="Rectangle 92">
              <a:extLst>
                <a:ext uri="{FF2B5EF4-FFF2-40B4-BE49-F238E27FC236}">
                  <a16:creationId xmlns:a16="http://schemas.microsoft.com/office/drawing/2014/main" id="{612B4600-B83B-47B0-ADF0-217F9AD7FBB4}"/>
                </a:ext>
              </a:extLst>
            </p:cNvPr>
            <p:cNvSpPr>
              <a:spLocks noChangeArrowheads="1"/>
            </p:cNvSpPr>
            <p:nvPr/>
          </p:nvSpPr>
          <p:spPr bwMode="auto">
            <a:xfrm>
              <a:off x="73342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95" name="Rectangle 93">
              <a:extLst>
                <a:ext uri="{FF2B5EF4-FFF2-40B4-BE49-F238E27FC236}">
                  <a16:creationId xmlns:a16="http://schemas.microsoft.com/office/drawing/2014/main" id="{FB3081CE-0F9A-4F7E-8ECB-F91C213A101E}"/>
                </a:ext>
              </a:extLst>
            </p:cNvPr>
            <p:cNvSpPr>
              <a:spLocks noChangeArrowheads="1"/>
            </p:cNvSpPr>
            <p:nvPr/>
          </p:nvSpPr>
          <p:spPr bwMode="auto">
            <a:xfrm>
              <a:off x="74104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96" name="Rectangle 94">
              <a:extLst>
                <a:ext uri="{FF2B5EF4-FFF2-40B4-BE49-F238E27FC236}">
                  <a16:creationId xmlns:a16="http://schemas.microsoft.com/office/drawing/2014/main" id="{5D4B2A71-496A-475E-8DC2-6F4DE00BEC6D}"/>
                </a:ext>
              </a:extLst>
            </p:cNvPr>
            <p:cNvSpPr>
              <a:spLocks noChangeArrowheads="1"/>
            </p:cNvSpPr>
            <p:nvPr/>
          </p:nvSpPr>
          <p:spPr bwMode="auto">
            <a:xfrm>
              <a:off x="75057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97" name="Rectangle 95">
              <a:extLst>
                <a:ext uri="{FF2B5EF4-FFF2-40B4-BE49-F238E27FC236}">
                  <a16:creationId xmlns:a16="http://schemas.microsoft.com/office/drawing/2014/main" id="{4C8E8854-0EDB-424F-A44B-0925278B0B28}"/>
                </a:ext>
              </a:extLst>
            </p:cNvPr>
            <p:cNvSpPr>
              <a:spLocks noChangeArrowheads="1"/>
            </p:cNvSpPr>
            <p:nvPr/>
          </p:nvSpPr>
          <p:spPr bwMode="auto">
            <a:xfrm>
              <a:off x="75819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98" name="Rectangle 96">
              <a:extLst>
                <a:ext uri="{FF2B5EF4-FFF2-40B4-BE49-F238E27FC236}">
                  <a16:creationId xmlns:a16="http://schemas.microsoft.com/office/drawing/2014/main" id="{72BDE1C0-579F-4CAD-8665-C626103B6B16}"/>
                </a:ext>
              </a:extLst>
            </p:cNvPr>
            <p:cNvSpPr>
              <a:spLocks noChangeArrowheads="1"/>
            </p:cNvSpPr>
            <p:nvPr/>
          </p:nvSpPr>
          <p:spPr bwMode="auto">
            <a:xfrm>
              <a:off x="76581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99" name="Rectangle 97">
              <a:extLst>
                <a:ext uri="{FF2B5EF4-FFF2-40B4-BE49-F238E27FC236}">
                  <a16:creationId xmlns:a16="http://schemas.microsoft.com/office/drawing/2014/main" id="{182EA27C-7084-493D-9F82-665D04A6B1EE}"/>
                </a:ext>
              </a:extLst>
            </p:cNvPr>
            <p:cNvSpPr>
              <a:spLocks noChangeArrowheads="1"/>
            </p:cNvSpPr>
            <p:nvPr/>
          </p:nvSpPr>
          <p:spPr bwMode="auto">
            <a:xfrm>
              <a:off x="77533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100" name="Rectangle 98">
              <a:extLst>
                <a:ext uri="{FF2B5EF4-FFF2-40B4-BE49-F238E27FC236}">
                  <a16:creationId xmlns:a16="http://schemas.microsoft.com/office/drawing/2014/main" id="{21EA0EBE-B1BF-4492-9ACD-1794B16B736C}"/>
                </a:ext>
              </a:extLst>
            </p:cNvPr>
            <p:cNvSpPr>
              <a:spLocks noChangeArrowheads="1"/>
            </p:cNvSpPr>
            <p:nvPr/>
          </p:nvSpPr>
          <p:spPr bwMode="auto">
            <a:xfrm>
              <a:off x="78295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101" name="Rectangle 99">
              <a:extLst>
                <a:ext uri="{FF2B5EF4-FFF2-40B4-BE49-F238E27FC236}">
                  <a16:creationId xmlns:a16="http://schemas.microsoft.com/office/drawing/2014/main" id="{12875388-1F8D-40D0-B89A-F1B97B7C9B69}"/>
                </a:ext>
              </a:extLst>
            </p:cNvPr>
            <p:cNvSpPr>
              <a:spLocks noChangeArrowheads="1"/>
            </p:cNvSpPr>
            <p:nvPr/>
          </p:nvSpPr>
          <p:spPr bwMode="auto">
            <a:xfrm>
              <a:off x="79248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102" name="Rectangle 100">
              <a:extLst>
                <a:ext uri="{FF2B5EF4-FFF2-40B4-BE49-F238E27FC236}">
                  <a16:creationId xmlns:a16="http://schemas.microsoft.com/office/drawing/2014/main" id="{A0E00B8F-02E9-45F9-89CE-16E87BB3937D}"/>
                </a:ext>
              </a:extLst>
            </p:cNvPr>
            <p:cNvSpPr>
              <a:spLocks noChangeArrowheads="1"/>
            </p:cNvSpPr>
            <p:nvPr/>
          </p:nvSpPr>
          <p:spPr bwMode="auto">
            <a:xfrm>
              <a:off x="80010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103" name="Rectangle 101">
              <a:extLst>
                <a:ext uri="{FF2B5EF4-FFF2-40B4-BE49-F238E27FC236}">
                  <a16:creationId xmlns:a16="http://schemas.microsoft.com/office/drawing/2014/main" id="{D76A006D-C109-4178-9883-CFA333CC3654}"/>
                </a:ext>
              </a:extLst>
            </p:cNvPr>
            <p:cNvSpPr>
              <a:spLocks noChangeArrowheads="1"/>
            </p:cNvSpPr>
            <p:nvPr/>
          </p:nvSpPr>
          <p:spPr bwMode="auto">
            <a:xfrm>
              <a:off x="80772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104" name="Rectangle 102">
              <a:extLst>
                <a:ext uri="{FF2B5EF4-FFF2-40B4-BE49-F238E27FC236}">
                  <a16:creationId xmlns:a16="http://schemas.microsoft.com/office/drawing/2014/main" id="{FF83D5B7-0DB4-4823-B64B-557BB58BCC0D}"/>
                </a:ext>
              </a:extLst>
            </p:cNvPr>
            <p:cNvSpPr>
              <a:spLocks noChangeArrowheads="1"/>
            </p:cNvSpPr>
            <p:nvPr/>
          </p:nvSpPr>
          <p:spPr bwMode="auto">
            <a:xfrm>
              <a:off x="81724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105" name="Rectangle 103">
              <a:extLst>
                <a:ext uri="{FF2B5EF4-FFF2-40B4-BE49-F238E27FC236}">
                  <a16:creationId xmlns:a16="http://schemas.microsoft.com/office/drawing/2014/main" id="{6792D874-AD30-4D63-A83E-20EB67477487}"/>
                </a:ext>
              </a:extLst>
            </p:cNvPr>
            <p:cNvSpPr>
              <a:spLocks noChangeArrowheads="1"/>
            </p:cNvSpPr>
            <p:nvPr/>
          </p:nvSpPr>
          <p:spPr bwMode="auto">
            <a:xfrm>
              <a:off x="82486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106" name="Rectangle 104">
              <a:extLst>
                <a:ext uri="{FF2B5EF4-FFF2-40B4-BE49-F238E27FC236}">
                  <a16:creationId xmlns:a16="http://schemas.microsoft.com/office/drawing/2014/main" id="{1C381015-4932-4DEA-B7AF-02DAFC39B111}"/>
                </a:ext>
              </a:extLst>
            </p:cNvPr>
            <p:cNvSpPr>
              <a:spLocks noChangeArrowheads="1"/>
            </p:cNvSpPr>
            <p:nvPr/>
          </p:nvSpPr>
          <p:spPr bwMode="auto">
            <a:xfrm>
              <a:off x="83248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107" name="Rectangle 105">
              <a:extLst>
                <a:ext uri="{FF2B5EF4-FFF2-40B4-BE49-F238E27FC236}">
                  <a16:creationId xmlns:a16="http://schemas.microsoft.com/office/drawing/2014/main" id="{3A240053-6D4C-43FF-8F4F-2D58F7EC9EAB}"/>
                </a:ext>
              </a:extLst>
            </p:cNvPr>
            <p:cNvSpPr>
              <a:spLocks noChangeArrowheads="1"/>
            </p:cNvSpPr>
            <p:nvPr/>
          </p:nvSpPr>
          <p:spPr bwMode="auto">
            <a:xfrm>
              <a:off x="84201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108" name="Rectangle 106">
              <a:extLst>
                <a:ext uri="{FF2B5EF4-FFF2-40B4-BE49-F238E27FC236}">
                  <a16:creationId xmlns:a16="http://schemas.microsoft.com/office/drawing/2014/main" id="{7D603EF2-8315-4518-B50C-06B85C035A9A}"/>
                </a:ext>
              </a:extLst>
            </p:cNvPr>
            <p:cNvSpPr>
              <a:spLocks noChangeArrowheads="1"/>
            </p:cNvSpPr>
            <p:nvPr/>
          </p:nvSpPr>
          <p:spPr bwMode="auto">
            <a:xfrm>
              <a:off x="84963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109" name="Rectangle 107">
              <a:extLst>
                <a:ext uri="{FF2B5EF4-FFF2-40B4-BE49-F238E27FC236}">
                  <a16:creationId xmlns:a16="http://schemas.microsoft.com/office/drawing/2014/main" id="{BB8CAFB9-7AD5-4E89-A940-03564C2ED99E}"/>
                </a:ext>
              </a:extLst>
            </p:cNvPr>
            <p:cNvSpPr>
              <a:spLocks noChangeArrowheads="1"/>
            </p:cNvSpPr>
            <p:nvPr/>
          </p:nvSpPr>
          <p:spPr bwMode="auto">
            <a:xfrm>
              <a:off x="85915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110" name="Rectangle 108">
              <a:extLst>
                <a:ext uri="{FF2B5EF4-FFF2-40B4-BE49-F238E27FC236}">
                  <a16:creationId xmlns:a16="http://schemas.microsoft.com/office/drawing/2014/main" id="{EC8EF25F-8466-4644-A17B-3ACDD179DB07}"/>
                </a:ext>
              </a:extLst>
            </p:cNvPr>
            <p:cNvSpPr>
              <a:spLocks noChangeArrowheads="1"/>
            </p:cNvSpPr>
            <p:nvPr/>
          </p:nvSpPr>
          <p:spPr bwMode="auto">
            <a:xfrm>
              <a:off x="86677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111" name="Rectangle 109">
              <a:extLst>
                <a:ext uri="{FF2B5EF4-FFF2-40B4-BE49-F238E27FC236}">
                  <a16:creationId xmlns:a16="http://schemas.microsoft.com/office/drawing/2014/main" id="{6A331529-AF38-4E1E-9C75-FAE841FB78C5}"/>
                </a:ext>
              </a:extLst>
            </p:cNvPr>
            <p:cNvSpPr>
              <a:spLocks noChangeArrowheads="1"/>
            </p:cNvSpPr>
            <p:nvPr/>
          </p:nvSpPr>
          <p:spPr bwMode="auto">
            <a:xfrm>
              <a:off x="874395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112" name="Rectangle 110">
              <a:extLst>
                <a:ext uri="{FF2B5EF4-FFF2-40B4-BE49-F238E27FC236}">
                  <a16:creationId xmlns:a16="http://schemas.microsoft.com/office/drawing/2014/main" id="{37C4DC55-FC3A-4EDB-A3BD-614806278A9F}"/>
                </a:ext>
              </a:extLst>
            </p:cNvPr>
            <p:cNvSpPr>
              <a:spLocks noChangeArrowheads="1"/>
            </p:cNvSpPr>
            <p:nvPr/>
          </p:nvSpPr>
          <p:spPr bwMode="auto">
            <a:xfrm>
              <a:off x="88392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113" name="Rectangle 111">
              <a:extLst>
                <a:ext uri="{FF2B5EF4-FFF2-40B4-BE49-F238E27FC236}">
                  <a16:creationId xmlns:a16="http://schemas.microsoft.com/office/drawing/2014/main" id="{21F258F6-B126-4042-B25F-554CB48DDE8F}"/>
                </a:ext>
              </a:extLst>
            </p:cNvPr>
            <p:cNvSpPr>
              <a:spLocks noChangeArrowheads="1"/>
            </p:cNvSpPr>
            <p:nvPr/>
          </p:nvSpPr>
          <p:spPr bwMode="auto">
            <a:xfrm>
              <a:off x="8915400" y="474345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114" name="Rectangle 112">
              <a:extLst>
                <a:ext uri="{FF2B5EF4-FFF2-40B4-BE49-F238E27FC236}">
                  <a16:creationId xmlns:a16="http://schemas.microsoft.com/office/drawing/2014/main" id="{42F54091-4D64-4919-89BD-F1FAD7C17021}"/>
                </a:ext>
              </a:extLst>
            </p:cNvPr>
            <p:cNvSpPr>
              <a:spLocks noChangeArrowheads="1"/>
            </p:cNvSpPr>
            <p:nvPr/>
          </p:nvSpPr>
          <p:spPr bwMode="auto">
            <a:xfrm>
              <a:off x="3448050" y="5086350"/>
              <a:ext cx="23403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25</a:t>
              </a:r>
              <a:endParaRPr lang="en-US" altLang="en-US">
                <a:latin typeface="Times New Roman" panose="02020603050405020304" pitchFamily="18" charset="0"/>
              </a:endParaRPr>
            </a:p>
          </p:txBody>
        </p:sp>
        <p:sp>
          <p:nvSpPr>
            <p:cNvPr id="115" name="Rectangle 113">
              <a:extLst>
                <a:ext uri="{FF2B5EF4-FFF2-40B4-BE49-F238E27FC236}">
                  <a16:creationId xmlns:a16="http://schemas.microsoft.com/office/drawing/2014/main" id="{F3A0825E-DDED-404F-BC21-BEEC69C7F29E}"/>
                </a:ext>
              </a:extLst>
            </p:cNvPr>
            <p:cNvSpPr>
              <a:spLocks noChangeArrowheads="1"/>
            </p:cNvSpPr>
            <p:nvPr/>
          </p:nvSpPr>
          <p:spPr bwMode="auto">
            <a:xfrm>
              <a:off x="4438650" y="5086350"/>
              <a:ext cx="12824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If</a:t>
              </a:r>
              <a:endParaRPr lang="en-US" altLang="en-US">
                <a:latin typeface="Times New Roman" panose="02020603050405020304" pitchFamily="18" charset="0"/>
              </a:endParaRPr>
            </a:p>
          </p:txBody>
        </p:sp>
        <p:sp>
          <p:nvSpPr>
            <p:cNvPr id="116" name="Rectangle 114">
              <a:extLst>
                <a:ext uri="{FF2B5EF4-FFF2-40B4-BE49-F238E27FC236}">
                  <a16:creationId xmlns:a16="http://schemas.microsoft.com/office/drawing/2014/main" id="{3A2A7F42-1A9E-478A-BD8B-9DEAC4385B7A}"/>
                </a:ext>
              </a:extLst>
            </p:cNvPr>
            <p:cNvSpPr>
              <a:spLocks noChangeArrowheads="1"/>
            </p:cNvSpPr>
            <p:nvPr/>
          </p:nvSpPr>
          <p:spPr bwMode="auto">
            <a:xfrm>
              <a:off x="4629151" y="5086350"/>
              <a:ext cx="397545"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Z=0,</a:t>
              </a:r>
              <a:endParaRPr lang="en-US" altLang="en-US" dirty="0">
                <a:latin typeface="Times New Roman" panose="02020603050405020304" pitchFamily="18" charset="0"/>
              </a:endParaRPr>
            </a:p>
          </p:txBody>
        </p:sp>
        <p:sp>
          <p:nvSpPr>
            <p:cNvPr id="117" name="Rectangle 115">
              <a:extLst>
                <a:ext uri="{FF2B5EF4-FFF2-40B4-BE49-F238E27FC236}">
                  <a16:creationId xmlns:a16="http://schemas.microsoft.com/office/drawing/2014/main" id="{432E4C55-EFF9-4BEE-A49A-7DCBFBE1D4DB}"/>
                </a:ext>
              </a:extLst>
            </p:cNvPr>
            <p:cNvSpPr>
              <a:spLocks noChangeArrowheads="1"/>
            </p:cNvSpPr>
            <p:nvPr/>
          </p:nvSpPr>
          <p:spPr bwMode="auto">
            <a:xfrm>
              <a:off x="5052625" y="5086350"/>
              <a:ext cx="43601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then</a:t>
              </a:r>
              <a:endParaRPr lang="en-US" altLang="en-US" dirty="0">
                <a:latin typeface="Times New Roman" panose="02020603050405020304" pitchFamily="18" charset="0"/>
              </a:endParaRPr>
            </a:p>
          </p:txBody>
        </p:sp>
        <p:sp>
          <p:nvSpPr>
            <p:cNvPr id="118" name="Rectangle 116">
              <a:extLst>
                <a:ext uri="{FF2B5EF4-FFF2-40B4-BE49-F238E27FC236}">
                  <a16:creationId xmlns:a16="http://schemas.microsoft.com/office/drawing/2014/main" id="{9B4ED783-EC1B-413B-AA9C-A66A4F286A1A}"/>
                </a:ext>
              </a:extLst>
            </p:cNvPr>
            <p:cNvSpPr>
              <a:spLocks noChangeArrowheads="1"/>
            </p:cNvSpPr>
            <p:nvPr/>
          </p:nvSpPr>
          <p:spPr bwMode="auto">
            <a:xfrm>
              <a:off x="5455205" y="5086350"/>
              <a:ext cx="64928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branch</a:t>
              </a:r>
              <a:endParaRPr lang="en-US" altLang="en-US" dirty="0">
                <a:latin typeface="Times New Roman" panose="02020603050405020304" pitchFamily="18" charset="0"/>
              </a:endParaRPr>
            </a:p>
          </p:txBody>
        </p:sp>
        <p:sp>
          <p:nvSpPr>
            <p:cNvPr id="119" name="Rectangle 117">
              <a:extLst>
                <a:ext uri="{FF2B5EF4-FFF2-40B4-BE49-F238E27FC236}">
                  <a16:creationId xmlns:a16="http://schemas.microsoft.com/office/drawing/2014/main" id="{D2371C17-BECF-4F0B-8F71-1CB6F5BCF12F}"/>
                </a:ext>
              </a:extLst>
            </p:cNvPr>
            <p:cNvSpPr>
              <a:spLocks noChangeArrowheads="1"/>
            </p:cNvSpPr>
            <p:nvPr/>
          </p:nvSpPr>
          <p:spPr bwMode="auto">
            <a:xfrm>
              <a:off x="6015235" y="5086350"/>
              <a:ext cx="196529"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to</a:t>
              </a:r>
              <a:endParaRPr lang="en-US" altLang="en-US" dirty="0">
                <a:latin typeface="Times New Roman" panose="02020603050405020304" pitchFamily="18" charset="0"/>
              </a:endParaRPr>
            </a:p>
          </p:txBody>
        </p:sp>
        <p:sp>
          <p:nvSpPr>
            <p:cNvPr id="120" name="Rectangle 118">
              <a:extLst>
                <a:ext uri="{FF2B5EF4-FFF2-40B4-BE49-F238E27FC236}">
                  <a16:creationId xmlns:a16="http://schemas.microsoft.com/office/drawing/2014/main" id="{37C9C809-D9E2-4231-88E0-DBF771FD63A7}"/>
                </a:ext>
              </a:extLst>
            </p:cNvPr>
            <p:cNvSpPr>
              <a:spLocks noChangeArrowheads="1"/>
            </p:cNvSpPr>
            <p:nvPr/>
          </p:nvSpPr>
          <p:spPr bwMode="auto">
            <a:xfrm>
              <a:off x="6243837" y="5086350"/>
              <a:ext cx="1239809" cy="2055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microinstruction 0</a:t>
              </a:r>
              <a:endParaRPr lang="en-US" altLang="en-US" dirty="0">
                <a:latin typeface="Times New Roman" panose="02020603050405020304" pitchFamily="18" charset="0"/>
              </a:endParaRPr>
            </a:p>
          </p:txBody>
        </p:sp>
        <p:sp>
          <p:nvSpPr>
            <p:cNvPr id="122" name="Rectangle 120">
              <a:extLst>
                <a:ext uri="{FF2B5EF4-FFF2-40B4-BE49-F238E27FC236}">
                  <a16:creationId xmlns:a16="http://schemas.microsoft.com/office/drawing/2014/main" id="{A36E029D-522E-40EF-A8B3-60CBA903C0B3}"/>
                </a:ext>
              </a:extLst>
            </p:cNvPr>
            <p:cNvSpPr>
              <a:spLocks noChangeArrowheads="1"/>
            </p:cNvSpPr>
            <p:nvPr/>
          </p:nvSpPr>
          <p:spPr bwMode="auto">
            <a:xfrm>
              <a:off x="3448050" y="5410200"/>
              <a:ext cx="23403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26</a:t>
              </a:r>
              <a:endParaRPr lang="en-US" altLang="en-US">
                <a:latin typeface="Times New Roman" panose="02020603050405020304" pitchFamily="18" charset="0"/>
              </a:endParaRPr>
            </a:p>
          </p:txBody>
        </p:sp>
        <p:sp>
          <p:nvSpPr>
            <p:cNvPr id="123" name="Rectangle 121">
              <a:extLst>
                <a:ext uri="{FF2B5EF4-FFF2-40B4-BE49-F238E27FC236}">
                  <a16:creationId xmlns:a16="http://schemas.microsoft.com/office/drawing/2014/main" id="{4B7B8D34-214C-4A14-975A-1BE31209E837}"/>
                </a:ext>
              </a:extLst>
            </p:cNvPr>
            <p:cNvSpPr>
              <a:spLocks noChangeArrowheads="1"/>
            </p:cNvSpPr>
            <p:nvPr/>
          </p:nvSpPr>
          <p:spPr bwMode="auto">
            <a:xfrm>
              <a:off x="4438651" y="5410200"/>
              <a:ext cx="155388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Offset-field-of-IR</a:t>
              </a:r>
              <a:endParaRPr lang="en-US" altLang="en-US">
                <a:latin typeface="Times New Roman" panose="02020603050405020304" pitchFamily="18" charset="0"/>
              </a:endParaRPr>
            </a:p>
          </p:txBody>
        </p:sp>
        <p:sp>
          <p:nvSpPr>
            <p:cNvPr id="124" name="Rectangle 122">
              <a:extLst>
                <a:ext uri="{FF2B5EF4-FFF2-40B4-BE49-F238E27FC236}">
                  <a16:creationId xmlns:a16="http://schemas.microsoft.com/office/drawing/2014/main" id="{B06D9818-1D67-4EA8-B772-AACD55123B35}"/>
                </a:ext>
              </a:extLst>
            </p:cNvPr>
            <p:cNvSpPr>
              <a:spLocks noChangeArrowheads="1"/>
            </p:cNvSpPr>
            <p:nvPr/>
          </p:nvSpPr>
          <p:spPr bwMode="auto">
            <a:xfrm>
              <a:off x="5596720" y="5489536"/>
              <a:ext cx="320601"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out</a:t>
              </a:r>
              <a:endParaRPr lang="en-US" altLang="en-US" dirty="0">
                <a:latin typeface="Times New Roman" panose="02020603050405020304" pitchFamily="18" charset="0"/>
              </a:endParaRPr>
            </a:p>
          </p:txBody>
        </p:sp>
        <p:sp>
          <p:nvSpPr>
            <p:cNvPr id="125" name="Rectangle 123">
              <a:extLst>
                <a:ext uri="{FF2B5EF4-FFF2-40B4-BE49-F238E27FC236}">
                  <a16:creationId xmlns:a16="http://schemas.microsoft.com/office/drawing/2014/main" id="{A29032B9-4A16-4526-9743-DD319692EB46}"/>
                </a:ext>
              </a:extLst>
            </p:cNvPr>
            <p:cNvSpPr>
              <a:spLocks noChangeArrowheads="1"/>
            </p:cNvSpPr>
            <p:nvPr/>
          </p:nvSpPr>
          <p:spPr bwMode="auto">
            <a:xfrm>
              <a:off x="5867890" y="541020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a:t>
              </a:r>
              <a:endParaRPr lang="en-US" altLang="en-US" dirty="0">
                <a:latin typeface="Times New Roman" panose="02020603050405020304" pitchFamily="18" charset="0"/>
              </a:endParaRPr>
            </a:p>
          </p:txBody>
        </p:sp>
        <p:sp>
          <p:nvSpPr>
            <p:cNvPr id="126" name="Rectangle 124">
              <a:extLst>
                <a:ext uri="{FF2B5EF4-FFF2-40B4-BE49-F238E27FC236}">
                  <a16:creationId xmlns:a16="http://schemas.microsoft.com/office/drawing/2014/main" id="{552234B2-B351-4A6A-BBF5-2CA752851B07}"/>
                </a:ext>
              </a:extLst>
            </p:cNvPr>
            <p:cNvSpPr>
              <a:spLocks noChangeArrowheads="1"/>
            </p:cNvSpPr>
            <p:nvPr/>
          </p:nvSpPr>
          <p:spPr bwMode="auto">
            <a:xfrm>
              <a:off x="6056542" y="5410200"/>
              <a:ext cx="705771"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err="1">
                  <a:solidFill>
                    <a:srgbClr val="000000"/>
                  </a:solidFill>
                  <a:latin typeface="Computer Modern" charset="0"/>
                </a:rPr>
                <a:t>SelectY</a:t>
              </a:r>
              <a:r>
                <a:rPr lang="en-US" altLang="en-US" dirty="0">
                  <a:solidFill>
                    <a:srgbClr val="000000"/>
                  </a:solidFill>
                  <a:latin typeface="Computer Modern" charset="0"/>
                </a:rPr>
                <a:t>,</a:t>
              </a:r>
              <a:endParaRPr lang="en-US" altLang="en-US" dirty="0">
                <a:latin typeface="Times New Roman" panose="02020603050405020304" pitchFamily="18" charset="0"/>
              </a:endParaRPr>
            </a:p>
          </p:txBody>
        </p:sp>
        <p:sp>
          <p:nvSpPr>
            <p:cNvPr id="127" name="Rectangle 125">
              <a:extLst>
                <a:ext uri="{FF2B5EF4-FFF2-40B4-BE49-F238E27FC236}">
                  <a16:creationId xmlns:a16="http://schemas.microsoft.com/office/drawing/2014/main" id="{34DCDACB-8BF0-4D87-90B3-12512E6DEB73}"/>
                </a:ext>
              </a:extLst>
            </p:cNvPr>
            <p:cNvSpPr>
              <a:spLocks noChangeArrowheads="1"/>
            </p:cNvSpPr>
            <p:nvPr/>
          </p:nvSpPr>
          <p:spPr bwMode="auto">
            <a:xfrm>
              <a:off x="6659049" y="5410200"/>
              <a:ext cx="434414"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Add,</a:t>
              </a:r>
              <a:endParaRPr lang="en-US" altLang="en-US" dirty="0">
                <a:latin typeface="Times New Roman" panose="02020603050405020304" pitchFamily="18" charset="0"/>
              </a:endParaRPr>
            </a:p>
          </p:txBody>
        </p:sp>
        <p:sp>
          <p:nvSpPr>
            <p:cNvPr id="128" name="Rectangle 126">
              <a:extLst>
                <a:ext uri="{FF2B5EF4-FFF2-40B4-BE49-F238E27FC236}">
                  <a16:creationId xmlns:a16="http://schemas.microsoft.com/office/drawing/2014/main" id="{2DD9027D-DAB2-46CB-B729-C51730315568}"/>
                </a:ext>
              </a:extLst>
            </p:cNvPr>
            <p:cNvSpPr>
              <a:spLocks noChangeArrowheads="1"/>
            </p:cNvSpPr>
            <p:nvPr/>
          </p:nvSpPr>
          <p:spPr bwMode="auto">
            <a:xfrm>
              <a:off x="7102255" y="5410200"/>
              <a:ext cx="10740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Z</a:t>
              </a:r>
              <a:endParaRPr lang="en-US" altLang="en-US" dirty="0">
                <a:latin typeface="Times New Roman" panose="02020603050405020304" pitchFamily="18" charset="0"/>
              </a:endParaRPr>
            </a:p>
          </p:txBody>
        </p:sp>
        <p:sp>
          <p:nvSpPr>
            <p:cNvPr id="129" name="Rectangle 127">
              <a:extLst>
                <a:ext uri="{FF2B5EF4-FFF2-40B4-BE49-F238E27FC236}">
                  <a16:creationId xmlns:a16="http://schemas.microsoft.com/office/drawing/2014/main" id="{B6162F77-C2DD-484B-93AC-C44D020DFC77}"/>
                </a:ext>
              </a:extLst>
            </p:cNvPr>
            <p:cNvSpPr>
              <a:spLocks noChangeArrowheads="1"/>
            </p:cNvSpPr>
            <p:nvPr/>
          </p:nvSpPr>
          <p:spPr bwMode="auto">
            <a:xfrm>
              <a:off x="7201300" y="5489536"/>
              <a:ext cx="17472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in</a:t>
              </a:r>
              <a:endParaRPr lang="en-US" altLang="en-US" dirty="0">
                <a:latin typeface="Times New Roman" panose="02020603050405020304" pitchFamily="18" charset="0"/>
              </a:endParaRPr>
            </a:p>
          </p:txBody>
        </p:sp>
        <p:sp>
          <p:nvSpPr>
            <p:cNvPr id="130" name="Rectangle 128">
              <a:extLst>
                <a:ext uri="{FF2B5EF4-FFF2-40B4-BE49-F238E27FC236}">
                  <a16:creationId xmlns:a16="http://schemas.microsoft.com/office/drawing/2014/main" id="{8725336D-DD29-4853-A662-BB6A4CFF3EE8}"/>
                </a:ext>
              </a:extLst>
            </p:cNvPr>
            <p:cNvSpPr>
              <a:spLocks noChangeArrowheads="1"/>
            </p:cNvSpPr>
            <p:nvPr/>
          </p:nvSpPr>
          <p:spPr bwMode="auto">
            <a:xfrm>
              <a:off x="3448050" y="5753100"/>
              <a:ext cx="23403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27</a:t>
              </a:r>
              <a:endParaRPr lang="en-US" altLang="en-US">
                <a:latin typeface="Times New Roman" panose="02020603050405020304" pitchFamily="18" charset="0"/>
              </a:endParaRPr>
            </a:p>
          </p:txBody>
        </p:sp>
        <p:sp>
          <p:nvSpPr>
            <p:cNvPr id="131" name="Rectangle 129">
              <a:extLst>
                <a:ext uri="{FF2B5EF4-FFF2-40B4-BE49-F238E27FC236}">
                  <a16:creationId xmlns:a16="http://schemas.microsoft.com/office/drawing/2014/main" id="{3D1CF99A-DAE2-4C8D-8A14-0732CAD39AE3}"/>
                </a:ext>
              </a:extLst>
            </p:cNvPr>
            <p:cNvSpPr>
              <a:spLocks noChangeArrowheads="1"/>
            </p:cNvSpPr>
            <p:nvPr/>
          </p:nvSpPr>
          <p:spPr bwMode="auto">
            <a:xfrm>
              <a:off x="4438650" y="5753100"/>
              <a:ext cx="10740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Z</a:t>
              </a:r>
              <a:endParaRPr lang="en-US" altLang="en-US">
                <a:latin typeface="Times New Roman" panose="02020603050405020304" pitchFamily="18" charset="0"/>
              </a:endParaRPr>
            </a:p>
          </p:txBody>
        </p:sp>
        <p:sp>
          <p:nvSpPr>
            <p:cNvPr id="132" name="Rectangle 130">
              <a:extLst>
                <a:ext uri="{FF2B5EF4-FFF2-40B4-BE49-F238E27FC236}">
                  <a16:creationId xmlns:a16="http://schemas.microsoft.com/office/drawing/2014/main" id="{78FEC665-2A34-481D-A6CF-C84D8AB2FD50}"/>
                </a:ext>
              </a:extLst>
            </p:cNvPr>
            <p:cNvSpPr>
              <a:spLocks noChangeArrowheads="1"/>
            </p:cNvSpPr>
            <p:nvPr/>
          </p:nvSpPr>
          <p:spPr bwMode="auto">
            <a:xfrm>
              <a:off x="4528166" y="5831391"/>
              <a:ext cx="320601"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out</a:t>
              </a:r>
              <a:endParaRPr lang="en-US" altLang="en-US" dirty="0">
                <a:latin typeface="Times New Roman" panose="02020603050405020304" pitchFamily="18" charset="0"/>
              </a:endParaRPr>
            </a:p>
          </p:txBody>
        </p:sp>
        <p:sp>
          <p:nvSpPr>
            <p:cNvPr id="133" name="Rectangle 131">
              <a:extLst>
                <a:ext uri="{FF2B5EF4-FFF2-40B4-BE49-F238E27FC236}">
                  <a16:creationId xmlns:a16="http://schemas.microsoft.com/office/drawing/2014/main" id="{2BBEB7A8-387D-4FD0-8C6F-60F2A1E0CC3F}"/>
                </a:ext>
              </a:extLst>
            </p:cNvPr>
            <p:cNvSpPr>
              <a:spLocks noChangeArrowheads="1"/>
            </p:cNvSpPr>
            <p:nvPr/>
          </p:nvSpPr>
          <p:spPr bwMode="auto">
            <a:xfrm>
              <a:off x="4800600" y="575310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134" name="Rectangle 132">
              <a:extLst>
                <a:ext uri="{FF2B5EF4-FFF2-40B4-BE49-F238E27FC236}">
                  <a16:creationId xmlns:a16="http://schemas.microsoft.com/office/drawing/2014/main" id="{985EC907-3B91-4A48-BFC4-53BA97444832}"/>
                </a:ext>
              </a:extLst>
            </p:cNvPr>
            <p:cNvSpPr>
              <a:spLocks noChangeArrowheads="1"/>
            </p:cNvSpPr>
            <p:nvPr/>
          </p:nvSpPr>
          <p:spPr bwMode="auto">
            <a:xfrm>
              <a:off x="4914900" y="5753100"/>
              <a:ext cx="242054"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PC</a:t>
              </a:r>
              <a:endParaRPr lang="en-US" altLang="en-US">
                <a:latin typeface="Times New Roman" panose="02020603050405020304" pitchFamily="18" charset="0"/>
              </a:endParaRPr>
            </a:p>
          </p:txBody>
        </p:sp>
        <p:sp>
          <p:nvSpPr>
            <p:cNvPr id="135" name="Rectangle 133">
              <a:extLst>
                <a:ext uri="{FF2B5EF4-FFF2-40B4-BE49-F238E27FC236}">
                  <a16:creationId xmlns:a16="http://schemas.microsoft.com/office/drawing/2014/main" id="{4D240937-1D19-4FE0-B892-F8D901AE95B4}"/>
                </a:ext>
              </a:extLst>
            </p:cNvPr>
            <p:cNvSpPr>
              <a:spLocks noChangeArrowheads="1"/>
            </p:cNvSpPr>
            <p:nvPr/>
          </p:nvSpPr>
          <p:spPr bwMode="auto">
            <a:xfrm>
              <a:off x="5123773" y="5822911"/>
              <a:ext cx="17472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dirty="0">
                  <a:solidFill>
                    <a:srgbClr val="000000"/>
                  </a:solidFill>
                  <a:latin typeface="Computer Modern" charset="0"/>
                </a:rPr>
                <a:t>in</a:t>
              </a:r>
              <a:endParaRPr lang="en-US" altLang="en-US" dirty="0">
                <a:latin typeface="Times New Roman" panose="02020603050405020304" pitchFamily="18" charset="0"/>
              </a:endParaRPr>
            </a:p>
          </p:txBody>
        </p:sp>
        <p:sp>
          <p:nvSpPr>
            <p:cNvPr id="136" name="Rectangle 134">
              <a:extLst>
                <a:ext uri="{FF2B5EF4-FFF2-40B4-BE49-F238E27FC236}">
                  <a16:creationId xmlns:a16="http://schemas.microsoft.com/office/drawing/2014/main" id="{439BB164-40A9-4295-AB3C-E26EA27466A8}"/>
                </a:ext>
              </a:extLst>
            </p:cNvPr>
            <p:cNvSpPr>
              <a:spLocks noChangeArrowheads="1"/>
            </p:cNvSpPr>
            <p:nvPr/>
          </p:nvSpPr>
          <p:spPr bwMode="auto">
            <a:xfrm>
              <a:off x="5334000" y="5753100"/>
              <a:ext cx="57708"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a:t>
              </a:r>
              <a:endParaRPr lang="en-US" altLang="en-US">
                <a:latin typeface="Times New Roman" panose="02020603050405020304" pitchFamily="18" charset="0"/>
              </a:endParaRPr>
            </a:p>
          </p:txBody>
        </p:sp>
        <p:sp>
          <p:nvSpPr>
            <p:cNvPr id="137" name="Rectangle 135">
              <a:extLst>
                <a:ext uri="{FF2B5EF4-FFF2-40B4-BE49-F238E27FC236}">
                  <a16:creationId xmlns:a16="http://schemas.microsoft.com/office/drawing/2014/main" id="{031DB20A-4501-4592-ABAD-339C500CF6E3}"/>
                </a:ext>
              </a:extLst>
            </p:cNvPr>
            <p:cNvSpPr>
              <a:spLocks noChangeArrowheads="1"/>
            </p:cNvSpPr>
            <p:nvPr/>
          </p:nvSpPr>
          <p:spPr bwMode="auto">
            <a:xfrm>
              <a:off x="5448300" y="5753100"/>
              <a:ext cx="35586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Computer Modern" charset="0"/>
                </a:rPr>
                <a:t>End</a:t>
              </a:r>
              <a:endParaRPr lang="en-US" altLang="en-US">
                <a:latin typeface="Times New Roman" panose="02020603050405020304" pitchFamily="18" charset="0"/>
              </a:endParaRPr>
            </a:p>
          </p:txBody>
        </p:sp>
        <p:sp>
          <p:nvSpPr>
            <p:cNvPr id="138" name="Rectangle 136">
              <a:extLst>
                <a:ext uri="{FF2B5EF4-FFF2-40B4-BE49-F238E27FC236}">
                  <a16:creationId xmlns:a16="http://schemas.microsoft.com/office/drawing/2014/main" id="{9F34B724-4759-4FDC-85CA-B325AC055E00}"/>
                </a:ext>
              </a:extLst>
            </p:cNvPr>
            <p:cNvSpPr>
              <a:spLocks noChangeArrowheads="1"/>
            </p:cNvSpPr>
            <p:nvPr/>
          </p:nvSpPr>
          <p:spPr bwMode="auto">
            <a:xfrm>
              <a:off x="3333750" y="6153150"/>
              <a:ext cx="5791200" cy="1588"/>
            </a:xfrm>
            <a:prstGeom prst="rect">
              <a:avLst/>
            </a:prstGeom>
            <a:solidFill>
              <a:srgbClr val="000000"/>
            </a:solidFill>
            <a:ln w="0">
              <a:solidFill>
                <a:srgbClr val="000000"/>
              </a:solidFill>
              <a:miter lim="800000"/>
              <a:headEnd/>
              <a:tailEnd/>
            </a:ln>
          </p:spPr>
          <p:txBody>
            <a:bodyPr/>
            <a:lstStyle/>
            <a:p>
              <a:endParaRPr lang="en-IN"/>
            </a:p>
          </p:txBody>
        </p:sp>
      </p:grpSp>
    </p:spTree>
    <p:extLst>
      <p:ext uri="{BB962C8B-B14F-4D97-AF65-F5344CB8AC3E}">
        <p14:creationId xmlns:p14="http://schemas.microsoft.com/office/powerpoint/2010/main" val="16574871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p:cNvGrpSpPr/>
          <p:nvPr/>
        </p:nvGrpSpPr>
        <p:grpSpPr>
          <a:xfrm>
            <a:off x="2367280" y="812800"/>
            <a:ext cx="6869547" cy="4203700"/>
            <a:chOff x="2672080" y="1041400"/>
            <a:chExt cx="6869547" cy="4203700"/>
          </a:xfrm>
        </p:grpSpPr>
        <p:sp>
          <p:nvSpPr>
            <p:cNvPr id="41" name="Rectangle 40"/>
            <p:cNvSpPr/>
            <p:nvPr/>
          </p:nvSpPr>
          <p:spPr>
            <a:xfrm>
              <a:off x="7134860" y="4391659"/>
              <a:ext cx="2037080" cy="518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solidFill>
                    <a:srgbClr val="800000"/>
                  </a:solidFill>
                </a:rPr>
                <a:t>Control Word (CW)</a:t>
              </a:r>
            </a:p>
          </p:txBody>
        </p:sp>
        <p:grpSp>
          <p:nvGrpSpPr>
            <p:cNvPr id="42" name="Group 41"/>
            <p:cNvGrpSpPr/>
            <p:nvPr/>
          </p:nvGrpSpPr>
          <p:grpSpPr>
            <a:xfrm>
              <a:off x="2672080" y="1066800"/>
              <a:ext cx="4592321" cy="4178300"/>
              <a:chOff x="5334000" y="904875"/>
              <a:chExt cx="3444241" cy="3133725"/>
            </a:xfrm>
          </p:grpSpPr>
          <p:sp>
            <p:nvSpPr>
              <p:cNvPr id="49" name="Rectangle 48"/>
              <p:cNvSpPr/>
              <p:nvPr/>
            </p:nvSpPr>
            <p:spPr>
              <a:xfrm>
                <a:off x="5537662" y="1123950"/>
                <a:ext cx="475211" cy="906780"/>
              </a:xfrm>
              <a:prstGeom prst="rect">
                <a:avLst/>
              </a:prstGeom>
              <a:solidFill>
                <a:schemeClr val="accent5">
                  <a:lumMod val="20000"/>
                  <a:lumOff val="80000"/>
                </a:schemeClr>
              </a:solid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IR</a:t>
                </a:r>
              </a:p>
            </p:txBody>
          </p:sp>
          <p:sp>
            <p:nvSpPr>
              <p:cNvPr id="50" name="Rectangle 49"/>
              <p:cNvSpPr/>
              <p:nvPr/>
            </p:nvSpPr>
            <p:spPr>
              <a:xfrm>
                <a:off x="6691745" y="904875"/>
                <a:ext cx="1289858" cy="1125855"/>
              </a:xfrm>
              <a:prstGeom prst="rect">
                <a:avLst/>
              </a:prstGeom>
              <a:solidFill>
                <a:schemeClr val="accent6">
                  <a:lumMod val="20000"/>
                  <a:lumOff val="80000"/>
                </a:schemeClr>
              </a:solidFill>
              <a:ln>
                <a:solidFill>
                  <a:srgbClr val="8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Starting and Branch Address Generator</a:t>
                </a:r>
              </a:p>
            </p:txBody>
          </p:sp>
          <p:sp>
            <p:nvSpPr>
              <p:cNvPr id="51" name="Rectangle 50"/>
              <p:cNvSpPr/>
              <p:nvPr/>
            </p:nvSpPr>
            <p:spPr>
              <a:xfrm>
                <a:off x="6691745" y="2419350"/>
                <a:ext cx="1289858" cy="453390"/>
              </a:xfrm>
              <a:prstGeom prst="rect">
                <a:avLst/>
              </a:prstGeom>
              <a:solidFill>
                <a:srgbClr val="FFFF00"/>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b="1" dirty="0">
                    <a:solidFill>
                      <a:schemeClr val="tx1"/>
                    </a:solidFill>
                    <a:latin typeface="Calibri Light"/>
                    <a:cs typeface="Calibri Light"/>
                  </a:rPr>
                  <a:t>μ</a:t>
                </a:r>
                <a:r>
                  <a:rPr lang="en-IN" dirty="0">
                    <a:solidFill>
                      <a:schemeClr val="tx1"/>
                    </a:solidFill>
                  </a:rPr>
                  <a:t>PC</a:t>
                </a:r>
              </a:p>
            </p:txBody>
          </p:sp>
          <p:sp>
            <p:nvSpPr>
              <p:cNvPr id="52" name="Rectangle 51"/>
              <p:cNvSpPr/>
              <p:nvPr/>
            </p:nvSpPr>
            <p:spPr>
              <a:xfrm>
                <a:off x="5334000" y="2419350"/>
                <a:ext cx="1018309" cy="45339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dirty="0">
                    <a:solidFill>
                      <a:schemeClr val="tx1"/>
                    </a:solidFill>
                  </a:rPr>
                  <a:t>Clock</a:t>
                </a:r>
              </a:p>
            </p:txBody>
          </p:sp>
          <p:sp>
            <p:nvSpPr>
              <p:cNvPr id="53" name="Rectangle 52"/>
              <p:cNvSpPr/>
              <p:nvPr/>
            </p:nvSpPr>
            <p:spPr>
              <a:xfrm>
                <a:off x="6691745" y="3261360"/>
                <a:ext cx="1289858" cy="777240"/>
              </a:xfrm>
              <a:prstGeom prst="rect">
                <a:avLst/>
              </a:prstGeom>
              <a:solidFill>
                <a:schemeClr val="accent4">
                  <a:lumMod val="20000"/>
                  <a:lumOff val="80000"/>
                </a:schemeClr>
              </a:solid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rPr>
                  <a:t>Control Store</a:t>
                </a:r>
              </a:p>
            </p:txBody>
          </p:sp>
          <p:sp>
            <p:nvSpPr>
              <p:cNvPr id="54" name="Right Arrow 53"/>
              <p:cNvSpPr/>
              <p:nvPr/>
            </p:nvSpPr>
            <p:spPr>
              <a:xfrm>
                <a:off x="6012873" y="1447800"/>
                <a:ext cx="678873" cy="259080"/>
              </a:xfrm>
              <a:prstGeom prst="rightArrow">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Down Arrow 54"/>
              <p:cNvSpPr/>
              <p:nvPr/>
            </p:nvSpPr>
            <p:spPr>
              <a:xfrm>
                <a:off x="7166956" y="2030730"/>
                <a:ext cx="237605" cy="388620"/>
              </a:xfrm>
              <a:prstGeom prst="downArrow">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Down Arrow 55"/>
              <p:cNvSpPr/>
              <p:nvPr/>
            </p:nvSpPr>
            <p:spPr>
              <a:xfrm>
                <a:off x="7166956" y="2872740"/>
                <a:ext cx="237605" cy="388620"/>
              </a:xfrm>
              <a:prstGeom prst="downArrow">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ight Arrow 56"/>
              <p:cNvSpPr/>
              <p:nvPr/>
            </p:nvSpPr>
            <p:spPr>
              <a:xfrm>
                <a:off x="7978141" y="3440747"/>
                <a:ext cx="800100" cy="291465"/>
              </a:xfrm>
              <a:prstGeom prst="rightArrow">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8" name="Straight Arrow Connector 57"/>
              <p:cNvCxnSpPr>
                <a:stCxn id="52" idx="3"/>
              </p:cNvCxnSpPr>
              <p:nvPr/>
            </p:nvCxnSpPr>
            <p:spPr>
              <a:xfrm>
                <a:off x="6352309" y="2646045"/>
                <a:ext cx="339436" cy="0"/>
              </a:xfrm>
              <a:prstGeom prst="straightConnector1">
                <a:avLst/>
              </a:prstGeom>
              <a:ln w="254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43" name="Rectangle 42"/>
            <p:cNvSpPr/>
            <p:nvPr/>
          </p:nvSpPr>
          <p:spPr>
            <a:xfrm>
              <a:off x="8183882" y="1041400"/>
              <a:ext cx="1357745" cy="6604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External Inputs</a:t>
              </a:r>
            </a:p>
          </p:txBody>
        </p:sp>
        <p:sp>
          <p:nvSpPr>
            <p:cNvPr id="44" name="Rectangle 43"/>
            <p:cNvSpPr/>
            <p:nvPr/>
          </p:nvSpPr>
          <p:spPr>
            <a:xfrm>
              <a:off x="8183882" y="1879600"/>
              <a:ext cx="1357745" cy="68072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Condition Codes</a:t>
              </a:r>
            </a:p>
          </p:txBody>
        </p:sp>
        <p:cxnSp>
          <p:nvCxnSpPr>
            <p:cNvPr id="45" name="Straight Arrow Connector 44"/>
            <p:cNvCxnSpPr/>
            <p:nvPr/>
          </p:nvCxnSpPr>
          <p:spPr>
            <a:xfrm flipH="1">
              <a:off x="6197600" y="1193800"/>
              <a:ext cx="1981200" cy="0"/>
            </a:xfrm>
            <a:prstGeom prst="straightConnector1">
              <a:avLst/>
            </a:prstGeom>
            <a:ln w="1905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flipH="1">
              <a:off x="6197600" y="1574800"/>
              <a:ext cx="1981200" cy="0"/>
            </a:xfrm>
            <a:prstGeom prst="straightConnector1">
              <a:avLst/>
            </a:prstGeom>
            <a:ln w="1905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flipH="1">
              <a:off x="6172200" y="1993900"/>
              <a:ext cx="1981200" cy="0"/>
            </a:xfrm>
            <a:prstGeom prst="straightConnector1">
              <a:avLst/>
            </a:prstGeom>
            <a:ln w="1905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flipH="1">
              <a:off x="6184900" y="2451100"/>
              <a:ext cx="1981200" cy="0"/>
            </a:xfrm>
            <a:prstGeom prst="straightConnector1">
              <a:avLst/>
            </a:prstGeom>
            <a:ln w="19050">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
        <p:nvSpPr>
          <p:cNvPr id="2" name="Arrow: Bent-Up 1">
            <a:extLst>
              <a:ext uri="{FF2B5EF4-FFF2-40B4-BE49-F238E27FC236}">
                <a16:creationId xmlns:a16="http://schemas.microsoft.com/office/drawing/2014/main" id="{D52889F9-F21E-744B-553C-8F5EC03AD23E}"/>
              </a:ext>
            </a:extLst>
          </p:cNvPr>
          <p:cNvSpPr/>
          <p:nvPr/>
        </p:nvSpPr>
        <p:spPr>
          <a:xfrm rot="16200000">
            <a:off x="5022062" y="2716472"/>
            <a:ext cx="2452367" cy="710890"/>
          </a:xfrm>
          <a:prstGeom prst="bentUpArrow">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108107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57C7CC30-6FE1-48FA-A336-741E796446F7}"/>
              </a:ext>
            </a:extLst>
          </p:cNvPr>
          <p:cNvSpPr>
            <a:spLocks noGrp="1" noChangeArrowheads="1"/>
          </p:cNvSpPr>
          <p:nvPr>
            <p:ph type="title"/>
          </p:nvPr>
        </p:nvSpPr>
        <p:spPr/>
        <p:txBody>
          <a:bodyPr>
            <a:normAutofit/>
          </a:bodyPr>
          <a:lstStyle/>
          <a:p>
            <a:r>
              <a:rPr lang="en-US" altLang="en-US" sz="3200" dirty="0"/>
              <a:t>Microprogram Sequencing</a:t>
            </a:r>
          </a:p>
        </p:txBody>
      </p:sp>
      <p:sp>
        <p:nvSpPr>
          <p:cNvPr id="45059" name="Rectangle 3">
            <a:extLst>
              <a:ext uri="{FF2B5EF4-FFF2-40B4-BE49-F238E27FC236}">
                <a16:creationId xmlns:a16="http://schemas.microsoft.com/office/drawing/2014/main" id="{1A169C22-06B1-4224-BB3E-4720D4D831E5}"/>
              </a:ext>
            </a:extLst>
          </p:cNvPr>
          <p:cNvSpPr>
            <a:spLocks noGrp="1" noChangeArrowheads="1"/>
          </p:cNvSpPr>
          <p:nvPr>
            <p:ph type="body" idx="1"/>
          </p:nvPr>
        </p:nvSpPr>
        <p:spPr>
          <a:xfrm>
            <a:off x="838200" y="1825625"/>
            <a:ext cx="10515600" cy="3653304"/>
          </a:xfrm>
        </p:spPr>
        <p:txBody>
          <a:bodyPr>
            <a:normAutofit fontScale="92500" lnSpcReduction="20000"/>
          </a:bodyPr>
          <a:lstStyle/>
          <a:p>
            <a:pPr>
              <a:lnSpc>
                <a:spcPct val="130000"/>
              </a:lnSpc>
              <a:spcAft>
                <a:spcPts val="1200"/>
              </a:spcAft>
            </a:pPr>
            <a:r>
              <a:rPr lang="en-US" altLang="en-US" sz="2600" dirty="0"/>
              <a:t>If all </a:t>
            </a:r>
            <a:r>
              <a:rPr lang="en-US" altLang="en-US" sz="2600" dirty="0" err="1"/>
              <a:t>microprograms</a:t>
            </a:r>
            <a:r>
              <a:rPr lang="en-US" altLang="en-US" sz="2600" dirty="0"/>
              <a:t> require only straightforward sequential execution of microinstructions except for branches, letting a </a:t>
            </a:r>
            <a:r>
              <a:rPr lang="el-GR" altLang="en-US" sz="2600" dirty="0"/>
              <a:t>μ</a:t>
            </a:r>
            <a:r>
              <a:rPr lang="en-US" altLang="en-US" sz="2600" dirty="0"/>
              <a:t>PC govern the sequencing would be efficient.</a:t>
            </a:r>
          </a:p>
          <a:p>
            <a:pPr>
              <a:lnSpc>
                <a:spcPct val="130000"/>
              </a:lnSpc>
            </a:pPr>
            <a:r>
              <a:rPr lang="en-US" altLang="en-US" sz="2600" dirty="0"/>
              <a:t>However, two disadvantages:</a:t>
            </a:r>
          </a:p>
          <a:p>
            <a:pPr lvl="1">
              <a:lnSpc>
                <a:spcPct val="130000"/>
              </a:lnSpc>
            </a:pPr>
            <a:r>
              <a:rPr lang="en-US" altLang="en-US" dirty="0"/>
              <a:t>Having a separate </a:t>
            </a:r>
            <a:r>
              <a:rPr lang="en-US" altLang="en-US" dirty="0" err="1"/>
              <a:t>microroutine</a:t>
            </a:r>
            <a:r>
              <a:rPr lang="en-US" altLang="en-US" dirty="0"/>
              <a:t> for each machine instruction results in a large total number of microinstructions and a large control store.</a:t>
            </a:r>
          </a:p>
          <a:p>
            <a:pPr lvl="1">
              <a:lnSpc>
                <a:spcPct val="130000"/>
              </a:lnSpc>
            </a:pPr>
            <a:r>
              <a:rPr lang="en-US" altLang="en-US" dirty="0"/>
              <a:t>Longer execution time because it takes more time to carry out the required branches.</a:t>
            </a:r>
          </a:p>
        </p:txBody>
      </p:sp>
      <p:sp>
        <p:nvSpPr>
          <p:cNvPr id="4" name="Slide Number Placeholder 3"/>
          <p:cNvSpPr>
            <a:spLocks noGrp="1"/>
          </p:cNvSpPr>
          <p:nvPr>
            <p:ph type="sldNum" sz="quarter" idx="12"/>
          </p:nvPr>
        </p:nvSpPr>
        <p:spPr/>
        <p:txBody>
          <a:bodyPr/>
          <a:lstStyle/>
          <a:p>
            <a:fld id="{A56F1F74-EAAB-4BA4-8360-0B2AFE8E155E}" type="slidenum">
              <a:rPr lang="en-IN" smtClean="0"/>
              <a:t>83</a:t>
            </a:fld>
            <a:endParaRPr lang="en-IN"/>
          </a:p>
        </p:txBody>
      </p:sp>
    </p:spTree>
    <p:extLst>
      <p:ext uri="{BB962C8B-B14F-4D97-AF65-F5344CB8AC3E}">
        <p14:creationId xmlns:p14="http://schemas.microsoft.com/office/powerpoint/2010/main" val="15387391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05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05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0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CB8D13-F012-6676-C0DB-A316B7FE77AD}"/>
              </a:ext>
            </a:extLst>
          </p:cNvPr>
          <p:cNvSpPr>
            <a:spLocks noGrp="1"/>
          </p:cNvSpPr>
          <p:nvPr>
            <p:ph type="sldNum" sz="quarter" idx="12"/>
          </p:nvPr>
        </p:nvSpPr>
        <p:spPr/>
        <p:txBody>
          <a:bodyPr/>
          <a:lstStyle/>
          <a:p>
            <a:fld id="{A56F1F74-EAAB-4BA4-8360-0B2AFE8E155E}" type="slidenum">
              <a:rPr lang="en-IN" smtClean="0"/>
              <a:t>84</a:t>
            </a:fld>
            <a:endParaRPr lang="en-IN"/>
          </a:p>
        </p:txBody>
      </p:sp>
      <p:pic>
        <p:nvPicPr>
          <p:cNvPr id="6" name="Picture 5">
            <a:extLst>
              <a:ext uri="{FF2B5EF4-FFF2-40B4-BE49-F238E27FC236}">
                <a16:creationId xmlns:a16="http://schemas.microsoft.com/office/drawing/2014/main" id="{382BF863-F8DE-136D-6DBE-C03A2F4722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4250" y="432958"/>
            <a:ext cx="4143465" cy="6425042"/>
          </a:xfrm>
          <a:prstGeom prst="rect">
            <a:avLst/>
          </a:prstGeom>
        </p:spPr>
      </p:pic>
    </p:spTree>
    <p:extLst>
      <p:ext uri="{BB962C8B-B14F-4D97-AF65-F5344CB8AC3E}">
        <p14:creationId xmlns:p14="http://schemas.microsoft.com/office/powerpoint/2010/main" val="239530726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16A57740-CBD3-4BD6-B06E-4810F9405BB9}"/>
              </a:ext>
            </a:extLst>
          </p:cNvPr>
          <p:cNvSpPr>
            <a:spLocks noGrp="1" noChangeArrowheads="1"/>
          </p:cNvSpPr>
          <p:nvPr>
            <p:ph type="title"/>
          </p:nvPr>
        </p:nvSpPr>
        <p:spPr/>
        <p:txBody>
          <a:bodyPr>
            <a:normAutofit/>
          </a:bodyPr>
          <a:lstStyle/>
          <a:p>
            <a:r>
              <a:rPr lang="en-US" altLang="en-US" sz="3200" dirty="0"/>
              <a:t>Microinstructions with Next-Address Field</a:t>
            </a:r>
          </a:p>
        </p:txBody>
      </p:sp>
      <p:sp>
        <p:nvSpPr>
          <p:cNvPr id="49155" name="Rectangle 3">
            <a:extLst>
              <a:ext uri="{FF2B5EF4-FFF2-40B4-BE49-F238E27FC236}">
                <a16:creationId xmlns:a16="http://schemas.microsoft.com/office/drawing/2014/main" id="{D5E35131-7F49-463F-B9D0-C10458085162}"/>
              </a:ext>
            </a:extLst>
          </p:cNvPr>
          <p:cNvSpPr>
            <a:spLocks noGrp="1" noChangeArrowheads="1"/>
          </p:cNvSpPr>
          <p:nvPr>
            <p:ph type="body" idx="1"/>
          </p:nvPr>
        </p:nvSpPr>
        <p:spPr/>
        <p:txBody>
          <a:bodyPr>
            <a:normAutofit/>
          </a:bodyPr>
          <a:lstStyle/>
          <a:p>
            <a:r>
              <a:rPr lang="en-US" altLang="en-US" sz="2400" dirty="0"/>
              <a:t>The </a:t>
            </a:r>
            <a:r>
              <a:rPr lang="en-US" altLang="en-US" sz="2400" dirty="0" err="1"/>
              <a:t>microprogram</a:t>
            </a:r>
            <a:r>
              <a:rPr lang="en-US" altLang="en-US" sz="2400" dirty="0"/>
              <a:t> requires several branch microinstructions, which perform no useful operation in the </a:t>
            </a:r>
            <a:r>
              <a:rPr lang="en-US" altLang="en-US" sz="2400" dirty="0" err="1"/>
              <a:t>datapath</a:t>
            </a:r>
            <a:r>
              <a:rPr lang="en-US" altLang="en-US" sz="2400" dirty="0"/>
              <a:t>.</a:t>
            </a:r>
          </a:p>
          <a:p>
            <a:r>
              <a:rPr lang="en-US" altLang="en-US" sz="2400" dirty="0"/>
              <a:t>An alternative approach: </a:t>
            </a:r>
          </a:p>
          <a:p>
            <a:pPr lvl="1"/>
            <a:r>
              <a:rPr lang="en-US" altLang="en-US" sz="2000" dirty="0"/>
              <a:t>Include an address field as a part of every microinstruction to indicate the location of the next microinstruction to be fetched.</a:t>
            </a:r>
          </a:p>
          <a:p>
            <a:endParaRPr lang="en-US" altLang="en-US" sz="2400" dirty="0"/>
          </a:p>
          <a:p>
            <a:r>
              <a:rPr lang="en-US" altLang="en-US" sz="2400" dirty="0">
                <a:solidFill>
                  <a:srgbClr val="800000"/>
                </a:solidFill>
              </a:rPr>
              <a:t>Pros</a:t>
            </a:r>
            <a:r>
              <a:rPr lang="en-US" altLang="en-US" sz="2400" dirty="0"/>
              <a:t>: separate branch microinstructions are virtually eliminated; few limitations in assigning addresses to microinstructions.</a:t>
            </a:r>
          </a:p>
          <a:p>
            <a:r>
              <a:rPr lang="en-US" altLang="en-US" sz="2400" dirty="0">
                <a:solidFill>
                  <a:srgbClr val="800000"/>
                </a:solidFill>
              </a:rPr>
              <a:t>Cons</a:t>
            </a:r>
            <a:r>
              <a:rPr lang="en-US" altLang="en-US" sz="2400" dirty="0"/>
              <a:t>: additional bits required for the address field.</a:t>
            </a:r>
          </a:p>
        </p:txBody>
      </p:sp>
    </p:spTree>
    <p:extLst>
      <p:ext uri="{BB962C8B-B14F-4D97-AF65-F5344CB8AC3E}">
        <p14:creationId xmlns:p14="http://schemas.microsoft.com/office/powerpoint/2010/main" val="8683944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15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155">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9155">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915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Microinstructions+with+Next-Address+Field.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0457" y="163105"/>
            <a:ext cx="4948487" cy="6461751"/>
          </a:xfrm>
          <a:prstGeom prst="rect">
            <a:avLst/>
          </a:prstGeom>
          <a:ln w="19050" cmpd="sng">
            <a:solidFill>
              <a:schemeClr val="tx1"/>
            </a:solidFill>
          </a:ln>
        </p:spPr>
      </p:pic>
      <p:sp>
        <p:nvSpPr>
          <p:cNvPr id="2" name="Rectangle 1"/>
          <p:cNvSpPr/>
          <p:nvPr/>
        </p:nvSpPr>
        <p:spPr>
          <a:xfrm>
            <a:off x="2851116" y="3411877"/>
            <a:ext cx="560265" cy="286399"/>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err="1">
                <a:solidFill>
                  <a:schemeClr val="tx1"/>
                </a:solidFill>
              </a:rPr>
              <a:t>μPC</a:t>
            </a:r>
            <a:endParaRPr lang="en-US" sz="1600" dirty="0">
              <a:solidFill>
                <a:schemeClr val="tx1"/>
              </a:solidFill>
            </a:endParaRPr>
          </a:p>
        </p:txBody>
      </p:sp>
      <p:sp>
        <p:nvSpPr>
          <p:cNvPr id="4" name="TextBox 3">
            <a:extLst>
              <a:ext uri="{FF2B5EF4-FFF2-40B4-BE49-F238E27FC236}">
                <a16:creationId xmlns:a16="http://schemas.microsoft.com/office/drawing/2014/main" id="{1753DF75-D520-20FB-43D9-C75A3D8FEE96}"/>
              </a:ext>
            </a:extLst>
          </p:cNvPr>
          <p:cNvSpPr txBox="1"/>
          <p:nvPr/>
        </p:nvSpPr>
        <p:spPr>
          <a:xfrm>
            <a:off x="6263640" y="1988820"/>
            <a:ext cx="5143500" cy="1323439"/>
          </a:xfrm>
          <a:prstGeom prst="rect">
            <a:avLst/>
          </a:prstGeom>
          <a:solidFill>
            <a:schemeClr val="accent4">
              <a:lumMod val="20000"/>
              <a:lumOff val="80000"/>
            </a:schemeClr>
          </a:solidFill>
          <a:ln w="25400">
            <a:solidFill>
              <a:schemeClr val="accent1">
                <a:shade val="15000"/>
              </a:schemeClr>
            </a:solidFill>
          </a:ln>
        </p:spPr>
        <p:txBody>
          <a:bodyPr wrap="square" rtlCol="0">
            <a:spAutoFit/>
          </a:bodyPr>
          <a:lstStyle/>
          <a:p>
            <a:r>
              <a:rPr lang="en-US" sz="2000" dirty="0"/>
              <a:t>From the instruction opcode, some constant bits are appended (both at the left and right) to get the starting address of the corresponding micro-routine in control store.</a:t>
            </a:r>
          </a:p>
        </p:txBody>
      </p:sp>
    </p:spTree>
    <p:extLst>
      <p:ext uri="{BB962C8B-B14F-4D97-AF65-F5344CB8AC3E}">
        <p14:creationId xmlns:p14="http://schemas.microsoft.com/office/powerpoint/2010/main" val="24673143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9C9D54D-49CB-B998-7AC9-6738CB33E766}"/>
              </a:ext>
            </a:extLst>
          </p:cNvPr>
          <p:cNvSpPr>
            <a:spLocks noGrp="1"/>
          </p:cNvSpPr>
          <p:nvPr>
            <p:ph type="title"/>
          </p:nvPr>
        </p:nvSpPr>
        <p:spPr/>
        <p:txBody>
          <a:bodyPr>
            <a:normAutofit/>
          </a:bodyPr>
          <a:lstStyle/>
          <a:p>
            <a:r>
              <a:rPr lang="en-US" sz="3200" dirty="0"/>
              <a:t>Illustrative Example</a:t>
            </a:r>
          </a:p>
        </p:txBody>
      </p:sp>
      <p:sp>
        <p:nvSpPr>
          <p:cNvPr id="7" name="Content Placeholder 6">
            <a:extLst>
              <a:ext uri="{FF2B5EF4-FFF2-40B4-BE49-F238E27FC236}">
                <a16:creationId xmlns:a16="http://schemas.microsoft.com/office/drawing/2014/main" id="{9F20E656-CA31-B5F8-1A66-5F96C9B60820}"/>
              </a:ext>
            </a:extLst>
          </p:cNvPr>
          <p:cNvSpPr>
            <a:spLocks noGrp="1"/>
          </p:cNvSpPr>
          <p:nvPr>
            <p:ph idx="1"/>
          </p:nvPr>
        </p:nvSpPr>
        <p:spPr/>
        <p:txBody>
          <a:bodyPr>
            <a:normAutofit/>
          </a:bodyPr>
          <a:lstStyle/>
          <a:p>
            <a:r>
              <a:rPr lang="en-US" sz="2400" dirty="0"/>
              <a:t>Some example instructions and their 4-bit opcodes:</a:t>
            </a:r>
          </a:p>
          <a:p>
            <a:pPr marL="0" indent="0">
              <a:buNone/>
            </a:pPr>
            <a:r>
              <a:rPr lang="en-US" sz="2400" dirty="0"/>
              <a:t>                        </a:t>
            </a:r>
            <a:r>
              <a:rPr lang="en-US" sz="2000" i="1" dirty="0">
                <a:solidFill>
                  <a:srgbClr val="C00000"/>
                </a:solidFill>
              </a:rPr>
              <a:t>Opcodes</a:t>
            </a:r>
            <a:r>
              <a:rPr lang="en-US" sz="2000" dirty="0"/>
              <a:t>		</a:t>
            </a:r>
            <a:r>
              <a:rPr lang="en-US" sz="2000" i="1" dirty="0">
                <a:solidFill>
                  <a:srgbClr val="C00000"/>
                </a:solidFill>
              </a:rPr>
              <a:t>Starting Address of Micro-routine</a:t>
            </a:r>
          </a:p>
          <a:p>
            <a:pPr marL="457200" lvl="1" indent="0">
              <a:buNone/>
            </a:pPr>
            <a:r>
              <a:rPr lang="en-US" sz="2000" dirty="0"/>
              <a:t>ADD	0010			0 0010 000</a:t>
            </a:r>
          </a:p>
          <a:p>
            <a:pPr marL="457200" lvl="1" indent="0">
              <a:buNone/>
            </a:pPr>
            <a:r>
              <a:rPr lang="en-US" sz="2000" dirty="0"/>
              <a:t>SUB		0011			0 0011 000</a:t>
            </a:r>
          </a:p>
          <a:p>
            <a:pPr marL="457200" lvl="1" indent="0">
              <a:buNone/>
            </a:pPr>
            <a:r>
              <a:rPr lang="en-US" sz="2000" dirty="0"/>
              <a:t>LOAD	0100			0 0100 000</a:t>
            </a:r>
          </a:p>
          <a:p>
            <a:pPr marL="457200" lvl="1" indent="0">
              <a:buNone/>
            </a:pPr>
            <a:r>
              <a:rPr lang="en-US" sz="2000" dirty="0"/>
              <a:t>STORE	0101			0 0101 000</a:t>
            </a:r>
          </a:p>
          <a:p>
            <a:pPr marL="457200" lvl="1" indent="0">
              <a:buNone/>
            </a:pPr>
            <a:r>
              <a:rPr lang="en-US" sz="2000" dirty="0"/>
              <a:t>BR		1010			0 1010 000</a:t>
            </a:r>
          </a:p>
          <a:p>
            <a:endParaRPr lang="en-US" sz="2400" dirty="0"/>
          </a:p>
          <a:p>
            <a:endParaRPr lang="en-US" sz="2400" dirty="0"/>
          </a:p>
        </p:txBody>
      </p:sp>
      <p:sp>
        <p:nvSpPr>
          <p:cNvPr id="5" name="Slide Number Placeholder 4">
            <a:extLst>
              <a:ext uri="{FF2B5EF4-FFF2-40B4-BE49-F238E27FC236}">
                <a16:creationId xmlns:a16="http://schemas.microsoft.com/office/drawing/2014/main" id="{0A36867B-94D1-03EB-9B00-C7C2C7B20EB5}"/>
              </a:ext>
            </a:extLst>
          </p:cNvPr>
          <p:cNvSpPr>
            <a:spLocks noGrp="1"/>
          </p:cNvSpPr>
          <p:nvPr>
            <p:ph type="sldNum" sz="quarter" idx="12"/>
          </p:nvPr>
        </p:nvSpPr>
        <p:spPr/>
        <p:txBody>
          <a:bodyPr/>
          <a:lstStyle/>
          <a:p>
            <a:fld id="{A56F1F74-EAAB-4BA4-8360-0B2AFE8E155E}" type="slidenum">
              <a:rPr lang="en-IN" smtClean="0"/>
              <a:t>87</a:t>
            </a:fld>
            <a:endParaRPr lang="en-IN"/>
          </a:p>
        </p:txBody>
      </p:sp>
    </p:spTree>
    <p:extLst>
      <p:ext uri="{BB962C8B-B14F-4D97-AF65-F5344CB8AC3E}">
        <p14:creationId xmlns:p14="http://schemas.microsoft.com/office/powerpoint/2010/main" val="328089490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B147-0353-F11C-CEEF-CF9F6AF78B1E}"/>
              </a:ext>
            </a:extLst>
          </p:cNvPr>
          <p:cNvSpPr>
            <a:spLocks noGrp="1"/>
          </p:cNvSpPr>
          <p:nvPr>
            <p:ph type="title"/>
          </p:nvPr>
        </p:nvSpPr>
        <p:spPr/>
        <p:txBody>
          <a:bodyPr>
            <a:normAutofit/>
          </a:bodyPr>
          <a:lstStyle/>
          <a:p>
            <a:r>
              <a:rPr lang="en-US" sz="3200" dirty="0"/>
              <a:t>Practice Assignment 4</a:t>
            </a:r>
          </a:p>
        </p:txBody>
      </p:sp>
      <p:sp>
        <p:nvSpPr>
          <p:cNvPr id="3" name="Content Placeholder 2">
            <a:extLst>
              <a:ext uri="{FF2B5EF4-FFF2-40B4-BE49-F238E27FC236}">
                <a16:creationId xmlns:a16="http://schemas.microsoft.com/office/drawing/2014/main" id="{6C5FDE04-96FF-F00A-7003-481AE6E0EA5C}"/>
              </a:ext>
            </a:extLst>
          </p:cNvPr>
          <p:cNvSpPr>
            <a:spLocks noGrp="1"/>
          </p:cNvSpPr>
          <p:nvPr>
            <p:ph idx="1"/>
          </p:nvPr>
        </p:nvSpPr>
        <p:spPr/>
        <p:txBody>
          <a:bodyPr>
            <a:normAutofit/>
          </a:bodyPr>
          <a:lstStyle/>
          <a:p>
            <a:pPr marL="0" indent="0">
              <a:buNone/>
            </a:pPr>
            <a:r>
              <a:rPr lang="en-US" sz="2400" dirty="0"/>
              <a:t>Design the microprogrammed control unit for the 12 instructions as given for the 1-bus architecture.</a:t>
            </a:r>
          </a:p>
          <a:p>
            <a:pPr marL="0" indent="0">
              <a:buNone/>
            </a:pPr>
            <a:r>
              <a:rPr lang="en-US" sz="2400" dirty="0"/>
              <a:t>In particular, show the micro-routines for the various instructions, and the detailed contents of CS.</a:t>
            </a:r>
          </a:p>
        </p:txBody>
      </p:sp>
      <p:sp>
        <p:nvSpPr>
          <p:cNvPr id="4" name="Slide Number Placeholder 3">
            <a:extLst>
              <a:ext uri="{FF2B5EF4-FFF2-40B4-BE49-F238E27FC236}">
                <a16:creationId xmlns:a16="http://schemas.microsoft.com/office/drawing/2014/main" id="{340940DD-0EBF-E645-B0E6-1396D16CDDA6}"/>
              </a:ext>
            </a:extLst>
          </p:cNvPr>
          <p:cNvSpPr>
            <a:spLocks noGrp="1"/>
          </p:cNvSpPr>
          <p:nvPr>
            <p:ph type="sldNum" sz="quarter" idx="12"/>
          </p:nvPr>
        </p:nvSpPr>
        <p:spPr/>
        <p:txBody>
          <a:bodyPr/>
          <a:lstStyle/>
          <a:p>
            <a:fld id="{A56F1F74-EAAB-4BA4-8360-0B2AFE8E155E}" type="slidenum">
              <a:rPr lang="en-IN" smtClean="0"/>
              <a:t>88</a:t>
            </a:fld>
            <a:endParaRPr lang="en-IN"/>
          </a:p>
        </p:txBody>
      </p:sp>
    </p:spTree>
    <p:extLst>
      <p:ext uri="{BB962C8B-B14F-4D97-AF65-F5344CB8AC3E}">
        <p14:creationId xmlns:p14="http://schemas.microsoft.com/office/powerpoint/2010/main" val="154399341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2944" y="542928"/>
            <a:ext cx="11589055" cy="812801"/>
          </a:xfrm>
        </p:spPr>
        <p:txBody>
          <a:bodyPr>
            <a:normAutofit/>
          </a:bodyPr>
          <a:lstStyle/>
          <a:p>
            <a:r>
              <a:rPr lang="en-IN" sz="3200" dirty="0"/>
              <a:t>Horizontal versus Vertical Microinstruction Encoding</a:t>
            </a:r>
          </a:p>
        </p:txBody>
      </p:sp>
      <p:sp>
        <p:nvSpPr>
          <p:cNvPr id="3" name="Content Placeholder 2"/>
          <p:cNvSpPr>
            <a:spLocks noGrp="1"/>
          </p:cNvSpPr>
          <p:nvPr>
            <p:ph idx="1"/>
          </p:nvPr>
        </p:nvSpPr>
        <p:spPr>
          <a:xfrm>
            <a:off x="609600" y="1600203"/>
            <a:ext cx="11379200" cy="4267199"/>
          </a:xfrm>
        </p:spPr>
        <p:txBody>
          <a:bodyPr/>
          <a:lstStyle/>
          <a:p>
            <a:r>
              <a:rPr lang="en-IN" sz="2400" dirty="0"/>
              <a:t>Broadly there are two alternate schemes to code the control signals in the control memory.</a:t>
            </a:r>
          </a:p>
          <a:p>
            <a:pPr marL="1066773" lvl="1" indent="-457189">
              <a:buClr>
                <a:schemeClr val="tx1">
                  <a:lumMod val="95000"/>
                  <a:lumOff val="5000"/>
                </a:schemeClr>
              </a:buClr>
              <a:buFont typeface="+mj-lt"/>
              <a:buAutoNum type="alphaLcParenR"/>
            </a:pPr>
            <a:r>
              <a:rPr lang="en-IN" b="1" dirty="0">
                <a:solidFill>
                  <a:srgbClr val="800000"/>
                </a:solidFill>
              </a:rPr>
              <a:t>Horizontal Micro-instruction Encoding</a:t>
            </a:r>
          </a:p>
          <a:p>
            <a:pPr marL="1439297" lvl="2" indent="-296326"/>
            <a:r>
              <a:rPr lang="en-IN" dirty="0"/>
              <a:t>Each control signal is represented by a bit in the micro-instruction.</a:t>
            </a:r>
          </a:p>
          <a:p>
            <a:pPr marL="1439297" lvl="2" indent="-296326"/>
            <a:r>
              <a:rPr lang="en-IN" dirty="0"/>
              <a:t>Fewer control store words, with more bits per word.</a:t>
            </a:r>
          </a:p>
          <a:p>
            <a:pPr marL="1066773" lvl="1" indent="-457189">
              <a:buClr>
                <a:schemeClr val="tx1">
                  <a:lumMod val="95000"/>
                  <a:lumOff val="5000"/>
                </a:schemeClr>
              </a:buClr>
              <a:buFont typeface="+mj-lt"/>
              <a:buAutoNum type="alphaLcParenR"/>
            </a:pPr>
            <a:r>
              <a:rPr lang="en-IN" b="1" dirty="0">
                <a:solidFill>
                  <a:srgbClr val="800000"/>
                </a:solidFill>
              </a:rPr>
              <a:t>Vertical Micro-instruction Encoding</a:t>
            </a:r>
          </a:p>
          <a:p>
            <a:pPr marL="1445648" lvl="2" indent="-372524"/>
            <a:r>
              <a:rPr lang="en-IN" dirty="0"/>
              <a:t>Each control word represents a single micro-instruction in encoded form.</a:t>
            </a:r>
          </a:p>
          <a:p>
            <a:pPr marL="1445648" lvl="2" indent="-372524"/>
            <a:r>
              <a:rPr lang="en-IN" dirty="0"/>
              <a:t>k-bit control word can support up to 2</a:t>
            </a:r>
            <a:r>
              <a:rPr lang="en-IN" baseline="30000" dirty="0"/>
              <a:t>k</a:t>
            </a:r>
            <a:r>
              <a:rPr lang="en-IN" dirty="0"/>
              <a:t> micro-instructions.</a:t>
            </a:r>
          </a:p>
          <a:p>
            <a:pPr marL="1445648" lvl="2" indent="-372524"/>
            <a:r>
              <a:rPr lang="en-IN" dirty="0"/>
              <a:t>More control store words, with fewer bits per word.</a:t>
            </a:r>
          </a:p>
          <a:p>
            <a:endParaRPr lang="en-IN" dirty="0"/>
          </a:p>
        </p:txBody>
      </p:sp>
      <p:sp>
        <p:nvSpPr>
          <p:cNvPr id="4" name="Slide Number Placeholder 3"/>
          <p:cNvSpPr>
            <a:spLocks noGrp="1"/>
          </p:cNvSpPr>
          <p:nvPr>
            <p:ph type="sldNum" sz="quarter" idx="12"/>
          </p:nvPr>
        </p:nvSpPr>
        <p:spPr/>
        <p:txBody>
          <a:bodyPr/>
          <a:lstStyle/>
          <a:p>
            <a:fld id="{F815AC96-4A5A-4699-9DBD-ACAB251D8CBA}" type="slidenum">
              <a:rPr lang="en-US" smtClean="0"/>
              <a:t>89</a:t>
            </a:fld>
            <a:endParaRPr lang="en-US"/>
          </a:p>
        </p:txBody>
      </p:sp>
    </p:spTree>
    <p:extLst>
      <p:ext uri="{BB962C8B-B14F-4D97-AF65-F5344CB8AC3E}">
        <p14:creationId xmlns:p14="http://schemas.microsoft.com/office/powerpoint/2010/main" val="271352896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97001"/>
            <a:ext cx="11480800" cy="4959349"/>
          </a:xfrm>
        </p:spPr>
        <p:txBody>
          <a:bodyPr>
            <a:normAutofit/>
          </a:bodyPr>
          <a:lstStyle/>
          <a:p>
            <a:r>
              <a:rPr lang="en-US" sz="2700" dirty="0"/>
              <a:t>There can be a tradeoff between horizontal and vertical micro-instruction encoding.</a:t>
            </a:r>
          </a:p>
          <a:p>
            <a:pPr lvl="1"/>
            <a:r>
              <a:rPr lang="en-US" dirty="0"/>
              <a:t>Sometimes referred to as </a:t>
            </a:r>
            <a:r>
              <a:rPr lang="en-US" b="1" i="1" dirty="0">
                <a:solidFill>
                  <a:srgbClr val="800000"/>
                </a:solidFill>
              </a:rPr>
              <a:t>Diagonal Micro-instruction Encoding</a:t>
            </a:r>
            <a:r>
              <a:rPr lang="en-US" dirty="0"/>
              <a:t>.</a:t>
            </a:r>
          </a:p>
          <a:p>
            <a:pPr lvl="1">
              <a:spcAft>
                <a:spcPts val="1800"/>
              </a:spcAft>
            </a:pPr>
            <a:r>
              <a:rPr lang="en-US" dirty="0"/>
              <a:t>The control signals are grouped into sets S</a:t>
            </a:r>
            <a:r>
              <a:rPr lang="en-US" baseline="-25000" dirty="0"/>
              <a:t>1</a:t>
            </a:r>
            <a:r>
              <a:rPr lang="en-US" dirty="0"/>
              <a:t>, S</a:t>
            </a:r>
            <a:r>
              <a:rPr lang="en-US" baseline="-25000" dirty="0"/>
              <a:t>2</a:t>
            </a:r>
            <a:r>
              <a:rPr lang="en-US" dirty="0"/>
              <a:t>, etc., such that the control signals within a set are mutually exclusive.</a:t>
            </a:r>
          </a:p>
          <a:p>
            <a:r>
              <a:rPr lang="en-US" sz="2700" b="1" dirty="0">
                <a:solidFill>
                  <a:srgbClr val="800000"/>
                </a:solidFill>
              </a:rPr>
              <a:t>Summary</a:t>
            </a:r>
            <a:r>
              <a:rPr lang="en-US" sz="2700" dirty="0"/>
              <a:t>:</a:t>
            </a:r>
          </a:p>
          <a:p>
            <a:pPr lvl="1"/>
            <a:r>
              <a:rPr lang="en-US" dirty="0"/>
              <a:t>Horizontal encoding supports unlimited parallelism among micro-instructions.</a:t>
            </a:r>
          </a:p>
          <a:p>
            <a:pPr lvl="1"/>
            <a:r>
              <a:rPr lang="en-US" dirty="0"/>
              <a:t>Vertical encoding supports strictly sequential execution of micro-instructions.</a:t>
            </a:r>
          </a:p>
          <a:p>
            <a:pPr lvl="1"/>
            <a:r>
              <a:rPr lang="en-US" dirty="0"/>
              <a:t>Diagonal encoding does not sacrifice the required level of parallelism, but uses less number of bits per control word as compared to horizontal encoding.</a:t>
            </a:r>
          </a:p>
        </p:txBody>
      </p:sp>
      <p:sp>
        <p:nvSpPr>
          <p:cNvPr id="4" name="Slide Number Placeholder 3"/>
          <p:cNvSpPr>
            <a:spLocks noGrp="1"/>
          </p:cNvSpPr>
          <p:nvPr>
            <p:ph type="sldNum" sz="quarter" idx="12"/>
          </p:nvPr>
        </p:nvSpPr>
        <p:spPr/>
        <p:txBody>
          <a:bodyPr/>
          <a:lstStyle/>
          <a:p>
            <a:fld id="{F815AC96-4A5A-4699-9DBD-ACAB251D8CBA}" type="slidenum">
              <a:rPr lang="en-US" smtClean="0"/>
              <a:t>90</a:t>
            </a:fld>
            <a:endParaRPr lang="en-US"/>
          </a:p>
        </p:txBody>
      </p:sp>
    </p:spTree>
    <p:extLst>
      <p:ext uri="{BB962C8B-B14F-4D97-AF65-F5344CB8AC3E}">
        <p14:creationId xmlns:p14="http://schemas.microsoft.com/office/powerpoint/2010/main" val="147615692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58748"/>
          </a:xfrm>
        </p:spPr>
        <p:txBody>
          <a:bodyPr>
            <a:normAutofit/>
          </a:bodyPr>
          <a:lstStyle/>
          <a:p>
            <a:r>
              <a:rPr lang="en-IN" sz="3200" dirty="0"/>
              <a:t>(a) Horizontal Micro-instruction Encoding</a:t>
            </a:r>
          </a:p>
        </p:txBody>
      </p:sp>
      <p:sp>
        <p:nvSpPr>
          <p:cNvPr id="4" name="Slide Number Placeholder 3"/>
          <p:cNvSpPr>
            <a:spLocks noGrp="1"/>
          </p:cNvSpPr>
          <p:nvPr>
            <p:ph type="sldNum" sz="quarter" idx="12"/>
          </p:nvPr>
        </p:nvSpPr>
        <p:spPr/>
        <p:txBody>
          <a:bodyPr/>
          <a:lstStyle/>
          <a:p>
            <a:fld id="{F815AC96-4A5A-4699-9DBD-ACAB251D8CBA}" type="slidenum">
              <a:rPr lang="en-US" smtClean="0"/>
              <a:t>91</a:t>
            </a:fld>
            <a:endParaRPr lang="en-US"/>
          </a:p>
        </p:txBody>
      </p:sp>
      <p:grpSp>
        <p:nvGrpSpPr>
          <p:cNvPr id="11" name="Group 10"/>
          <p:cNvGrpSpPr/>
          <p:nvPr/>
        </p:nvGrpSpPr>
        <p:grpSpPr>
          <a:xfrm>
            <a:off x="3759200" y="1193802"/>
            <a:ext cx="3048000" cy="609600"/>
            <a:chOff x="533400" y="971550"/>
            <a:chExt cx="2286000" cy="457200"/>
          </a:xfrm>
        </p:grpSpPr>
        <p:sp>
          <p:nvSpPr>
            <p:cNvPr id="5" name="Rectangle 4"/>
            <p:cNvSpPr/>
            <p:nvPr/>
          </p:nvSpPr>
          <p:spPr>
            <a:xfrm>
              <a:off x="533400" y="1123950"/>
              <a:ext cx="381000" cy="304800"/>
            </a:xfrm>
            <a:prstGeom prst="rect">
              <a:avLst/>
            </a:prstGeom>
            <a:solidFill>
              <a:schemeClr val="accent5">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tIns="0" rtlCol="0" anchor="ctr"/>
            <a:lstStyle/>
            <a:p>
              <a:pPr algn="ctr"/>
              <a:r>
                <a:rPr lang="en-US" dirty="0">
                  <a:solidFill>
                    <a:srgbClr val="000090"/>
                  </a:solidFill>
                </a:rPr>
                <a:t>c</a:t>
              </a:r>
              <a:r>
                <a:rPr lang="en-US" baseline="-25000" dirty="0">
                  <a:solidFill>
                    <a:srgbClr val="000090"/>
                  </a:solidFill>
                </a:rPr>
                <a:t>1</a:t>
              </a:r>
              <a:endParaRPr lang="en-US" dirty="0">
                <a:solidFill>
                  <a:srgbClr val="000090"/>
                </a:solidFill>
              </a:endParaRPr>
            </a:p>
          </p:txBody>
        </p:sp>
        <p:sp>
          <p:nvSpPr>
            <p:cNvPr id="6" name="Rectangle 5"/>
            <p:cNvSpPr/>
            <p:nvPr/>
          </p:nvSpPr>
          <p:spPr>
            <a:xfrm>
              <a:off x="914400" y="1123950"/>
              <a:ext cx="381000" cy="304800"/>
            </a:xfrm>
            <a:prstGeom prst="rect">
              <a:avLst/>
            </a:prstGeom>
            <a:solidFill>
              <a:schemeClr val="accent5">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tIns="0" rtlCol="0" anchor="ctr"/>
            <a:lstStyle/>
            <a:p>
              <a:pPr algn="ctr"/>
              <a:r>
                <a:rPr lang="en-US" dirty="0">
                  <a:solidFill>
                    <a:srgbClr val="000090"/>
                  </a:solidFill>
                </a:rPr>
                <a:t>c</a:t>
              </a:r>
              <a:r>
                <a:rPr lang="en-US" baseline="-25000" dirty="0">
                  <a:solidFill>
                    <a:srgbClr val="000090"/>
                  </a:solidFill>
                </a:rPr>
                <a:t>2</a:t>
              </a:r>
              <a:endParaRPr lang="en-US" dirty="0">
                <a:solidFill>
                  <a:srgbClr val="000090"/>
                </a:solidFill>
              </a:endParaRPr>
            </a:p>
          </p:txBody>
        </p:sp>
        <p:sp>
          <p:nvSpPr>
            <p:cNvPr id="7" name="Rectangle 6"/>
            <p:cNvSpPr/>
            <p:nvPr/>
          </p:nvSpPr>
          <p:spPr>
            <a:xfrm>
              <a:off x="1295400" y="1123950"/>
              <a:ext cx="381000" cy="304800"/>
            </a:xfrm>
            <a:prstGeom prst="rect">
              <a:avLst/>
            </a:prstGeom>
            <a:solidFill>
              <a:schemeClr val="accent5">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tIns="0" rtlCol="0" anchor="ctr"/>
            <a:lstStyle/>
            <a:p>
              <a:pPr algn="ctr"/>
              <a:r>
                <a:rPr lang="en-US" dirty="0">
                  <a:solidFill>
                    <a:srgbClr val="000090"/>
                  </a:solidFill>
                </a:rPr>
                <a:t>c</a:t>
              </a:r>
              <a:r>
                <a:rPr lang="en-US" baseline="-25000" dirty="0">
                  <a:solidFill>
                    <a:srgbClr val="000090"/>
                  </a:solidFill>
                </a:rPr>
                <a:t>3</a:t>
              </a:r>
              <a:endParaRPr lang="en-US" dirty="0">
                <a:solidFill>
                  <a:srgbClr val="000090"/>
                </a:solidFill>
              </a:endParaRPr>
            </a:p>
          </p:txBody>
        </p:sp>
        <p:sp>
          <p:nvSpPr>
            <p:cNvPr id="8" name="Rectangle 7"/>
            <p:cNvSpPr/>
            <p:nvPr/>
          </p:nvSpPr>
          <p:spPr>
            <a:xfrm>
              <a:off x="1676400" y="1123950"/>
              <a:ext cx="381000" cy="304800"/>
            </a:xfrm>
            <a:prstGeom prst="rect">
              <a:avLst/>
            </a:prstGeom>
            <a:solidFill>
              <a:schemeClr val="accent5">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tIns="0" rtlCol="0" anchor="ctr"/>
            <a:lstStyle/>
            <a:p>
              <a:pPr algn="ctr"/>
              <a:r>
                <a:rPr lang="en-US" dirty="0">
                  <a:solidFill>
                    <a:srgbClr val="000090"/>
                  </a:solidFill>
                </a:rPr>
                <a:t>c</a:t>
              </a:r>
              <a:r>
                <a:rPr lang="en-US" baseline="-25000" dirty="0">
                  <a:solidFill>
                    <a:srgbClr val="000090"/>
                  </a:solidFill>
                </a:rPr>
                <a:t>4</a:t>
              </a:r>
              <a:endParaRPr lang="en-US" dirty="0">
                <a:solidFill>
                  <a:srgbClr val="000090"/>
                </a:solidFill>
              </a:endParaRPr>
            </a:p>
          </p:txBody>
        </p:sp>
        <p:sp>
          <p:nvSpPr>
            <p:cNvPr id="9" name="Rectangle 8"/>
            <p:cNvSpPr/>
            <p:nvPr/>
          </p:nvSpPr>
          <p:spPr>
            <a:xfrm>
              <a:off x="2438400" y="1123950"/>
              <a:ext cx="381000" cy="304800"/>
            </a:xfrm>
            <a:prstGeom prst="rect">
              <a:avLst/>
            </a:prstGeom>
            <a:solidFill>
              <a:schemeClr val="accent5">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tIns="0" rtlCol="0" anchor="ctr"/>
            <a:lstStyle/>
            <a:p>
              <a:pPr algn="ctr"/>
              <a:r>
                <a:rPr lang="en-US" dirty="0" err="1">
                  <a:solidFill>
                    <a:srgbClr val="000090"/>
                  </a:solidFill>
                </a:rPr>
                <a:t>c</a:t>
              </a:r>
              <a:r>
                <a:rPr lang="en-US" baseline="-25000" dirty="0" err="1">
                  <a:solidFill>
                    <a:srgbClr val="000090"/>
                  </a:solidFill>
                </a:rPr>
                <a:t>k</a:t>
              </a:r>
              <a:endParaRPr lang="en-US" dirty="0">
                <a:solidFill>
                  <a:srgbClr val="000090"/>
                </a:solidFill>
              </a:endParaRPr>
            </a:p>
          </p:txBody>
        </p:sp>
        <p:sp>
          <p:nvSpPr>
            <p:cNvPr id="10" name="TextBox 9"/>
            <p:cNvSpPr txBox="1"/>
            <p:nvPr/>
          </p:nvSpPr>
          <p:spPr>
            <a:xfrm>
              <a:off x="2057400" y="971550"/>
              <a:ext cx="381000" cy="438582"/>
            </a:xfrm>
            <a:prstGeom prst="rect">
              <a:avLst/>
            </a:prstGeom>
            <a:noFill/>
          </p:spPr>
          <p:txBody>
            <a:bodyPr wrap="square" rtlCol="0">
              <a:spAutoFit/>
            </a:bodyPr>
            <a:lstStyle/>
            <a:p>
              <a:r>
                <a:rPr lang="en-US" sz="3200" b="1" dirty="0"/>
                <a:t>…</a:t>
              </a:r>
            </a:p>
          </p:txBody>
        </p:sp>
      </p:grpSp>
      <p:cxnSp>
        <p:nvCxnSpPr>
          <p:cNvPr id="13" name="Straight Arrow Connector 12"/>
          <p:cNvCxnSpPr>
            <a:stCxn id="5" idx="2"/>
          </p:cNvCxnSpPr>
          <p:nvPr/>
        </p:nvCxnSpPr>
        <p:spPr>
          <a:xfrm>
            <a:off x="4013200" y="1803400"/>
            <a:ext cx="4800" cy="4064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a:off x="4470400" y="1803400"/>
            <a:ext cx="4800" cy="4064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4973600" y="1803400"/>
            <a:ext cx="4800" cy="4064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a:off x="5481600" y="1803400"/>
            <a:ext cx="4800" cy="4064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6497600" y="1803400"/>
            <a:ext cx="4800" cy="4064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352800" y="2123757"/>
            <a:ext cx="3860800" cy="400105"/>
          </a:xfrm>
          <a:prstGeom prst="rect">
            <a:avLst/>
          </a:prstGeom>
          <a:noFill/>
        </p:spPr>
        <p:txBody>
          <a:bodyPr wrap="square" lIns="121917" tIns="60958" rIns="121917" bIns="60958" rtlCol="0">
            <a:spAutoFit/>
          </a:bodyPr>
          <a:lstStyle/>
          <a:p>
            <a:pPr algn="ctr"/>
            <a:r>
              <a:rPr lang="en-US" b="1" dirty="0">
                <a:solidFill>
                  <a:srgbClr val="800000"/>
                </a:solidFill>
              </a:rPr>
              <a:t>Control Signals</a:t>
            </a:r>
          </a:p>
        </p:txBody>
      </p:sp>
      <p:sp>
        <p:nvSpPr>
          <p:cNvPr id="20" name="TextBox 19"/>
          <p:cNvSpPr txBox="1"/>
          <p:nvPr/>
        </p:nvSpPr>
        <p:spPr>
          <a:xfrm>
            <a:off x="304800" y="2616200"/>
            <a:ext cx="11684000" cy="2277543"/>
          </a:xfrm>
          <a:prstGeom prst="rect">
            <a:avLst/>
          </a:prstGeom>
          <a:noFill/>
        </p:spPr>
        <p:txBody>
          <a:bodyPr wrap="square" lIns="121917" tIns="60958" rIns="121917" bIns="60958" rtlCol="0">
            <a:spAutoFit/>
          </a:bodyPr>
          <a:lstStyle/>
          <a:p>
            <a:pPr marL="237061" indent="-237061">
              <a:spcAft>
                <a:spcPts val="800"/>
              </a:spcAft>
              <a:buFont typeface="Arial"/>
              <a:buChar char="•"/>
            </a:pPr>
            <a:r>
              <a:rPr lang="en-US" sz="2400" dirty="0"/>
              <a:t>Suppose that there are </a:t>
            </a:r>
            <a:r>
              <a:rPr lang="en-US" sz="2400" i="1" dirty="0">
                <a:solidFill>
                  <a:srgbClr val="800000"/>
                </a:solidFill>
              </a:rPr>
              <a:t>k</a:t>
            </a:r>
            <a:r>
              <a:rPr lang="en-US" sz="2400" dirty="0"/>
              <a:t> control signals:  </a:t>
            </a:r>
            <a:r>
              <a:rPr lang="en-US" sz="2400" i="1" dirty="0">
                <a:solidFill>
                  <a:srgbClr val="800000"/>
                </a:solidFill>
              </a:rPr>
              <a:t>c</a:t>
            </a:r>
            <a:r>
              <a:rPr lang="en-US" sz="2400" i="1" baseline="-25000" dirty="0">
                <a:solidFill>
                  <a:srgbClr val="800000"/>
                </a:solidFill>
              </a:rPr>
              <a:t>1</a:t>
            </a:r>
            <a:r>
              <a:rPr lang="en-US" sz="2400" i="1" dirty="0">
                <a:solidFill>
                  <a:srgbClr val="800000"/>
                </a:solidFill>
              </a:rPr>
              <a:t>, c</a:t>
            </a:r>
            <a:r>
              <a:rPr lang="en-US" sz="2400" i="1" baseline="-25000" dirty="0">
                <a:solidFill>
                  <a:srgbClr val="800000"/>
                </a:solidFill>
              </a:rPr>
              <a:t>2</a:t>
            </a:r>
            <a:r>
              <a:rPr lang="en-US" sz="2400" i="1" dirty="0">
                <a:solidFill>
                  <a:srgbClr val="800000"/>
                </a:solidFill>
              </a:rPr>
              <a:t>, …, c</a:t>
            </a:r>
            <a:r>
              <a:rPr lang="en-US" sz="2400" i="1" baseline="-25000" dirty="0">
                <a:solidFill>
                  <a:srgbClr val="800000"/>
                </a:solidFill>
              </a:rPr>
              <a:t>k</a:t>
            </a:r>
            <a:r>
              <a:rPr lang="en-US" sz="2400" dirty="0"/>
              <a:t>.</a:t>
            </a:r>
          </a:p>
          <a:p>
            <a:pPr marL="237061" indent="-237061">
              <a:spcAft>
                <a:spcPts val="800"/>
              </a:spcAft>
              <a:buFont typeface="Arial"/>
              <a:buChar char="•"/>
            </a:pPr>
            <a:r>
              <a:rPr lang="en-US" sz="2400" dirty="0"/>
              <a:t>In horizontal encoding, every control word stored in control memory (CM) consists of </a:t>
            </a:r>
            <a:r>
              <a:rPr lang="en-US" sz="2400" i="1" dirty="0">
                <a:solidFill>
                  <a:srgbClr val="800000"/>
                </a:solidFill>
              </a:rPr>
              <a:t>k</a:t>
            </a:r>
            <a:r>
              <a:rPr lang="en-US" sz="2400" dirty="0"/>
              <a:t> bits, one bit for every control signal.</a:t>
            </a:r>
          </a:p>
          <a:p>
            <a:pPr marL="237061" indent="-237061">
              <a:spcAft>
                <a:spcPts val="800"/>
              </a:spcAft>
              <a:buFont typeface="Arial"/>
              <a:buChar char="•"/>
            </a:pPr>
            <a:r>
              <a:rPr lang="en-US" sz="2400" dirty="0"/>
              <a:t>Several bits in a control word can be 1:</a:t>
            </a:r>
          </a:p>
          <a:p>
            <a:pPr marL="846646" lvl="1" indent="-237061">
              <a:spcAft>
                <a:spcPts val="800"/>
              </a:spcAft>
              <a:buFont typeface="Arial"/>
              <a:buChar char="•"/>
            </a:pPr>
            <a:r>
              <a:rPr lang="en-US" sz="2400" dirty="0"/>
              <a:t>Parallel activation of several micro-operations in a single time step.</a:t>
            </a:r>
          </a:p>
        </p:txBody>
      </p:sp>
      <p:grpSp>
        <p:nvGrpSpPr>
          <p:cNvPr id="36" name="Group 35"/>
          <p:cNvGrpSpPr/>
          <p:nvPr/>
        </p:nvGrpSpPr>
        <p:grpSpPr>
          <a:xfrm>
            <a:off x="1219200" y="5157224"/>
            <a:ext cx="3048000" cy="406400"/>
            <a:chOff x="2819400" y="3867150"/>
            <a:chExt cx="2286000" cy="304800"/>
          </a:xfrm>
        </p:grpSpPr>
        <p:grpSp>
          <p:nvGrpSpPr>
            <p:cNvPr id="21" name="Group 20"/>
            <p:cNvGrpSpPr/>
            <p:nvPr/>
          </p:nvGrpSpPr>
          <p:grpSpPr>
            <a:xfrm>
              <a:off x="2819400" y="3867150"/>
              <a:ext cx="2286000" cy="304800"/>
              <a:chOff x="533400" y="1123950"/>
              <a:chExt cx="2286000" cy="304800"/>
            </a:xfrm>
          </p:grpSpPr>
          <p:sp>
            <p:nvSpPr>
              <p:cNvPr id="22" name="Rectangle 21"/>
              <p:cNvSpPr/>
              <p:nvPr/>
            </p:nvSpPr>
            <p:spPr>
              <a:xfrm>
                <a:off x="533400" y="1123950"/>
                <a:ext cx="381000" cy="304800"/>
              </a:xfrm>
              <a:prstGeom prst="rect">
                <a:avLst/>
              </a:prstGeom>
              <a:solidFill>
                <a:schemeClr val="accent5">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tIns="0" rtlCol="0" anchor="ctr"/>
              <a:lstStyle/>
              <a:p>
                <a:pPr algn="ctr"/>
                <a:r>
                  <a:rPr lang="en-US" dirty="0">
                    <a:solidFill>
                      <a:srgbClr val="000090"/>
                    </a:solidFill>
                  </a:rPr>
                  <a:t>0</a:t>
                </a:r>
              </a:p>
            </p:txBody>
          </p:sp>
          <p:sp>
            <p:nvSpPr>
              <p:cNvPr id="23" name="Rectangle 22"/>
              <p:cNvSpPr/>
              <p:nvPr/>
            </p:nvSpPr>
            <p:spPr>
              <a:xfrm>
                <a:off x="914400" y="1123950"/>
                <a:ext cx="381000" cy="304800"/>
              </a:xfrm>
              <a:prstGeom prst="rect">
                <a:avLst/>
              </a:prstGeom>
              <a:solidFill>
                <a:schemeClr val="accent5">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tIns="0" rtlCol="0" anchor="ctr"/>
              <a:lstStyle/>
              <a:p>
                <a:pPr algn="ctr"/>
                <a:r>
                  <a:rPr lang="en-US" dirty="0">
                    <a:solidFill>
                      <a:srgbClr val="000090"/>
                    </a:solidFill>
                  </a:rPr>
                  <a:t>1</a:t>
                </a:r>
              </a:p>
            </p:txBody>
          </p:sp>
          <p:sp>
            <p:nvSpPr>
              <p:cNvPr id="24" name="Rectangle 23"/>
              <p:cNvSpPr/>
              <p:nvPr/>
            </p:nvSpPr>
            <p:spPr>
              <a:xfrm>
                <a:off x="1295400" y="1123950"/>
                <a:ext cx="381000" cy="304800"/>
              </a:xfrm>
              <a:prstGeom prst="rect">
                <a:avLst/>
              </a:prstGeom>
              <a:solidFill>
                <a:schemeClr val="accent5">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tIns="0" rtlCol="0" anchor="ctr"/>
              <a:lstStyle/>
              <a:p>
                <a:pPr algn="ctr"/>
                <a:r>
                  <a:rPr lang="en-US" dirty="0">
                    <a:solidFill>
                      <a:srgbClr val="000090"/>
                    </a:solidFill>
                  </a:rPr>
                  <a:t>0</a:t>
                </a:r>
              </a:p>
            </p:txBody>
          </p:sp>
          <p:sp>
            <p:nvSpPr>
              <p:cNvPr id="25" name="Rectangle 24"/>
              <p:cNvSpPr/>
              <p:nvPr/>
            </p:nvSpPr>
            <p:spPr>
              <a:xfrm>
                <a:off x="1676400" y="1123950"/>
                <a:ext cx="381000" cy="304800"/>
              </a:xfrm>
              <a:prstGeom prst="rect">
                <a:avLst/>
              </a:prstGeom>
              <a:solidFill>
                <a:schemeClr val="accent5">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tIns="0" rtlCol="0" anchor="ctr"/>
              <a:lstStyle/>
              <a:p>
                <a:pPr algn="ctr"/>
                <a:r>
                  <a:rPr lang="en-US" dirty="0">
                    <a:solidFill>
                      <a:srgbClr val="000090"/>
                    </a:solidFill>
                  </a:rPr>
                  <a:t>1</a:t>
                </a:r>
              </a:p>
            </p:txBody>
          </p:sp>
          <p:sp>
            <p:nvSpPr>
              <p:cNvPr id="26" name="Rectangle 25"/>
              <p:cNvSpPr/>
              <p:nvPr/>
            </p:nvSpPr>
            <p:spPr>
              <a:xfrm>
                <a:off x="2438400" y="1123950"/>
                <a:ext cx="381000" cy="304800"/>
              </a:xfrm>
              <a:prstGeom prst="rect">
                <a:avLst/>
              </a:prstGeom>
              <a:solidFill>
                <a:schemeClr val="accent5">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tIns="0" rtlCol="0" anchor="ctr"/>
              <a:lstStyle/>
              <a:p>
                <a:pPr algn="ctr"/>
                <a:r>
                  <a:rPr lang="en-US" dirty="0">
                    <a:solidFill>
                      <a:srgbClr val="000090"/>
                    </a:solidFill>
                  </a:rPr>
                  <a:t>0</a:t>
                </a:r>
              </a:p>
            </p:txBody>
          </p:sp>
        </p:grpSp>
        <p:sp>
          <p:nvSpPr>
            <p:cNvPr id="35" name="Rectangle 34"/>
            <p:cNvSpPr/>
            <p:nvPr/>
          </p:nvSpPr>
          <p:spPr>
            <a:xfrm>
              <a:off x="4343400" y="3867150"/>
              <a:ext cx="381000" cy="304800"/>
            </a:xfrm>
            <a:prstGeom prst="rect">
              <a:avLst/>
            </a:prstGeom>
            <a:solidFill>
              <a:schemeClr val="accent5">
                <a:lumMod val="20000"/>
                <a:lumOff val="80000"/>
              </a:schemeClr>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tIns="0" rtlCol="0" anchor="ctr"/>
            <a:lstStyle/>
            <a:p>
              <a:pPr algn="ctr"/>
              <a:r>
                <a:rPr lang="en-US" dirty="0">
                  <a:solidFill>
                    <a:srgbClr val="000090"/>
                  </a:solidFill>
                </a:rPr>
                <a:t>1</a:t>
              </a:r>
            </a:p>
          </p:txBody>
        </p:sp>
      </p:grpSp>
      <p:sp>
        <p:nvSpPr>
          <p:cNvPr id="37" name="TextBox 36"/>
          <p:cNvSpPr txBox="1"/>
          <p:nvPr/>
        </p:nvSpPr>
        <p:spPr>
          <a:xfrm>
            <a:off x="4470400" y="5157224"/>
            <a:ext cx="5283200" cy="400105"/>
          </a:xfrm>
          <a:prstGeom prst="rect">
            <a:avLst/>
          </a:prstGeom>
          <a:noFill/>
        </p:spPr>
        <p:txBody>
          <a:bodyPr wrap="square" lIns="121917" tIns="60958" rIns="121917" bIns="60958" rtlCol="0">
            <a:spAutoFit/>
          </a:bodyPr>
          <a:lstStyle/>
          <a:p>
            <a:r>
              <a:rPr lang="en-US" dirty="0">
                <a:solidFill>
                  <a:srgbClr val="000090"/>
                </a:solidFill>
                <a:sym typeface="Wingdings"/>
              </a:rPr>
              <a:t>  c</a:t>
            </a:r>
            <a:r>
              <a:rPr lang="en-US" baseline="-25000" dirty="0">
                <a:solidFill>
                  <a:srgbClr val="000090"/>
                </a:solidFill>
                <a:sym typeface="Wingdings"/>
              </a:rPr>
              <a:t>2</a:t>
            </a:r>
            <a:r>
              <a:rPr lang="en-US" dirty="0">
                <a:solidFill>
                  <a:srgbClr val="000090"/>
                </a:solidFill>
                <a:sym typeface="Wingdings"/>
              </a:rPr>
              <a:t>, c</a:t>
            </a:r>
            <a:r>
              <a:rPr lang="en-US" baseline="-25000" dirty="0">
                <a:solidFill>
                  <a:srgbClr val="000090"/>
                </a:solidFill>
                <a:sym typeface="Wingdings"/>
              </a:rPr>
              <a:t>4</a:t>
            </a:r>
            <a:r>
              <a:rPr lang="en-US" dirty="0">
                <a:solidFill>
                  <a:srgbClr val="000090"/>
                </a:solidFill>
                <a:sym typeface="Wingdings"/>
              </a:rPr>
              <a:t> and c</a:t>
            </a:r>
            <a:r>
              <a:rPr lang="en-US" baseline="-25000" dirty="0">
                <a:solidFill>
                  <a:srgbClr val="000090"/>
                </a:solidFill>
                <a:sym typeface="Wingdings"/>
              </a:rPr>
              <a:t>5</a:t>
            </a:r>
            <a:r>
              <a:rPr lang="en-US" dirty="0">
                <a:solidFill>
                  <a:srgbClr val="000090"/>
                </a:solidFill>
                <a:sym typeface="Wingdings"/>
              </a:rPr>
              <a:t> are activated together</a:t>
            </a:r>
            <a:endParaRPr lang="en-US" dirty="0">
              <a:solidFill>
                <a:srgbClr val="000090"/>
              </a:solidFill>
            </a:endParaRPr>
          </a:p>
        </p:txBody>
      </p:sp>
    </p:spTree>
    <p:extLst>
      <p:ext uri="{BB962C8B-B14F-4D97-AF65-F5344CB8AC3E}">
        <p14:creationId xmlns:p14="http://schemas.microsoft.com/office/powerpoint/2010/main" val="126966640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a:t>Advantage:</a:t>
            </a:r>
          </a:p>
          <a:p>
            <a:pPr lvl="1"/>
            <a:r>
              <a:rPr lang="en-US" sz="2000" dirty="0"/>
              <a:t>Unlimited parallelism is possible in the activation of the  micro-operations.</a:t>
            </a:r>
          </a:p>
          <a:p>
            <a:r>
              <a:rPr lang="en-US" sz="2400" dirty="0"/>
              <a:t>Disadvantage:</a:t>
            </a:r>
          </a:p>
          <a:p>
            <a:pPr lvl="1"/>
            <a:r>
              <a:rPr lang="en-US" sz="2000" dirty="0"/>
              <a:t>Size of the control memory is large (word size is much longer).</a:t>
            </a:r>
          </a:p>
          <a:p>
            <a:pPr lvl="1"/>
            <a:r>
              <a:rPr lang="en-US" sz="2000" dirty="0"/>
              <a:t>Cost of implementation is higher.</a:t>
            </a:r>
          </a:p>
        </p:txBody>
      </p:sp>
      <p:sp>
        <p:nvSpPr>
          <p:cNvPr id="4" name="Slide Number Placeholder 3"/>
          <p:cNvSpPr>
            <a:spLocks noGrp="1"/>
          </p:cNvSpPr>
          <p:nvPr>
            <p:ph type="sldNum" sz="quarter" idx="12"/>
          </p:nvPr>
        </p:nvSpPr>
        <p:spPr/>
        <p:txBody>
          <a:bodyPr/>
          <a:lstStyle/>
          <a:p>
            <a:fld id="{F815AC96-4A5A-4699-9DBD-ACAB251D8CBA}" type="slidenum">
              <a:rPr lang="en-US" smtClean="0"/>
              <a:t>92</a:t>
            </a:fld>
            <a:endParaRPr lang="en-US"/>
          </a:p>
        </p:txBody>
      </p:sp>
    </p:spTree>
    <p:extLst>
      <p:ext uri="{BB962C8B-B14F-4D97-AF65-F5344CB8AC3E}">
        <p14:creationId xmlns:p14="http://schemas.microsoft.com/office/powerpoint/2010/main" val="368252471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4FC64-03F6-5947-E86B-AC4E9BD06336}"/>
              </a:ext>
            </a:extLst>
          </p:cNvPr>
          <p:cNvSpPr>
            <a:spLocks noGrp="1"/>
          </p:cNvSpPr>
          <p:nvPr>
            <p:ph type="title"/>
          </p:nvPr>
        </p:nvSpPr>
        <p:spPr/>
        <p:txBody>
          <a:bodyPr/>
          <a:lstStyle/>
          <a:p>
            <a:r>
              <a:rPr lang="en-US" dirty="0"/>
              <a:t>Example</a:t>
            </a:r>
            <a:endParaRPr lang="en-IN" dirty="0"/>
          </a:p>
        </p:txBody>
      </p:sp>
      <p:sp>
        <p:nvSpPr>
          <p:cNvPr id="3" name="Slide Number Placeholder 2">
            <a:extLst>
              <a:ext uri="{FF2B5EF4-FFF2-40B4-BE49-F238E27FC236}">
                <a16:creationId xmlns:a16="http://schemas.microsoft.com/office/drawing/2014/main" id="{18FC2A84-D202-0C46-35F3-35FDF8549F7C}"/>
              </a:ext>
            </a:extLst>
          </p:cNvPr>
          <p:cNvSpPr>
            <a:spLocks noGrp="1"/>
          </p:cNvSpPr>
          <p:nvPr>
            <p:ph type="sldNum" sz="quarter" idx="12"/>
          </p:nvPr>
        </p:nvSpPr>
        <p:spPr/>
        <p:txBody>
          <a:bodyPr/>
          <a:lstStyle/>
          <a:p>
            <a:fld id="{A56F1F74-EAAB-4BA4-8360-0B2AFE8E155E}" type="slidenum">
              <a:rPr lang="en-IN" smtClean="0"/>
              <a:t>93</a:t>
            </a:fld>
            <a:endParaRPr lang="en-IN"/>
          </a:p>
        </p:txBody>
      </p:sp>
      <p:pic>
        <p:nvPicPr>
          <p:cNvPr id="5" name="Picture 4">
            <a:extLst>
              <a:ext uri="{FF2B5EF4-FFF2-40B4-BE49-F238E27FC236}">
                <a16:creationId xmlns:a16="http://schemas.microsoft.com/office/drawing/2014/main" id="{98067CA1-9BC8-4051-44D7-C06718BA15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895" y="1539777"/>
            <a:ext cx="5346110" cy="5122279"/>
          </a:xfrm>
          <a:prstGeom prst="rect">
            <a:avLst/>
          </a:prstGeom>
        </p:spPr>
      </p:pic>
      <p:sp>
        <p:nvSpPr>
          <p:cNvPr id="6" name="TextBox 5">
            <a:extLst>
              <a:ext uri="{FF2B5EF4-FFF2-40B4-BE49-F238E27FC236}">
                <a16:creationId xmlns:a16="http://schemas.microsoft.com/office/drawing/2014/main" id="{9E0E8BEF-0755-D391-08CA-798D12A21B11}"/>
              </a:ext>
            </a:extLst>
          </p:cNvPr>
          <p:cNvSpPr txBox="1"/>
          <p:nvPr/>
        </p:nvSpPr>
        <p:spPr>
          <a:xfrm>
            <a:off x="6490010" y="1427356"/>
            <a:ext cx="5285678" cy="369332"/>
          </a:xfrm>
          <a:prstGeom prst="rect">
            <a:avLst/>
          </a:prstGeom>
          <a:noFill/>
        </p:spPr>
        <p:txBody>
          <a:bodyPr wrap="square" rtlCol="0">
            <a:spAutoFit/>
          </a:bodyPr>
          <a:lstStyle/>
          <a:p>
            <a:r>
              <a:rPr lang="en-US" dirty="0" err="1"/>
              <a:t>fefew</a:t>
            </a:r>
            <a:endParaRPr lang="en-IN" dirty="0"/>
          </a:p>
        </p:txBody>
      </p:sp>
    </p:spTree>
    <p:extLst>
      <p:ext uri="{BB962C8B-B14F-4D97-AF65-F5344CB8AC3E}">
        <p14:creationId xmlns:p14="http://schemas.microsoft.com/office/powerpoint/2010/main" val="217302554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(b) Vertical Micro-instruction Encoding</a:t>
            </a:r>
          </a:p>
        </p:txBody>
      </p:sp>
      <p:sp>
        <p:nvSpPr>
          <p:cNvPr id="4" name="Slide Number Placeholder 3"/>
          <p:cNvSpPr>
            <a:spLocks noGrp="1"/>
          </p:cNvSpPr>
          <p:nvPr>
            <p:ph type="sldNum" sz="quarter" idx="12"/>
          </p:nvPr>
        </p:nvSpPr>
        <p:spPr/>
        <p:txBody>
          <a:bodyPr/>
          <a:lstStyle/>
          <a:p>
            <a:fld id="{F815AC96-4A5A-4699-9DBD-ACAB251D8CBA}" type="slidenum">
              <a:rPr lang="en-US" smtClean="0"/>
              <a:t>94</a:t>
            </a:fld>
            <a:endParaRPr lang="en-US"/>
          </a:p>
        </p:txBody>
      </p:sp>
      <p:grpSp>
        <p:nvGrpSpPr>
          <p:cNvPr id="20" name="Group 19"/>
          <p:cNvGrpSpPr/>
          <p:nvPr/>
        </p:nvGrpSpPr>
        <p:grpSpPr>
          <a:xfrm>
            <a:off x="8534400" y="2006600"/>
            <a:ext cx="3048000" cy="2416889"/>
            <a:chOff x="2819400" y="971550"/>
            <a:chExt cx="2286000" cy="1812667"/>
          </a:xfrm>
        </p:grpSpPr>
        <p:sp>
          <p:nvSpPr>
            <p:cNvPr id="5" name="Rectangle 4"/>
            <p:cNvSpPr/>
            <p:nvPr/>
          </p:nvSpPr>
          <p:spPr>
            <a:xfrm>
              <a:off x="3276600" y="971550"/>
              <a:ext cx="1371600" cy="3810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90"/>
                  </a:solidFill>
                </a:rPr>
                <a:t>m-bit word</a:t>
              </a:r>
            </a:p>
          </p:txBody>
        </p:sp>
        <p:sp>
          <p:nvSpPr>
            <p:cNvPr id="6" name="Bevel 5"/>
            <p:cNvSpPr/>
            <p:nvPr/>
          </p:nvSpPr>
          <p:spPr>
            <a:xfrm>
              <a:off x="2819400" y="1657350"/>
              <a:ext cx="2286000" cy="609600"/>
            </a:xfrm>
            <a:prstGeom prst="bevel">
              <a:avLst/>
            </a:prstGeom>
            <a:solidFill>
              <a:schemeClr val="accent6">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90"/>
                  </a:solidFill>
                </a:rPr>
                <a:t>DECODER</a:t>
              </a:r>
            </a:p>
          </p:txBody>
        </p:sp>
        <p:cxnSp>
          <p:nvCxnSpPr>
            <p:cNvPr id="8" name="Straight Arrow Connector 7"/>
            <p:cNvCxnSpPr/>
            <p:nvPr/>
          </p:nvCxnSpPr>
          <p:spPr>
            <a:xfrm>
              <a:off x="2971800" y="2266950"/>
              <a:ext cx="0" cy="3810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a:off x="3276600" y="2266950"/>
              <a:ext cx="0" cy="3810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a:off x="3581400" y="2266950"/>
              <a:ext cx="0" cy="3810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3886200" y="2266950"/>
              <a:ext cx="0" cy="3810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a:off x="4876800" y="2266950"/>
              <a:ext cx="0" cy="3810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sp>
          <p:nvSpPr>
            <p:cNvPr id="13" name="Down Arrow 12"/>
            <p:cNvSpPr/>
            <p:nvPr/>
          </p:nvSpPr>
          <p:spPr>
            <a:xfrm>
              <a:off x="3810000" y="1352550"/>
              <a:ext cx="304800" cy="304800"/>
            </a:xfrm>
            <a:prstGeom prst="downArrow">
              <a:avLst/>
            </a:prstGeom>
            <a:solidFill>
              <a:schemeClr val="bg1">
                <a:lumMod val="85000"/>
              </a:schemeClr>
            </a:solidFill>
            <a:ln w="2540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Box 13"/>
            <p:cNvSpPr txBox="1"/>
            <p:nvPr/>
          </p:nvSpPr>
          <p:spPr>
            <a:xfrm>
              <a:off x="4191000" y="2038350"/>
              <a:ext cx="533400" cy="496290"/>
            </a:xfrm>
            <a:prstGeom prst="rect">
              <a:avLst/>
            </a:prstGeom>
            <a:noFill/>
          </p:spPr>
          <p:txBody>
            <a:bodyPr wrap="square" rtlCol="0">
              <a:spAutoFit/>
            </a:bodyPr>
            <a:lstStyle/>
            <a:p>
              <a:r>
                <a:rPr lang="en-US" sz="3700" b="1" dirty="0"/>
                <a:t>…</a:t>
              </a:r>
            </a:p>
          </p:txBody>
        </p:sp>
        <p:sp>
          <p:nvSpPr>
            <p:cNvPr id="15" name="TextBox 14"/>
            <p:cNvSpPr txBox="1"/>
            <p:nvPr/>
          </p:nvSpPr>
          <p:spPr>
            <a:xfrm>
              <a:off x="2819400" y="2507218"/>
              <a:ext cx="381000" cy="276999"/>
            </a:xfrm>
            <a:prstGeom prst="rect">
              <a:avLst/>
            </a:prstGeom>
            <a:noFill/>
          </p:spPr>
          <p:txBody>
            <a:bodyPr wrap="square" rtlCol="0">
              <a:spAutoFit/>
            </a:bodyPr>
            <a:lstStyle/>
            <a:p>
              <a:r>
                <a:rPr lang="en-US" dirty="0"/>
                <a:t>c</a:t>
              </a:r>
              <a:r>
                <a:rPr lang="en-US" baseline="-25000" dirty="0"/>
                <a:t>1</a:t>
              </a:r>
              <a:endParaRPr lang="en-US" dirty="0"/>
            </a:p>
          </p:txBody>
        </p:sp>
        <p:sp>
          <p:nvSpPr>
            <p:cNvPr id="16" name="TextBox 15"/>
            <p:cNvSpPr txBox="1"/>
            <p:nvPr/>
          </p:nvSpPr>
          <p:spPr>
            <a:xfrm>
              <a:off x="3124200" y="2507218"/>
              <a:ext cx="381000" cy="276999"/>
            </a:xfrm>
            <a:prstGeom prst="rect">
              <a:avLst/>
            </a:prstGeom>
            <a:noFill/>
          </p:spPr>
          <p:txBody>
            <a:bodyPr wrap="square" rtlCol="0">
              <a:spAutoFit/>
            </a:bodyPr>
            <a:lstStyle/>
            <a:p>
              <a:r>
                <a:rPr lang="en-US" dirty="0"/>
                <a:t>c</a:t>
              </a:r>
              <a:r>
                <a:rPr lang="en-US" baseline="-25000" dirty="0"/>
                <a:t>2</a:t>
              </a:r>
              <a:endParaRPr lang="en-US" dirty="0"/>
            </a:p>
          </p:txBody>
        </p:sp>
        <p:sp>
          <p:nvSpPr>
            <p:cNvPr id="17" name="TextBox 16"/>
            <p:cNvSpPr txBox="1"/>
            <p:nvPr/>
          </p:nvSpPr>
          <p:spPr>
            <a:xfrm>
              <a:off x="3429000" y="2507218"/>
              <a:ext cx="381000" cy="276999"/>
            </a:xfrm>
            <a:prstGeom prst="rect">
              <a:avLst/>
            </a:prstGeom>
            <a:noFill/>
          </p:spPr>
          <p:txBody>
            <a:bodyPr wrap="square" rtlCol="0">
              <a:spAutoFit/>
            </a:bodyPr>
            <a:lstStyle/>
            <a:p>
              <a:r>
                <a:rPr lang="en-US" dirty="0"/>
                <a:t>c</a:t>
              </a:r>
              <a:r>
                <a:rPr lang="en-US" baseline="-25000" dirty="0"/>
                <a:t>3</a:t>
              </a:r>
              <a:endParaRPr lang="en-US" dirty="0"/>
            </a:p>
          </p:txBody>
        </p:sp>
        <p:sp>
          <p:nvSpPr>
            <p:cNvPr id="18" name="TextBox 17"/>
            <p:cNvSpPr txBox="1"/>
            <p:nvPr/>
          </p:nvSpPr>
          <p:spPr>
            <a:xfrm>
              <a:off x="3733800" y="2507218"/>
              <a:ext cx="381000" cy="276999"/>
            </a:xfrm>
            <a:prstGeom prst="rect">
              <a:avLst/>
            </a:prstGeom>
            <a:noFill/>
          </p:spPr>
          <p:txBody>
            <a:bodyPr wrap="square" rtlCol="0">
              <a:spAutoFit/>
            </a:bodyPr>
            <a:lstStyle/>
            <a:p>
              <a:r>
                <a:rPr lang="en-US" dirty="0"/>
                <a:t>c</a:t>
              </a:r>
              <a:r>
                <a:rPr lang="en-US" baseline="-25000" dirty="0"/>
                <a:t>4</a:t>
              </a:r>
              <a:endParaRPr lang="en-US" dirty="0"/>
            </a:p>
          </p:txBody>
        </p:sp>
        <p:sp>
          <p:nvSpPr>
            <p:cNvPr id="19" name="TextBox 18"/>
            <p:cNvSpPr txBox="1"/>
            <p:nvPr/>
          </p:nvSpPr>
          <p:spPr>
            <a:xfrm>
              <a:off x="4724400" y="2507218"/>
              <a:ext cx="381000" cy="276999"/>
            </a:xfrm>
            <a:prstGeom prst="rect">
              <a:avLst/>
            </a:prstGeom>
            <a:noFill/>
          </p:spPr>
          <p:txBody>
            <a:bodyPr wrap="square" rtlCol="0">
              <a:spAutoFit/>
            </a:bodyPr>
            <a:lstStyle/>
            <a:p>
              <a:r>
                <a:rPr lang="en-US" dirty="0" err="1"/>
                <a:t>c</a:t>
              </a:r>
              <a:r>
                <a:rPr lang="en-US" baseline="-25000" dirty="0" err="1"/>
                <a:t>k</a:t>
              </a:r>
              <a:endParaRPr lang="en-US" dirty="0"/>
            </a:p>
          </p:txBody>
        </p:sp>
      </p:grpSp>
      <p:sp>
        <p:nvSpPr>
          <p:cNvPr id="21" name="TextBox 20"/>
          <p:cNvSpPr txBox="1"/>
          <p:nvPr/>
        </p:nvSpPr>
        <p:spPr>
          <a:xfrm>
            <a:off x="203200" y="1600201"/>
            <a:ext cx="7924800" cy="3287819"/>
          </a:xfrm>
          <a:prstGeom prst="rect">
            <a:avLst/>
          </a:prstGeom>
          <a:noFill/>
        </p:spPr>
        <p:txBody>
          <a:bodyPr wrap="square" lIns="121917" tIns="60958" rIns="121917" bIns="60958" rtlCol="0">
            <a:spAutoFit/>
          </a:bodyPr>
          <a:lstStyle/>
          <a:p>
            <a:pPr marL="355591" indent="-355591">
              <a:lnSpc>
                <a:spcPct val="114000"/>
              </a:lnSpc>
              <a:spcAft>
                <a:spcPts val="800"/>
              </a:spcAft>
              <a:buFont typeface="Arial"/>
              <a:buChar char="•"/>
            </a:pPr>
            <a:r>
              <a:rPr lang="en-US" sz="2400" dirty="0"/>
              <a:t>Again consider that there are </a:t>
            </a:r>
            <a:r>
              <a:rPr lang="en-US" sz="2400" i="1" dirty="0"/>
              <a:t>k</a:t>
            </a:r>
            <a:r>
              <a:rPr lang="en-US" sz="2400" dirty="0"/>
              <a:t> control signals: c</a:t>
            </a:r>
            <a:r>
              <a:rPr lang="en-US" sz="2400" baseline="-25000" dirty="0"/>
              <a:t>1</a:t>
            </a:r>
            <a:r>
              <a:rPr lang="en-US" sz="2400" dirty="0"/>
              <a:t>, c</a:t>
            </a:r>
            <a:r>
              <a:rPr lang="en-US" sz="2400" baseline="-25000" dirty="0"/>
              <a:t>2</a:t>
            </a:r>
            <a:r>
              <a:rPr lang="en-US" sz="2400" dirty="0"/>
              <a:t>, …, c</a:t>
            </a:r>
            <a:r>
              <a:rPr lang="en-US" sz="2400" baseline="-25000" dirty="0"/>
              <a:t>k</a:t>
            </a:r>
            <a:r>
              <a:rPr lang="en-US" sz="2400" dirty="0"/>
              <a:t>.</a:t>
            </a:r>
          </a:p>
          <a:p>
            <a:pPr marL="355591" indent="-355591">
              <a:lnSpc>
                <a:spcPct val="114000"/>
              </a:lnSpc>
              <a:spcAft>
                <a:spcPts val="800"/>
              </a:spcAft>
              <a:buFont typeface="Arial"/>
              <a:buChar char="•"/>
            </a:pPr>
            <a:r>
              <a:rPr lang="en-US" sz="2400" dirty="0"/>
              <a:t>We encode the control signals in an m-bit word in the control memory, where </a:t>
            </a:r>
            <a:r>
              <a:rPr lang="en-US" sz="2400" i="1" dirty="0"/>
              <a:t>k</a:t>
            </a:r>
            <a:r>
              <a:rPr lang="en-US" sz="2400" dirty="0"/>
              <a:t> ≤ 2</a:t>
            </a:r>
            <a:r>
              <a:rPr lang="en-US" sz="2400" i="1" baseline="30000" dirty="0"/>
              <a:t>m</a:t>
            </a:r>
            <a:r>
              <a:rPr lang="en-US" sz="2400" dirty="0"/>
              <a:t>.</a:t>
            </a:r>
          </a:p>
          <a:p>
            <a:pPr marL="355591" indent="-355591">
              <a:lnSpc>
                <a:spcPct val="114000"/>
              </a:lnSpc>
              <a:spcAft>
                <a:spcPts val="800"/>
              </a:spcAft>
              <a:buFont typeface="Arial"/>
              <a:buChar char="•"/>
            </a:pPr>
            <a:r>
              <a:rPr lang="en-US" sz="2400" dirty="0"/>
              <a:t>Depending on the </a:t>
            </a:r>
            <a:r>
              <a:rPr lang="en-US" sz="2400" i="1" dirty="0"/>
              <a:t>m</a:t>
            </a:r>
            <a:r>
              <a:rPr lang="en-US" sz="2400" dirty="0"/>
              <a:t>-bit control word, exactly one control signal will be activated (= 1), while all others will remain de-activated (= 0).</a:t>
            </a:r>
          </a:p>
          <a:p>
            <a:pPr marL="965176" lvl="1" indent="-355591">
              <a:lnSpc>
                <a:spcPct val="114000"/>
              </a:lnSpc>
              <a:spcAft>
                <a:spcPts val="800"/>
              </a:spcAft>
              <a:buFont typeface="Arial"/>
              <a:buChar char="•"/>
            </a:pPr>
            <a:r>
              <a:rPr lang="en-US" sz="2000" dirty="0"/>
              <a:t>At most one control signal can be activated in a time step.</a:t>
            </a:r>
          </a:p>
        </p:txBody>
      </p:sp>
    </p:spTree>
    <p:extLst>
      <p:ext uri="{BB962C8B-B14F-4D97-AF65-F5344CB8AC3E}">
        <p14:creationId xmlns:p14="http://schemas.microsoft.com/office/powerpoint/2010/main" val="103218664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a:t>Advantage:</a:t>
            </a:r>
          </a:p>
          <a:p>
            <a:pPr lvl="1"/>
            <a:r>
              <a:rPr lang="en-US" sz="2000" dirty="0"/>
              <a:t>Requires much smaller word size in control memory.</a:t>
            </a:r>
          </a:p>
          <a:p>
            <a:pPr lvl="1">
              <a:spcAft>
                <a:spcPts val="1800"/>
              </a:spcAft>
            </a:pPr>
            <a:r>
              <a:rPr lang="en-US" sz="2000" dirty="0"/>
              <a:t>Low cost of implementation.</a:t>
            </a:r>
          </a:p>
          <a:p>
            <a:r>
              <a:rPr lang="en-US" sz="2400" dirty="0"/>
              <a:t>Disadvantage:</a:t>
            </a:r>
          </a:p>
          <a:p>
            <a:pPr lvl="1"/>
            <a:r>
              <a:rPr lang="en-US" sz="2000" dirty="0"/>
              <a:t>More than one control signals cannot be activated at a time.</a:t>
            </a:r>
          </a:p>
          <a:p>
            <a:pPr lvl="1"/>
            <a:r>
              <a:rPr lang="en-US" sz="2000" dirty="0"/>
              <a:t>Requires sequential activation of the control signals, and hence more number of time steps.</a:t>
            </a:r>
          </a:p>
        </p:txBody>
      </p:sp>
      <p:sp>
        <p:nvSpPr>
          <p:cNvPr id="4" name="Slide Number Placeholder 3"/>
          <p:cNvSpPr>
            <a:spLocks noGrp="1"/>
          </p:cNvSpPr>
          <p:nvPr>
            <p:ph type="sldNum" sz="quarter" idx="12"/>
          </p:nvPr>
        </p:nvSpPr>
        <p:spPr/>
        <p:txBody>
          <a:bodyPr/>
          <a:lstStyle/>
          <a:p>
            <a:fld id="{F815AC96-4A5A-4699-9DBD-ACAB251D8CBA}" type="slidenum">
              <a:rPr lang="en-US" smtClean="0"/>
              <a:t>95</a:t>
            </a:fld>
            <a:endParaRPr lang="en-US"/>
          </a:p>
        </p:txBody>
      </p:sp>
    </p:spTree>
    <p:extLst>
      <p:ext uri="{BB962C8B-B14F-4D97-AF65-F5344CB8AC3E}">
        <p14:creationId xmlns:p14="http://schemas.microsoft.com/office/powerpoint/2010/main" val="274608161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48542"/>
          </a:xfrm>
        </p:spPr>
        <p:txBody>
          <a:bodyPr>
            <a:normAutofit/>
          </a:bodyPr>
          <a:lstStyle/>
          <a:p>
            <a:r>
              <a:rPr lang="en-US" sz="3200" dirty="0"/>
              <a:t>(c) Diagonal Micro-instruction Encoding</a:t>
            </a:r>
          </a:p>
        </p:txBody>
      </p:sp>
      <p:sp>
        <p:nvSpPr>
          <p:cNvPr id="4" name="Slide Number Placeholder 3"/>
          <p:cNvSpPr>
            <a:spLocks noGrp="1"/>
          </p:cNvSpPr>
          <p:nvPr>
            <p:ph type="sldNum" sz="quarter" idx="12"/>
          </p:nvPr>
        </p:nvSpPr>
        <p:spPr/>
        <p:txBody>
          <a:bodyPr/>
          <a:lstStyle/>
          <a:p>
            <a:fld id="{F815AC96-4A5A-4699-9DBD-ACAB251D8CBA}" type="slidenum">
              <a:rPr lang="en-US" smtClean="0"/>
              <a:t>96</a:t>
            </a:fld>
            <a:endParaRPr lang="en-US"/>
          </a:p>
        </p:txBody>
      </p:sp>
      <p:sp>
        <p:nvSpPr>
          <p:cNvPr id="49" name="TextBox 48"/>
          <p:cNvSpPr txBox="1"/>
          <p:nvPr/>
        </p:nvSpPr>
        <p:spPr>
          <a:xfrm>
            <a:off x="304800" y="4336677"/>
            <a:ext cx="11684000" cy="1908211"/>
          </a:xfrm>
          <a:prstGeom prst="rect">
            <a:avLst/>
          </a:prstGeom>
          <a:noFill/>
        </p:spPr>
        <p:txBody>
          <a:bodyPr wrap="square" lIns="121917" tIns="60958" rIns="121917" bIns="60958" rtlCol="0">
            <a:spAutoFit/>
          </a:bodyPr>
          <a:lstStyle/>
          <a:p>
            <a:pPr marL="237061" indent="-237061">
              <a:spcAft>
                <a:spcPts val="800"/>
              </a:spcAft>
              <a:buFont typeface="Arial"/>
              <a:buChar char="•"/>
            </a:pPr>
            <a:r>
              <a:rPr lang="en-US" sz="2400" dirty="0"/>
              <a:t>Suppose we group the set of </a:t>
            </a:r>
            <a:r>
              <a:rPr lang="en-US" sz="2400" i="1" dirty="0">
                <a:solidFill>
                  <a:srgbClr val="800000"/>
                </a:solidFill>
              </a:rPr>
              <a:t>k</a:t>
            </a:r>
            <a:r>
              <a:rPr lang="en-US" sz="2400" dirty="0"/>
              <a:t> control signals into </a:t>
            </a:r>
            <a:r>
              <a:rPr lang="en-US" sz="2400" i="1" dirty="0">
                <a:solidFill>
                  <a:srgbClr val="800000"/>
                </a:solidFill>
              </a:rPr>
              <a:t>s</a:t>
            </a:r>
            <a:r>
              <a:rPr lang="en-US" sz="2400" dirty="0"/>
              <a:t> groups, containing </a:t>
            </a:r>
            <a:r>
              <a:rPr lang="en-US" sz="2400" i="1" dirty="0">
                <a:solidFill>
                  <a:srgbClr val="800000"/>
                </a:solidFill>
              </a:rPr>
              <a:t>k</a:t>
            </a:r>
            <a:r>
              <a:rPr lang="en-US" sz="2400" i="1" baseline="-25000" dirty="0">
                <a:solidFill>
                  <a:srgbClr val="800000"/>
                </a:solidFill>
              </a:rPr>
              <a:t>1</a:t>
            </a:r>
            <a:r>
              <a:rPr lang="en-US" sz="2400" i="1" dirty="0">
                <a:solidFill>
                  <a:srgbClr val="800000"/>
                </a:solidFill>
              </a:rPr>
              <a:t>, k</a:t>
            </a:r>
            <a:r>
              <a:rPr lang="en-US" sz="2400" i="1" baseline="-25000" dirty="0">
                <a:solidFill>
                  <a:srgbClr val="800000"/>
                </a:solidFill>
              </a:rPr>
              <a:t>2</a:t>
            </a:r>
            <a:r>
              <a:rPr lang="en-US" sz="2400" i="1" dirty="0">
                <a:solidFill>
                  <a:srgbClr val="800000"/>
                </a:solidFill>
              </a:rPr>
              <a:t>, …, </a:t>
            </a:r>
            <a:r>
              <a:rPr lang="en-US" sz="2400" i="1" dirty="0" err="1">
                <a:solidFill>
                  <a:srgbClr val="800000"/>
                </a:solidFill>
              </a:rPr>
              <a:t>k</a:t>
            </a:r>
            <a:r>
              <a:rPr lang="en-US" sz="2400" i="1" baseline="-25000" dirty="0" err="1">
                <a:solidFill>
                  <a:srgbClr val="800000"/>
                </a:solidFill>
              </a:rPr>
              <a:t>s</a:t>
            </a:r>
            <a:r>
              <a:rPr lang="en-US" sz="2400" i="1" dirty="0">
                <a:solidFill>
                  <a:srgbClr val="800000"/>
                </a:solidFill>
              </a:rPr>
              <a:t> </a:t>
            </a:r>
            <a:r>
              <a:rPr lang="en-US" sz="2400" dirty="0"/>
              <a:t>signals.</a:t>
            </a:r>
          </a:p>
          <a:p>
            <a:pPr marL="237061" indent="-237061">
              <a:spcAft>
                <a:spcPts val="800"/>
              </a:spcAft>
              <a:buFont typeface="Arial"/>
              <a:buChar char="•"/>
            </a:pPr>
            <a:r>
              <a:rPr lang="en-US" sz="2400" dirty="0"/>
              <a:t>We encode the control signals in groups as shown, where  </a:t>
            </a:r>
            <a:r>
              <a:rPr lang="en-US" sz="2400" i="1" dirty="0" err="1">
                <a:solidFill>
                  <a:srgbClr val="800000"/>
                </a:solidFill>
              </a:rPr>
              <a:t>k</a:t>
            </a:r>
            <a:r>
              <a:rPr lang="en-US" sz="2400" i="1" baseline="-25000" dirty="0" err="1">
                <a:solidFill>
                  <a:srgbClr val="800000"/>
                </a:solidFill>
              </a:rPr>
              <a:t>i</a:t>
            </a:r>
            <a:r>
              <a:rPr lang="en-US" sz="2400" i="1" dirty="0">
                <a:solidFill>
                  <a:srgbClr val="800000"/>
                </a:solidFill>
              </a:rPr>
              <a:t> ≤ 2</a:t>
            </a:r>
            <a:r>
              <a:rPr lang="en-US" sz="2400" i="1" baseline="30000" dirty="0">
                <a:solidFill>
                  <a:srgbClr val="800000"/>
                </a:solidFill>
              </a:rPr>
              <a:t>mi</a:t>
            </a:r>
            <a:r>
              <a:rPr lang="en-US" sz="2400" dirty="0"/>
              <a:t>.</a:t>
            </a:r>
          </a:p>
          <a:p>
            <a:pPr marL="846646" lvl="1" indent="-237061">
              <a:spcAft>
                <a:spcPts val="800"/>
              </a:spcAft>
              <a:buFont typeface="Arial"/>
              <a:buChar char="•"/>
            </a:pPr>
            <a:r>
              <a:rPr lang="en-US" sz="2400" dirty="0"/>
              <a:t>Within a group, at most one control signal can be activated in a time step.</a:t>
            </a:r>
          </a:p>
          <a:p>
            <a:pPr marL="846646" lvl="1" indent="-237061">
              <a:spcAft>
                <a:spcPts val="800"/>
              </a:spcAft>
              <a:buFont typeface="Arial"/>
              <a:buChar char="•"/>
            </a:pPr>
            <a:r>
              <a:rPr lang="en-US" sz="2400" dirty="0"/>
              <a:t>Parallelism across groups is allowed.</a:t>
            </a:r>
          </a:p>
        </p:txBody>
      </p:sp>
      <p:grpSp>
        <p:nvGrpSpPr>
          <p:cNvPr id="5" name="Group 4">
            <a:extLst>
              <a:ext uri="{FF2B5EF4-FFF2-40B4-BE49-F238E27FC236}">
                <a16:creationId xmlns:a16="http://schemas.microsoft.com/office/drawing/2014/main" id="{5E05A846-F2E6-6F56-54CA-6879BD522BE4}"/>
              </a:ext>
            </a:extLst>
          </p:cNvPr>
          <p:cNvGrpSpPr/>
          <p:nvPr/>
        </p:nvGrpSpPr>
        <p:grpSpPr>
          <a:xfrm>
            <a:off x="2844800" y="1484947"/>
            <a:ext cx="6299200" cy="2635305"/>
            <a:chOff x="2844800" y="1107757"/>
            <a:chExt cx="6299200" cy="2635305"/>
          </a:xfrm>
        </p:grpSpPr>
        <p:grpSp>
          <p:nvGrpSpPr>
            <p:cNvPr id="51" name="Group 50"/>
            <p:cNvGrpSpPr/>
            <p:nvPr/>
          </p:nvGrpSpPr>
          <p:grpSpPr>
            <a:xfrm>
              <a:off x="2844800" y="1107757"/>
              <a:ext cx="6096000" cy="2604533"/>
              <a:chOff x="2133600" y="754618"/>
              <a:chExt cx="4572000" cy="1953399"/>
            </a:xfrm>
          </p:grpSpPr>
          <p:grpSp>
            <p:nvGrpSpPr>
              <p:cNvPr id="48" name="Group 47"/>
              <p:cNvGrpSpPr/>
              <p:nvPr/>
            </p:nvGrpSpPr>
            <p:grpSpPr>
              <a:xfrm>
                <a:off x="2133600" y="754618"/>
                <a:ext cx="4572000" cy="1953399"/>
                <a:chOff x="2057400" y="971550"/>
                <a:chExt cx="4572000" cy="1953399"/>
              </a:xfrm>
            </p:grpSpPr>
            <p:grpSp>
              <p:nvGrpSpPr>
                <p:cNvPr id="3" name="Group 2"/>
                <p:cNvGrpSpPr/>
                <p:nvPr/>
              </p:nvGrpSpPr>
              <p:grpSpPr>
                <a:xfrm>
                  <a:off x="2590800" y="971550"/>
                  <a:ext cx="3886200" cy="523220"/>
                  <a:chOff x="1219200" y="1057930"/>
                  <a:chExt cx="3886200" cy="523220"/>
                </a:xfrm>
              </p:grpSpPr>
              <p:sp>
                <p:nvSpPr>
                  <p:cNvPr id="22" name="Rectangle 21"/>
                  <p:cNvSpPr/>
                  <p:nvPr/>
                </p:nvSpPr>
                <p:spPr>
                  <a:xfrm>
                    <a:off x="1219200" y="1200150"/>
                    <a:ext cx="838200" cy="3810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90"/>
                        </a:solidFill>
                      </a:rPr>
                      <a:t>m</a:t>
                    </a:r>
                    <a:r>
                      <a:rPr lang="en-US" baseline="-25000" dirty="0">
                        <a:solidFill>
                          <a:srgbClr val="000090"/>
                        </a:solidFill>
                      </a:rPr>
                      <a:t>1</a:t>
                    </a:r>
                    <a:r>
                      <a:rPr lang="en-US" dirty="0">
                        <a:solidFill>
                          <a:srgbClr val="000090"/>
                        </a:solidFill>
                      </a:rPr>
                      <a:t>-bit</a:t>
                    </a:r>
                  </a:p>
                </p:txBody>
              </p:sp>
              <p:sp>
                <p:nvSpPr>
                  <p:cNvPr id="23" name="Rectangle 22"/>
                  <p:cNvSpPr/>
                  <p:nvPr/>
                </p:nvSpPr>
                <p:spPr>
                  <a:xfrm>
                    <a:off x="2057400" y="1200150"/>
                    <a:ext cx="838200" cy="3810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90"/>
                        </a:solidFill>
                      </a:rPr>
                      <a:t>m</a:t>
                    </a:r>
                    <a:r>
                      <a:rPr lang="en-US" baseline="-25000" dirty="0">
                        <a:solidFill>
                          <a:srgbClr val="000090"/>
                        </a:solidFill>
                      </a:rPr>
                      <a:t>2</a:t>
                    </a:r>
                    <a:r>
                      <a:rPr lang="en-US" dirty="0">
                        <a:solidFill>
                          <a:srgbClr val="000090"/>
                        </a:solidFill>
                      </a:rPr>
                      <a:t>-bit</a:t>
                    </a:r>
                  </a:p>
                </p:txBody>
              </p:sp>
              <p:sp>
                <p:nvSpPr>
                  <p:cNvPr id="24" name="Rectangle 23"/>
                  <p:cNvSpPr/>
                  <p:nvPr/>
                </p:nvSpPr>
                <p:spPr>
                  <a:xfrm>
                    <a:off x="2895600" y="1200150"/>
                    <a:ext cx="838200" cy="3810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90"/>
                        </a:solidFill>
                      </a:rPr>
                      <a:t>m</a:t>
                    </a:r>
                    <a:r>
                      <a:rPr lang="en-US" baseline="-25000" dirty="0">
                        <a:solidFill>
                          <a:srgbClr val="000090"/>
                        </a:solidFill>
                      </a:rPr>
                      <a:t>3</a:t>
                    </a:r>
                    <a:r>
                      <a:rPr lang="en-US" dirty="0">
                        <a:solidFill>
                          <a:srgbClr val="000090"/>
                        </a:solidFill>
                      </a:rPr>
                      <a:t>-bit</a:t>
                    </a:r>
                  </a:p>
                </p:txBody>
              </p:sp>
              <p:sp>
                <p:nvSpPr>
                  <p:cNvPr id="25" name="Rectangle 24"/>
                  <p:cNvSpPr/>
                  <p:nvPr/>
                </p:nvSpPr>
                <p:spPr>
                  <a:xfrm>
                    <a:off x="4267200" y="1200150"/>
                    <a:ext cx="838200" cy="381000"/>
                  </a:xfrm>
                  <a:prstGeom prst="rect">
                    <a:avLst/>
                  </a:prstGeom>
                  <a:solidFill>
                    <a:schemeClr val="accent5">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a:solidFill>
                          <a:srgbClr val="000090"/>
                        </a:solidFill>
                      </a:rPr>
                      <a:t>m</a:t>
                    </a:r>
                    <a:r>
                      <a:rPr lang="en-US" baseline="-25000" dirty="0" err="1">
                        <a:solidFill>
                          <a:srgbClr val="000090"/>
                        </a:solidFill>
                      </a:rPr>
                      <a:t>s</a:t>
                    </a:r>
                    <a:r>
                      <a:rPr lang="en-US" dirty="0">
                        <a:solidFill>
                          <a:srgbClr val="000090"/>
                        </a:solidFill>
                      </a:rPr>
                      <a:t>-bit</a:t>
                    </a:r>
                  </a:p>
                </p:txBody>
              </p:sp>
              <p:sp>
                <p:nvSpPr>
                  <p:cNvPr id="26" name="TextBox 25"/>
                  <p:cNvSpPr txBox="1"/>
                  <p:nvPr/>
                </p:nvSpPr>
                <p:spPr>
                  <a:xfrm>
                    <a:off x="3810000" y="1057930"/>
                    <a:ext cx="533400" cy="496290"/>
                  </a:xfrm>
                  <a:prstGeom prst="rect">
                    <a:avLst/>
                  </a:prstGeom>
                  <a:noFill/>
                </p:spPr>
                <p:txBody>
                  <a:bodyPr wrap="square" rtlCol="0">
                    <a:spAutoFit/>
                  </a:bodyPr>
                  <a:lstStyle/>
                  <a:p>
                    <a:r>
                      <a:rPr lang="en-US" sz="3700" b="1" dirty="0"/>
                      <a:t>…</a:t>
                    </a:r>
                  </a:p>
                </p:txBody>
              </p:sp>
            </p:grpSp>
            <p:grpSp>
              <p:nvGrpSpPr>
                <p:cNvPr id="7" name="Group 6"/>
                <p:cNvGrpSpPr/>
                <p:nvPr/>
              </p:nvGrpSpPr>
              <p:grpSpPr>
                <a:xfrm>
                  <a:off x="2057400" y="1504950"/>
                  <a:ext cx="4572000" cy="1419999"/>
                  <a:chOff x="2057400" y="1504950"/>
                  <a:chExt cx="4572000" cy="1419999"/>
                </a:xfrm>
              </p:grpSpPr>
              <p:sp>
                <p:nvSpPr>
                  <p:cNvPr id="27" name="Bevel 26"/>
                  <p:cNvSpPr/>
                  <p:nvPr/>
                </p:nvSpPr>
                <p:spPr>
                  <a:xfrm>
                    <a:off x="2133600" y="1809750"/>
                    <a:ext cx="1143000" cy="609600"/>
                  </a:xfrm>
                  <a:prstGeom prst="bevel">
                    <a:avLst/>
                  </a:prstGeom>
                  <a:solidFill>
                    <a:schemeClr val="accent6">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00" dirty="0">
                        <a:solidFill>
                          <a:srgbClr val="000090"/>
                        </a:solidFill>
                      </a:rPr>
                      <a:t>DECODER</a:t>
                    </a:r>
                  </a:p>
                </p:txBody>
              </p:sp>
              <p:sp>
                <p:nvSpPr>
                  <p:cNvPr id="28" name="Bevel 27"/>
                  <p:cNvSpPr/>
                  <p:nvPr/>
                </p:nvSpPr>
                <p:spPr>
                  <a:xfrm>
                    <a:off x="3352800" y="1809750"/>
                    <a:ext cx="1143000" cy="609600"/>
                  </a:xfrm>
                  <a:prstGeom prst="bevel">
                    <a:avLst/>
                  </a:prstGeom>
                  <a:solidFill>
                    <a:schemeClr val="accent6">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00" dirty="0">
                        <a:solidFill>
                          <a:srgbClr val="000090"/>
                        </a:solidFill>
                      </a:rPr>
                      <a:t>DECODER</a:t>
                    </a:r>
                  </a:p>
                </p:txBody>
              </p:sp>
              <p:sp>
                <p:nvSpPr>
                  <p:cNvPr id="29" name="Bevel 28"/>
                  <p:cNvSpPr/>
                  <p:nvPr/>
                </p:nvSpPr>
                <p:spPr>
                  <a:xfrm>
                    <a:off x="5486400" y="1809750"/>
                    <a:ext cx="1143000" cy="609600"/>
                  </a:xfrm>
                  <a:prstGeom prst="bevel">
                    <a:avLst/>
                  </a:prstGeom>
                  <a:solidFill>
                    <a:schemeClr val="accent6">
                      <a:lumMod val="20000"/>
                      <a:lumOff val="80000"/>
                    </a:schemeClr>
                  </a:solidFill>
                  <a:ln w="2540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00" dirty="0">
                        <a:solidFill>
                          <a:srgbClr val="000090"/>
                        </a:solidFill>
                      </a:rPr>
                      <a:t>DECODER</a:t>
                    </a:r>
                  </a:p>
                </p:txBody>
              </p:sp>
              <p:sp>
                <p:nvSpPr>
                  <p:cNvPr id="30" name="Down Arrow 29"/>
                  <p:cNvSpPr/>
                  <p:nvPr/>
                </p:nvSpPr>
                <p:spPr>
                  <a:xfrm>
                    <a:off x="5943600" y="1504950"/>
                    <a:ext cx="304800" cy="304800"/>
                  </a:xfrm>
                  <a:prstGeom prst="downArrow">
                    <a:avLst/>
                  </a:prstGeom>
                  <a:solidFill>
                    <a:schemeClr val="bg1">
                      <a:lumMod val="85000"/>
                    </a:schemeClr>
                  </a:solidFill>
                  <a:ln w="2540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Down Arrow 30"/>
                  <p:cNvSpPr/>
                  <p:nvPr/>
                </p:nvSpPr>
                <p:spPr>
                  <a:xfrm>
                    <a:off x="2819400" y="1504950"/>
                    <a:ext cx="304800" cy="304800"/>
                  </a:xfrm>
                  <a:prstGeom prst="downArrow">
                    <a:avLst/>
                  </a:prstGeom>
                  <a:solidFill>
                    <a:schemeClr val="bg1">
                      <a:lumMod val="85000"/>
                    </a:schemeClr>
                  </a:solidFill>
                  <a:ln w="2540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Down Arrow 31"/>
                  <p:cNvSpPr/>
                  <p:nvPr/>
                </p:nvSpPr>
                <p:spPr>
                  <a:xfrm>
                    <a:off x="3733800" y="1504950"/>
                    <a:ext cx="304800" cy="304800"/>
                  </a:xfrm>
                  <a:prstGeom prst="downArrow">
                    <a:avLst/>
                  </a:prstGeom>
                  <a:solidFill>
                    <a:schemeClr val="bg1">
                      <a:lumMod val="85000"/>
                    </a:schemeClr>
                  </a:solidFill>
                  <a:ln w="2540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Down Arrow 32"/>
                  <p:cNvSpPr/>
                  <p:nvPr/>
                </p:nvSpPr>
                <p:spPr>
                  <a:xfrm>
                    <a:off x="4648200" y="1504950"/>
                    <a:ext cx="304800" cy="304800"/>
                  </a:xfrm>
                  <a:prstGeom prst="downArrow">
                    <a:avLst/>
                  </a:prstGeom>
                  <a:solidFill>
                    <a:schemeClr val="bg1">
                      <a:lumMod val="85000"/>
                    </a:schemeClr>
                  </a:solidFill>
                  <a:ln w="2540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4" name="Straight Arrow Connector 33"/>
                  <p:cNvCxnSpPr/>
                  <p:nvPr/>
                </p:nvCxnSpPr>
                <p:spPr>
                  <a:xfrm>
                    <a:off x="2286000" y="2419350"/>
                    <a:ext cx="0" cy="3810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2514600" y="2419350"/>
                    <a:ext cx="0" cy="3810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a:off x="3048000" y="2419350"/>
                    <a:ext cx="0" cy="3810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590800" y="2200930"/>
                    <a:ext cx="533400" cy="496290"/>
                  </a:xfrm>
                  <a:prstGeom prst="rect">
                    <a:avLst/>
                  </a:prstGeom>
                  <a:noFill/>
                </p:spPr>
                <p:txBody>
                  <a:bodyPr wrap="square" rtlCol="0">
                    <a:spAutoFit/>
                  </a:bodyPr>
                  <a:lstStyle/>
                  <a:p>
                    <a:r>
                      <a:rPr lang="en-US" sz="3700" b="1" dirty="0"/>
                      <a:t>…</a:t>
                    </a:r>
                  </a:p>
                </p:txBody>
              </p:sp>
              <p:cxnSp>
                <p:nvCxnSpPr>
                  <p:cNvPr id="38" name="Straight Arrow Connector 37"/>
                  <p:cNvCxnSpPr/>
                  <p:nvPr/>
                </p:nvCxnSpPr>
                <p:spPr>
                  <a:xfrm>
                    <a:off x="3505200" y="2409170"/>
                    <a:ext cx="0" cy="3810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3733800" y="2409170"/>
                    <a:ext cx="0" cy="3810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a:off x="4267200" y="2409170"/>
                    <a:ext cx="0" cy="3810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3810000" y="2190750"/>
                    <a:ext cx="533400" cy="496290"/>
                  </a:xfrm>
                  <a:prstGeom prst="rect">
                    <a:avLst/>
                  </a:prstGeom>
                  <a:noFill/>
                </p:spPr>
                <p:txBody>
                  <a:bodyPr wrap="square" rtlCol="0">
                    <a:spAutoFit/>
                  </a:bodyPr>
                  <a:lstStyle/>
                  <a:p>
                    <a:r>
                      <a:rPr lang="en-US" sz="3700" b="1" dirty="0"/>
                      <a:t>…</a:t>
                    </a:r>
                  </a:p>
                </p:txBody>
              </p:sp>
              <p:cxnSp>
                <p:nvCxnSpPr>
                  <p:cNvPr id="42" name="Straight Arrow Connector 41"/>
                  <p:cNvCxnSpPr/>
                  <p:nvPr/>
                </p:nvCxnSpPr>
                <p:spPr>
                  <a:xfrm>
                    <a:off x="5638800" y="2409170"/>
                    <a:ext cx="0" cy="3810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a:off x="5867400" y="2409170"/>
                    <a:ext cx="0" cy="3810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a:off x="6400800" y="2409170"/>
                    <a:ext cx="0" cy="381000"/>
                  </a:xfrm>
                  <a:prstGeom prst="straightConnector1">
                    <a:avLst/>
                  </a:prstGeom>
                  <a:ln>
                    <a:solidFill>
                      <a:schemeClr val="tx1">
                        <a:lumMod val="95000"/>
                        <a:lumOff val="5000"/>
                      </a:schemeClr>
                    </a:solidFill>
                    <a:tailEnd type="arrow"/>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943600" y="2190750"/>
                    <a:ext cx="533400" cy="496290"/>
                  </a:xfrm>
                  <a:prstGeom prst="rect">
                    <a:avLst/>
                  </a:prstGeom>
                  <a:noFill/>
                </p:spPr>
                <p:txBody>
                  <a:bodyPr wrap="square" rtlCol="0">
                    <a:spAutoFit/>
                  </a:bodyPr>
                  <a:lstStyle/>
                  <a:p>
                    <a:r>
                      <a:rPr lang="en-US" sz="3700" b="1" dirty="0"/>
                      <a:t>…</a:t>
                    </a:r>
                  </a:p>
                </p:txBody>
              </p:sp>
              <p:sp>
                <p:nvSpPr>
                  <p:cNvPr id="46" name="TextBox 45"/>
                  <p:cNvSpPr txBox="1"/>
                  <p:nvPr/>
                </p:nvSpPr>
                <p:spPr>
                  <a:xfrm>
                    <a:off x="2057400" y="2647950"/>
                    <a:ext cx="533400" cy="276999"/>
                  </a:xfrm>
                  <a:prstGeom prst="rect">
                    <a:avLst/>
                  </a:prstGeom>
                  <a:noFill/>
                </p:spPr>
                <p:txBody>
                  <a:bodyPr wrap="square" rtlCol="0">
                    <a:spAutoFit/>
                  </a:bodyPr>
                  <a:lstStyle/>
                  <a:p>
                    <a:r>
                      <a:rPr lang="en-US" dirty="0"/>
                      <a:t>c</a:t>
                    </a:r>
                    <a:r>
                      <a:rPr lang="en-US" baseline="-25000" dirty="0"/>
                      <a:t>1,1</a:t>
                    </a:r>
                    <a:endParaRPr lang="en-US" dirty="0"/>
                  </a:p>
                </p:txBody>
              </p:sp>
            </p:grpSp>
          </p:grpSp>
          <p:sp>
            <p:nvSpPr>
              <p:cNvPr id="50" name="TextBox 49"/>
              <p:cNvSpPr txBox="1"/>
              <p:nvPr/>
            </p:nvSpPr>
            <p:spPr>
              <a:xfrm>
                <a:off x="2895600" y="2419350"/>
                <a:ext cx="609600" cy="276999"/>
              </a:xfrm>
              <a:prstGeom prst="rect">
                <a:avLst/>
              </a:prstGeom>
              <a:noFill/>
            </p:spPr>
            <p:txBody>
              <a:bodyPr wrap="square" rtlCol="0">
                <a:spAutoFit/>
              </a:bodyPr>
              <a:lstStyle/>
              <a:p>
                <a:r>
                  <a:rPr lang="en-US" dirty="0"/>
                  <a:t>c</a:t>
                </a:r>
                <a:r>
                  <a:rPr lang="en-US" baseline="-25000" dirty="0"/>
                  <a:t>1,k1</a:t>
                </a:r>
              </a:p>
            </p:txBody>
          </p:sp>
        </p:grpSp>
        <p:sp>
          <p:nvSpPr>
            <p:cNvPr id="52" name="TextBox 51"/>
            <p:cNvSpPr txBox="1"/>
            <p:nvPr/>
          </p:nvSpPr>
          <p:spPr>
            <a:xfrm>
              <a:off x="7315200" y="3342957"/>
              <a:ext cx="711200" cy="400105"/>
            </a:xfrm>
            <a:prstGeom prst="rect">
              <a:avLst/>
            </a:prstGeom>
            <a:noFill/>
          </p:spPr>
          <p:txBody>
            <a:bodyPr wrap="square" lIns="121917" tIns="60958" rIns="121917" bIns="60958" rtlCol="0">
              <a:spAutoFit/>
            </a:bodyPr>
            <a:lstStyle/>
            <a:p>
              <a:r>
                <a:rPr lang="en-US" dirty="0"/>
                <a:t>c</a:t>
              </a:r>
              <a:r>
                <a:rPr lang="en-US" baseline="-25000" dirty="0"/>
                <a:t>m,1</a:t>
              </a:r>
              <a:endParaRPr lang="en-US" dirty="0"/>
            </a:p>
          </p:txBody>
        </p:sp>
        <p:sp>
          <p:nvSpPr>
            <p:cNvPr id="53" name="TextBox 52"/>
            <p:cNvSpPr txBox="1"/>
            <p:nvPr/>
          </p:nvSpPr>
          <p:spPr>
            <a:xfrm>
              <a:off x="8331200" y="3327400"/>
              <a:ext cx="812800" cy="400105"/>
            </a:xfrm>
            <a:prstGeom prst="rect">
              <a:avLst/>
            </a:prstGeom>
            <a:noFill/>
          </p:spPr>
          <p:txBody>
            <a:bodyPr wrap="square" lIns="121917" tIns="60958" rIns="121917" bIns="60958" rtlCol="0">
              <a:spAutoFit/>
            </a:bodyPr>
            <a:lstStyle/>
            <a:p>
              <a:r>
                <a:rPr lang="en-US" dirty="0" err="1"/>
                <a:t>c</a:t>
              </a:r>
              <a:r>
                <a:rPr lang="en-US" baseline="-25000" dirty="0" err="1"/>
                <a:t>m,ks</a:t>
              </a:r>
              <a:endParaRPr lang="en-US" baseline="-25000" dirty="0"/>
            </a:p>
          </p:txBody>
        </p:sp>
        <p:sp>
          <p:nvSpPr>
            <p:cNvPr id="54" name="TextBox 53"/>
            <p:cNvSpPr txBox="1"/>
            <p:nvPr/>
          </p:nvSpPr>
          <p:spPr>
            <a:xfrm>
              <a:off x="4470400" y="3342957"/>
              <a:ext cx="711200" cy="400105"/>
            </a:xfrm>
            <a:prstGeom prst="rect">
              <a:avLst/>
            </a:prstGeom>
            <a:noFill/>
          </p:spPr>
          <p:txBody>
            <a:bodyPr wrap="square" lIns="121917" tIns="60958" rIns="121917" bIns="60958" rtlCol="0">
              <a:spAutoFit/>
            </a:bodyPr>
            <a:lstStyle/>
            <a:p>
              <a:r>
                <a:rPr lang="en-US" dirty="0"/>
                <a:t>c</a:t>
              </a:r>
              <a:r>
                <a:rPr lang="en-US" baseline="-25000" dirty="0"/>
                <a:t>2,1</a:t>
              </a:r>
              <a:endParaRPr lang="en-US" dirty="0"/>
            </a:p>
          </p:txBody>
        </p:sp>
        <p:sp>
          <p:nvSpPr>
            <p:cNvPr id="55" name="TextBox 54"/>
            <p:cNvSpPr txBox="1"/>
            <p:nvPr/>
          </p:nvSpPr>
          <p:spPr>
            <a:xfrm>
              <a:off x="5486400" y="3327400"/>
              <a:ext cx="812800" cy="400105"/>
            </a:xfrm>
            <a:prstGeom prst="rect">
              <a:avLst/>
            </a:prstGeom>
            <a:noFill/>
          </p:spPr>
          <p:txBody>
            <a:bodyPr wrap="square" lIns="121917" tIns="60958" rIns="121917" bIns="60958" rtlCol="0">
              <a:spAutoFit/>
            </a:bodyPr>
            <a:lstStyle/>
            <a:p>
              <a:r>
                <a:rPr lang="en-US" dirty="0"/>
                <a:t>c</a:t>
              </a:r>
              <a:r>
                <a:rPr lang="en-US" baseline="-25000" dirty="0"/>
                <a:t>2,k2</a:t>
              </a:r>
            </a:p>
          </p:txBody>
        </p:sp>
      </p:grpSp>
    </p:spTree>
    <p:extLst>
      <p:ext uri="{BB962C8B-B14F-4D97-AF65-F5344CB8AC3E}">
        <p14:creationId xmlns:p14="http://schemas.microsoft.com/office/powerpoint/2010/main" val="32564321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a:t>Advantages:</a:t>
            </a:r>
          </a:p>
          <a:p>
            <a:pPr lvl="1"/>
            <a:r>
              <a:rPr lang="en-US" sz="2000" dirty="0"/>
              <a:t>Maximum parallelism as required by the micro-programs can be supported.</a:t>
            </a:r>
          </a:p>
          <a:p>
            <a:pPr lvl="1"/>
            <a:r>
              <a:rPr lang="en-US" sz="2000" dirty="0"/>
              <a:t>Word size of control memory is less than that for horizontal encoding.</a:t>
            </a:r>
          </a:p>
          <a:p>
            <a:pPr lvl="1">
              <a:spcAft>
                <a:spcPts val="1800"/>
              </a:spcAft>
            </a:pPr>
            <a:r>
              <a:rPr lang="en-US" sz="2000" dirty="0"/>
              <a:t>Used in practice.</a:t>
            </a:r>
          </a:p>
          <a:p>
            <a:r>
              <a:rPr lang="en-US" sz="2400" dirty="0"/>
              <a:t>Disadvantages:</a:t>
            </a:r>
          </a:p>
          <a:p>
            <a:pPr lvl="1"/>
            <a:r>
              <a:rPr lang="en-US" sz="2000" dirty="0"/>
              <a:t>Multiple decoders (though smaller in sizes) are required.</a:t>
            </a:r>
          </a:p>
        </p:txBody>
      </p:sp>
      <p:sp>
        <p:nvSpPr>
          <p:cNvPr id="4" name="Slide Number Placeholder 3"/>
          <p:cNvSpPr>
            <a:spLocks noGrp="1"/>
          </p:cNvSpPr>
          <p:nvPr>
            <p:ph type="sldNum" sz="quarter" idx="12"/>
          </p:nvPr>
        </p:nvSpPr>
        <p:spPr/>
        <p:txBody>
          <a:bodyPr/>
          <a:lstStyle/>
          <a:p>
            <a:fld id="{F815AC96-4A5A-4699-9DBD-ACAB251D8CBA}" type="slidenum">
              <a:rPr lang="en-US" smtClean="0"/>
              <a:t>97</a:t>
            </a:fld>
            <a:endParaRPr lang="en-US"/>
          </a:p>
        </p:txBody>
      </p:sp>
    </p:spTree>
    <p:extLst>
      <p:ext uri="{BB962C8B-B14F-4D97-AF65-F5344CB8AC3E}">
        <p14:creationId xmlns:p14="http://schemas.microsoft.com/office/powerpoint/2010/main" val="407051236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500" y="365125"/>
            <a:ext cx="10515600" cy="1325563"/>
          </a:xfrm>
        </p:spPr>
        <p:txBody>
          <a:bodyPr>
            <a:normAutofit/>
          </a:bodyPr>
          <a:lstStyle/>
          <a:p>
            <a:r>
              <a:rPr lang="en-US" sz="3200" dirty="0"/>
              <a:t>Example 1</a:t>
            </a:r>
          </a:p>
        </p:txBody>
      </p:sp>
      <p:sp>
        <p:nvSpPr>
          <p:cNvPr id="3" name="Content Placeholder 2"/>
          <p:cNvSpPr>
            <a:spLocks noGrp="1"/>
          </p:cNvSpPr>
          <p:nvPr>
            <p:ph idx="1"/>
          </p:nvPr>
        </p:nvSpPr>
        <p:spPr>
          <a:xfrm>
            <a:off x="203200" y="1397001"/>
            <a:ext cx="11277600" cy="4267199"/>
          </a:xfrm>
        </p:spPr>
        <p:txBody>
          <a:bodyPr>
            <a:normAutofit/>
          </a:bodyPr>
          <a:lstStyle/>
          <a:p>
            <a:pPr>
              <a:spcAft>
                <a:spcPts val="1600"/>
              </a:spcAft>
            </a:pPr>
            <a:r>
              <a:rPr lang="en-US" sz="2400" dirty="0"/>
              <a:t>Suppose there are 100 control signals in a processor data path.</a:t>
            </a:r>
          </a:p>
          <a:p>
            <a:pPr marL="1066773" lvl="1" indent="-457189">
              <a:spcAft>
                <a:spcPts val="1600"/>
              </a:spcAft>
              <a:buFont typeface="+mj-lt"/>
              <a:buAutoNum type="alphaLcParenR"/>
            </a:pPr>
            <a:r>
              <a:rPr lang="en-US" dirty="0"/>
              <a:t>For horizontal encoding, control word size  =  100 bits.</a:t>
            </a:r>
          </a:p>
          <a:p>
            <a:pPr marL="1066773" lvl="1" indent="-457189">
              <a:spcAft>
                <a:spcPts val="1600"/>
              </a:spcAft>
              <a:buFont typeface="+mj-lt"/>
              <a:buAutoNum type="alphaLcParenR"/>
            </a:pPr>
            <a:r>
              <a:rPr lang="en-US" dirty="0"/>
              <a:t>For vertical encoding, control word size  =    log</a:t>
            </a:r>
            <a:r>
              <a:rPr lang="en-US" baseline="-25000" dirty="0"/>
              <a:t>2</a:t>
            </a:r>
            <a:r>
              <a:rPr lang="en-US" dirty="0"/>
              <a:t> 100  =  7 bits.</a:t>
            </a:r>
          </a:p>
          <a:p>
            <a:pPr marL="1066773" lvl="1" indent="-457189">
              <a:buFont typeface="+mj-lt"/>
              <a:buAutoNum type="alphaLcParenR"/>
            </a:pPr>
            <a:r>
              <a:rPr lang="en-US" dirty="0"/>
              <a:t>For diagonal encoding, suppose after analysis of the micro-programs, we divide the control signals into 5 groups, containing 25, 15, 40, 5 and 15 control signals respectively.</a:t>
            </a:r>
          </a:p>
          <a:p>
            <a:pPr marL="1432948" lvl="2" indent="-289977"/>
            <a:r>
              <a:rPr lang="en-US" sz="2100" dirty="0"/>
              <a:t>We have:  m</a:t>
            </a:r>
            <a:r>
              <a:rPr lang="en-US" sz="2100" baseline="-25000" dirty="0"/>
              <a:t>1</a:t>
            </a:r>
            <a:r>
              <a:rPr lang="en-US" sz="2100" dirty="0"/>
              <a:t>  =  5, m</a:t>
            </a:r>
            <a:r>
              <a:rPr lang="en-US" sz="2100" baseline="-25000" dirty="0"/>
              <a:t>2</a:t>
            </a:r>
            <a:r>
              <a:rPr lang="en-US" sz="2100" dirty="0"/>
              <a:t>  =  4,  m</a:t>
            </a:r>
            <a:r>
              <a:rPr lang="en-US" sz="2100" baseline="-25000" dirty="0"/>
              <a:t>3</a:t>
            </a:r>
            <a:r>
              <a:rPr lang="en-US" sz="2100" dirty="0"/>
              <a:t>  =  6,  m</a:t>
            </a:r>
            <a:r>
              <a:rPr lang="en-US" sz="2100" baseline="-25000" dirty="0"/>
              <a:t>4</a:t>
            </a:r>
            <a:r>
              <a:rPr lang="en-US" sz="2100" dirty="0"/>
              <a:t>  =  3,  m</a:t>
            </a:r>
            <a:r>
              <a:rPr lang="en-US" sz="2100" baseline="-25000" dirty="0"/>
              <a:t>5</a:t>
            </a:r>
            <a:r>
              <a:rPr lang="en-US" sz="2100" dirty="0"/>
              <a:t>  =  4</a:t>
            </a:r>
          </a:p>
          <a:p>
            <a:pPr marL="1432948" lvl="2" indent="-289977"/>
            <a:r>
              <a:rPr lang="en-US" sz="2100" dirty="0"/>
              <a:t>Control word size  =  5 + 4 + 6 + 3 + 4  =  22 bits.</a:t>
            </a:r>
          </a:p>
        </p:txBody>
      </p:sp>
      <p:sp>
        <p:nvSpPr>
          <p:cNvPr id="4" name="Slide Number Placeholder 3"/>
          <p:cNvSpPr>
            <a:spLocks noGrp="1"/>
          </p:cNvSpPr>
          <p:nvPr>
            <p:ph type="sldNum" sz="quarter" idx="12"/>
          </p:nvPr>
        </p:nvSpPr>
        <p:spPr/>
        <p:txBody>
          <a:bodyPr/>
          <a:lstStyle/>
          <a:p>
            <a:fld id="{F815AC96-4A5A-4699-9DBD-ACAB251D8CBA}" type="slidenum">
              <a:rPr lang="en-US" smtClean="0"/>
              <a:t>98</a:t>
            </a:fld>
            <a:endParaRPr lang="en-US"/>
          </a:p>
        </p:txBody>
      </p:sp>
      <p:cxnSp>
        <p:nvCxnSpPr>
          <p:cNvPr id="6" name="Straight Connector 5"/>
          <p:cNvCxnSpPr/>
          <p:nvPr/>
        </p:nvCxnSpPr>
        <p:spPr>
          <a:xfrm>
            <a:off x="6705600" y="2694940"/>
            <a:ext cx="0" cy="406400"/>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6705600" y="2694940"/>
            <a:ext cx="304800" cy="0"/>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823200" y="2694940"/>
            <a:ext cx="0" cy="406400"/>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7518400" y="2683510"/>
            <a:ext cx="304800" cy="0"/>
          </a:xfrm>
          <a:prstGeom prst="line">
            <a:avLst/>
          </a:prstGeom>
          <a:ln>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940800" y="4241800"/>
            <a:ext cx="2540000" cy="954103"/>
          </a:xfrm>
          <a:prstGeom prst="rect">
            <a:avLst/>
          </a:prstGeom>
          <a:solidFill>
            <a:schemeClr val="accent5">
              <a:lumMod val="20000"/>
              <a:lumOff val="80000"/>
            </a:schemeClr>
          </a:solidFill>
          <a:ln w="25400">
            <a:solidFill>
              <a:srgbClr val="800000"/>
            </a:solidFill>
          </a:ln>
        </p:spPr>
        <p:txBody>
          <a:bodyPr wrap="square" lIns="121917" tIns="60958" rIns="121917" bIns="60958" rtlCol="0">
            <a:spAutoFit/>
          </a:bodyPr>
          <a:lstStyle/>
          <a:p>
            <a:r>
              <a:rPr lang="en-US" dirty="0"/>
              <a:t>25 ≤  2</a:t>
            </a:r>
            <a:r>
              <a:rPr lang="en-US" baseline="30000" dirty="0"/>
              <a:t>5</a:t>
            </a:r>
            <a:r>
              <a:rPr lang="en-US" dirty="0"/>
              <a:t>     15 ≤  2</a:t>
            </a:r>
            <a:r>
              <a:rPr lang="en-US" baseline="30000" dirty="0"/>
              <a:t>4</a:t>
            </a:r>
            <a:endParaRPr lang="en-US" dirty="0"/>
          </a:p>
          <a:p>
            <a:r>
              <a:rPr lang="en-US" dirty="0"/>
              <a:t>40 ≤  2</a:t>
            </a:r>
            <a:r>
              <a:rPr lang="en-US" baseline="30000" dirty="0"/>
              <a:t>6        </a:t>
            </a:r>
            <a:r>
              <a:rPr lang="en-US" dirty="0"/>
              <a:t>  5 ≤  2</a:t>
            </a:r>
            <a:r>
              <a:rPr lang="en-US" baseline="30000" dirty="0"/>
              <a:t>3</a:t>
            </a:r>
            <a:endParaRPr lang="en-US" dirty="0"/>
          </a:p>
          <a:p>
            <a:r>
              <a:rPr lang="en-US" dirty="0"/>
              <a:t>15 ≤  2</a:t>
            </a:r>
            <a:r>
              <a:rPr lang="en-US" baseline="30000" dirty="0"/>
              <a:t>4</a:t>
            </a:r>
            <a:endParaRPr lang="en-US" dirty="0"/>
          </a:p>
        </p:txBody>
      </p:sp>
    </p:spTree>
    <p:extLst>
      <p:ext uri="{BB962C8B-B14F-4D97-AF65-F5344CB8AC3E}">
        <p14:creationId xmlns:p14="http://schemas.microsoft.com/office/powerpoint/2010/main" val="173284880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A Single Cycle Data Path</a:t>
            </a:r>
          </a:p>
        </p:txBody>
      </p:sp>
      <p:sp>
        <p:nvSpPr>
          <p:cNvPr id="6" name="Subtitle 5"/>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A56F1F74-EAAB-4BA4-8360-0B2AFE8E155E}" type="slidenum">
              <a:rPr lang="en-IN" smtClean="0"/>
              <a:t>99</a:t>
            </a:fld>
            <a:endParaRPr lang="en-IN"/>
          </a:p>
        </p:txBody>
      </p:sp>
    </p:spTree>
    <p:extLst>
      <p:ext uri="{BB962C8B-B14F-4D97-AF65-F5344CB8AC3E}">
        <p14:creationId xmlns:p14="http://schemas.microsoft.com/office/powerpoint/2010/main" val="144759424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DAAB4-4369-4ADC-BE10-BB7F4884D470}"/>
              </a:ext>
            </a:extLst>
          </p:cNvPr>
          <p:cNvSpPr>
            <a:spLocks noGrp="1"/>
          </p:cNvSpPr>
          <p:nvPr>
            <p:ph type="title"/>
          </p:nvPr>
        </p:nvSpPr>
        <p:spPr/>
        <p:txBody>
          <a:bodyPr/>
          <a:lstStyle/>
          <a:p>
            <a:r>
              <a:rPr lang="en-IN" dirty="0"/>
              <a:t>A small set of instructions</a:t>
            </a:r>
          </a:p>
        </p:txBody>
      </p:sp>
      <p:pic>
        <p:nvPicPr>
          <p:cNvPr id="5" name="Content Placeholder 4">
            <a:extLst>
              <a:ext uri="{FF2B5EF4-FFF2-40B4-BE49-F238E27FC236}">
                <a16:creationId xmlns:a16="http://schemas.microsoft.com/office/drawing/2014/main" id="{710E8789-C1C3-4F15-B967-2FEBEE48F9F5}"/>
              </a:ext>
            </a:extLst>
          </p:cNvPr>
          <p:cNvPicPr>
            <a:picLocks noGrp="1" noChangeAspect="1"/>
          </p:cNvPicPr>
          <p:nvPr>
            <p:ph idx="1"/>
          </p:nvPr>
        </p:nvPicPr>
        <p:blipFill>
          <a:blip r:embed="rId2"/>
          <a:stretch>
            <a:fillRect/>
          </a:stretch>
        </p:blipFill>
        <p:spPr>
          <a:xfrm>
            <a:off x="1313895" y="1465106"/>
            <a:ext cx="9241655" cy="5027769"/>
          </a:xfrm>
          <a:prstGeom prst="rect">
            <a:avLst/>
          </a:prstGeom>
        </p:spPr>
      </p:pic>
      <p:sp>
        <p:nvSpPr>
          <p:cNvPr id="4" name="Slide Number Placeholder 3">
            <a:extLst>
              <a:ext uri="{FF2B5EF4-FFF2-40B4-BE49-F238E27FC236}">
                <a16:creationId xmlns:a16="http://schemas.microsoft.com/office/drawing/2014/main" id="{BA387702-3660-40AE-9118-69FCD12A51A1}"/>
              </a:ext>
            </a:extLst>
          </p:cNvPr>
          <p:cNvSpPr>
            <a:spLocks noGrp="1"/>
          </p:cNvSpPr>
          <p:nvPr>
            <p:ph type="sldNum" sz="quarter" idx="12"/>
          </p:nvPr>
        </p:nvSpPr>
        <p:spPr/>
        <p:txBody>
          <a:bodyPr/>
          <a:lstStyle/>
          <a:p>
            <a:fld id="{A56F1F74-EAAB-4BA4-8360-0B2AFE8E155E}" type="slidenum">
              <a:rPr lang="en-IN" smtClean="0"/>
              <a:t>100</a:t>
            </a:fld>
            <a:endParaRPr lang="en-IN"/>
          </a:p>
        </p:txBody>
      </p:sp>
    </p:spTree>
    <p:extLst>
      <p:ext uri="{BB962C8B-B14F-4D97-AF65-F5344CB8AC3E}">
        <p14:creationId xmlns:p14="http://schemas.microsoft.com/office/powerpoint/2010/main" val="410501415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F1508-E08D-4A47-B080-E880F994C16E}"/>
              </a:ext>
            </a:extLst>
          </p:cNvPr>
          <p:cNvSpPr>
            <a:spLocks noGrp="1"/>
          </p:cNvSpPr>
          <p:nvPr>
            <p:ph type="title"/>
          </p:nvPr>
        </p:nvSpPr>
        <p:spPr/>
        <p:txBody>
          <a:bodyPr/>
          <a:lstStyle/>
          <a:p>
            <a:r>
              <a:rPr lang="en-IN" dirty="0"/>
              <a:t>The instruction Set</a:t>
            </a:r>
          </a:p>
        </p:txBody>
      </p:sp>
      <p:sp>
        <p:nvSpPr>
          <p:cNvPr id="3" name="Content Placeholder 2">
            <a:extLst>
              <a:ext uri="{FF2B5EF4-FFF2-40B4-BE49-F238E27FC236}">
                <a16:creationId xmlns:a16="http://schemas.microsoft.com/office/drawing/2014/main" id="{CC04ED34-DE77-4CD7-9BE4-61300D692DA3}"/>
              </a:ext>
            </a:extLst>
          </p:cNvPr>
          <p:cNvSpPr>
            <a:spLocks noGrp="1"/>
          </p:cNvSpPr>
          <p:nvPr>
            <p:ph idx="1"/>
          </p:nvPr>
        </p:nvSpPr>
        <p:spPr/>
        <p:txBody>
          <a:bodyPr/>
          <a:lstStyle/>
          <a:p>
            <a:r>
              <a:rPr lang="en-IN" dirty="0"/>
              <a:t>Copy</a:t>
            </a:r>
          </a:p>
          <a:p>
            <a:r>
              <a:rPr lang="en-IN" dirty="0"/>
              <a:t>Arithmetic</a:t>
            </a:r>
          </a:p>
          <a:p>
            <a:r>
              <a:rPr lang="en-IN" dirty="0"/>
              <a:t>Logic</a:t>
            </a:r>
          </a:p>
          <a:p>
            <a:r>
              <a:rPr lang="en-IN" dirty="0"/>
              <a:t>Memory Access</a:t>
            </a:r>
          </a:p>
          <a:p>
            <a:r>
              <a:rPr lang="en-IN" dirty="0"/>
              <a:t>Control Transfer</a:t>
            </a:r>
          </a:p>
        </p:txBody>
      </p:sp>
      <p:sp>
        <p:nvSpPr>
          <p:cNvPr id="4" name="Slide Number Placeholder 3">
            <a:extLst>
              <a:ext uri="{FF2B5EF4-FFF2-40B4-BE49-F238E27FC236}">
                <a16:creationId xmlns:a16="http://schemas.microsoft.com/office/drawing/2014/main" id="{B396B397-9726-41F6-AB1F-056A8A2AAFF1}"/>
              </a:ext>
            </a:extLst>
          </p:cNvPr>
          <p:cNvSpPr>
            <a:spLocks noGrp="1"/>
          </p:cNvSpPr>
          <p:nvPr>
            <p:ph type="sldNum" sz="quarter" idx="12"/>
          </p:nvPr>
        </p:nvSpPr>
        <p:spPr/>
        <p:txBody>
          <a:bodyPr/>
          <a:lstStyle/>
          <a:p>
            <a:fld id="{A56F1F74-EAAB-4BA4-8360-0B2AFE8E155E}" type="slidenum">
              <a:rPr lang="en-IN" smtClean="0"/>
              <a:t>101</a:t>
            </a:fld>
            <a:endParaRPr lang="en-IN"/>
          </a:p>
        </p:txBody>
      </p:sp>
      <p:pic>
        <p:nvPicPr>
          <p:cNvPr id="5" name="Picture 4">
            <a:extLst>
              <a:ext uri="{FF2B5EF4-FFF2-40B4-BE49-F238E27FC236}">
                <a16:creationId xmlns:a16="http://schemas.microsoft.com/office/drawing/2014/main" id="{9D92C148-C0A4-49CF-A036-81ACC32439EA}"/>
              </a:ext>
            </a:extLst>
          </p:cNvPr>
          <p:cNvPicPr>
            <a:picLocks noChangeAspect="1"/>
          </p:cNvPicPr>
          <p:nvPr/>
        </p:nvPicPr>
        <p:blipFill>
          <a:blip r:embed="rId2"/>
          <a:stretch>
            <a:fillRect/>
          </a:stretch>
        </p:blipFill>
        <p:spPr>
          <a:xfrm>
            <a:off x="6096000" y="0"/>
            <a:ext cx="4738101" cy="6858000"/>
          </a:xfrm>
          <a:prstGeom prst="rect">
            <a:avLst/>
          </a:prstGeom>
        </p:spPr>
      </p:pic>
    </p:spTree>
    <p:extLst>
      <p:ext uri="{BB962C8B-B14F-4D97-AF65-F5344CB8AC3E}">
        <p14:creationId xmlns:p14="http://schemas.microsoft.com/office/powerpoint/2010/main" val="290467747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7C5A978C-401D-9245-D2CC-1A3BBA8D3E6A}"/>
              </a:ext>
            </a:extLst>
          </p:cNvPr>
          <p:cNvSpPr>
            <a:spLocks noGrp="1" noChangeArrowheads="1"/>
          </p:cNvSpPr>
          <p:nvPr>
            <p:ph type="title" idx="4294967295"/>
          </p:nvPr>
        </p:nvSpPr>
        <p:spPr>
          <a:xfrm>
            <a:off x="1981200" y="533400"/>
            <a:ext cx="8229600" cy="1143000"/>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The Micro Mips ISA</a:t>
            </a:r>
          </a:p>
        </p:txBody>
      </p:sp>
      <p:pic>
        <p:nvPicPr>
          <p:cNvPr id="6147" name="Picture 3">
            <a:extLst>
              <a:ext uri="{FF2B5EF4-FFF2-40B4-BE49-F238E27FC236}">
                <a16:creationId xmlns:a16="http://schemas.microsoft.com/office/drawing/2014/main" id="{A382051B-13BB-6514-F26C-296B94AE10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7286" y="1676400"/>
            <a:ext cx="8001000" cy="4953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DA8BA-6DEC-45AB-9969-9EF751DF7A1A}"/>
              </a:ext>
            </a:extLst>
          </p:cNvPr>
          <p:cNvSpPr>
            <a:spLocks noGrp="1"/>
          </p:cNvSpPr>
          <p:nvPr>
            <p:ph type="title"/>
          </p:nvPr>
        </p:nvSpPr>
        <p:spPr/>
        <p:txBody>
          <a:bodyPr/>
          <a:lstStyle/>
          <a:p>
            <a:r>
              <a:rPr lang="en-IN" dirty="0"/>
              <a:t>Instruction Execution Unit</a:t>
            </a:r>
          </a:p>
        </p:txBody>
      </p:sp>
      <p:sp>
        <p:nvSpPr>
          <p:cNvPr id="3" name="Content Placeholder 2">
            <a:extLst>
              <a:ext uri="{FF2B5EF4-FFF2-40B4-BE49-F238E27FC236}">
                <a16:creationId xmlns:a16="http://schemas.microsoft.com/office/drawing/2014/main" id="{C69C1008-9197-4656-9616-42268847B7AB}"/>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C3024A08-DA31-48AD-84C9-615EC38ACA2E}"/>
              </a:ext>
            </a:extLst>
          </p:cNvPr>
          <p:cNvSpPr>
            <a:spLocks noGrp="1"/>
          </p:cNvSpPr>
          <p:nvPr>
            <p:ph type="sldNum" sz="quarter" idx="12"/>
          </p:nvPr>
        </p:nvSpPr>
        <p:spPr/>
        <p:txBody>
          <a:bodyPr/>
          <a:lstStyle/>
          <a:p>
            <a:fld id="{A56F1F74-EAAB-4BA4-8360-0B2AFE8E155E}" type="slidenum">
              <a:rPr lang="en-IN" smtClean="0"/>
              <a:t>103</a:t>
            </a:fld>
            <a:endParaRPr lang="en-IN"/>
          </a:p>
        </p:txBody>
      </p:sp>
      <p:pic>
        <p:nvPicPr>
          <p:cNvPr id="5" name="Picture 4">
            <a:extLst>
              <a:ext uri="{FF2B5EF4-FFF2-40B4-BE49-F238E27FC236}">
                <a16:creationId xmlns:a16="http://schemas.microsoft.com/office/drawing/2014/main" id="{8A50F1DE-241D-418E-B50F-8B960D9FE14B}"/>
              </a:ext>
            </a:extLst>
          </p:cNvPr>
          <p:cNvPicPr>
            <a:picLocks noChangeAspect="1"/>
          </p:cNvPicPr>
          <p:nvPr/>
        </p:nvPicPr>
        <p:blipFill>
          <a:blip r:embed="rId2"/>
          <a:stretch>
            <a:fillRect/>
          </a:stretch>
        </p:blipFill>
        <p:spPr>
          <a:xfrm>
            <a:off x="838200" y="1455023"/>
            <a:ext cx="10075704" cy="5037852"/>
          </a:xfrm>
          <a:prstGeom prst="rect">
            <a:avLst/>
          </a:prstGeom>
        </p:spPr>
      </p:pic>
    </p:spTree>
    <p:extLst>
      <p:ext uri="{BB962C8B-B14F-4D97-AF65-F5344CB8AC3E}">
        <p14:creationId xmlns:p14="http://schemas.microsoft.com/office/powerpoint/2010/main" val="181902319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
            <a:extLst>
              <a:ext uri="{FF2B5EF4-FFF2-40B4-BE49-F238E27FC236}">
                <a16:creationId xmlns:a16="http://schemas.microsoft.com/office/drawing/2014/main" id="{47B8A650-929B-D79D-53E6-D11B13AF25D1}"/>
              </a:ext>
            </a:extLst>
          </p:cNvPr>
          <p:cNvSpPr>
            <a:spLocks noGrp="1" noChangeArrowheads="1"/>
          </p:cNvSpPr>
          <p:nvPr>
            <p:ph type="title" idx="4294967295"/>
          </p:nvPr>
        </p:nvSpPr>
        <p:spPr>
          <a:xfrm>
            <a:off x="1981200" y="533400"/>
            <a:ext cx="8229600" cy="1143000"/>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altLang="en-US"/>
              <a:t>The Instruction Format</a:t>
            </a:r>
          </a:p>
        </p:txBody>
      </p:sp>
      <p:sp>
        <p:nvSpPr>
          <p:cNvPr id="7170" name="Rectangle 2">
            <a:extLst>
              <a:ext uri="{FF2B5EF4-FFF2-40B4-BE49-F238E27FC236}">
                <a16:creationId xmlns:a16="http://schemas.microsoft.com/office/drawing/2014/main" id="{5CD37691-0766-BCA5-646B-318B84A9DD3A}"/>
              </a:ext>
            </a:extLst>
          </p:cNvPr>
          <p:cNvSpPr>
            <a:spLocks noChangeArrowheads="1"/>
          </p:cNvSpPr>
          <p:nvPr/>
        </p:nvSpPr>
        <p:spPr bwMode="auto">
          <a:xfrm>
            <a:off x="1981200" y="2895600"/>
            <a:ext cx="8229600" cy="914400"/>
          </a:xfrm>
          <a:prstGeom prst="rect">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p>
        </p:txBody>
      </p:sp>
      <p:sp>
        <p:nvSpPr>
          <p:cNvPr id="7171" name="Line 3">
            <a:extLst>
              <a:ext uri="{FF2B5EF4-FFF2-40B4-BE49-F238E27FC236}">
                <a16:creationId xmlns:a16="http://schemas.microsoft.com/office/drawing/2014/main" id="{36604E6C-1F1A-22AE-E18E-80BFD083A490}"/>
              </a:ext>
            </a:extLst>
          </p:cNvPr>
          <p:cNvSpPr>
            <a:spLocks noChangeShapeType="1"/>
          </p:cNvSpPr>
          <p:nvPr/>
        </p:nvSpPr>
        <p:spPr bwMode="auto">
          <a:xfrm>
            <a:off x="3352800" y="2895600"/>
            <a:ext cx="1588" cy="9144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7172" name="Line 4">
            <a:extLst>
              <a:ext uri="{FF2B5EF4-FFF2-40B4-BE49-F238E27FC236}">
                <a16:creationId xmlns:a16="http://schemas.microsoft.com/office/drawing/2014/main" id="{1CA8F64D-395D-1A70-EBFD-C0A76284D4D1}"/>
              </a:ext>
            </a:extLst>
          </p:cNvPr>
          <p:cNvSpPr>
            <a:spLocks noChangeShapeType="1"/>
          </p:cNvSpPr>
          <p:nvPr/>
        </p:nvSpPr>
        <p:spPr bwMode="auto">
          <a:xfrm>
            <a:off x="4572000" y="2895600"/>
            <a:ext cx="1588" cy="9144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7173" name="Line 5">
            <a:extLst>
              <a:ext uri="{FF2B5EF4-FFF2-40B4-BE49-F238E27FC236}">
                <a16:creationId xmlns:a16="http://schemas.microsoft.com/office/drawing/2014/main" id="{D45A466D-8D57-3643-4BF4-C2DC85568BC9}"/>
              </a:ext>
            </a:extLst>
          </p:cNvPr>
          <p:cNvSpPr>
            <a:spLocks noChangeShapeType="1"/>
          </p:cNvSpPr>
          <p:nvPr/>
        </p:nvSpPr>
        <p:spPr bwMode="auto">
          <a:xfrm>
            <a:off x="5867400" y="2895600"/>
            <a:ext cx="1588" cy="9144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7174" name="Line 6">
            <a:extLst>
              <a:ext uri="{FF2B5EF4-FFF2-40B4-BE49-F238E27FC236}">
                <a16:creationId xmlns:a16="http://schemas.microsoft.com/office/drawing/2014/main" id="{3703B602-AC46-F363-3C67-95B551AE5509}"/>
              </a:ext>
            </a:extLst>
          </p:cNvPr>
          <p:cNvSpPr>
            <a:spLocks noChangeShapeType="1"/>
          </p:cNvSpPr>
          <p:nvPr/>
        </p:nvSpPr>
        <p:spPr bwMode="auto">
          <a:xfrm>
            <a:off x="7162800" y="2895600"/>
            <a:ext cx="1588" cy="9144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7175" name="Line 7">
            <a:extLst>
              <a:ext uri="{FF2B5EF4-FFF2-40B4-BE49-F238E27FC236}">
                <a16:creationId xmlns:a16="http://schemas.microsoft.com/office/drawing/2014/main" id="{3870F526-05B8-0E44-14B7-3A3064CC9B44}"/>
              </a:ext>
            </a:extLst>
          </p:cNvPr>
          <p:cNvSpPr>
            <a:spLocks noChangeShapeType="1"/>
          </p:cNvSpPr>
          <p:nvPr/>
        </p:nvSpPr>
        <p:spPr bwMode="auto">
          <a:xfrm>
            <a:off x="8686800" y="2895600"/>
            <a:ext cx="1588" cy="9144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7176" name="Text Box 8">
            <a:extLst>
              <a:ext uri="{FF2B5EF4-FFF2-40B4-BE49-F238E27FC236}">
                <a16:creationId xmlns:a16="http://schemas.microsoft.com/office/drawing/2014/main" id="{CC1FB202-CBC5-9E78-B4C5-EAB5766E9997}"/>
              </a:ext>
            </a:extLst>
          </p:cNvPr>
          <p:cNvSpPr txBox="1">
            <a:spLocks noChangeArrowheads="1"/>
          </p:cNvSpPr>
          <p:nvPr/>
        </p:nvSpPr>
        <p:spPr bwMode="auto">
          <a:xfrm>
            <a:off x="9067800" y="3138488"/>
            <a:ext cx="1295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6 bits</a:t>
            </a:r>
          </a:p>
        </p:txBody>
      </p:sp>
      <p:sp>
        <p:nvSpPr>
          <p:cNvPr id="7177" name="Text Box 9">
            <a:extLst>
              <a:ext uri="{FF2B5EF4-FFF2-40B4-BE49-F238E27FC236}">
                <a16:creationId xmlns:a16="http://schemas.microsoft.com/office/drawing/2014/main" id="{E4EFB50D-5E71-276F-5A04-2E184DF0A7DE}"/>
              </a:ext>
            </a:extLst>
          </p:cNvPr>
          <p:cNvSpPr txBox="1">
            <a:spLocks noChangeArrowheads="1"/>
          </p:cNvSpPr>
          <p:nvPr/>
        </p:nvSpPr>
        <p:spPr bwMode="auto">
          <a:xfrm>
            <a:off x="7543800" y="3124200"/>
            <a:ext cx="1295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5 bits</a:t>
            </a:r>
          </a:p>
        </p:txBody>
      </p:sp>
      <p:sp>
        <p:nvSpPr>
          <p:cNvPr id="7178" name="Text Box 10">
            <a:extLst>
              <a:ext uri="{FF2B5EF4-FFF2-40B4-BE49-F238E27FC236}">
                <a16:creationId xmlns:a16="http://schemas.microsoft.com/office/drawing/2014/main" id="{21C6043F-BB4F-6844-4277-7537A4A8DDB9}"/>
              </a:ext>
            </a:extLst>
          </p:cNvPr>
          <p:cNvSpPr txBox="1">
            <a:spLocks noChangeArrowheads="1"/>
          </p:cNvSpPr>
          <p:nvPr/>
        </p:nvSpPr>
        <p:spPr bwMode="auto">
          <a:xfrm>
            <a:off x="6096000" y="3124200"/>
            <a:ext cx="1295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5 bits</a:t>
            </a:r>
          </a:p>
        </p:txBody>
      </p:sp>
      <p:sp>
        <p:nvSpPr>
          <p:cNvPr id="7179" name="Text Box 11">
            <a:extLst>
              <a:ext uri="{FF2B5EF4-FFF2-40B4-BE49-F238E27FC236}">
                <a16:creationId xmlns:a16="http://schemas.microsoft.com/office/drawing/2014/main" id="{7D574243-AA29-9ABB-5FBE-044EC4741D16}"/>
              </a:ext>
            </a:extLst>
          </p:cNvPr>
          <p:cNvSpPr txBox="1">
            <a:spLocks noChangeArrowheads="1"/>
          </p:cNvSpPr>
          <p:nvPr/>
        </p:nvSpPr>
        <p:spPr bwMode="auto">
          <a:xfrm>
            <a:off x="4876800" y="3124200"/>
            <a:ext cx="1295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5 bits</a:t>
            </a:r>
          </a:p>
        </p:txBody>
      </p:sp>
      <p:sp>
        <p:nvSpPr>
          <p:cNvPr id="7180" name="Text Box 12">
            <a:extLst>
              <a:ext uri="{FF2B5EF4-FFF2-40B4-BE49-F238E27FC236}">
                <a16:creationId xmlns:a16="http://schemas.microsoft.com/office/drawing/2014/main" id="{45F68E95-0073-AA4C-1426-1DFEA155CB6D}"/>
              </a:ext>
            </a:extLst>
          </p:cNvPr>
          <p:cNvSpPr txBox="1">
            <a:spLocks noChangeArrowheads="1"/>
          </p:cNvSpPr>
          <p:nvPr/>
        </p:nvSpPr>
        <p:spPr bwMode="auto">
          <a:xfrm>
            <a:off x="3657600" y="3124200"/>
            <a:ext cx="1295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5 bits</a:t>
            </a:r>
          </a:p>
        </p:txBody>
      </p:sp>
      <p:sp>
        <p:nvSpPr>
          <p:cNvPr id="7181" name="Text Box 13">
            <a:extLst>
              <a:ext uri="{FF2B5EF4-FFF2-40B4-BE49-F238E27FC236}">
                <a16:creationId xmlns:a16="http://schemas.microsoft.com/office/drawing/2014/main" id="{07B31D3E-459A-F527-2454-F77B33DA1BBD}"/>
              </a:ext>
            </a:extLst>
          </p:cNvPr>
          <p:cNvSpPr txBox="1">
            <a:spLocks noChangeArrowheads="1"/>
          </p:cNvSpPr>
          <p:nvPr/>
        </p:nvSpPr>
        <p:spPr bwMode="auto">
          <a:xfrm>
            <a:off x="2362200" y="3124200"/>
            <a:ext cx="1295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6 bits</a:t>
            </a:r>
          </a:p>
        </p:txBody>
      </p:sp>
      <p:sp>
        <p:nvSpPr>
          <p:cNvPr id="7182" name="Text Box 14">
            <a:extLst>
              <a:ext uri="{FF2B5EF4-FFF2-40B4-BE49-F238E27FC236}">
                <a16:creationId xmlns:a16="http://schemas.microsoft.com/office/drawing/2014/main" id="{428A345B-C781-177F-58E7-70270B7D806C}"/>
              </a:ext>
            </a:extLst>
          </p:cNvPr>
          <p:cNvSpPr txBox="1">
            <a:spLocks noChangeArrowheads="1"/>
          </p:cNvSpPr>
          <p:nvPr/>
        </p:nvSpPr>
        <p:spPr bwMode="auto">
          <a:xfrm>
            <a:off x="1981200" y="2438400"/>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spcBef>
                <a:spcPts val="1125"/>
              </a:spcBef>
            </a:pPr>
            <a:r>
              <a:rPr lang="en-IN" altLang="en-US" b="1">
                <a:latin typeface="Times New Roman" panose="02020603050405020304" pitchFamily="18" charset="0"/>
              </a:rPr>
              <a:t>op</a:t>
            </a:r>
          </a:p>
        </p:txBody>
      </p:sp>
      <p:sp>
        <p:nvSpPr>
          <p:cNvPr id="7183" name="Text Box 15">
            <a:extLst>
              <a:ext uri="{FF2B5EF4-FFF2-40B4-BE49-F238E27FC236}">
                <a16:creationId xmlns:a16="http://schemas.microsoft.com/office/drawing/2014/main" id="{4E100C53-34A2-583F-03A8-87E89972CD4C}"/>
              </a:ext>
            </a:extLst>
          </p:cNvPr>
          <p:cNvSpPr txBox="1">
            <a:spLocks noChangeArrowheads="1"/>
          </p:cNvSpPr>
          <p:nvPr/>
        </p:nvSpPr>
        <p:spPr bwMode="auto">
          <a:xfrm>
            <a:off x="3124200" y="2452688"/>
            <a:ext cx="15240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spcBef>
                <a:spcPts val="1125"/>
              </a:spcBef>
            </a:pPr>
            <a:r>
              <a:rPr lang="en-US" altLang="en-US" b="1">
                <a:latin typeface="Times New Roman" panose="02020603050405020304" pitchFamily="18" charset="0"/>
              </a:rPr>
              <a:t>rs</a:t>
            </a:r>
          </a:p>
        </p:txBody>
      </p:sp>
      <p:sp>
        <p:nvSpPr>
          <p:cNvPr id="7184" name="Text Box 16">
            <a:extLst>
              <a:ext uri="{FF2B5EF4-FFF2-40B4-BE49-F238E27FC236}">
                <a16:creationId xmlns:a16="http://schemas.microsoft.com/office/drawing/2014/main" id="{E1D156E1-4D82-9310-39A1-9009ADB8B0BF}"/>
              </a:ext>
            </a:extLst>
          </p:cNvPr>
          <p:cNvSpPr txBox="1">
            <a:spLocks noChangeArrowheads="1"/>
          </p:cNvSpPr>
          <p:nvPr/>
        </p:nvSpPr>
        <p:spPr bwMode="auto">
          <a:xfrm>
            <a:off x="4572000" y="2438400"/>
            <a:ext cx="11430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spcBef>
                <a:spcPts val="1125"/>
              </a:spcBef>
            </a:pPr>
            <a:r>
              <a:rPr lang="en-US" altLang="en-US">
                <a:latin typeface="Times New Roman" panose="02020603050405020304" pitchFamily="18" charset="0"/>
              </a:rPr>
              <a:t>   </a:t>
            </a:r>
            <a:r>
              <a:rPr lang="en-US" altLang="en-US" b="1">
                <a:latin typeface="Times New Roman" panose="02020603050405020304" pitchFamily="18" charset="0"/>
              </a:rPr>
              <a:t>rt</a:t>
            </a:r>
          </a:p>
        </p:txBody>
      </p:sp>
      <p:sp>
        <p:nvSpPr>
          <p:cNvPr id="7185" name="Text Box 17">
            <a:extLst>
              <a:ext uri="{FF2B5EF4-FFF2-40B4-BE49-F238E27FC236}">
                <a16:creationId xmlns:a16="http://schemas.microsoft.com/office/drawing/2014/main" id="{DE7BEA67-D770-8DE2-72D9-5C165E054D60}"/>
              </a:ext>
            </a:extLst>
          </p:cNvPr>
          <p:cNvSpPr txBox="1">
            <a:spLocks noChangeArrowheads="1"/>
          </p:cNvSpPr>
          <p:nvPr/>
        </p:nvSpPr>
        <p:spPr bwMode="auto">
          <a:xfrm>
            <a:off x="5943600" y="2452688"/>
            <a:ext cx="11430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spcBef>
                <a:spcPts val="1125"/>
              </a:spcBef>
            </a:pPr>
            <a:r>
              <a:rPr lang="en-IN" altLang="en-US" b="1">
                <a:latin typeface="Times New Roman" panose="02020603050405020304" pitchFamily="18" charset="0"/>
              </a:rPr>
              <a:t>rd</a:t>
            </a:r>
          </a:p>
        </p:txBody>
      </p:sp>
      <p:sp>
        <p:nvSpPr>
          <p:cNvPr id="7186" name="Text Box 18">
            <a:extLst>
              <a:ext uri="{FF2B5EF4-FFF2-40B4-BE49-F238E27FC236}">
                <a16:creationId xmlns:a16="http://schemas.microsoft.com/office/drawing/2014/main" id="{ED539B38-CEDF-5DB5-914A-EAFDC9AFE6DB}"/>
              </a:ext>
            </a:extLst>
          </p:cNvPr>
          <p:cNvSpPr txBox="1">
            <a:spLocks noChangeArrowheads="1"/>
          </p:cNvSpPr>
          <p:nvPr/>
        </p:nvSpPr>
        <p:spPr bwMode="auto">
          <a:xfrm>
            <a:off x="7239000" y="2452688"/>
            <a:ext cx="1295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spcBef>
                <a:spcPts val="1125"/>
              </a:spcBef>
            </a:pPr>
            <a:r>
              <a:rPr lang="en-US" altLang="en-US" b="1">
                <a:latin typeface="Times New Roman" panose="02020603050405020304" pitchFamily="18" charset="0"/>
              </a:rPr>
              <a:t>sh</a:t>
            </a:r>
          </a:p>
        </p:txBody>
      </p:sp>
      <p:sp>
        <p:nvSpPr>
          <p:cNvPr id="7187" name="Text Box 19">
            <a:extLst>
              <a:ext uri="{FF2B5EF4-FFF2-40B4-BE49-F238E27FC236}">
                <a16:creationId xmlns:a16="http://schemas.microsoft.com/office/drawing/2014/main" id="{6DB392B7-2B89-9934-C996-0A1677C0241A}"/>
              </a:ext>
            </a:extLst>
          </p:cNvPr>
          <p:cNvSpPr txBox="1">
            <a:spLocks noChangeArrowheads="1"/>
          </p:cNvSpPr>
          <p:nvPr/>
        </p:nvSpPr>
        <p:spPr bwMode="auto">
          <a:xfrm>
            <a:off x="8915400" y="2452688"/>
            <a:ext cx="10668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spcBef>
                <a:spcPts val="1125"/>
              </a:spcBef>
            </a:pPr>
            <a:r>
              <a:rPr lang="en-IN" altLang="en-US" b="1">
                <a:latin typeface="Times New Roman" panose="02020603050405020304" pitchFamily="18" charset="0"/>
              </a:rPr>
              <a:t>fn</a:t>
            </a:r>
          </a:p>
        </p:txBody>
      </p:sp>
      <p:sp>
        <p:nvSpPr>
          <p:cNvPr id="7188" name="Line 20">
            <a:extLst>
              <a:ext uri="{FF2B5EF4-FFF2-40B4-BE49-F238E27FC236}">
                <a16:creationId xmlns:a16="http://schemas.microsoft.com/office/drawing/2014/main" id="{052769EE-06DE-AE7E-46A5-4DC585131F9B}"/>
              </a:ext>
            </a:extLst>
          </p:cNvPr>
          <p:cNvSpPr>
            <a:spLocks noChangeShapeType="1"/>
          </p:cNvSpPr>
          <p:nvPr/>
        </p:nvSpPr>
        <p:spPr bwMode="auto">
          <a:xfrm>
            <a:off x="5867400" y="4343400"/>
            <a:ext cx="4343400" cy="1588"/>
          </a:xfrm>
          <a:prstGeom prst="line">
            <a:avLst/>
          </a:prstGeom>
          <a:noFill/>
          <a:ln w="9360">
            <a:solidFill>
              <a:srgbClr val="000000"/>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7189" name="Text Box 21">
            <a:extLst>
              <a:ext uri="{FF2B5EF4-FFF2-40B4-BE49-F238E27FC236}">
                <a16:creationId xmlns:a16="http://schemas.microsoft.com/office/drawing/2014/main" id="{A1C13B1F-54C7-05AF-1294-1AFEDC9D9C6A}"/>
              </a:ext>
            </a:extLst>
          </p:cNvPr>
          <p:cNvSpPr txBox="1">
            <a:spLocks noChangeArrowheads="1"/>
          </p:cNvSpPr>
          <p:nvPr/>
        </p:nvSpPr>
        <p:spPr bwMode="auto">
          <a:xfrm>
            <a:off x="7010400" y="4495800"/>
            <a:ext cx="2514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Operand.offset,16 bits </a:t>
            </a:r>
          </a:p>
        </p:txBody>
      </p:sp>
      <p:sp>
        <p:nvSpPr>
          <p:cNvPr id="7190" name="Text Box 22">
            <a:extLst>
              <a:ext uri="{FF2B5EF4-FFF2-40B4-BE49-F238E27FC236}">
                <a16:creationId xmlns:a16="http://schemas.microsoft.com/office/drawing/2014/main" id="{A04CA6B1-8B0F-F713-3990-4D3412825AD6}"/>
              </a:ext>
            </a:extLst>
          </p:cNvPr>
          <p:cNvSpPr txBox="1">
            <a:spLocks noChangeArrowheads="1"/>
          </p:cNvSpPr>
          <p:nvPr/>
        </p:nvSpPr>
        <p:spPr bwMode="auto">
          <a:xfrm>
            <a:off x="7772400" y="3962400"/>
            <a:ext cx="12192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imm</a:t>
            </a:r>
          </a:p>
        </p:txBody>
      </p:sp>
      <p:sp>
        <p:nvSpPr>
          <p:cNvPr id="7191" name="Text Box 23">
            <a:extLst>
              <a:ext uri="{FF2B5EF4-FFF2-40B4-BE49-F238E27FC236}">
                <a16:creationId xmlns:a16="http://schemas.microsoft.com/office/drawing/2014/main" id="{42CFD094-159C-1A2B-33AC-C0EC096D40D8}"/>
              </a:ext>
            </a:extLst>
          </p:cNvPr>
          <p:cNvSpPr txBox="1">
            <a:spLocks noChangeArrowheads="1"/>
          </p:cNvSpPr>
          <p:nvPr/>
        </p:nvSpPr>
        <p:spPr bwMode="auto">
          <a:xfrm>
            <a:off x="2133600" y="3886200"/>
            <a:ext cx="11430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Opcode</a:t>
            </a:r>
          </a:p>
        </p:txBody>
      </p:sp>
      <p:sp>
        <p:nvSpPr>
          <p:cNvPr id="7192" name="Text Box 24">
            <a:extLst>
              <a:ext uri="{FF2B5EF4-FFF2-40B4-BE49-F238E27FC236}">
                <a16:creationId xmlns:a16="http://schemas.microsoft.com/office/drawing/2014/main" id="{3FA5CC76-3B28-E873-64DC-BA0E348C5B35}"/>
              </a:ext>
            </a:extLst>
          </p:cNvPr>
          <p:cNvSpPr txBox="1">
            <a:spLocks noChangeArrowheads="1"/>
          </p:cNvSpPr>
          <p:nvPr/>
        </p:nvSpPr>
        <p:spPr bwMode="auto">
          <a:xfrm>
            <a:off x="3429000" y="3886201"/>
            <a:ext cx="1143000"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Source 1</a:t>
            </a:r>
          </a:p>
          <a:p>
            <a:pPr>
              <a:spcBef>
                <a:spcPts val="1125"/>
              </a:spcBef>
            </a:pPr>
            <a:r>
              <a:rPr lang="en-IN" altLang="en-US" b="1">
                <a:latin typeface="Times New Roman" panose="02020603050405020304" pitchFamily="18" charset="0"/>
              </a:rPr>
              <a:t>or base</a:t>
            </a:r>
          </a:p>
        </p:txBody>
      </p:sp>
      <p:sp>
        <p:nvSpPr>
          <p:cNvPr id="7193" name="Text Box 25">
            <a:extLst>
              <a:ext uri="{FF2B5EF4-FFF2-40B4-BE49-F238E27FC236}">
                <a16:creationId xmlns:a16="http://schemas.microsoft.com/office/drawing/2014/main" id="{0EB7DDB0-8042-B91C-8F1A-D01CD7DC726D}"/>
              </a:ext>
            </a:extLst>
          </p:cNvPr>
          <p:cNvSpPr txBox="1">
            <a:spLocks noChangeArrowheads="1"/>
          </p:cNvSpPr>
          <p:nvPr/>
        </p:nvSpPr>
        <p:spPr bwMode="auto">
          <a:xfrm>
            <a:off x="4648200" y="3868738"/>
            <a:ext cx="1143000" cy="785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Source 2</a:t>
            </a:r>
          </a:p>
          <a:p>
            <a:pPr>
              <a:spcBef>
                <a:spcPts val="1125"/>
              </a:spcBef>
            </a:pPr>
            <a:r>
              <a:rPr lang="en-US" altLang="en-US" b="1">
                <a:latin typeface="Times New Roman" panose="02020603050405020304" pitchFamily="18" charset="0"/>
              </a:rPr>
              <a:t>or dest</a:t>
            </a:r>
          </a:p>
        </p:txBody>
      </p:sp>
      <p:sp>
        <p:nvSpPr>
          <p:cNvPr id="7194" name="Text Box 26">
            <a:extLst>
              <a:ext uri="{FF2B5EF4-FFF2-40B4-BE49-F238E27FC236}">
                <a16:creationId xmlns:a16="http://schemas.microsoft.com/office/drawing/2014/main" id="{96375787-9C46-D075-3EE8-D92A448D2861}"/>
              </a:ext>
            </a:extLst>
          </p:cNvPr>
          <p:cNvSpPr txBox="1">
            <a:spLocks noChangeArrowheads="1"/>
          </p:cNvSpPr>
          <p:nvPr/>
        </p:nvSpPr>
        <p:spPr bwMode="auto">
          <a:xfrm>
            <a:off x="5867400" y="3810000"/>
            <a:ext cx="14478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Destination</a:t>
            </a:r>
          </a:p>
        </p:txBody>
      </p:sp>
      <p:sp>
        <p:nvSpPr>
          <p:cNvPr id="7195" name="Text Box 27">
            <a:extLst>
              <a:ext uri="{FF2B5EF4-FFF2-40B4-BE49-F238E27FC236}">
                <a16:creationId xmlns:a16="http://schemas.microsoft.com/office/drawing/2014/main" id="{3D54BB1E-48E1-5F1D-5F6E-90D286D6ED79}"/>
              </a:ext>
            </a:extLst>
          </p:cNvPr>
          <p:cNvSpPr txBox="1">
            <a:spLocks noChangeArrowheads="1"/>
          </p:cNvSpPr>
          <p:nvPr/>
        </p:nvSpPr>
        <p:spPr bwMode="auto">
          <a:xfrm>
            <a:off x="7391400" y="3786188"/>
            <a:ext cx="15240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Unused</a:t>
            </a:r>
          </a:p>
        </p:txBody>
      </p:sp>
      <p:sp>
        <p:nvSpPr>
          <p:cNvPr id="7196" name="Text Box 28">
            <a:extLst>
              <a:ext uri="{FF2B5EF4-FFF2-40B4-BE49-F238E27FC236}">
                <a16:creationId xmlns:a16="http://schemas.microsoft.com/office/drawing/2014/main" id="{8E8AB829-9DAB-B184-3CAE-CBB0B4246227}"/>
              </a:ext>
            </a:extLst>
          </p:cNvPr>
          <p:cNvSpPr txBox="1">
            <a:spLocks noChangeArrowheads="1"/>
          </p:cNvSpPr>
          <p:nvPr/>
        </p:nvSpPr>
        <p:spPr bwMode="auto">
          <a:xfrm>
            <a:off x="8763000" y="3810000"/>
            <a:ext cx="14478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Opcode ext</a:t>
            </a:r>
          </a:p>
        </p:txBody>
      </p:sp>
      <p:sp>
        <p:nvSpPr>
          <p:cNvPr id="7197" name="Line 29">
            <a:extLst>
              <a:ext uri="{FF2B5EF4-FFF2-40B4-BE49-F238E27FC236}">
                <a16:creationId xmlns:a16="http://schemas.microsoft.com/office/drawing/2014/main" id="{23D5C17B-791D-2FA0-68E5-2E161C0A1D43}"/>
              </a:ext>
            </a:extLst>
          </p:cNvPr>
          <p:cNvSpPr>
            <a:spLocks noChangeShapeType="1"/>
          </p:cNvSpPr>
          <p:nvPr/>
        </p:nvSpPr>
        <p:spPr bwMode="auto">
          <a:xfrm>
            <a:off x="3505200" y="5334000"/>
            <a:ext cx="6629400" cy="1588"/>
          </a:xfrm>
          <a:prstGeom prst="line">
            <a:avLst/>
          </a:prstGeom>
          <a:noFill/>
          <a:ln w="9360">
            <a:solidFill>
              <a:srgbClr val="000000"/>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7198" name="Text Box 30">
            <a:extLst>
              <a:ext uri="{FF2B5EF4-FFF2-40B4-BE49-F238E27FC236}">
                <a16:creationId xmlns:a16="http://schemas.microsoft.com/office/drawing/2014/main" id="{2290719F-8DFD-27A1-D7ED-F177CDADFA3A}"/>
              </a:ext>
            </a:extLst>
          </p:cNvPr>
          <p:cNvSpPr txBox="1">
            <a:spLocks noChangeArrowheads="1"/>
          </p:cNvSpPr>
          <p:nvPr/>
        </p:nvSpPr>
        <p:spPr bwMode="auto">
          <a:xfrm>
            <a:off x="6324600" y="4891088"/>
            <a:ext cx="914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jta</a:t>
            </a:r>
          </a:p>
        </p:txBody>
      </p:sp>
      <p:sp>
        <p:nvSpPr>
          <p:cNvPr id="7199" name="Text Box 31">
            <a:extLst>
              <a:ext uri="{FF2B5EF4-FFF2-40B4-BE49-F238E27FC236}">
                <a16:creationId xmlns:a16="http://schemas.microsoft.com/office/drawing/2014/main" id="{0BC28831-0D64-0877-AFF8-DF1B93960A0F}"/>
              </a:ext>
            </a:extLst>
          </p:cNvPr>
          <p:cNvSpPr txBox="1">
            <a:spLocks noChangeArrowheads="1"/>
          </p:cNvSpPr>
          <p:nvPr/>
        </p:nvSpPr>
        <p:spPr bwMode="auto">
          <a:xfrm>
            <a:off x="5715000" y="5410200"/>
            <a:ext cx="42672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jump target address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a:extLst>
              <a:ext uri="{FF2B5EF4-FFF2-40B4-BE49-F238E27FC236}">
                <a16:creationId xmlns:a16="http://schemas.microsoft.com/office/drawing/2014/main" id="{44EC9008-5074-12D9-F97F-2C4D90EB80A5}"/>
              </a:ext>
            </a:extLst>
          </p:cNvPr>
          <p:cNvSpPr>
            <a:spLocks noGrp="1" noChangeArrowheads="1"/>
          </p:cNvSpPr>
          <p:nvPr>
            <p:ph type="title" idx="4294967295"/>
          </p:nvPr>
        </p:nvSpPr>
        <p:spPr>
          <a:xfrm>
            <a:off x="1981200" y="363538"/>
            <a:ext cx="8229600" cy="1312862"/>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altLang="en-US" sz="4000"/>
              <a:t>Abstraction of Instruction Execution Unit</a:t>
            </a:r>
          </a:p>
        </p:txBody>
      </p:sp>
      <p:sp>
        <p:nvSpPr>
          <p:cNvPr id="8194" name="Rectangle 2">
            <a:extLst>
              <a:ext uri="{FF2B5EF4-FFF2-40B4-BE49-F238E27FC236}">
                <a16:creationId xmlns:a16="http://schemas.microsoft.com/office/drawing/2014/main" id="{81CF6E12-8669-3952-5282-843488C167E1}"/>
              </a:ext>
            </a:extLst>
          </p:cNvPr>
          <p:cNvSpPr>
            <a:spLocks noChangeArrowheads="1"/>
          </p:cNvSpPr>
          <p:nvPr/>
        </p:nvSpPr>
        <p:spPr bwMode="auto">
          <a:xfrm>
            <a:off x="2514600" y="1905000"/>
            <a:ext cx="1828800" cy="762000"/>
          </a:xfrm>
          <a:prstGeom prst="rect">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NEXT </a:t>
            </a:r>
            <a:br>
              <a:rPr lang="en-IN" altLang="en-US" b="1">
                <a:latin typeface="Times New Roman" panose="02020603050405020304" pitchFamily="18" charset="0"/>
              </a:rPr>
            </a:br>
            <a:r>
              <a:rPr lang="en-IN" altLang="en-US" b="1">
                <a:latin typeface="Times New Roman" panose="02020603050405020304" pitchFamily="18" charset="0"/>
              </a:rPr>
              <a:t>ADDRESS</a:t>
            </a:r>
          </a:p>
        </p:txBody>
      </p:sp>
      <p:sp>
        <p:nvSpPr>
          <p:cNvPr id="8195" name="AutoShape 3">
            <a:extLst>
              <a:ext uri="{FF2B5EF4-FFF2-40B4-BE49-F238E27FC236}">
                <a16:creationId xmlns:a16="http://schemas.microsoft.com/office/drawing/2014/main" id="{3172CC5C-6BDF-55E8-E98B-B4774B1B4DD6}"/>
              </a:ext>
            </a:extLst>
          </p:cNvPr>
          <p:cNvSpPr>
            <a:spLocks noChangeArrowheads="1"/>
          </p:cNvSpPr>
          <p:nvPr/>
        </p:nvSpPr>
        <p:spPr bwMode="auto">
          <a:xfrm>
            <a:off x="7315200" y="3810000"/>
            <a:ext cx="1295400" cy="1219200"/>
          </a:xfrm>
          <a:prstGeom prst="chevron">
            <a:avLst>
              <a:gd name="adj" fmla="val 26563"/>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ALU</a:t>
            </a:r>
          </a:p>
        </p:txBody>
      </p:sp>
      <p:sp>
        <p:nvSpPr>
          <p:cNvPr id="8196" name="Rectangle 4">
            <a:extLst>
              <a:ext uri="{FF2B5EF4-FFF2-40B4-BE49-F238E27FC236}">
                <a16:creationId xmlns:a16="http://schemas.microsoft.com/office/drawing/2014/main" id="{01A63406-6EC2-A51F-8F27-593E64A4CC28}"/>
              </a:ext>
            </a:extLst>
          </p:cNvPr>
          <p:cNvSpPr>
            <a:spLocks noChangeArrowheads="1"/>
          </p:cNvSpPr>
          <p:nvPr/>
        </p:nvSpPr>
        <p:spPr bwMode="auto">
          <a:xfrm>
            <a:off x="5715000" y="3733800"/>
            <a:ext cx="990600" cy="1295400"/>
          </a:xfrm>
          <a:prstGeom prst="rect">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REG</a:t>
            </a:r>
          </a:p>
          <a:p>
            <a:pPr algn="ctr">
              <a:buClrTx/>
              <a:buFontTx/>
              <a:buNone/>
            </a:pPr>
            <a:r>
              <a:rPr lang="en-IN" altLang="en-US" b="1">
                <a:latin typeface="Times New Roman" panose="02020603050405020304" pitchFamily="18" charset="0"/>
              </a:rPr>
              <a:t>FILE</a:t>
            </a:r>
          </a:p>
        </p:txBody>
      </p:sp>
      <p:sp>
        <p:nvSpPr>
          <p:cNvPr id="8197" name="Rectangle 5">
            <a:extLst>
              <a:ext uri="{FF2B5EF4-FFF2-40B4-BE49-F238E27FC236}">
                <a16:creationId xmlns:a16="http://schemas.microsoft.com/office/drawing/2014/main" id="{9EC2AE42-C9F6-8CF6-74B4-4CC579D6157D}"/>
              </a:ext>
            </a:extLst>
          </p:cNvPr>
          <p:cNvSpPr>
            <a:spLocks noChangeArrowheads="1"/>
          </p:cNvSpPr>
          <p:nvPr/>
        </p:nvSpPr>
        <p:spPr bwMode="auto">
          <a:xfrm>
            <a:off x="2209800" y="3657600"/>
            <a:ext cx="609600" cy="1447800"/>
          </a:xfrm>
          <a:prstGeom prst="rect">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PC</a:t>
            </a:r>
          </a:p>
        </p:txBody>
      </p:sp>
      <p:sp>
        <p:nvSpPr>
          <p:cNvPr id="8198" name="Rectangle 6">
            <a:extLst>
              <a:ext uri="{FF2B5EF4-FFF2-40B4-BE49-F238E27FC236}">
                <a16:creationId xmlns:a16="http://schemas.microsoft.com/office/drawing/2014/main" id="{719C1EDC-467B-8671-2D8F-380FB276FA41}"/>
              </a:ext>
            </a:extLst>
          </p:cNvPr>
          <p:cNvSpPr>
            <a:spLocks noChangeArrowheads="1"/>
          </p:cNvSpPr>
          <p:nvPr/>
        </p:nvSpPr>
        <p:spPr bwMode="auto">
          <a:xfrm>
            <a:off x="3124200" y="3886200"/>
            <a:ext cx="1524000" cy="914400"/>
          </a:xfrm>
          <a:prstGeom prst="rect">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INSTR</a:t>
            </a:r>
          </a:p>
          <a:p>
            <a:pPr algn="ctr">
              <a:buClrTx/>
              <a:buFontTx/>
              <a:buNone/>
            </a:pPr>
            <a:r>
              <a:rPr lang="en-IN" altLang="en-US" b="1">
                <a:latin typeface="Times New Roman" panose="02020603050405020304" pitchFamily="18" charset="0"/>
              </a:rPr>
              <a:t>CACHE</a:t>
            </a:r>
          </a:p>
        </p:txBody>
      </p:sp>
      <p:sp>
        <p:nvSpPr>
          <p:cNvPr id="8199" name="Line 7">
            <a:extLst>
              <a:ext uri="{FF2B5EF4-FFF2-40B4-BE49-F238E27FC236}">
                <a16:creationId xmlns:a16="http://schemas.microsoft.com/office/drawing/2014/main" id="{0BD05FFB-7BF4-BFF3-5254-CEA99AF8BA81}"/>
              </a:ext>
            </a:extLst>
          </p:cNvPr>
          <p:cNvSpPr>
            <a:spLocks noChangeShapeType="1"/>
          </p:cNvSpPr>
          <p:nvPr/>
        </p:nvSpPr>
        <p:spPr bwMode="auto">
          <a:xfrm flipH="1">
            <a:off x="1827214" y="2286000"/>
            <a:ext cx="688975"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00" name="Line 8">
            <a:extLst>
              <a:ext uri="{FF2B5EF4-FFF2-40B4-BE49-F238E27FC236}">
                <a16:creationId xmlns:a16="http://schemas.microsoft.com/office/drawing/2014/main" id="{B81E9E9B-3965-B473-E203-2328C911920E}"/>
              </a:ext>
            </a:extLst>
          </p:cNvPr>
          <p:cNvSpPr>
            <a:spLocks noChangeShapeType="1"/>
          </p:cNvSpPr>
          <p:nvPr/>
        </p:nvSpPr>
        <p:spPr bwMode="auto">
          <a:xfrm>
            <a:off x="1857375" y="2286000"/>
            <a:ext cx="1588" cy="22098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01" name="Line 9">
            <a:extLst>
              <a:ext uri="{FF2B5EF4-FFF2-40B4-BE49-F238E27FC236}">
                <a16:creationId xmlns:a16="http://schemas.microsoft.com/office/drawing/2014/main" id="{6E9851A0-4AC7-145B-C9D5-3A53BF7A5B61}"/>
              </a:ext>
            </a:extLst>
          </p:cNvPr>
          <p:cNvSpPr>
            <a:spLocks noChangeShapeType="1"/>
          </p:cNvSpPr>
          <p:nvPr/>
        </p:nvSpPr>
        <p:spPr bwMode="auto">
          <a:xfrm>
            <a:off x="1828800" y="4495800"/>
            <a:ext cx="381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02" name="Rectangle 10">
            <a:extLst>
              <a:ext uri="{FF2B5EF4-FFF2-40B4-BE49-F238E27FC236}">
                <a16:creationId xmlns:a16="http://schemas.microsoft.com/office/drawing/2014/main" id="{E3914FA6-503E-BD58-63D8-71149BC28E11}"/>
              </a:ext>
            </a:extLst>
          </p:cNvPr>
          <p:cNvSpPr>
            <a:spLocks noChangeArrowheads="1"/>
          </p:cNvSpPr>
          <p:nvPr/>
        </p:nvSpPr>
        <p:spPr bwMode="auto">
          <a:xfrm>
            <a:off x="9525000" y="4114800"/>
            <a:ext cx="914400" cy="914400"/>
          </a:xfrm>
          <a:prstGeom prst="rect">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DATA</a:t>
            </a:r>
            <a:br>
              <a:rPr lang="en-IN" altLang="en-US" b="1">
                <a:latin typeface="Times New Roman" panose="02020603050405020304" pitchFamily="18" charset="0"/>
              </a:rPr>
            </a:br>
            <a:r>
              <a:rPr lang="en-IN" altLang="en-US" b="1">
                <a:latin typeface="Times New Roman" panose="02020603050405020304" pitchFamily="18" charset="0"/>
              </a:rPr>
              <a:t>CACHE</a:t>
            </a:r>
          </a:p>
        </p:txBody>
      </p:sp>
      <p:sp>
        <p:nvSpPr>
          <p:cNvPr id="8203" name="Line 11">
            <a:extLst>
              <a:ext uri="{FF2B5EF4-FFF2-40B4-BE49-F238E27FC236}">
                <a16:creationId xmlns:a16="http://schemas.microsoft.com/office/drawing/2014/main" id="{AB8A798D-56F5-F2EE-18CA-5B395CFAEF27}"/>
              </a:ext>
            </a:extLst>
          </p:cNvPr>
          <p:cNvSpPr>
            <a:spLocks noChangeShapeType="1"/>
          </p:cNvSpPr>
          <p:nvPr/>
        </p:nvSpPr>
        <p:spPr bwMode="auto">
          <a:xfrm>
            <a:off x="4648200" y="4343400"/>
            <a:ext cx="6858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04" name="Line 12">
            <a:extLst>
              <a:ext uri="{FF2B5EF4-FFF2-40B4-BE49-F238E27FC236}">
                <a16:creationId xmlns:a16="http://schemas.microsoft.com/office/drawing/2014/main" id="{AC9C855E-5CA0-6DC3-E13B-DFCF54CE2BC3}"/>
              </a:ext>
            </a:extLst>
          </p:cNvPr>
          <p:cNvSpPr>
            <a:spLocks noChangeShapeType="1"/>
          </p:cNvSpPr>
          <p:nvPr/>
        </p:nvSpPr>
        <p:spPr bwMode="auto">
          <a:xfrm flipV="1">
            <a:off x="5029200" y="2360614"/>
            <a:ext cx="1588" cy="1984375"/>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05" name="Line 13">
            <a:extLst>
              <a:ext uri="{FF2B5EF4-FFF2-40B4-BE49-F238E27FC236}">
                <a16:creationId xmlns:a16="http://schemas.microsoft.com/office/drawing/2014/main" id="{D2EE1D0E-4E14-2F66-D6FA-193192B465AF}"/>
              </a:ext>
            </a:extLst>
          </p:cNvPr>
          <p:cNvSpPr>
            <a:spLocks noChangeShapeType="1"/>
          </p:cNvSpPr>
          <p:nvPr/>
        </p:nvSpPr>
        <p:spPr bwMode="auto">
          <a:xfrm flipH="1">
            <a:off x="4341814" y="2362200"/>
            <a:ext cx="688975"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06" name="Line 14">
            <a:extLst>
              <a:ext uri="{FF2B5EF4-FFF2-40B4-BE49-F238E27FC236}">
                <a16:creationId xmlns:a16="http://schemas.microsoft.com/office/drawing/2014/main" id="{C557A4AE-2A89-80EC-EA3E-05F30EC83404}"/>
              </a:ext>
            </a:extLst>
          </p:cNvPr>
          <p:cNvSpPr>
            <a:spLocks noChangeShapeType="1"/>
          </p:cNvSpPr>
          <p:nvPr/>
        </p:nvSpPr>
        <p:spPr bwMode="auto">
          <a:xfrm>
            <a:off x="2819400" y="4419600"/>
            <a:ext cx="3048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07" name="Line 15">
            <a:extLst>
              <a:ext uri="{FF2B5EF4-FFF2-40B4-BE49-F238E27FC236}">
                <a16:creationId xmlns:a16="http://schemas.microsoft.com/office/drawing/2014/main" id="{9B4C3FCF-E63B-B3A5-43F1-4778583B2AD1}"/>
              </a:ext>
            </a:extLst>
          </p:cNvPr>
          <p:cNvSpPr>
            <a:spLocks noChangeShapeType="1"/>
          </p:cNvSpPr>
          <p:nvPr/>
        </p:nvSpPr>
        <p:spPr bwMode="auto">
          <a:xfrm flipV="1">
            <a:off x="2990850" y="3198814"/>
            <a:ext cx="1588" cy="1222375"/>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08" name="Line 16">
            <a:extLst>
              <a:ext uri="{FF2B5EF4-FFF2-40B4-BE49-F238E27FC236}">
                <a16:creationId xmlns:a16="http://schemas.microsoft.com/office/drawing/2014/main" id="{32775733-380E-9415-72AC-695B3647D289}"/>
              </a:ext>
            </a:extLst>
          </p:cNvPr>
          <p:cNvSpPr>
            <a:spLocks noChangeShapeType="1"/>
          </p:cNvSpPr>
          <p:nvPr/>
        </p:nvSpPr>
        <p:spPr bwMode="auto">
          <a:xfrm>
            <a:off x="2971800" y="3200400"/>
            <a:ext cx="17526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09" name="Line 17">
            <a:extLst>
              <a:ext uri="{FF2B5EF4-FFF2-40B4-BE49-F238E27FC236}">
                <a16:creationId xmlns:a16="http://schemas.microsoft.com/office/drawing/2014/main" id="{16429C4E-ADBC-F721-E338-2F894959FB2B}"/>
              </a:ext>
            </a:extLst>
          </p:cNvPr>
          <p:cNvSpPr>
            <a:spLocks noChangeShapeType="1"/>
          </p:cNvSpPr>
          <p:nvPr/>
        </p:nvSpPr>
        <p:spPr bwMode="auto">
          <a:xfrm flipV="1">
            <a:off x="4724400" y="2436814"/>
            <a:ext cx="1588" cy="765175"/>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10" name="Line 18">
            <a:extLst>
              <a:ext uri="{FF2B5EF4-FFF2-40B4-BE49-F238E27FC236}">
                <a16:creationId xmlns:a16="http://schemas.microsoft.com/office/drawing/2014/main" id="{52E01885-8A5F-E15E-0896-F513C10AB803}"/>
              </a:ext>
            </a:extLst>
          </p:cNvPr>
          <p:cNvSpPr>
            <a:spLocks noChangeShapeType="1"/>
          </p:cNvSpPr>
          <p:nvPr/>
        </p:nvSpPr>
        <p:spPr bwMode="auto">
          <a:xfrm flipH="1">
            <a:off x="4341814" y="2514600"/>
            <a:ext cx="384175"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11" name="Line 19">
            <a:extLst>
              <a:ext uri="{FF2B5EF4-FFF2-40B4-BE49-F238E27FC236}">
                <a16:creationId xmlns:a16="http://schemas.microsoft.com/office/drawing/2014/main" id="{77E489F8-F91D-AA05-F50D-63B4FA11B386}"/>
              </a:ext>
            </a:extLst>
          </p:cNvPr>
          <p:cNvSpPr>
            <a:spLocks noChangeShapeType="1"/>
          </p:cNvSpPr>
          <p:nvPr/>
        </p:nvSpPr>
        <p:spPr bwMode="auto">
          <a:xfrm>
            <a:off x="4800600" y="4343400"/>
            <a:ext cx="1588" cy="1600200"/>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12" name="Line 20">
            <a:extLst>
              <a:ext uri="{FF2B5EF4-FFF2-40B4-BE49-F238E27FC236}">
                <a16:creationId xmlns:a16="http://schemas.microsoft.com/office/drawing/2014/main" id="{7BF1CBDE-E322-0067-F5FA-6020BB38FEA9}"/>
              </a:ext>
            </a:extLst>
          </p:cNvPr>
          <p:cNvSpPr>
            <a:spLocks noChangeShapeType="1"/>
          </p:cNvSpPr>
          <p:nvPr/>
        </p:nvSpPr>
        <p:spPr bwMode="auto">
          <a:xfrm>
            <a:off x="4953000" y="4343400"/>
            <a:ext cx="1588" cy="1600200"/>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13" name="Line 21">
            <a:extLst>
              <a:ext uri="{FF2B5EF4-FFF2-40B4-BE49-F238E27FC236}">
                <a16:creationId xmlns:a16="http://schemas.microsoft.com/office/drawing/2014/main" id="{964B0422-B454-2033-02E1-CA1345F67503}"/>
              </a:ext>
            </a:extLst>
          </p:cNvPr>
          <p:cNvSpPr>
            <a:spLocks noChangeShapeType="1"/>
          </p:cNvSpPr>
          <p:nvPr/>
        </p:nvSpPr>
        <p:spPr bwMode="auto">
          <a:xfrm flipV="1">
            <a:off x="5257800" y="4037014"/>
            <a:ext cx="1588" cy="307975"/>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14" name="Line 22">
            <a:extLst>
              <a:ext uri="{FF2B5EF4-FFF2-40B4-BE49-F238E27FC236}">
                <a16:creationId xmlns:a16="http://schemas.microsoft.com/office/drawing/2014/main" id="{1C34C985-9ED6-342F-F5AE-7BDFD9564E7E}"/>
              </a:ext>
            </a:extLst>
          </p:cNvPr>
          <p:cNvSpPr>
            <a:spLocks noChangeShapeType="1"/>
          </p:cNvSpPr>
          <p:nvPr/>
        </p:nvSpPr>
        <p:spPr bwMode="auto">
          <a:xfrm>
            <a:off x="5257800" y="4038600"/>
            <a:ext cx="4572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15" name="Line 23">
            <a:extLst>
              <a:ext uri="{FF2B5EF4-FFF2-40B4-BE49-F238E27FC236}">
                <a16:creationId xmlns:a16="http://schemas.microsoft.com/office/drawing/2014/main" id="{70A3E6DC-EE89-1609-CB0C-63800EFDC0BD}"/>
              </a:ext>
            </a:extLst>
          </p:cNvPr>
          <p:cNvSpPr>
            <a:spLocks noChangeShapeType="1"/>
          </p:cNvSpPr>
          <p:nvPr/>
        </p:nvSpPr>
        <p:spPr bwMode="auto">
          <a:xfrm>
            <a:off x="6705600" y="4038600"/>
            <a:ext cx="6858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16" name="Line 24">
            <a:extLst>
              <a:ext uri="{FF2B5EF4-FFF2-40B4-BE49-F238E27FC236}">
                <a16:creationId xmlns:a16="http://schemas.microsoft.com/office/drawing/2014/main" id="{4222E35F-0AEB-7F69-E7B6-CE9C60089455}"/>
              </a:ext>
            </a:extLst>
          </p:cNvPr>
          <p:cNvSpPr>
            <a:spLocks noChangeShapeType="1"/>
          </p:cNvSpPr>
          <p:nvPr/>
        </p:nvSpPr>
        <p:spPr bwMode="auto">
          <a:xfrm>
            <a:off x="6705600" y="4800600"/>
            <a:ext cx="6858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17" name="Line 25">
            <a:extLst>
              <a:ext uri="{FF2B5EF4-FFF2-40B4-BE49-F238E27FC236}">
                <a16:creationId xmlns:a16="http://schemas.microsoft.com/office/drawing/2014/main" id="{CEF621EC-45D2-BFB7-7DDC-5B0D823F94AA}"/>
              </a:ext>
            </a:extLst>
          </p:cNvPr>
          <p:cNvSpPr>
            <a:spLocks noChangeShapeType="1"/>
          </p:cNvSpPr>
          <p:nvPr/>
        </p:nvSpPr>
        <p:spPr bwMode="auto">
          <a:xfrm>
            <a:off x="4343400" y="2185989"/>
            <a:ext cx="2514600" cy="1587"/>
          </a:xfrm>
          <a:prstGeom prst="line">
            <a:avLst/>
          </a:prstGeom>
          <a:noFill/>
          <a:ln w="9360">
            <a:solidFill>
              <a:srgbClr val="000000"/>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18" name="Line 26">
            <a:extLst>
              <a:ext uri="{FF2B5EF4-FFF2-40B4-BE49-F238E27FC236}">
                <a16:creationId xmlns:a16="http://schemas.microsoft.com/office/drawing/2014/main" id="{04D92439-A642-B324-11F6-A992E9BE134C}"/>
              </a:ext>
            </a:extLst>
          </p:cNvPr>
          <p:cNvSpPr>
            <a:spLocks noChangeShapeType="1"/>
          </p:cNvSpPr>
          <p:nvPr/>
        </p:nvSpPr>
        <p:spPr bwMode="auto">
          <a:xfrm flipH="1">
            <a:off x="6804025" y="2209800"/>
            <a:ext cx="26988" cy="18288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19" name="Line 27">
            <a:extLst>
              <a:ext uri="{FF2B5EF4-FFF2-40B4-BE49-F238E27FC236}">
                <a16:creationId xmlns:a16="http://schemas.microsoft.com/office/drawing/2014/main" id="{5CFDA0D8-6044-E392-55AE-C19453A4EAF3}"/>
              </a:ext>
            </a:extLst>
          </p:cNvPr>
          <p:cNvSpPr>
            <a:spLocks noChangeShapeType="1"/>
          </p:cNvSpPr>
          <p:nvPr/>
        </p:nvSpPr>
        <p:spPr bwMode="auto">
          <a:xfrm>
            <a:off x="4343400" y="2057400"/>
            <a:ext cx="2743200" cy="1588"/>
          </a:xfrm>
          <a:prstGeom prst="line">
            <a:avLst/>
          </a:prstGeom>
          <a:noFill/>
          <a:ln w="9360">
            <a:solidFill>
              <a:srgbClr val="000000"/>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20" name="Line 28">
            <a:extLst>
              <a:ext uri="{FF2B5EF4-FFF2-40B4-BE49-F238E27FC236}">
                <a16:creationId xmlns:a16="http://schemas.microsoft.com/office/drawing/2014/main" id="{F69B5B67-094E-A379-0B89-E0AAA288A361}"/>
              </a:ext>
            </a:extLst>
          </p:cNvPr>
          <p:cNvSpPr>
            <a:spLocks noChangeShapeType="1"/>
          </p:cNvSpPr>
          <p:nvPr/>
        </p:nvSpPr>
        <p:spPr bwMode="auto">
          <a:xfrm>
            <a:off x="7034214" y="2057400"/>
            <a:ext cx="1587" cy="27432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21" name="Line 29">
            <a:extLst>
              <a:ext uri="{FF2B5EF4-FFF2-40B4-BE49-F238E27FC236}">
                <a16:creationId xmlns:a16="http://schemas.microsoft.com/office/drawing/2014/main" id="{1BC2E021-9814-59A4-F020-C8020C8DD674}"/>
              </a:ext>
            </a:extLst>
          </p:cNvPr>
          <p:cNvSpPr>
            <a:spLocks noChangeShapeType="1"/>
          </p:cNvSpPr>
          <p:nvPr/>
        </p:nvSpPr>
        <p:spPr bwMode="auto">
          <a:xfrm>
            <a:off x="8610600" y="4419600"/>
            <a:ext cx="9144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22" name="Line 30">
            <a:extLst>
              <a:ext uri="{FF2B5EF4-FFF2-40B4-BE49-F238E27FC236}">
                <a16:creationId xmlns:a16="http://schemas.microsoft.com/office/drawing/2014/main" id="{2BFB602E-B7DE-7503-F57B-9B43C8B013F6}"/>
              </a:ext>
            </a:extLst>
          </p:cNvPr>
          <p:cNvSpPr>
            <a:spLocks noChangeShapeType="1"/>
          </p:cNvSpPr>
          <p:nvPr/>
        </p:nvSpPr>
        <p:spPr bwMode="auto">
          <a:xfrm>
            <a:off x="7086600" y="4800600"/>
            <a:ext cx="1588" cy="8382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23" name="Line 31">
            <a:extLst>
              <a:ext uri="{FF2B5EF4-FFF2-40B4-BE49-F238E27FC236}">
                <a16:creationId xmlns:a16="http://schemas.microsoft.com/office/drawing/2014/main" id="{999DFA1F-6032-F36B-332E-C18474F376D3}"/>
              </a:ext>
            </a:extLst>
          </p:cNvPr>
          <p:cNvSpPr>
            <a:spLocks noChangeShapeType="1"/>
          </p:cNvSpPr>
          <p:nvPr/>
        </p:nvSpPr>
        <p:spPr bwMode="auto">
          <a:xfrm>
            <a:off x="7086600" y="5715000"/>
            <a:ext cx="19812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24" name="Line 32">
            <a:extLst>
              <a:ext uri="{FF2B5EF4-FFF2-40B4-BE49-F238E27FC236}">
                <a16:creationId xmlns:a16="http://schemas.microsoft.com/office/drawing/2014/main" id="{2700E0ED-593E-6EEF-A292-712D60347DD8}"/>
              </a:ext>
            </a:extLst>
          </p:cNvPr>
          <p:cNvSpPr>
            <a:spLocks noChangeShapeType="1"/>
          </p:cNvSpPr>
          <p:nvPr/>
        </p:nvSpPr>
        <p:spPr bwMode="auto">
          <a:xfrm flipV="1">
            <a:off x="9067800" y="4722814"/>
            <a:ext cx="1588" cy="993775"/>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25" name="Line 33">
            <a:extLst>
              <a:ext uri="{FF2B5EF4-FFF2-40B4-BE49-F238E27FC236}">
                <a16:creationId xmlns:a16="http://schemas.microsoft.com/office/drawing/2014/main" id="{F107904E-BC37-56D4-5027-86316FBE4904}"/>
              </a:ext>
            </a:extLst>
          </p:cNvPr>
          <p:cNvSpPr>
            <a:spLocks noChangeShapeType="1"/>
          </p:cNvSpPr>
          <p:nvPr/>
        </p:nvSpPr>
        <p:spPr bwMode="auto">
          <a:xfrm>
            <a:off x="9067800" y="4724400"/>
            <a:ext cx="5334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26" name="Line 34">
            <a:extLst>
              <a:ext uri="{FF2B5EF4-FFF2-40B4-BE49-F238E27FC236}">
                <a16:creationId xmlns:a16="http://schemas.microsoft.com/office/drawing/2014/main" id="{BF5C24DD-2A27-B103-DFA8-B76EC4834DC2}"/>
              </a:ext>
            </a:extLst>
          </p:cNvPr>
          <p:cNvSpPr>
            <a:spLocks noChangeShapeType="1"/>
          </p:cNvSpPr>
          <p:nvPr/>
        </p:nvSpPr>
        <p:spPr bwMode="auto">
          <a:xfrm>
            <a:off x="8839200" y="4419600"/>
            <a:ext cx="1588" cy="9906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27" name="Line 35">
            <a:extLst>
              <a:ext uri="{FF2B5EF4-FFF2-40B4-BE49-F238E27FC236}">
                <a16:creationId xmlns:a16="http://schemas.microsoft.com/office/drawing/2014/main" id="{E074A92E-6B46-FF91-AEEE-4496F33B6353}"/>
              </a:ext>
            </a:extLst>
          </p:cNvPr>
          <p:cNvSpPr>
            <a:spLocks noChangeShapeType="1"/>
          </p:cNvSpPr>
          <p:nvPr/>
        </p:nvSpPr>
        <p:spPr bwMode="auto">
          <a:xfrm>
            <a:off x="8839200" y="5410200"/>
            <a:ext cx="18288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28" name="Rectangle 36">
            <a:extLst>
              <a:ext uri="{FF2B5EF4-FFF2-40B4-BE49-F238E27FC236}">
                <a16:creationId xmlns:a16="http://schemas.microsoft.com/office/drawing/2014/main" id="{4A310DA9-9C16-FDAD-40EF-BD28F0B40731}"/>
              </a:ext>
            </a:extLst>
          </p:cNvPr>
          <p:cNvSpPr>
            <a:spLocks noChangeArrowheads="1"/>
          </p:cNvSpPr>
          <p:nvPr/>
        </p:nvSpPr>
        <p:spPr bwMode="auto">
          <a:xfrm>
            <a:off x="2819400" y="5943600"/>
            <a:ext cx="7391400" cy="685800"/>
          </a:xfrm>
          <a:prstGeom prst="rect">
            <a:avLst/>
          </a:prstGeom>
          <a:solidFill>
            <a:srgbClr val="CCCC00"/>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CONTROL UNIT</a:t>
            </a:r>
          </a:p>
        </p:txBody>
      </p:sp>
      <p:sp>
        <p:nvSpPr>
          <p:cNvPr id="8229" name="Line 37">
            <a:extLst>
              <a:ext uri="{FF2B5EF4-FFF2-40B4-BE49-F238E27FC236}">
                <a16:creationId xmlns:a16="http://schemas.microsoft.com/office/drawing/2014/main" id="{97807B69-5497-DE06-7542-9097C0EB2FD9}"/>
              </a:ext>
            </a:extLst>
          </p:cNvPr>
          <p:cNvSpPr>
            <a:spLocks noChangeShapeType="1"/>
          </p:cNvSpPr>
          <p:nvPr/>
        </p:nvSpPr>
        <p:spPr bwMode="auto">
          <a:xfrm>
            <a:off x="5133975" y="4343400"/>
            <a:ext cx="1588" cy="9906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30" name="Line 38">
            <a:extLst>
              <a:ext uri="{FF2B5EF4-FFF2-40B4-BE49-F238E27FC236}">
                <a16:creationId xmlns:a16="http://schemas.microsoft.com/office/drawing/2014/main" id="{0588E562-A33A-2B20-43D1-18BEC9012C88}"/>
              </a:ext>
            </a:extLst>
          </p:cNvPr>
          <p:cNvSpPr>
            <a:spLocks noChangeShapeType="1"/>
          </p:cNvSpPr>
          <p:nvPr/>
        </p:nvSpPr>
        <p:spPr bwMode="auto">
          <a:xfrm>
            <a:off x="5181600" y="5334000"/>
            <a:ext cx="17526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31" name="Line 39">
            <a:extLst>
              <a:ext uri="{FF2B5EF4-FFF2-40B4-BE49-F238E27FC236}">
                <a16:creationId xmlns:a16="http://schemas.microsoft.com/office/drawing/2014/main" id="{4567E116-2D40-CDA4-7056-C5174CF8F72F}"/>
              </a:ext>
            </a:extLst>
          </p:cNvPr>
          <p:cNvSpPr>
            <a:spLocks noChangeShapeType="1"/>
          </p:cNvSpPr>
          <p:nvPr/>
        </p:nvSpPr>
        <p:spPr bwMode="auto">
          <a:xfrm flipV="1">
            <a:off x="6934200" y="4799014"/>
            <a:ext cx="1588" cy="536575"/>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32" name="Text Box 40">
            <a:extLst>
              <a:ext uri="{FF2B5EF4-FFF2-40B4-BE49-F238E27FC236}">
                <a16:creationId xmlns:a16="http://schemas.microsoft.com/office/drawing/2014/main" id="{962CA55F-5571-1944-EDAA-C57FA8E942B9}"/>
              </a:ext>
            </a:extLst>
          </p:cNvPr>
          <p:cNvSpPr txBox="1">
            <a:spLocks noChangeArrowheads="1"/>
          </p:cNvSpPr>
          <p:nvPr/>
        </p:nvSpPr>
        <p:spPr bwMode="auto">
          <a:xfrm>
            <a:off x="4824413" y="3671888"/>
            <a:ext cx="990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rs,rt,rd</a:t>
            </a:r>
          </a:p>
        </p:txBody>
      </p:sp>
      <p:sp>
        <p:nvSpPr>
          <p:cNvPr id="8233" name="Text Box 41">
            <a:extLst>
              <a:ext uri="{FF2B5EF4-FFF2-40B4-BE49-F238E27FC236}">
                <a16:creationId xmlns:a16="http://schemas.microsoft.com/office/drawing/2014/main" id="{23FE089B-3334-25B6-217C-C66A1E373E76}"/>
              </a:ext>
            </a:extLst>
          </p:cNvPr>
          <p:cNvSpPr txBox="1">
            <a:spLocks noChangeArrowheads="1"/>
          </p:cNvSpPr>
          <p:nvPr/>
        </p:nvSpPr>
        <p:spPr bwMode="auto">
          <a:xfrm>
            <a:off x="5562600" y="5334000"/>
            <a:ext cx="990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imm</a:t>
            </a:r>
          </a:p>
        </p:txBody>
      </p:sp>
      <p:sp>
        <p:nvSpPr>
          <p:cNvPr id="8234" name="Text Box 42">
            <a:extLst>
              <a:ext uri="{FF2B5EF4-FFF2-40B4-BE49-F238E27FC236}">
                <a16:creationId xmlns:a16="http://schemas.microsoft.com/office/drawing/2014/main" id="{75A346A6-CC1B-A629-E0AF-C639A77A667E}"/>
              </a:ext>
            </a:extLst>
          </p:cNvPr>
          <p:cNvSpPr txBox="1">
            <a:spLocks noChangeArrowheads="1"/>
          </p:cNvSpPr>
          <p:nvPr/>
        </p:nvSpPr>
        <p:spPr bwMode="auto">
          <a:xfrm>
            <a:off x="7038975" y="4005263"/>
            <a:ext cx="914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(rs)</a:t>
            </a:r>
          </a:p>
        </p:txBody>
      </p:sp>
      <p:sp>
        <p:nvSpPr>
          <p:cNvPr id="8235" name="Text Box 43">
            <a:extLst>
              <a:ext uri="{FF2B5EF4-FFF2-40B4-BE49-F238E27FC236}">
                <a16:creationId xmlns:a16="http://schemas.microsoft.com/office/drawing/2014/main" id="{F3E55634-7E71-99D6-DF53-D54D2FE3B22E}"/>
              </a:ext>
            </a:extLst>
          </p:cNvPr>
          <p:cNvSpPr txBox="1">
            <a:spLocks noChangeArrowheads="1"/>
          </p:cNvSpPr>
          <p:nvPr/>
        </p:nvSpPr>
        <p:spPr bwMode="auto">
          <a:xfrm>
            <a:off x="7162800" y="4967288"/>
            <a:ext cx="914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(rt)</a:t>
            </a:r>
          </a:p>
        </p:txBody>
      </p:sp>
      <p:sp>
        <p:nvSpPr>
          <p:cNvPr id="8236" name="Text Box 44">
            <a:extLst>
              <a:ext uri="{FF2B5EF4-FFF2-40B4-BE49-F238E27FC236}">
                <a16:creationId xmlns:a16="http://schemas.microsoft.com/office/drawing/2014/main" id="{4C42AC2D-4215-CDC0-335E-EFE520666E9C}"/>
              </a:ext>
            </a:extLst>
          </p:cNvPr>
          <p:cNvSpPr txBox="1">
            <a:spLocks noChangeArrowheads="1"/>
          </p:cNvSpPr>
          <p:nvPr/>
        </p:nvSpPr>
        <p:spPr bwMode="auto">
          <a:xfrm>
            <a:off x="5105400" y="2438400"/>
            <a:ext cx="990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jta</a:t>
            </a:r>
          </a:p>
        </p:txBody>
      </p:sp>
      <p:sp>
        <p:nvSpPr>
          <p:cNvPr id="8237" name="Text Box 45">
            <a:extLst>
              <a:ext uri="{FF2B5EF4-FFF2-40B4-BE49-F238E27FC236}">
                <a16:creationId xmlns:a16="http://schemas.microsoft.com/office/drawing/2014/main" id="{21F469E2-2B17-EF53-6D27-DFB29FF67004}"/>
              </a:ext>
            </a:extLst>
          </p:cNvPr>
          <p:cNvSpPr txBox="1">
            <a:spLocks noChangeArrowheads="1"/>
          </p:cNvSpPr>
          <p:nvPr/>
        </p:nvSpPr>
        <p:spPr bwMode="auto">
          <a:xfrm>
            <a:off x="8686800" y="4052888"/>
            <a:ext cx="11430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Addr</a:t>
            </a:r>
          </a:p>
        </p:txBody>
      </p:sp>
      <p:sp>
        <p:nvSpPr>
          <p:cNvPr id="8238" name="Text Box 46">
            <a:extLst>
              <a:ext uri="{FF2B5EF4-FFF2-40B4-BE49-F238E27FC236}">
                <a16:creationId xmlns:a16="http://schemas.microsoft.com/office/drawing/2014/main" id="{232D8D75-C65E-B67C-D3BE-AF61380C502B}"/>
              </a:ext>
            </a:extLst>
          </p:cNvPr>
          <p:cNvSpPr txBox="1">
            <a:spLocks noChangeArrowheads="1"/>
          </p:cNvSpPr>
          <p:nvPr/>
        </p:nvSpPr>
        <p:spPr bwMode="auto">
          <a:xfrm>
            <a:off x="8991600" y="4891088"/>
            <a:ext cx="914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Data</a:t>
            </a:r>
          </a:p>
        </p:txBody>
      </p:sp>
      <p:sp>
        <p:nvSpPr>
          <p:cNvPr id="8239" name="Line 47">
            <a:extLst>
              <a:ext uri="{FF2B5EF4-FFF2-40B4-BE49-F238E27FC236}">
                <a16:creationId xmlns:a16="http://schemas.microsoft.com/office/drawing/2014/main" id="{F4EB2053-14D3-CAC1-7D3D-FDB99DCDE247}"/>
              </a:ext>
            </a:extLst>
          </p:cNvPr>
          <p:cNvSpPr>
            <a:spLocks noChangeShapeType="1"/>
          </p:cNvSpPr>
          <p:nvPr/>
        </p:nvSpPr>
        <p:spPr bwMode="auto">
          <a:xfrm>
            <a:off x="10439400" y="4419600"/>
            <a:ext cx="3048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40" name="Line 48">
            <a:extLst>
              <a:ext uri="{FF2B5EF4-FFF2-40B4-BE49-F238E27FC236}">
                <a16:creationId xmlns:a16="http://schemas.microsoft.com/office/drawing/2014/main" id="{1EE75CC5-D342-F3AB-BB9E-290FDEBFC842}"/>
              </a:ext>
            </a:extLst>
          </p:cNvPr>
          <p:cNvSpPr>
            <a:spLocks noChangeShapeType="1"/>
          </p:cNvSpPr>
          <p:nvPr/>
        </p:nvSpPr>
        <p:spPr bwMode="auto">
          <a:xfrm>
            <a:off x="10544175" y="4395788"/>
            <a:ext cx="1588" cy="13716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41" name="Line 49">
            <a:extLst>
              <a:ext uri="{FF2B5EF4-FFF2-40B4-BE49-F238E27FC236}">
                <a16:creationId xmlns:a16="http://schemas.microsoft.com/office/drawing/2014/main" id="{8A5DED81-910A-B5E2-AAB4-B01464D54850}"/>
              </a:ext>
            </a:extLst>
          </p:cNvPr>
          <p:cNvSpPr>
            <a:spLocks noChangeShapeType="1"/>
          </p:cNvSpPr>
          <p:nvPr/>
        </p:nvSpPr>
        <p:spPr bwMode="auto">
          <a:xfrm>
            <a:off x="5443538" y="5819775"/>
            <a:ext cx="51054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42" name="Line 50">
            <a:extLst>
              <a:ext uri="{FF2B5EF4-FFF2-40B4-BE49-F238E27FC236}">
                <a16:creationId xmlns:a16="http://schemas.microsoft.com/office/drawing/2014/main" id="{BB6C8298-3923-E6B1-EC3C-B69BCCAB8DB0}"/>
              </a:ext>
            </a:extLst>
          </p:cNvPr>
          <p:cNvSpPr>
            <a:spLocks noChangeShapeType="1"/>
          </p:cNvSpPr>
          <p:nvPr/>
        </p:nvSpPr>
        <p:spPr bwMode="auto">
          <a:xfrm flipV="1">
            <a:off x="5462589" y="4722814"/>
            <a:ext cx="1587" cy="1069975"/>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43" name="Line 51">
            <a:extLst>
              <a:ext uri="{FF2B5EF4-FFF2-40B4-BE49-F238E27FC236}">
                <a16:creationId xmlns:a16="http://schemas.microsoft.com/office/drawing/2014/main" id="{12BA6353-3B30-64BB-4C2E-9B2EE4EC6DEA}"/>
              </a:ext>
            </a:extLst>
          </p:cNvPr>
          <p:cNvSpPr>
            <a:spLocks noChangeShapeType="1"/>
          </p:cNvSpPr>
          <p:nvPr/>
        </p:nvSpPr>
        <p:spPr bwMode="auto">
          <a:xfrm>
            <a:off x="5534025" y="4724400"/>
            <a:ext cx="1524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44" name="Line 52">
            <a:extLst>
              <a:ext uri="{FF2B5EF4-FFF2-40B4-BE49-F238E27FC236}">
                <a16:creationId xmlns:a16="http://schemas.microsoft.com/office/drawing/2014/main" id="{80194302-95D9-D599-E0E1-0E3E72E63A71}"/>
              </a:ext>
            </a:extLst>
          </p:cNvPr>
          <p:cNvSpPr>
            <a:spLocks noChangeShapeType="1"/>
          </p:cNvSpPr>
          <p:nvPr/>
        </p:nvSpPr>
        <p:spPr bwMode="auto">
          <a:xfrm>
            <a:off x="2895600" y="2590800"/>
            <a:ext cx="1588" cy="3352800"/>
          </a:xfrm>
          <a:prstGeom prst="line">
            <a:avLst/>
          </a:prstGeom>
          <a:noFill/>
          <a:ln w="9360">
            <a:solidFill>
              <a:srgbClr val="000000"/>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45" name="Line 53">
            <a:extLst>
              <a:ext uri="{FF2B5EF4-FFF2-40B4-BE49-F238E27FC236}">
                <a16:creationId xmlns:a16="http://schemas.microsoft.com/office/drawing/2014/main" id="{F26271FE-2F59-8940-F074-161F9F1E092C}"/>
              </a:ext>
            </a:extLst>
          </p:cNvPr>
          <p:cNvSpPr>
            <a:spLocks noChangeShapeType="1"/>
          </p:cNvSpPr>
          <p:nvPr/>
        </p:nvSpPr>
        <p:spPr bwMode="auto">
          <a:xfrm>
            <a:off x="6172200" y="5029200"/>
            <a:ext cx="1588" cy="914400"/>
          </a:xfrm>
          <a:prstGeom prst="line">
            <a:avLst/>
          </a:prstGeom>
          <a:noFill/>
          <a:ln w="9360">
            <a:solidFill>
              <a:srgbClr val="000000"/>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46" name="Line 54">
            <a:extLst>
              <a:ext uri="{FF2B5EF4-FFF2-40B4-BE49-F238E27FC236}">
                <a16:creationId xmlns:a16="http://schemas.microsoft.com/office/drawing/2014/main" id="{A8ACE386-4C44-B032-8EE5-7E3A6011D896}"/>
              </a:ext>
            </a:extLst>
          </p:cNvPr>
          <p:cNvSpPr>
            <a:spLocks noChangeShapeType="1"/>
          </p:cNvSpPr>
          <p:nvPr/>
        </p:nvSpPr>
        <p:spPr bwMode="auto">
          <a:xfrm>
            <a:off x="7772400" y="5029200"/>
            <a:ext cx="1588" cy="914400"/>
          </a:xfrm>
          <a:prstGeom prst="line">
            <a:avLst/>
          </a:prstGeom>
          <a:noFill/>
          <a:ln w="9360">
            <a:solidFill>
              <a:srgbClr val="000000"/>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47" name="Line 55">
            <a:extLst>
              <a:ext uri="{FF2B5EF4-FFF2-40B4-BE49-F238E27FC236}">
                <a16:creationId xmlns:a16="http://schemas.microsoft.com/office/drawing/2014/main" id="{9AE37472-016A-E9E9-ED3C-AEDD34F9B863}"/>
              </a:ext>
            </a:extLst>
          </p:cNvPr>
          <p:cNvSpPr>
            <a:spLocks noChangeShapeType="1"/>
          </p:cNvSpPr>
          <p:nvPr/>
        </p:nvSpPr>
        <p:spPr bwMode="auto">
          <a:xfrm>
            <a:off x="9982200" y="5029200"/>
            <a:ext cx="1588" cy="914400"/>
          </a:xfrm>
          <a:prstGeom prst="line">
            <a:avLst/>
          </a:prstGeom>
          <a:noFill/>
          <a:ln w="9360">
            <a:solidFill>
              <a:srgbClr val="000000"/>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8248" name="Text Box 56">
            <a:extLst>
              <a:ext uri="{FF2B5EF4-FFF2-40B4-BE49-F238E27FC236}">
                <a16:creationId xmlns:a16="http://schemas.microsoft.com/office/drawing/2014/main" id="{A6EE6319-F578-C210-DDC2-F1D524B44EFD}"/>
              </a:ext>
            </a:extLst>
          </p:cNvPr>
          <p:cNvSpPr txBox="1">
            <a:spLocks noChangeArrowheads="1"/>
          </p:cNvSpPr>
          <p:nvPr/>
        </p:nvSpPr>
        <p:spPr bwMode="auto">
          <a:xfrm>
            <a:off x="4419600" y="5424488"/>
            <a:ext cx="609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op</a:t>
            </a:r>
          </a:p>
        </p:txBody>
      </p:sp>
      <p:sp>
        <p:nvSpPr>
          <p:cNvPr id="8249" name="Text Box 57">
            <a:extLst>
              <a:ext uri="{FF2B5EF4-FFF2-40B4-BE49-F238E27FC236}">
                <a16:creationId xmlns:a16="http://schemas.microsoft.com/office/drawing/2014/main" id="{4AC57CCF-EC13-1C34-A529-5B3D8229D5C6}"/>
              </a:ext>
            </a:extLst>
          </p:cNvPr>
          <p:cNvSpPr txBox="1">
            <a:spLocks noChangeArrowheads="1"/>
          </p:cNvSpPr>
          <p:nvPr/>
        </p:nvSpPr>
        <p:spPr bwMode="auto">
          <a:xfrm>
            <a:off x="4953000" y="5424488"/>
            <a:ext cx="533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fn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1">
            <a:extLst>
              <a:ext uri="{FF2B5EF4-FFF2-40B4-BE49-F238E27FC236}">
                <a16:creationId xmlns:a16="http://schemas.microsoft.com/office/drawing/2014/main" id="{7AD8E6FE-D221-8B9E-FFA9-55DD90436716}"/>
              </a:ext>
            </a:extLst>
          </p:cNvPr>
          <p:cNvSpPr>
            <a:spLocks noGrp="1" noChangeArrowheads="1"/>
          </p:cNvSpPr>
          <p:nvPr>
            <p:ph type="title" idx="4294967295"/>
          </p:nvPr>
        </p:nvSpPr>
        <p:spPr>
          <a:xfrm>
            <a:off x="1981200" y="533400"/>
            <a:ext cx="8229600" cy="1143000"/>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altLang="en-US"/>
              <a:t>Register File</a:t>
            </a:r>
          </a:p>
        </p:txBody>
      </p:sp>
      <p:sp>
        <p:nvSpPr>
          <p:cNvPr id="9218" name="Rectangle 2">
            <a:extLst>
              <a:ext uri="{FF2B5EF4-FFF2-40B4-BE49-F238E27FC236}">
                <a16:creationId xmlns:a16="http://schemas.microsoft.com/office/drawing/2014/main" id="{EFDFADA4-EDCC-36E5-96E5-3D0C4E459F53}"/>
              </a:ext>
            </a:extLst>
          </p:cNvPr>
          <p:cNvSpPr>
            <a:spLocks noChangeArrowheads="1"/>
          </p:cNvSpPr>
          <p:nvPr/>
        </p:nvSpPr>
        <p:spPr bwMode="auto">
          <a:xfrm>
            <a:off x="5029200" y="1981200"/>
            <a:ext cx="990600" cy="914400"/>
          </a:xfrm>
          <a:prstGeom prst="rect">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FF</a:t>
            </a:r>
          </a:p>
        </p:txBody>
      </p:sp>
      <p:sp>
        <p:nvSpPr>
          <p:cNvPr id="9219" name="Rectangle 3">
            <a:extLst>
              <a:ext uri="{FF2B5EF4-FFF2-40B4-BE49-F238E27FC236}">
                <a16:creationId xmlns:a16="http://schemas.microsoft.com/office/drawing/2014/main" id="{28DED2C5-AC18-E8F5-1B8A-A9C7261DC778}"/>
              </a:ext>
            </a:extLst>
          </p:cNvPr>
          <p:cNvSpPr>
            <a:spLocks noChangeArrowheads="1"/>
          </p:cNvSpPr>
          <p:nvPr/>
        </p:nvSpPr>
        <p:spPr bwMode="auto">
          <a:xfrm>
            <a:off x="5029200" y="3124200"/>
            <a:ext cx="990600" cy="914400"/>
          </a:xfrm>
          <a:prstGeom prst="rect">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FF</a:t>
            </a:r>
          </a:p>
        </p:txBody>
      </p:sp>
      <p:sp>
        <p:nvSpPr>
          <p:cNvPr id="9220" name="Rectangle 4">
            <a:extLst>
              <a:ext uri="{FF2B5EF4-FFF2-40B4-BE49-F238E27FC236}">
                <a16:creationId xmlns:a16="http://schemas.microsoft.com/office/drawing/2014/main" id="{DA2D84F8-2AAE-6C92-6679-5C43B057C69D}"/>
              </a:ext>
            </a:extLst>
          </p:cNvPr>
          <p:cNvSpPr>
            <a:spLocks noChangeArrowheads="1"/>
          </p:cNvSpPr>
          <p:nvPr/>
        </p:nvSpPr>
        <p:spPr bwMode="auto">
          <a:xfrm>
            <a:off x="5029200" y="4267200"/>
            <a:ext cx="990600" cy="914400"/>
          </a:xfrm>
          <a:prstGeom prst="rect">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FF</a:t>
            </a:r>
          </a:p>
        </p:txBody>
      </p:sp>
      <p:sp>
        <p:nvSpPr>
          <p:cNvPr id="9221" name="Rectangle 5">
            <a:extLst>
              <a:ext uri="{FF2B5EF4-FFF2-40B4-BE49-F238E27FC236}">
                <a16:creationId xmlns:a16="http://schemas.microsoft.com/office/drawing/2014/main" id="{60FD29D6-3A72-B8E2-620A-C20BB28DB603}"/>
              </a:ext>
            </a:extLst>
          </p:cNvPr>
          <p:cNvSpPr>
            <a:spLocks noChangeArrowheads="1"/>
          </p:cNvSpPr>
          <p:nvPr/>
        </p:nvSpPr>
        <p:spPr bwMode="auto">
          <a:xfrm>
            <a:off x="5029200" y="5486400"/>
            <a:ext cx="990600" cy="914400"/>
          </a:xfrm>
          <a:prstGeom prst="rect">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FF</a:t>
            </a:r>
          </a:p>
        </p:txBody>
      </p:sp>
      <p:sp>
        <p:nvSpPr>
          <p:cNvPr id="9222" name="AutoShape 6">
            <a:extLst>
              <a:ext uri="{FF2B5EF4-FFF2-40B4-BE49-F238E27FC236}">
                <a16:creationId xmlns:a16="http://schemas.microsoft.com/office/drawing/2014/main" id="{013DA9A2-E5D6-CDF5-F306-6DAD4DA82FE3}"/>
              </a:ext>
            </a:extLst>
          </p:cNvPr>
          <p:cNvSpPr>
            <a:spLocks noChangeArrowheads="1"/>
          </p:cNvSpPr>
          <p:nvPr/>
        </p:nvSpPr>
        <p:spPr bwMode="auto">
          <a:xfrm rot="16200000">
            <a:off x="5867400" y="3657600"/>
            <a:ext cx="4648200" cy="838200"/>
          </a:xfrm>
          <a:prstGeom prst="flowChartManualOperation">
            <a:avLst/>
          </a:prstGeom>
          <a:solidFill>
            <a:srgbClr val="CCCC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p>
        </p:txBody>
      </p:sp>
      <p:sp>
        <p:nvSpPr>
          <p:cNvPr id="9224" name="Line 8">
            <a:extLst>
              <a:ext uri="{FF2B5EF4-FFF2-40B4-BE49-F238E27FC236}">
                <a16:creationId xmlns:a16="http://schemas.microsoft.com/office/drawing/2014/main" id="{38CCC3B2-4A5E-013E-8FA3-EC485A05B047}"/>
              </a:ext>
            </a:extLst>
          </p:cNvPr>
          <p:cNvSpPr>
            <a:spLocks noChangeShapeType="1"/>
          </p:cNvSpPr>
          <p:nvPr/>
        </p:nvSpPr>
        <p:spPr bwMode="auto">
          <a:xfrm>
            <a:off x="6019800" y="2209800"/>
            <a:ext cx="17526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25" name="Line 9">
            <a:extLst>
              <a:ext uri="{FF2B5EF4-FFF2-40B4-BE49-F238E27FC236}">
                <a16:creationId xmlns:a16="http://schemas.microsoft.com/office/drawing/2014/main" id="{F48FC691-8753-A135-992D-0B557E993C96}"/>
              </a:ext>
            </a:extLst>
          </p:cNvPr>
          <p:cNvSpPr>
            <a:spLocks noChangeShapeType="1"/>
          </p:cNvSpPr>
          <p:nvPr/>
        </p:nvSpPr>
        <p:spPr bwMode="auto">
          <a:xfrm>
            <a:off x="6019800" y="3352800"/>
            <a:ext cx="17526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26" name="Line 10">
            <a:extLst>
              <a:ext uri="{FF2B5EF4-FFF2-40B4-BE49-F238E27FC236}">
                <a16:creationId xmlns:a16="http://schemas.microsoft.com/office/drawing/2014/main" id="{C38C0242-68D5-A676-51D1-73EA12AF92FD}"/>
              </a:ext>
            </a:extLst>
          </p:cNvPr>
          <p:cNvSpPr>
            <a:spLocks noChangeShapeType="1"/>
          </p:cNvSpPr>
          <p:nvPr/>
        </p:nvSpPr>
        <p:spPr bwMode="auto">
          <a:xfrm>
            <a:off x="6019800" y="4495800"/>
            <a:ext cx="17526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27" name="Line 11">
            <a:extLst>
              <a:ext uri="{FF2B5EF4-FFF2-40B4-BE49-F238E27FC236}">
                <a16:creationId xmlns:a16="http://schemas.microsoft.com/office/drawing/2014/main" id="{380B9233-9CC6-911A-F082-51A1070BB92E}"/>
              </a:ext>
            </a:extLst>
          </p:cNvPr>
          <p:cNvSpPr>
            <a:spLocks noChangeShapeType="1"/>
          </p:cNvSpPr>
          <p:nvPr/>
        </p:nvSpPr>
        <p:spPr bwMode="auto">
          <a:xfrm>
            <a:off x="6019800" y="5715000"/>
            <a:ext cx="17526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28" name="Line 12">
            <a:extLst>
              <a:ext uri="{FF2B5EF4-FFF2-40B4-BE49-F238E27FC236}">
                <a16:creationId xmlns:a16="http://schemas.microsoft.com/office/drawing/2014/main" id="{1F14F86F-6E87-A21C-F752-8D101E10CE0C}"/>
              </a:ext>
            </a:extLst>
          </p:cNvPr>
          <p:cNvSpPr>
            <a:spLocks noChangeShapeType="1"/>
          </p:cNvSpPr>
          <p:nvPr/>
        </p:nvSpPr>
        <p:spPr bwMode="auto">
          <a:xfrm>
            <a:off x="6934200" y="2209800"/>
            <a:ext cx="1588" cy="6096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29" name="Line 13">
            <a:extLst>
              <a:ext uri="{FF2B5EF4-FFF2-40B4-BE49-F238E27FC236}">
                <a16:creationId xmlns:a16="http://schemas.microsoft.com/office/drawing/2014/main" id="{650DDD70-23E9-701B-344D-1355732C8B94}"/>
              </a:ext>
            </a:extLst>
          </p:cNvPr>
          <p:cNvSpPr>
            <a:spLocks noChangeShapeType="1"/>
          </p:cNvSpPr>
          <p:nvPr/>
        </p:nvSpPr>
        <p:spPr bwMode="auto">
          <a:xfrm>
            <a:off x="6858000" y="2819400"/>
            <a:ext cx="1143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30" name="Line 14">
            <a:extLst>
              <a:ext uri="{FF2B5EF4-FFF2-40B4-BE49-F238E27FC236}">
                <a16:creationId xmlns:a16="http://schemas.microsoft.com/office/drawing/2014/main" id="{72C54280-BFA4-F8C7-AB5B-81E5D4701C91}"/>
              </a:ext>
            </a:extLst>
          </p:cNvPr>
          <p:cNvSpPr>
            <a:spLocks noChangeShapeType="1"/>
          </p:cNvSpPr>
          <p:nvPr/>
        </p:nvSpPr>
        <p:spPr bwMode="auto">
          <a:xfrm>
            <a:off x="6934200" y="3352800"/>
            <a:ext cx="1588" cy="6096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31" name="Line 15">
            <a:extLst>
              <a:ext uri="{FF2B5EF4-FFF2-40B4-BE49-F238E27FC236}">
                <a16:creationId xmlns:a16="http://schemas.microsoft.com/office/drawing/2014/main" id="{59E7526C-4FD5-5579-20B1-DA41F3E55C91}"/>
              </a:ext>
            </a:extLst>
          </p:cNvPr>
          <p:cNvSpPr>
            <a:spLocks noChangeShapeType="1"/>
          </p:cNvSpPr>
          <p:nvPr/>
        </p:nvSpPr>
        <p:spPr bwMode="auto">
          <a:xfrm>
            <a:off x="6858000" y="3962400"/>
            <a:ext cx="1143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32" name="Line 16">
            <a:extLst>
              <a:ext uri="{FF2B5EF4-FFF2-40B4-BE49-F238E27FC236}">
                <a16:creationId xmlns:a16="http://schemas.microsoft.com/office/drawing/2014/main" id="{6DD5415B-D011-484B-1418-020A57678BD5}"/>
              </a:ext>
            </a:extLst>
          </p:cNvPr>
          <p:cNvSpPr>
            <a:spLocks noChangeShapeType="1"/>
          </p:cNvSpPr>
          <p:nvPr/>
        </p:nvSpPr>
        <p:spPr bwMode="auto">
          <a:xfrm>
            <a:off x="6934200" y="4495800"/>
            <a:ext cx="1588" cy="6096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33" name="Line 17">
            <a:extLst>
              <a:ext uri="{FF2B5EF4-FFF2-40B4-BE49-F238E27FC236}">
                <a16:creationId xmlns:a16="http://schemas.microsoft.com/office/drawing/2014/main" id="{9042E4DC-240C-FD2E-8A70-3FCDDF60916D}"/>
              </a:ext>
            </a:extLst>
          </p:cNvPr>
          <p:cNvSpPr>
            <a:spLocks noChangeShapeType="1"/>
          </p:cNvSpPr>
          <p:nvPr/>
        </p:nvSpPr>
        <p:spPr bwMode="auto">
          <a:xfrm>
            <a:off x="6858000" y="5105400"/>
            <a:ext cx="1143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34" name="Line 18">
            <a:extLst>
              <a:ext uri="{FF2B5EF4-FFF2-40B4-BE49-F238E27FC236}">
                <a16:creationId xmlns:a16="http://schemas.microsoft.com/office/drawing/2014/main" id="{F929078C-5CC6-B733-F58D-66D898B09893}"/>
              </a:ext>
            </a:extLst>
          </p:cNvPr>
          <p:cNvSpPr>
            <a:spLocks noChangeShapeType="1"/>
          </p:cNvSpPr>
          <p:nvPr/>
        </p:nvSpPr>
        <p:spPr bwMode="auto">
          <a:xfrm>
            <a:off x="6934200" y="5715000"/>
            <a:ext cx="1588" cy="6096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35" name="Line 19">
            <a:extLst>
              <a:ext uri="{FF2B5EF4-FFF2-40B4-BE49-F238E27FC236}">
                <a16:creationId xmlns:a16="http://schemas.microsoft.com/office/drawing/2014/main" id="{E96B1C27-BA09-C803-8357-D4F6D47DB6A0}"/>
              </a:ext>
            </a:extLst>
          </p:cNvPr>
          <p:cNvSpPr>
            <a:spLocks noChangeShapeType="1"/>
          </p:cNvSpPr>
          <p:nvPr/>
        </p:nvSpPr>
        <p:spPr bwMode="auto">
          <a:xfrm>
            <a:off x="6858000" y="6324600"/>
            <a:ext cx="1143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36" name="Line 20">
            <a:extLst>
              <a:ext uri="{FF2B5EF4-FFF2-40B4-BE49-F238E27FC236}">
                <a16:creationId xmlns:a16="http://schemas.microsoft.com/office/drawing/2014/main" id="{4935EFAA-2C53-D115-56B6-BB33C897E49B}"/>
              </a:ext>
            </a:extLst>
          </p:cNvPr>
          <p:cNvSpPr>
            <a:spLocks noChangeShapeType="1"/>
          </p:cNvSpPr>
          <p:nvPr/>
        </p:nvSpPr>
        <p:spPr bwMode="auto">
          <a:xfrm>
            <a:off x="8839200" y="3733800"/>
            <a:ext cx="9906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37" name="Line 21">
            <a:extLst>
              <a:ext uri="{FF2B5EF4-FFF2-40B4-BE49-F238E27FC236}">
                <a16:creationId xmlns:a16="http://schemas.microsoft.com/office/drawing/2014/main" id="{821F2649-F75B-3BC1-1BFA-D704B413341B}"/>
              </a:ext>
            </a:extLst>
          </p:cNvPr>
          <p:cNvSpPr>
            <a:spLocks noChangeShapeType="1"/>
          </p:cNvSpPr>
          <p:nvPr/>
        </p:nvSpPr>
        <p:spPr bwMode="auto">
          <a:xfrm>
            <a:off x="8839200" y="4572000"/>
            <a:ext cx="9906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39" name="Line 23">
            <a:extLst>
              <a:ext uri="{FF2B5EF4-FFF2-40B4-BE49-F238E27FC236}">
                <a16:creationId xmlns:a16="http://schemas.microsoft.com/office/drawing/2014/main" id="{659F349B-2610-2F89-918E-77155F2F2DDB}"/>
              </a:ext>
            </a:extLst>
          </p:cNvPr>
          <p:cNvSpPr>
            <a:spLocks noChangeShapeType="1"/>
          </p:cNvSpPr>
          <p:nvPr/>
        </p:nvSpPr>
        <p:spPr bwMode="auto">
          <a:xfrm>
            <a:off x="3733800" y="2667000"/>
            <a:ext cx="12954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40" name="Line 24">
            <a:extLst>
              <a:ext uri="{FF2B5EF4-FFF2-40B4-BE49-F238E27FC236}">
                <a16:creationId xmlns:a16="http://schemas.microsoft.com/office/drawing/2014/main" id="{7DA5F3E3-228D-6E7B-9814-C24471CA52DE}"/>
              </a:ext>
            </a:extLst>
          </p:cNvPr>
          <p:cNvSpPr>
            <a:spLocks noChangeShapeType="1"/>
          </p:cNvSpPr>
          <p:nvPr/>
        </p:nvSpPr>
        <p:spPr bwMode="auto">
          <a:xfrm>
            <a:off x="3657600" y="3810000"/>
            <a:ext cx="12954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41" name="Line 25">
            <a:extLst>
              <a:ext uri="{FF2B5EF4-FFF2-40B4-BE49-F238E27FC236}">
                <a16:creationId xmlns:a16="http://schemas.microsoft.com/office/drawing/2014/main" id="{5F73E5E1-1D40-1B08-1705-9BA1EE01AB28}"/>
              </a:ext>
            </a:extLst>
          </p:cNvPr>
          <p:cNvSpPr>
            <a:spLocks noChangeShapeType="1"/>
          </p:cNvSpPr>
          <p:nvPr/>
        </p:nvSpPr>
        <p:spPr bwMode="auto">
          <a:xfrm>
            <a:off x="3733800" y="4876800"/>
            <a:ext cx="12954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42" name="Line 26">
            <a:extLst>
              <a:ext uri="{FF2B5EF4-FFF2-40B4-BE49-F238E27FC236}">
                <a16:creationId xmlns:a16="http://schemas.microsoft.com/office/drawing/2014/main" id="{72E8E2CB-B5B7-C567-746D-428002BF0F01}"/>
              </a:ext>
            </a:extLst>
          </p:cNvPr>
          <p:cNvSpPr>
            <a:spLocks noChangeShapeType="1"/>
          </p:cNvSpPr>
          <p:nvPr/>
        </p:nvSpPr>
        <p:spPr bwMode="auto">
          <a:xfrm>
            <a:off x="3733800" y="6096000"/>
            <a:ext cx="12954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43" name="Oval 27">
            <a:extLst>
              <a:ext uri="{FF2B5EF4-FFF2-40B4-BE49-F238E27FC236}">
                <a16:creationId xmlns:a16="http://schemas.microsoft.com/office/drawing/2014/main" id="{334544DB-6805-F2AA-559C-340F22C3D568}"/>
              </a:ext>
            </a:extLst>
          </p:cNvPr>
          <p:cNvSpPr>
            <a:spLocks noChangeArrowheads="1"/>
          </p:cNvSpPr>
          <p:nvPr/>
        </p:nvSpPr>
        <p:spPr bwMode="auto">
          <a:xfrm>
            <a:off x="4876800" y="2590800"/>
            <a:ext cx="152400" cy="152400"/>
          </a:xfrm>
          <a:prstGeom prst="ellipse">
            <a:avLst/>
          </a:prstGeom>
          <a:noFill/>
          <a:ln w="936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p>
        </p:txBody>
      </p:sp>
      <p:sp>
        <p:nvSpPr>
          <p:cNvPr id="9244" name="Oval 28">
            <a:extLst>
              <a:ext uri="{FF2B5EF4-FFF2-40B4-BE49-F238E27FC236}">
                <a16:creationId xmlns:a16="http://schemas.microsoft.com/office/drawing/2014/main" id="{65941A22-A697-0E40-FB9E-B7C6403575A2}"/>
              </a:ext>
            </a:extLst>
          </p:cNvPr>
          <p:cNvSpPr>
            <a:spLocks noChangeArrowheads="1"/>
          </p:cNvSpPr>
          <p:nvPr/>
        </p:nvSpPr>
        <p:spPr bwMode="auto">
          <a:xfrm>
            <a:off x="4848225" y="3705225"/>
            <a:ext cx="152400" cy="152400"/>
          </a:xfrm>
          <a:prstGeom prst="ellipse">
            <a:avLst/>
          </a:prstGeom>
          <a:noFill/>
          <a:ln w="936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p>
        </p:txBody>
      </p:sp>
      <p:sp>
        <p:nvSpPr>
          <p:cNvPr id="9245" name="Oval 29">
            <a:extLst>
              <a:ext uri="{FF2B5EF4-FFF2-40B4-BE49-F238E27FC236}">
                <a16:creationId xmlns:a16="http://schemas.microsoft.com/office/drawing/2014/main" id="{7B9531CD-E421-8070-D0E9-95DB2DB4585D}"/>
              </a:ext>
            </a:extLst>
          </p:cNvPr>
          <p:cNvSpPr>
            <a:spLocks noChangeArrowheads="1"/>
          </p:cNvSpPr>
          <p:nvPr/>
        </p:nvSpPr>
        <p:spPr bwMode="auto">
          <a:xfrm>
            <a:off x="4872038" y="4800600"/>
            <a:ext cx="152400" cy="152400"/>
          </a:xfrm>
          <a:prstGeom prst="ellipse">
            <a:avLst/>
          </a:prstGeom>
          <a:noFill/>
          <a:ln w="936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p>
        </p:txBody>
      </p:sp>
      <p:sp>
        <p:nvSpPr>
          <p:cNvPr id="9246" name="Oval 30">
            <a:extLst>
              <a:ext uri="{FF2B5EF4-FFF2-40B4-BE49-F238E27FC236}">
                <a16:creationId xmlns:a16="http://schemas.microsoft.com/office/drawing/2014/main" id="{92BFE46A-696C-704F-53BB-4C8C38CCB09D}"/>
              </a:ext>
            </a:extLst>
          </p:cNvPr>
          <p:cNvSpPr>
            <a:spLocks noChangeArrowheads="1"/>
          </p:cNvSpPr>
          <p:nvPr/>
        </p:nvSpPr>
        <p:spPr bwMode="auto">
          <a:xfrm>
            <a:off x="4876800" y="6019800"/>
            <a:ext cx="152400" cy="152400"/>
          </a:xfrm>
          <a:prstGeom prst="ellipse">
            <a:avLst/>
          </a:prstGeom>
          <a:noFill/>
          <a:ln w="936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p>
        </p:txBody>
      </p:sp>
      <p:sp>
        <p:nvSpPr>
          <p:cNvPr id="9247" name="Line 31">
            <a:extLst>
              <a:ext uri="{FF2B5EF4-FFF2-40B4-BE49-F238E27FC236}">
                <a16:creationId xmlns:a16="http://schemas.microsoft.com/office/drawing/2014/main" id="{336E06A2-0E6C-E703-8AC5-63DECD405D42}"/>
              </a:ext>
            </a:extLst>
          </p:cNvPr>
          <p:cNvSpPr>
            <a:spLocks noChangeShapeType="1"/>
          </p:cNvSpPr>
          <p:nvPr/>
        </p:nvSpPr>
        <p:spPr bwMode="auto">
          <a:xfrm>
            <a:off x="2286000" y="4191000"/>
            <a:ext cx="609600" cy="1588"/>
          </a:xfrm>
          <a:prstGeom prst="line">
            <a:avLst/>
          </a:prstGeom>
          <a:noFill/>
          <a:ln w="9360">
            <a:solidFill>
              <a:srgbClr val="0000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48" name="Line 32">
            <a:extLst>
              <a:ext uri="{FF2B5EF4-FFF2-40B4-BE49-F238E27FC236}">
                <a16:creationId xmlns:a16="http://schemas.microsoft.com/office/drawing/2014/main" id="{BDE4789B-0255-0834-F62E-D72C1F9BBF5A}"/>
              </a:ext>
            </a:extLst>
          </p:cNvPr>
          <p:cNvSpPr>
            <a:spLocks noChangeShapeType="1"/>
          </p:cNvSpPr>
          <p:nvPr/>
        </p:nvSpPr>
        <p:spPr bwMode="auto">
          <a:xfrm>
            <a:off x="1981200" y="1981200"/>
            <a:ext cx="24384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49" name="Line 33">
            <a:extLst>
              <a:ext uri="{FF2B5EF4-FFF2-40B4-BE49-F238E27FC236}">
                <a16:creationId xmlns:a16="http://schemas.microsoft.com/office/drawing/2014/main" id="{54C43B94-A2E5-8E17-A49D-13E305471773}"/>
              </a:ext>
            </a:extLst>
          </p:cNvPr>
          <p:cNvSpPr>
            <a:spLocks noChangeShapeType="1"/>
          </p:cNvSpPr>
          <p:nvPr/>
        </p:nvSpPr>
        <p:spPr bwMode="auto">
          <a:xfrm>
            <a:off x="4419600" y="1981200"/>
            <a:ext cx="1588" cy="37338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50" name="Line 34">
            <a:extLst>
              <a:ext uri="{FF2B5EF4-FFF2-40B4-BE49-F238E27FC236}">
                <a16:creationId xmlns:a16="http://schemas.microsoft.com/office/drawing/2014/main" id="{E4D5EC4D-E968-1550-5EE3-AFC9D067A4FA}"/>
              </a:ext>
            </a:extLst>
          </p:cNvPr>
          <p:cNvSpPr>
            <a:spLocks noChangeShapeType="1"/>
          </p:cNvSpPr>
          <p:nvPr/>
        </p:nvSpPr>
        <p:spPr bwMode="auto">
          <a:xfrm>
            <a:off x="4419600" y="2286000"/>
            <a:ext cx="6096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51" name="Line 35">
            <a:extLst>
              <a:ext uri="{FF2B5EF4-FFF2-40B4-BE49-F238E27FC236}">
                <a16:creationId xmlns:a16="http://schemas.microsoft.com/office/drawing/2014/main" id="{1EA56E62-565E-5477-5549-59C0F25FB646}"/>
              </a:ext>
            </a:extLst>
          </p:cNvPr>
          <p:cNvSpPr>
            <a:spLocks noChangeShapeType="1"/>
          </p:cNvSpPr>
          <p:nvPr/>
        </p:nvSpPr>
        <p:spPr bwMode="auto">
          <a:xfrm>
            <a:off x="4419600" y="3429000"/>
            <a:ext cx="6096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52" name="Line 36">
            <a:extLst>
              <a:ext uri="{FF2B5EF4-FFF2-40B4-BE49-F238E27FC236}">
                <a16:creationId xmlns:a16="http://schemas.microsoft.com/office/drawing/2014/main" id="{3CA7C357-5EFB-ACD2-10B4-CE386EE5104B}"/>
              </a:ext>
            </a:extLst>
          </p:cNvPr>
          <p:cNvSpPr>
            <a:spLocks noChangeShapeType="1"/>
          </p:cNvSpPr>
          <p:nvPr/>
        </p:nvSpPr>
        <p:spPr bwMode="auto">
          <a:xfrm>
            <a:off x="4419600" y="4495800"/>
            <a:ext cx="6096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53" name="Line 37">
            <a:extLst>
              <a:ext uri="{FF2B5EF4-FFF2-40B4-BE49-F238E27FC236}">
                <a16:creationId xmlns:a16="http://schemas.microsoft.com/office/drawing/2014/main" id="{B15D8612-C677-A1D2-9833-1036F3BAE2B4}"/>
              </a:ext>
            </a:extLst>
          </p:cNvPr>
          <p:cNvSpPr>
            <a:spLocks noChangeShapeType="1"/>
          </p:cNvSpPr>
          <p:nvPr/>
        </p:nvSpPr>
        <p:spPr bwMode="auto">
          <a:xfrm>
            <a:off x="4419600" y="5715000"/>
            <a:ext cx="6096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54" name="Line 38">
            <a:extLst>
              <a:ext uri="{FF2B5EF4-FFF2-40B4-BE49-F238E27FC236}">
                <a16:creationId xmlns:a16="http://schemas.microsoft.com/office/drawing/2014/main" id="{F86F61FC-01BC-A963-8EC7-7964F8B9EE74}"/>
              </a:ext>
            </a:extLst>
          </p:cNvPr>
          <p:cNvSpPr>
            <a:spLocks noChangeShapeType="1"/>
          </p:cNvSpPr>
          <p:nvPr/>
        </p:nvSpPr>
        <p:spPr bwMode="auto">
          <a:xfrm>
            <a:off x="2057400" y="2362200"/>
            <a:ext cx="10668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55" name="Line 39">
            <a:extLst>
              <a:ext uri="{FF2B5EF4-FFF2-40B4-BE49-F238E27FC236}">
                <a16:creationId xmlns:a16="http://schemas.microsoft.com/office/drawing/2014/main" id="{BE94E5A4-2D35-2D2C-E653-2E0FDFDC45DF}"/>
              </a:ext>
            </a:extLst>
          </p:cNvPr>
          <p:cNvSpPr>
            <a:spLocks noChangeShapeType="1"/>
          </p:cNvSpPr>
          <p:nvPr/>
        </p:nvSpPr>
        <p:spPr bwMode="auto">
          <a:xfrm>
            <a:off x="3124200" y="2309813"/>
            <a:ext cx="1588" cy="381000"/>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56" name="Text Box 40">
            <a:extLst>
              <a:ext uri="{FF2B5EF4-FFF2-40B4-BE49-F238E27FC236}">
                <a16:creationId xmlns:a16="http://schemas.microsoft.com/office/drawing/2014/main" id="{9FEF440A-6867-8E5C-2422-04E76A404E31}"/>
              </a:ext>
            </a:extLst>
          </p:cNvPr>
          <p:cNvSpPr txBox="1">
            <a:spLocks noChangeArrowheads="1"/>
          </p:cNvSpPr>
          <p:nvPr/>
        </p:nvSpPr>
        <p:spPr bwMode="auto">
          <a:xfrm>
            <a:off x="1524000" y="1752600"/>
            <a:ext cx="1295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Write Data</a:t>
            </a:r>
          </a:p>
        </p:txBody>
      </p:sp>
      <p:sp>
        <p:nvSpPr>
          <p:cNvPr id="9257" name="Text Box 41">
            <a:extLst>
              <a:ext uri="{FF2B5EF4-FFF2-40B4-BE49-F238E27FC236}">
                <a16:creationId xmlns:a16="http://schemas.microsoft.com/office/drawing/2014/main" id="{2B509C8F-F70B-A34B-0343-AF3389560089}"/>
              </a:ext>
            </a:extLst>
          </p:cNvPr>
          <p:cNvSpPr txBox="1">
            <a:spLocks noChangeArrowheads="1"/>
          </p:cNvSpPr>
          <p:nvPr/>
        </p:nvSpPr>
        <p:spPr bwMode="auto">
          <a:xfrm>
            <a:off x="1600200" y="2376489"/>
            <a:ext cx="1295400" cy="642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Write Address</a:t>
            </a:r>
          </a:p>
        </p:txBody>
      </p:sp>
      <p:sp>
        <p:nvSpPr>
          <p:cNvPr id="9258" name="Text Box 42">
            <a:extLst>
              <a:ext uri="{FF2B5EF4-FFF2-40B4-BE49-F238E27FC236}">
                <a16:creationId xmlns:a16="http://schemas.microsoft.com/office/drawing/2014/main" id="{8D0C17BC-5029-E3C4-DC2C-DDE6BBD2E43F}"/>
              </a:ext>
            </a:extLst>
          </p:cNvPr>
          <p:cNvSpPr txBox="1">
            <a:spLocks noChangeArrowheads="1"/>
          </p:cNvSpPr>
          <p:nvPr/>
        </p:nvSpPr>
        <p:spPr bwMode="auto">
          <a:xfrm>
            <a:off x="1828800" y="4267201"/>
            <a:ext cx="990600"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Write</a:t>
            </a:r>
          </a:p>
          <a:p>
            <a:pPr>
              <a:spcBef>
                <a:spcPts val="1125"/>
              </a:spcBef>
            </a:pPr>
            <a:r>
              <a:rPr lang="en-IN" altLang="en-US" b="1">
                <a:latin typeface="Times New Roman" panose="02020603050405020304" pitchFamily="18" charset="0"/>
              </a:rPr>
              <a:t>Enable</a:t>
            </a:r>
          </a:p>
        </p:txBody>
      </p:sp>
      <p:sp>
        <p:nvSpPr>
          <p:cNvPr id="9259" name="Line 43">
            <a:extLst>
              <a:ext uri="{FF2B5EF4-FFF2-40B4-BE49-F238E27FC236}">
                <a16:creationId xmlns:a16="http://schemas.microsoft.com/office/drawing/2014/main" id="{DB98B173-54AD-A830-374B-CB89F6C2B853}"/>
              </a:ext>
            </a:extLst>
          </p:cNvPr>
          <p:cNvSpPr>
            <a:spLocks noChangeShapeType="1"/>
          </p:cNvSpPr>
          <p:nvPr/>
        </p:nvSpPr>
        <p:spPr bwMode="auto">
          <a:xfrm flipV="1">
            <a:off x="8686800" y="6094414"/>
            <a:ext cx="1588" cy="765175"/>
          </a:xfrm>
          <a:prstGeom prst="line">
            <a:avLst/>
          </a:prstGeom>
          <a:noFill/>
          <a:ln w="9360">
            <a:solidFill>
              <a:srgbClr val="0000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60" name="Text Box 44">
            <a:extLst>
              <a:ext uri="{FF2B5EF4-FFF2-40B4-BE49-F238E27FC236}">
                <a16:creationId xmlns:a16="http://schemas.microsoft.com/office/drawing/2014/main" id="{B635EA0E-9400-28B9-A795-5F0B194475BD}"/>
              </a:ext>
            </a:extLst>
          </p:cNvPr>
          <p:cNvSpPr txBox="1">
            <a:spLocks noChangeArrowheads="1"/>
          </p:cNvSpPr>
          <p:nvPr/>
        </p:nvSpPr>
        <p:spPr bwMode="auto">
          <a:xfrm>
            <a:off x="9067800" y="6019801"/>
            <a:ext cx="1600200"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Read</a:t>
            </a:r>
          </a:p>
          <a:p>
            <a:pPr>
              <a:spcBef>
                <a:spcPts val="1125"/>
              </a:spcBef>
            </a:pPr>
            <a:r>
              <a:rPr lang="en-IN" altLang="en-US" b="1">
                <a:latin typeface="Times New Roman" panose="02020603050405020304" pitchFamily="18" charset="0"/>
              </a:rPr>
              <a:t>Enable</a:t>
            </a:r>
          </a:p>
        </p:txBody>
      </p:sp>
      <p:sp>
        <p:nvSpPr>
          <p:cNvPr id="9261" name="Line 45">
            <a:extLst>
              <a:ext uri="{FF2B5EF4-FFF2-40B4-BE49-F238E27FC236}">
                <a16:creationId xmlns:a16="http://schemas.microsoft.com/office/drawing/2014/main" id="{A561465A-27E5-88C8-7848-F6B7438AC1A9}"/>
              </a:ext>
            </a:extLst>
          </p:cNvPr>
          <p:cNvSpPr>
            <a:spLocks noChangeShapeType="1"/>
          </p:cNvSpPr>
          <p:nvPr/>
        </p:nvSpPr>
        <p:spPr bwMode="auto">
          <a:xfrm flipV="1">
            <a:off x="7848600" y="6323014"/>
            <a:ext cx="1588" cy="231775"/>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62" name="Line 46">
            <a:extLst>
              <a:ext uri="{FF2B5EF4-FFF2-40B4-BE49-F238E27FC236}">
                <a16:creationId xmlns:a16="http://schemas.microsoft.com/office/drawing/2014/main" id="{CA849C38-121B-3188-0137-5AF567094209}"/>
              </a:ext>
            </a:extLst>
          </p:cNvPr>
          <p:cNvSpPr>
            <a:spLocks noChangeShapeType="1"/>
          </p:cNvSpPr>
          <p:nvPr/>
        </p:nvSpPr>
        <p:spPr bwMode="auto">
          <a:xfrm flipV="1">
            <a:off x="8305800" y="6475414"/>
            <a:ext cx="1588" cy="231775"/>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63" name="Line 47">
            <a:extLst>
              <a:ext uri="{FF2B5EF4-FFF2-40B4-BE49-F238E27FC236}">
                <a16:creationId xmlns:a16="http://schemas.microsoft.com/office/drawing/2014/main" id="{3CC8D5CB-03EB-E1BD-9022-9BFA16971A7F}"/>
              </a:ext>
            </a:extLst>
          </p:cNvPr>
          <p:cNvSpPr>
            <a:spLocks noChangeShapeType="1"/>
          </p:cNvSpPr>
          <p:nvPr/>
        </p:nvSpPr>
        <p:spPr bwMode="auto">
          <a:xfrm flipH="1">
            <a:off x="6170614" y="6553200"/>
            <a:ext cx="1679575"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64" name="Line 48">
            <a:extLst>
              <a:ext uri="{FF2B5EF4-FFF2-40B4-BE49-F238E27FC236}">
                <a16:creationId xmlns:a16="http://schemas.microsoft.com/office/drawing/2014/main" id="{8660E5DB-BC9E-4E9B-6E41-FB805F101681}"/>
              </a:ext>
            </a:extLst>
          </p:cNvPr>
          <p:cNvSpPr>
            <a:spLocks noChangeShapeType="1"/>
          </p:cNvSpPr>
          <p:nvPr/>
        </p:nvSpPr>
        <p:spPr bwMode="auto">
          <a:xfrm flipH="1">
            <a:off x="6627814" y="6705600"/>
            <a:ext cx="1679575"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9265" name="Text Box 49">
            <a:extLst>
              <a:ext uri="{FF2B5EF4-FFF2-40B4-BE49-F238E27FC236}">
                <a16:creationId xmlns:a16="http://schemas.microsoft.com/office/drawing/2014/main" id="{C9541324-51E7-10D5-0793-6E1B76C68221}"/>
              </a:ext>
            </a:extLst>
          </p:cNvPr>
          <p:cNvSpPr txBox="1">
            <a:spLocks noChangeArrowheads="1"/>
          </p:cNvSpPr>
          <p:nvPr/>
        </p:nvSpPr>
        <p:spPr bwMode="auto">
          <a:xfrm>
            <a:off x="5867400" y="6096001"/>
            <a:ext cx="2209800"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Read Address 0</a:t>
            </a:r>
          </a:p>
          <a:p>
            <a:pPr>
              <a:spcBef>
                <a:spcPts val="1125"/>
              </a:spcBef>
            </a:pPr>
            <a:r>
              <a:rPr lang="en-IN" altLang="en-US" b="1">
                <a:latin typeface="Times New Roman" panose="02020603050405020304" pitchFamily="18" charset="0"/>
              </a:rPr>
              <a:t>Read Address 1</a:t>
            </a:r>
          </a:p>
        </p:txBody>
      </p:sp>
      <p:sp>
        <p:nvSpPr>
          <p:cNvPr id="9266" name="Text Box 50">
            <a:extLst>
              <a:ext uri="{FF2B5EF4-FFF2-40B4-BE49-F238E27FC236}">
                <a16:creationId xmlns:a16="http://schemas.microsoft.com/office/drawing/2014/main" id="{36D885D5-5759-2E5C-D33C-DB6A76E09CFB}"/>
              </a:ext>
            </a:extLst>
          </p:cNvPr>
          <p:cNvSpPr txBox="1">
            <a:spLocks noChangeArrowheads="1"/>
          </p:cNvSpPr>
          <p:nvPr/>
        </p:nvSpPr>
        <p:spPr bwMode="auto">
          <a:xfrm>
            <a:off x="9144000" y="2895601"/>
            <a:ext cx="1219200"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Read </a:t>
            </a:r>
          </a:p>
          <a:p>
            <a:pPr>
              <a:spcBef>
                <a:spcPts val="1125"/>
              </a:spcBef>
            </a:pPr>
            <a:r>
              <a:rPr lang="en-IN" altLang="en-US" b="1">
                <a:latin typeface="Times New Roman" panose="02020603050405020304" pitchFamily="18" charset="0"/>
              </a:rPr>
              <a:t>data 0</a:t>
            </a:r>
          </a:p>
        </p:txBody>
      </p:sp>
      <p:sp>
        <p:nvSpPr>
          <p:cNvPr id="9267" name="Text Box 51">
            <a:extLst>
              <a:ext uri="{FF2B5EF4-FFF2-40B4-BE49-F238E27FC236}">
                <a16:creationId xmlns:a16="http://schemas.microsoft.com/office/drawing/2014/main" id="{B571F9F7-27EF-C556-50D2-04E9A3AE5F0E}"/>
              </a:ext>
            </a:extLst>
          </p:cNvPr>
          <p:cNvSpPr txBox="1">
            <a:spLocks noChangeArrowheads="1"/>
          </p:cNvSpPr>
          <p:nvPr/>
        </p:nvSpPr>
        <p:spPr bwMode="auto">
          <a:xfrm>
            <a:off x="9144000" y="3810001"/>
            <a:ext cx="1219200"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Read </a:t>
            </a:r>
          </a:p>
          <a:p>
            <a:pPr>
              <a:spcBef>
                <a:spcPts val="1125"/>
              </a:spcBef>
            </a:pPr>
            <a:r>
              <a:rPr lang="en-IN" altLang="en-US" b="1">
                <a:latin typeface="Times New Roman" panose="02020603050405020304" pitchFamily="18" charset="0"/>
              </a:rPr>
              <a:t>data 1</a:t>
            </a:r>
          </a:p>
        </p:txBody>
      </p:sp>
      <p:sp>
        <p:nvSpPr>
          <p:cNvPr id="9268" name="Text Box 52">
            <a:extLst>
              <a:ext uri="{FF2B5EF4-FFF2-40B4-BE49-F238E27FC236}">
                <a16:creationId xmlns:a16="http://schemas.microsoft.com/office/drawing/2014/main" id="{00C39DA0-C770-FC0B-FA1C-4F1050EB75F1}"/>
              </a:ext>
            </a:extLst>
          </p:cNvPr>
          <p:cNvSpPr txBox="1">
            <a:spLocks noChangeArrowheads="1"/>
          </p:cNvSpPr>
          <p:nvPr/>
        </p:nvSpPr>
        <p:spPr bwMode="auto">
          <a:xfrm>
            <a:off x="5257800" y="1371600"/>
            <a:ext cx="22860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2</a:t>
            </a:r>
            <a:r>
              <a:rPr lang="en-IN" altLang="en-US" b="1" baseline="30000">
                <a:latin typeface="Times New Roman" panose="02020603050405020304" pitchFamily="18" charset="0"/>
              </a:rPr>
              <a:t>h</a:t>
            </a:r>
            <a:r>
              <a:rPr lang="en-IN" altLang="en-US" b="1">
                <a:latin typeface="Times New Roman" panose="02020603050405020304" pitchFamily="18" charset="0"/>
              </a:rPr>
              <a:t> k-bit  registers</a:t>
            </a:r>
          </a:p>
        </p:txBody>
      </p:sp>
      <p:sp>
        <p:nvSpPr>
          <p:cNvPr id="4" name="AutoShape 6">
            <a:extLst>
              <a:ext uri="{FF2B5EF4-FFF2-40B4-BE49-F238E27FC236}">
                <a16:creationId xmlns:a16="http://schemas.microsoft.com/office/drawing/2014/main" id="{4C038C4D-8F93-A1AB-F8B4-A1F3FB5AFE82}"/>
              </a:ext>
            </a:extLst>
          </p:cNvPr>
          <p:cNvSpPr>
            <a:spLocks noChangeArrowheads="1"/>
          </p:cNvSpPr>
          <p:nvPr/>
        </p:nvSpPr>
        <p:spPr bwMode="auto">
          <a:xfrm rot="16200000">
            <a:off x="6307667" y="3836987"/>
            <a:ext cx="4648200" cy="838200"/>
          </a:xfrm>
          <a:prstGeom prst="flowChartManualOperation">
            <a:avLst/>
          </a:prstGeom>
          <a:solidFill>
            <a:srgbClr val="CCCC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dirty="0"/>
              <a:t>                 </a:t>
            </a:r>
            <a:r>
              <a:rPr lang="en-US" b="1" dirty="0"/>
              <a:t>MUXES</a:t>
            </a:r>
            <a:endParaRPr lang="en-IN" b="1" dirty="0"/>
          </a:p>
        </p:txBody>
      </p:sp>
      <p:sp>
        <p:nvSpPr>
          <p:cNvPr id="5" name="Rectangle 4">
            <a:extLst>
              <a:ext uri="{FF2B5EF4-FFF2-40B4-BE49-F238E27FC236}">
                <a16:creationId xmlns:a16="http://schemas.microsoft.com/office/drawing/2014/main" id="{2BB59DDF-5758-C373-DBFF-95B40498D9FD}"/>
              </a:ext>
            </a:extLst>
          </p:cNvPr>
          <p:cNvSpPr/>
          <p:nvPr/>
        </p:nvSpPr>
        <p:spPr bwMode="auto">
          <a:xfrm>
            <a:off x="2878667" y="2514601"/>
            <a:ext cx="750358" cy="3959225"/>
          </a:xfrm>
          <a:prstGeom prst="rect">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449263" eaLnBrk="0" fontAlgn="base" hangingPunct="0">
              <a:spcBef>
                <a:spcPct val="0"/>
              </a:spcBef>
              <a:spcAft>
                <a:spcPct val="0"/>
              </a:spcAft>
              <a:buClr>
                <a:srgbClr val="000000"/>
              </a:buClr>
              <a:buSzPct val="100000"/>
            </a:pPr>
            <a:endParaRPr lang="en-IN" b="1" dirty="0">
              <a:latin typeface="Arial" panose="020B0604020202020204" pitchFamily="34" charset="0"/>
              <a:cs typeface="WenQuanYi Micro Hei" charset="0"/>
            </a:endParaRPr>
          </a:p>
        </p:txBody>
      </p:sp>
      <p:sp>
        <p:nvSpPr>
          <p:cNvPr id="6" name="TextBox 5">
            <a:extLst>
              <a:ext uri="{FF2B5EF4-FFF2-40B4-BE49-F238E27FC236}">
                <a16:creationId xmlns:a16="http://schemas.microsoft.com/office/drawing/2014/main" id="{4BB7556D-F87D-8C6D-81BC-157082831B2A}"/>
              </a:ext>
            </a:extLst>
          </p:cNvPr>
          <p:cNvSpPr txBox="1"/>
          <p:nvPr/>
        </p:nvSpPr>
        <p:spPr>
          <a:xfrm rot="16200000">
            <a:off x="1984225" y="3480966"/>
            <a:ext cx="2578289" cy="369332"/>
          </a:xfrm>
          <a:prstGeom prst="rect">
            <a:avLst/>
          </a:prstGeom>
          <a:noFill/>
        </p:spPr>
        <p:txBody>
          <a:bodyPr wrap="square" rtlCol="0">
            <a:spAutoFit/>
          </a:bodyPr>
          <a:lstStyle/>
          <a:p>
            <a:r>
              <a:rPr lang="en-US" dirty="0"/>
              <a:t>   </a:t>
            </a:r>
            <a:r>
              <a:rPr lang="en-US" b="1" dirty="0"/>
              <a:t>Decoder</a:t>
            </a:r>
            <a:endParaRPr lang="en-IN" dirty="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
            <a:extLst>
              <a:ext uri="{FF2B5EF4-FFF2-40B4-BE49-F238E27FC236}">
                <a16:creationId xmlns:a16="http://schemas.microsoft.com/office/drawing/2014/main" id="{E501ADFD-FFA5-813D-03C7-3E8D9C3CCE64}"/>
              </a:ext>
            </a:extLst>
          </p:cNvPr>
          <p:cNvSpPr>
            <a:spLocks noGrp="1" noChangeArrowheads="1"/>
          </p:cNvSpPr>
          <p:nvPr>
            <p:ph type="title" idx="4294967295"/>
          </p:nvPr>
        </p:nvSpPr>
        <p:spPr>
          <a:xfrm>
            <a:off x="1981200" y="533400"/>
            <a:ext cx="8229600" cy="1143000"/>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altLang="en-US" dirty="0"/>
              <a:t>The ALU Architecture</a:t>
            </a:r>
          </a:p>
        </p:txBody>
      </p:sp>
      <p:sp>
        <p:nvSpPr>
          <p:cNvPr id="10242" name="AutoShape 2">
            <a:extLst>
              <a:ext uri="{FF2B5EF4-FFF2-40B4-BE49-F238E27FC236}">
                <a16:creationId xmlns:a16="http://schemas.microsoft.com/office/drawing/2014/main" id="{8B0D8066-A9DF-488C-A0A5-CF22518CDC7D}"/>
              </a:ext>
            </a:extLst>
          </p:cNvPr>
          <p:cNvSpPr>
            <a:spLocks noChangeArrowheads="1"/>
          </p:cNvSpPr>
          <p:nvPr/>
        </p:nvSpPr>
        <p:spPr bwMode="auto">
          <a:xfrm>
            <a:off x="4953000" y="3581400"/>
            <a:ext cx="1295400" cy="1219200"/>
          </a:xfrm>
          <a:prstGeom prst="chevron">
            <a:avLst>
              <a:gd name="adj" fmla="val 26563"/>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ALU</a:t>
            </a:r>
          </a:p>
        </p:txBody>
      </p:sp>
      <p:sp>
        <p:nvSpPr>
          <p:cNvPr id="10243" name="Line 3">
            <a:extLst>
              <a:ext uri="{FF2B5EF4-FFF2-40B4-BE49-F238E27FC236}">
                <a16:creationId xmlns:a16="http://schemas.microsoft.com/office/drawing/2014/main" id="{6E3A7332-AF0C-CE1C-6049-F27EBBF9BC77}"/>
              </a:ext>
            </a:extLst>
          </p:cNvPr>
          <p:cNvSpPr>
            <a:spLocks noChangeShapeType="1"/>
          </p:cNvSpPr>
          <p:nvPr/>
        </p:nvSpPr>
        <p:spPr bwMode="auto">
          <a:xfrm>
            <a:off x="2209800" y="3810000"/>
            <a:ext cx="28956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44" name="AutoShape 4">
            <a:extLst>
              <a:ext uri="{FF2B5EF4-FFF2-40B4-BE49-F238E27FC236}">
                <a16:creationId xmlns:a16="http://schemas.microsoft.com/office/drawing/2014/main" id="{05164DA5-B0F9-B2CE-DF78-5E7CFE913E4C}"/>
              </a:ext>
            </a:extLst>
          </p:cNvPr>
          <p:cNvSpPr>
            <a:spLocks noChangeArrowheads="1"/>
          </p:cNvSpPr>
          <p:nvPr/>
        </p:nvSpPr>
        <p:spPr bwMode="auto">
          <a:xfrm rot="10800000">
            <a:off x="3429000" y="4116388"/>
            <a:ext cx="990600" cy="685800"/>
          </a:xfrm>
          <a:prstGeom prst="flowChartOnlineStorage">
            <a:avLst/>
          </a:prstGeom>
          <a:solidFill>
            <a:srgbClr val="CCCC00"/>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dirty="0">
                <a:latin typeface="Times New Roman" panose="02020603050405020304" pitchFamily="18" charset="0"/>
              </a:rPr>
              <a:t>XOR</a:t>
            </a:r>
          </a:p>
        </p:txBody>
      </p:sp>
      <p:sp>
        <p:nvSpPr>
          <p:cNvPr id="10245" name="Line 5">
            <a:extLst>
              <a:ext uri="{FF2B5EF4-FFF2-40B4-BE49-F238E27FC236}">
                <a16:creationId xmlns:a16="http://schemas.microsoft.com/office/drawing/2014/main" id="{B326674C-1CF6-284B-B0D8-5F89638418EF}"/>
              </a:ext>
            </a:extLst>
          </p:cNvPr>
          <p:cNvSpPr>
            <a:spLocks noChangeShapeType="1"/>
          </p:cNvSpPr>
          <p:nvPr/>
        </p:nvSpPr>
        <p:spPr bwMode="auto">
          <a:xfrm>
            <a:off x="2209800" y="4267200"/>
            <a:ext cx="12954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46" name="Line 6">
            <a:extLst>
              <a:ext uri="{FF2B5EF4-FFF2-40B4-BE49-F238E27FC236}">
                <a16:creationId xmlns:a16="http://schemas.microsoft.com/office/drawing/2014/main" id="{31BA4A50-385C-5D31-6843-C7DA01055B3B}"/>
              </a:ext>
            </a:extLst>
          </p:cNvPr>
          <p:cNvSpPr>
            <a:spLocks noChangeShapeType="1"/>
          </p:cNvSpPr>
          <p:nvPr/>
        </p:nvSpPr>
        <p:spPr bwMode="auto">
          <a:xfrm>
            <a:off x="2286000" y="4648200"/>
            <a:ext cx="1219200" cy="1588"/>
          </a:xfrm>
          <a:prstGeom prst="line">
            <a:avLst/>
          </a:prstGeom>
          <a:noFill/>
          <a:ln w="9360">
            <a:solidFill>
              <a:srgbClr val="0000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47" name="Line 7">
            <a:extLst>
              <a:ext uri="{FF2B5EF4-FFF2-40B4-BE49-F238E27FC236}">
                <a16:creationId xmlns:a16="http://schemas.microsoft.com/office/drawing/2014/main" id="{C5614967-9A4E-27C8-857D-1DE5244CE09B}"/>
              </a:ext>
            </a:extLst>
          </p:cNvPr>
          <p:cNvSpPr>
            <a:spLocks noChangeShapeType="1"/>
          </p:cNvSpPr>
          <p:nvPr/>
        </p:nvSpPr>
        <p:spPr bwMode="auto">
          <a:xfrm>
            <a:off x="4419600" y="4419600"/>
            <a:ext cx="6858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48" name="AutoShape 8">
            <a:extLst>
              <a:ext uri="{FF2B5EF4-FFF2-40B4-BE49-F238E27FC236}">
                <a16:creationId xmlns:a16="http://schemas.microsoft.com/office/drawing/2014/main" id="{90346A1B-610E-86C1-486E-691574E6A15E}"/>
              </a:ext>
            </a:extLst>
          </p:cNvPr>
          <p:cNvSpPr>
            <a:spLocks noChangeArrowheads="1"/>
          </p:cNvSpPr>
          <p:nvPr/>
        </p:nvSpPr>
        <p:spPr bwMode="auto">
          <a:xfrm rot="16200000">
            <a:off x="7543800" y="3657600"/>
            <a:ext cx="1600200" cy="53340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CCCC00"/>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p>
        </p:txBody>
      </p:sp>
      <p:sp>
        <p:nvSpPr>
          <p:cNvPr id="10249" name="Line 9">
            <a:extLst>
              <a:ext uri="{FF2B5EF4-FFF2-40B4-BE49-F238E27FC236}">
                <a16:creationId xmlns:a16="http://schemas.microsoft.com/office/drawing/2014/main" id="{DBBF7F46-3066-627D-96DB-E6D901384A5B}"/>
              </a:ext>
            </a:extLst>
          </p:cNvPr>
          <p:cNvSpPr>
            <a:spLocks noChangeShapeType="1"/>
          </p:cNvSpPr>
          <p:nvPr/>
        </p:nvSpPr>
        <p:spPr bwMode="auto">
          <a:xfrm>
            <a:off x="6248400" y="4191000"/>
            <a:ext cx="18288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50" name="Rectangle 10">
            <a:extLst>
              <a:ext uri="{FF2B5EF4-FFF2-40B4-BE49-F238E27FC236}">
                <a16:creationId xmlns:a16="http://schemas.microsoft.com/office/drawing/2014/main" id="{1DCF191D-D781-9B29-7428-EF2E4B5EB818}"/>
              </a:ext>
            </a:extLst>
          </p:cNvPr>
          <p:cNvSpPr>
            <a:spLocks noChangeArrowheads="1"/>
          </p:cNvSpPr>
          <p:nvPr/>
        </p:nvSpPr>
        <p:spPr bwMode="auto">
          <a:xfrm>
            <a:off x="5029200" y="4953000"/>
            <a:ext cx="1295400" cy="1066800"/>
          </a:xfrm>
          <a:prstGeom prst="rect">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LOGIC</a:t>
            </a:r>
          </a:p>
        </p:txBody>
      </p:sp>
      <p:sp>
        <p:nvSpPr>
          <p:cNvPr id="10251" name="Line 11">
            <a:extLst>
              <a:ext uri="{FF2B5EF4-FFF2-40B4-BE49-F238E27FC236}">
                <a16:creationId xmlns:a16="http://schemas.microsoft.com/office/drawing/2014/main" id="{4DF07D30-98BB-2591-7D1F-21596EB2D6CA}"/>
              </a:ext>
            </a:extLst>
          </p:cNvPr>
          <p:cNvSpPr>
            <a:spLocks noChangeShapeType="1"/>
          </p:cNvSpPr>
          <p:nvPr/>
        </p:nvSpPr>
        <p:spPr bwMode="auto">
          <a:xfrm>
            <a:off x="2971800" y="3810000"/>
            <a:ext cx="1588" cy="15240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52" name="Line 12">
            <a:extLst>
              <a:ext uri="{FF2B5EF4-FFF2-40B4-BE49-F238E27FC236}">
                <a16:creationId xmlns:a16="http://schemas.microsoft.com/office/drawing/2014/main" id="{10DC422F-2063-EC2A-78FD-C6741F3A6F51}"/>
              </a:ext>
            </a:extLst>
          </p:cNvPr>
          <p:cNvSpPr>
            <a:spLocks noChangeShapeType="1"/>
          </p:cNvSpPr>
          <p:nvPr/>
        </p:nvSpPr>
        <p:spPr bwMode="auto">
          <a:xfrm>
            <a:off x="2971800" y="5334000"/>
            <a:ext cx="20574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53" name="Line 13">
            <a:extLst>
              <a:ext uri="{FF2B5EF4-FFF2-40B4-BE49-F238E27FC236}">
                <a16:creationId xmlns:a16="http://schemas.microsoft.com/office/drawing/2014/main" id="{BDDDD7E0-21F1-6674-CCD4-E9A8058E8DE4}"/>
              </a:ext>
            </a:extLst>
          </p:cNvPr>
          <p:cNvSpPr>
            <a:spLocks noChangeShapeType="1"/>
          </p:cNvSpPr>
          <p:nvPr/>
        </p:nvSpPr>
        <p:spPr bwMode="auto">
          <a:xfrm>
            <a:off x="2590800" y="4267200"/>
            <a:ext cx="1588" cy="15240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54" name="Line 14">
            <a:extLst>
              <a:ext uri="{FF2B5EF4-FFF2-40B4-BE49-F238E27FC236}">
                <a16:creationId xmlns:a16="http://schemas.microsoft.com/office/drawing/2014/main" id="{73938846-C434-C00E-90C4-2FBC765D77FC}"/>
              </a:ext>
            </a:extLst>
          </p:cNvPr>
          <p:cNvSpPr>
            <a:spLocks noChangeShapeType="1"/>
          </p:cNvSpPr>
          <p:nvPr/>
        </p:nvSpPr>
        <p:spPr bwMode="auto">
          <a:xfrm>
            <a:off x="2590800" y="5791200"/>
            <a:ext cx="24384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55" name="Line 15">
            <a:extLst>
              <a:ext uri="{FF2B5EF4-FFF2-40B4-BE49-F238E27FC236}">
                <a16:creationId xmlns:a16="http://schemas.microsoft.com/office/drawing/2014/main" id="{26BB661A-032F-6A7E-0C43-7AE8C64254B3}"/>
              </a:ext>
            </a:extLst>
          </p:cNvPr>
          <p:cNvSpPr>
            <a:spLocks noChangeShapeType="1"/>
          </p:cNvSpPr>
          <p:nvPr/>
        </p:nvSpPr>
        <p:spPr bwMode="auto">
          <a:xfrm>
            <a:off x="6324600" y="5486400"/>
            <a:ext cx="5334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56" name="Line 16">
            <a:extLst>
              <a:ext uri="{FF2B5EF4-FFF2-40B4-BE49-F238E27FC236}">
                <a16:creationId xmlns:a16="http://schemas.microsoft.com/office/drawing/2014/main" id="{0AC6FD6B-8846-FC6D-0CA0-569AB240AA6B}"/>
              </a:ext>
            </a:extLst>
          </p:cNvPr>
          <p:cNvSpPr>
            <a:spLocks noChangeShapeType="1"/>
          </p:cNvSpPr>
          <p:nvPr/>
        </p:nvSpPr>
        <p:spPr bwMode="auto">
          <a:xfrm>
            <a:off x="6858000" y="4495800"/>
            <a:ext cx="1588" cy="9906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57" name="Line 17">
            <a:extLst>
              <a:ext uri="{FF2B5EF4-FFF2-40B4-BE49-F238E27FC236}">
                <a16:creationId xmlns:a16="http://schemas.microsoft.com/office/drawing/2014/main" id="{755C5BF1-531D-C777-87FE-B1728E71DE0E}"/>
              </a:ext>
            </a:extLst>
          </p:cNvPr>
          <p:cNvSpPr>
            <a:spLocks noChangeShapeType="1"/>
          </p:cNvSpPr>
          <p:nvPr/>
        </p:nvSpPr>
        <p:spPr bwMode="auto">
          <a:xfrm>
            <a:off x="6858000" y="4495800"/>
            <a:ext cx="12192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58" name="Line 18">
            <a:extLst>
              <a:ext uri="{FF2B5EF4-FFF2-40B4-BE49-F238E27FC236}">
                <a16:creationId xmlns:a16="http://schemas.microsoft.com/office/drawing/2014/main" id="{A9E0280B-3520-478E-DBC1-32D0A591A052}"/>
              </a:ext>
            </a:extLst>
          </p:cNvPr>
          <p:cNvSpPr>
            <a:spLocks noChangeShapeType="1"/>
          </p:cNvSpPr>
          <p:nvPr/>
        </p:nvSpPr>
        <p:spPr bwMode="auto">
          <a:xfrm>
            <a:off x="8610600" y="3962400"/>
            <a:ext cx="9906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59" name="Line 19">
            <a:extLst>
              <a:ext uri="{FF2B5EF4-FFF2-40B4-BE49-F238E27FC236}">
                <a16:creationId xmlns:a16="http://schemas.microsoft.com/office/drawing/2014/main" id="{E59C0E39-2EB2-2373-16A3-D8726A45C439}"/>
              </a:ext>
            </a:extLst>
          </p:cNvPr>
          <p:cNvSpPr>
            <a:spLocks noChangeShapeType="1"/>
          </p:cNvSpPr>
          <p:nvPr/>
        </p:nvSpPr>
        <p:spPr bwMode="auto">
          <a:xfrm>
            <a:off x="6096000" y="4419600"/>
            <a:ext cx="2514600" cy="1219200"/>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60" name="Line 20">
            <a:extLst>
              <a:ext uri="{FF2B5EF4-FFF2-40B4-BE49-F238E27FC236}">
                <a16:creationId xmlns:a16="http://schemas.microsoft.com/office/drawing/2014/main" id="{B98FA052-FA5C-D01B-7C89-63F652B3AA59}"/>
              </a:ext>
            </a:extLst>
          </p:cNvPr>
          <p:cNvSpPr>
            <a:spLocks noChangeShapeType="1"/>
          </p:cNvSpPr>
          <p:nvPr/>
        </p:nvSpPr>
        <p:spPr bwMode="auto">
          <a:xfrm>
            <a:off x="5943600" y="4648200"/>
            <a:ext cx="2514600" cy="1295400"/>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61" name="AutoShape 21">
            <a:extLst>
              <a:ext uri="{FF2B5EF4-FFF2-40B4-BE49-F238E27FC236}">
                <a16:creationId xmlns:a16="http://schemas.microsoft.com/office/drawing/2014/main" id="{9AEFB456-3907-64C9-0B7C-4FB7EFBA4544}"/>
              </a:ext>
            </a:extLst>
          </p:cNvPr>
          <p:cNvSpPr>
            <a:spLocks noChangeArrowheads="1"/>
          </p:cNvSpPr>
          <p:nvPr/>
        </p:nvSpPr>
        <p:spPr bwMode="auto">
          <a:xfrm rot="12600000">
            <a:off x="8307388" y="5640388"/>
            <a:ext cx="990600" cy="685800"/>
          </a:xfrm>
          <a:prstGeom prst="flowChartOnlineStorage">
            <a:avLst/>
          </a:prstGeom>
          <a:solidFill>
            <a:srgbClr val="CCCC00"/>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XOR</a:t>
            </a:r>
          </a:p>
        </p:txBody>
      </p:sp>
      <p:sp>
        <p:nvSpPr>
          <p:cNvPr id="10262" name="Line 22">
            <a:extLst>
              <a:ext uri="{FF2B5EF4-FFF2-40B4-BE49-F238E27FC236}">
                <a16:creationId xmlns:a16="http://schemas.microsoft.com/office/drawing/2014/main" id="{CE9E2AA3-AB83-607A-A1EF-3743731A9DEA}"/>
              </a:ext>
            </a:extLst>
          </p:cNvPr>
          <p:cNvSpPr>
            <a:spLocks noChangeShapeType="1"/>
          </p:cNvSpPr>
          <p:nvPr/>
        </p:nvSpPr>
        <p:spPr bwMode="auto">
          <a:xfrm>
            <a:off x="9220200" y="6248400"/>
            <a:ext cx="533400" cy="304800"/>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mc:AlternateContent xmlns:mc="http://schemas.openxmlformats.org/markup-compatibility/2006" xmlns:a14="http://schemas.microsoft.com/office/drawing/2010/main">
        <mc:Choice Requires="a14">
          <p:sp>
            <p:nvSpPr>
              <p:cNvPr id="10263" name="Text Box 23">
                <a:extLst>
                  <a:ext uri="{FF2B5EF4-FFF2-40B4-BE49-F238E27FC236}">
                    <a16:creationId xmlns:a16="http://schemas.microsoft.com/office/drawing/2014/main" id="{8C3B5E80-5B61-B535-D235-F318319FF541}"/>
                  </a:ext>
                </a:extLst>
              </p:cNvPr>
              <p:cNvSpPr txBox="1">
                <a:spLocks noChangeArrowheads="1"/>
              </p:cNvSpPr>
              <p:nvPr/>
            </p:nvSpPr>
            <p:spPr bwMode="auto">
              <a:xfrm>
                <a:off x="9372600" y="5344886"/>
                <a:ext cx="1295400" cy="924228"/>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808080"/>
                    </a:solidFill>
                    <a:round/>
                    <a:headEnd/>
                    <a:tailEnd/>
                  </a14:hiddenLine>
                </a:ext>
                <a:ext uri="{AF507438-7753-43E0-B8FC-AC1667EBCBE1}">
                  <a14:hiddenEffects>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dirty="0">
                    <a:solidFill>
                      <a:srgbClr val="FF0000"/>
                    </a:solidFill>
                    <a:latin typeface="Times New Roman" panose="02020603050405020304" pitchFamily="18" charset="0"/>
                  </a:rPr>
                  <a:t>Overflow=</a:t>
                </a:r>
                <a14:m>
                  <m:oMath xmlns:m="http://schemas.openxmlformats.org/officeDocument/2006/math">
                    <m:sSub>
                      <m:sSubPr>
                        <m:ctrlPr>
                          <a:rPr lang="en-US" altLang="en-US" b="1" i="1" smtClean="0">
                            <a:solidFill>
                              <a:srgbClr val="FF0000"/>
                            </a:solidFill>
                            <a:latin typeface="Cambria Math" panose="02040503050406030204" pitchFamily="18" charset="0"/>
                          </a:rPr>
                        </m:ctrlPr>
                      </m:sSubPr>
                      <m:e>
                        <m:r>
                          <a:rPr lang="en-US" altLang="en-US" b="1" i="1" smtClean="0">
                            <a:solidFill>
                              <a:srgbClr val="FF0000"/>
                            </a:solidFill>
                            <a:latin typeface="Cambria Math" panose="02040503050406030204" pitchFamily="18" charset="0"/>
                          </a:rPr>
                          <m:t>𝒙</m:t>
                        </m:r>
                      </m:e>
                      <m:sub>
                        <m:r>
                          <a:rPr lang="en-US" altLang="en-US" b="1" i="1" smtClean="0">
                            <a:solidFill>
                              <a:srgbClr val="FF0000"/>
                            </a:solidFill>
                            <a:latin typeface="Cambria Math" panose="02040503050406030204" pitchFamily="18" charset="0"/>
                          </a:rPr>
                          <m:t>𝟑𝟏</m:t>
                        </m:r>
                      </m:sub>
                    </m:sSub>
                    <m:sSub>
                      <m:sSubPr>
                        <m:ctrlPr>
                          <a:rPr lang="en-US" altLang="en-US" b="1" i="1" smtClean="0">
                            <a:solidFill>
                              <a:srgbClr val="FF0000"/>
                            </a:solidFill>
                            <a:latin typeface="Cambria Math" panose="02040503050406030204" pitchFamily="18" charset="0"/>
                          </a:rPr>
                        </m:ctrlPr>
                      </m:sSubPr>
                      <m:e>
                        <m:r>
                          <a:rPr lang="en-US" altLang="en-US" b="1" i="1" smtClean="0">
                            <a:solidFill>
                              <a:srgbClr val="FF0000"/>
                            </a:solidFill>
                            <a:latin typeface="Cambria Math" panose="02040503050406030204" pitchFamily="18" charset="0"/>
                          </a:rPr>
                          <m:t>𝒚</m:t>
                        </m:r>
                      </m:e>
                      <m:sub>
                        <m:r>
                          <a:rPr lang="en-US" altLang="en-US" b="1" i="1" smtClean="0">
                            <a:solidFill>
                              <a:srgbClr val="FF0000"/>
                            </a:solidFill>
                            <a:latin typeface="Cambria Math" panose="02040503050406030204" pitchFamily="18" charset="0"/>
                          </a:rPr>
                          <m:t>𝟑𝟏</m:t>
                        </m:r>
                      </m:sub>
                    </m:sSub>
                    <m:sSubSup>
                      <m:sSubSupPr>
                        <m:ctrlPr>
                          <a:rPr lang="en-US" altLang="en-US" b="1" i="1" smtClean="0">
                            <a:solidFill>
                              <a:srgbClr val="FF0000"/>
                            </a:solidFill>
                            <a:latin typeface="Cambria Math" panose="02040503050406030204" pitchFamily="18" charset="0"/>
                          </a:rPr>
                        </m:ctrlPr>
                      </m:sSubSupPr>
                      <m:e>
                        <m:r>
                          <a:rPr lang="en-US" altLang="en-US" b="1" i="1" smtClean="0">
                            <a:solidFill>
                              <a:srgbClr val="FF0000"/>
                            </a:solidFill>
                            <a:latin typeface="Cambria Math" panose="02040503050406030204" pitchFamily="18" charset="0"/>
                          </a:rPr>
                          <m:t>𝒔</m:t>
                        </m:r>
                      </m:e>
                      <m:sub>
                        <m:r>
                          <a:rPr lang="en-US" altLang="en-US" b="1" i="1" smtClean="0">
                            <a:solidFill>
                              <a:srgbClr val="FF0000"/>
                            </a:solidFill>
                            <a:latin typeface="Cambria Math" panose="02040503050406030204" pitchFamily="18" charset="0"/>
                          </a:rPr>
                          <m:t>𝟑𝟏</m:t>
                        </m:r>
                      </m:sub>
                      <m:sup>
                        <m:r>
                          <a:rPr lang="en-US" altLang="en-US" b="1" i="1" smtClean="0">
                            <a:solidFill>
                              <a:srgbClr val="FF0000"/>
                            </a:solidFill>
                            <a:latin typeface="Cambria Math" panose="02040503050406030204" pitchFamily="18" charset="0"/>
                          </a:rPr>
                          <m:t>′</m:t>
                        </m:r>
                      </m:sup>
                    </m:sSubSup>
                    <m:r>
                      <a:rPr lang="en-US" altLang="en-US" b="1" i="1" smtClean="0">
                        <a:solidFill>
                          <a:srgbClr val="FF0000"/>
                        </a:solidFill>
                        <a:latin typeface="Cambria Math" panose="02040503050406030204" pitchFamily="18" charset="0"/>
                      </a:rPr>
                      <m:t>∨</m:t>
                    </m:r>
                    <m:sSubSup>
                      <m:sSubSupPr>
                        <m:ctrlPr>
                          <a:rPr lang="en-US" altLang="en-US" b="1" i="1" smtClean="0">
                            <a:solidFill>
                              <a:srgbClr val="FF0000"/>
                            </a:solidFill>
                            <a:latin typeface="Cambria Math" panose="02040503050406030204" pitchFamily="18" charset="0"/>
                          </a:rPr>
                        </m:ctrlPr>
                      </m:sSubSupPr>
                      <m:e>
                        <m:r>
                          <a:rPr lang="en-US" altLang="en-US" b="1" i="1" smtClean="0">
                            <a:solidFill>
                              <a:srgbClr val="FF0000"/>
                            </a:solidFill>
                            <a:latin typeface="Cambria Math" panose="02040503050406030204" pitchFamily="18" charset="0"/>
                          </a:rPr>
                          <m:t>𝒙</m:t>
                        </m:r>
                      </m:e>
                      <m:sub>
                        <m:r>
                          <a:rPr lang="en-US" altLang="en-US" b="1" i="1" smtClean="0">
                            <a:solidFill>
                              <a:srgbClr val="FF0000"/>
                            </a:solidFill>
                            <a:latin typeface="Cambria Math" panose="02040503050406030204" pitchFamily="18" charset="0"/>
                          </a:rPr>
                          <m:t>𝟑𝟏</m:t>
                        </m:r>
                      </m:sub>
                      <m:sup>
                        <m:r>
                          <a:rPr lang="en-US" altLang="en-US" b="1" i="1" smtClean="0">
                            <a:solidFill>
                              <a:srgbClr val="FF0000"/>
                            </a:solidFill>
                            <a:latin typeface="Cambria Math" panose="02040503050406030204" pitchFamily="18" charset="0"/>
                          </a:rPr>
                          <m:t>′</m:t>
                        </m:r>
                      </m:sup>
                    </m:sSubSup>
                    <m:sSubSup>
                      <m:sSubSupPr>
                        <m:ctrlPr>
                          <a:rPr lang="en-US" altLang="en-US" b="1" i="1" smtClean="0">
                            <a:solidFill>
                              <a:srgbClr val="FF0000"/>
                            </a:solidFill>
                            <a:latin typeface="Cambria Math" panose="02040503050406030204" pitchFamily="18" charset="0"/>
                          </a:rPr>
                        </m:ctrlPr>
                      </m:sSubSupPr>
                      <m:e>
                        <m:r>
                          <a:rPr lang="en-US" altLang="en-US" b="1" i="1" smtClean="0">
                            <a:solidFill>
                              <a:srgbClr val="FF0000"/>
                            </a:solidFill>
                            <a:latin typeface="Cambria Math" panose="02040503050406030204" pitchFamily="18" charset="0"/>
                          </a:rPr>
                          <m:t>𝒚</m:t>
                        </m:r>
                      </m:e>
                      <m:sub>
                        <m:r>
                          <a:rPr lang="en-US" altLang="en-US" b="1" i="1" smtClean="0">
                            <a:solidFill>
                              <a:srgbClr val="FF0000"/>
                            </a:solidFill>
                            <a:latin typeface="Cambria Math" panose="02040503050406030204" pitchFamily="18" charset="0"/>
                          </a:rPr>
                          <m:t>𝟑𝟏</m:t>
                        </m:r>
                      </m:sub>
                      <m:sup>
                        <m:r>
                          <a:rPr lang="en-US" altLang="en-US" b="1" i="1" smtClean="0">
                            <a:solidFill>
                              <a:srgbClr val="FF0000"/>
                            </a:solidFill>
                            <a:latin typeface="Cambria Math" panose="02040503050406030204" pitchFamily="18" charset="0"/>
                          </a:rPr>
                          <m:t>′</m:t>
                        </m:r>
                      </m:sup>
                    </m:sSubSup>
                    <m:sSub>
                      <m:sSubPr>
                        <m:ctrlPr>
                          <a:rPr lang="en-US" altLang="en-US" b="1" i="1" smtClean="0">
                            <a:solidFill>
                              <a:srgbClr val="FF0000"/>
                            </a:solidFill>
                            <a:latin typeface="Cambria Math" panose="02040503050406030204" pitchFamily="18" charset="0"/>
                          </a:rPr>
                        </m:ctrlPr>
                      </m:sSubPr>
                      <m:e>
                        <m:r>
                          <a:rPr lang="en-US" altLang="en-US" b="1" i="1" smtClean="0">
                            <a:solidFill>
                              <a:srgbClr val="FF0000"/>
                            </a:solidFill>
                            <a:latin typeface="Cambria Math" panose="02040503050406030204" pitchFamily="18" charset="0"/>
                          </a:rPr>
                          <m:t>𝒔</m:t>
                        </m:r>
                      </m:e>
                      <m:sub>
                        <m:r>
                          <a:rPr lang="en-US" altLang="en-US" b="1" i="1" smtClean="0">
                            <a:solidFill>
                              <a:srgbClr val="FF0000"/>
                            </a:solidFill>
                            <a:latin typeface="Cambria Math" panose="02040503050406030204" pitchFamily="18" charset="0"/>
                          </a:rPr>
                          <m:t>𝟑𝟏</m:t>
                        </m:r>
                      </m:sub>
                    </m:sSub>
                  </m:oMath>
                </a14:m>
                <a:endParaRPr lang="en-IN" altLang="en-US" b="1" dirty="0">
                  <a:solidFill>
                    <a:srgbClr val="FF0000"/>
                  </a:solidFill>
                  <a:latin typeface="Times New Roman" panose="02020603050405020304" pitchFamily="18" charset="0"/>
                </a:endParaRPr>
              </a:p>
            </p:txBody>
          </p:sp>
        </mc:Choice>
        <mc:Fallback xmlns="">
          <p:sp>
            <p:nvSpPr>
              <p:cNvPr id="10263" name="Text Box 23">
                <a:extLst>
                  <a:ext uri="{FF2B5EF4-FFF2-40B4-BE49-F238E27FC236}">
                    <a16:creationId xmlns:a16="http://schemas.microsoft.com/office/drawing/2014/main" id="{8C3B5E80-5B61-B535-D235-F318319FF541}"/>
                  </a:ext>
                </a:extLst>
              </p:cNvPr>
              <p:cNvSpPr txBox="1">
                <a:spLocks noRot="1" noChangeAspect="1" noMove="1" noResize="1" noEditPoints="1" noAdjustHandles="1" noChangeArrowheads="1" noChangeShapeType="1" noTextEdit="1"/>
              </p:cNvSpPr>
              <p:nvPr/>
            </p:nvSpPr>
            <p:spPr bwMode="auto">
              <a:xfrm>
                <a:off x="9372600" y="5344886"/>
                <a:ext cx="1295400" cy="924228"/>
              </a:xfrm>
              <a:prstGeom prst="rect">
                <a:avLst/>
              </a:prstGeom>
              <a:blipFill>
                <a:blip r:embed="rId3"/>
                <a:stretch>
                  <a:fillRect l="-4245" t="-3974" r="-4717" b="-2649"/>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IN">
                    <a:noFill/>
                  </a:rPr>
                  <a:t> </a:t>
                </a:r>
              </a:p>
            </p:txBody>
          </p:sp>
        </mc:Fallback>
      </mc:AlternateContent>
      <p:sp>
        <p:nvSpPr>
          <p:cNvPr id="10264" name="Line 24">
            <a:extLst>
              <a:ext uri="{FF2B5EF4-FFF2-40B4-BE49-F238E27FC236}">
                <a16:creationId xmlns:a16="http://schemas.microsoft.com/office/drawing/2014/main" id="{40804FE2-1D07-0829-9CDA-626C85607C34}"/>
              </a:ext>
            </a:extLst>
          </p:cNvPr>
          <p:cNvSpPr>
            <a:spLocks noChangeShapeType="1"/>
          </p:cNvSpPr>
          <p:nvPr/>
        </p:nvSpPr>
        <p:spPr bwMode="auto">
          <a:xfrm flipV="1">
            <a:off x="3200400" y="3046414"/>
            <a:ext cx="1588" cy="1603375"/>
          </a:xfrm>
          <a:prstGeom prst="line">
            <a:avLst/>
          </a:prstGeom>
          <a:noFill/>
          <a:ln w="9360">
            <a:solidFill>
              <a:srgbClr val="000000"/>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65" name="Line 25">
            <a:extLst>
              <a:ext uri="{FF2B5EF4-FFF2-40B4-BE49-F238E27FC236}">
                <a16:creationId xmlns:a16="http://schemas.microsoft.com/office/drawing/2014/main" id="{B5A94AEB-0D5C-7038-F919-6D4309C6A61E}"/>
              </a:ext>
            </a:extLst>
          </p:cNvPr>
          <p:cNvSpPr>
            <a:spLocks noChangeShapeType="1"/>
          </p:cNvSpPr>
          <p:nvPr/>
        </p:nvSpPr>
        <p:spPr bwMode="auto">
          <a:xfrm>
            <a:off x="3200400" y="3048000"/>
            <a:ext cx="2362200" cy="1588"/>
          </a:xfrm>
          <a:prstGeom prst="line">
            <a:avLst/>
          </a:prstGeom>
          <a:noFill/>
          <a:ln w="9360">
            <a:solidFill>
              <a:srgbClr val="000000"/>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66" name="Line 26">
            <a:extLst>
              <a:ext uri="{FF2B5EF4-FFF2-40B4-BE49-F238E27FC236}">
                <a16:creationId xmlns:a16="http://schemas.microsoft.com/office/drawing/2014/main" id="{61644712-A200-C481-D919-FF45E718538B}"/>
              </a:ext>
            </a:extLst>
          </p:cNvPr>
          <p:cNvSpPr>
            <a:spLocks noChangeShapeType="1"/>
          </p:cNvSpPr>
          <p:nvPr/>
        </p:nvSpPr>
        <p:spPr bwMode="auto">
          <a:xfrm>
            <a:off x="5562600" y="3048000"/>
            <a:ext cx="1588" cy="533400"/>
          </a:xfrm>
          <a:prstGeom prst="line">
            <a:avLst/>
          </a:prstGeom>
          <a:noFill/>
          <a:ln w="9360">
            <a:solidFill>
              <a:srgbClr val="0000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67" name="Text Box 27">
            <a:extLst>
              <a:ext uri="{FF2B5EF4-FFF2-40B4-BE49-F238E27FC236}">
                <a16:creationId xmlns:a16="http://schemas.microsoft.com/office/drawing/2014/main" id="{CEE9582E-1E2A-078D-84F4-DE4D19BCC95B}"/>
              </a:ext>
            </a:extLst>
          </p:cNvPr>
          <p:cNvSpPr txBox="1">
            <a:spLocks noChangeArrowheads="1"/>
          </p:cNvSpPr>
          <p:nvPr/>
        </p:nvSpPr>
        <p:spPr bwMode="auto">
          <a:xfrm>
            <a:off x="1828800" y="3290888"/>
            <a:ext cx="7620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x</a:t>
            </a:r>
          </a:p>
        </p:txBody>
      </p:sp>
      <p:sp>
        <p:nvSpPr>
          <p:cNvPr id="10268" name="Text Box 28">
            <a:extLst>
              <a:ext uri="{FF2B5EF4-FFF2-40B4-BE49-F238E27FC236}">
                <a16:creationId xmlns:a16="http://schemas.microsoft.com/office/drawing/2014/main" id="{BFB844F5-8AD1-A538-D3B3-85B05A062AFB}"/>
              </a:ext>
            </a:extLst>
          </p:cNvPr>
          <p:cNvSpPr txBox="1">
            <a:spLocks noChangeArrowheads="1"/>
          </p:cNvSpPr>
          <p:nvPr/>
        </p:nvSpPr>
        <p:spPr bwMode="auto">
          <a:xfrm>
            <a:off x="1828800" y="3886200"/>
            <a:ext cx="6858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y</a:t>
            </a:r>
          </a:p>
        </p:txBody>
      </p:sp>
      <p:sp>
        <p:nvSpPr>
          <p:cNvPr id="10269" name="Text Box 29">
            <a:extLst>
              <a:ext uri="{FF2B5EF4-FFF2-40B4-BE49-F238E27FC236}">
                <a16:creationId xmlns:a16="http://schemas.microsoft.com/office/drawing/2014/main" id="{9B895859-7F64-F4DE-82BF-00E1E957028F}"/>
              </a:ext>
            </a:extLst>
          </p:cNvPr>
          <p:cNvSpPr txBox="1">
            <a:spLocks noChangeArrowheads="1"/>
          </p:cNvSpPr>
          <p:nvPr/>
        </p:nvSpPr>
        <p:spPr bwMode="auto">
          <a:xfrm>
            <a:off x="1524000" y="4724401"/>
            <a:ext cx="990600"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Add’</a:t>
            </a:r>
          </a:p>
          <a:p>
            <a:pPr>
              <a:spcBef>
                <a:spcPts val="1125"/>
              </a:spcBef>
            </a:pPr>
            <a:r>
              <a:rPr lang="en-IN" altLang="en-US" b="1">
                <a:latin typeface="Times New Roman" panose="02020603050405020304" pitchFamily="18" charset="0"/>
              </a:rPr>
              <a:t>/Sub</a:t>
            </a:r>
          </a:p>
        </p:txBody>
      </p:sp>
      <p:sp>
        <p:nvSpPr>
          <p:cNvPr id="10270" name="Line 30">
            <a:extLst>
              <a:ext uri="{FF2B5EF4-FFF2-40B4-BE49-F238E27FC236}">
                <a16:creationId xmlns:a16="http://schemas.microsoft.com/office/drawing/2014/main" id="{9E63AEB4-DD4C-30CD-36D5-CDC84617728D}"/>
              </a:ext>
            </a:extLst>
          </p:cNvPr>
          <p:cNvSpPr>
            <a:spLocks noChangeShapeType="1"/>
          </p:cNvSpPr>
          <p:nvPr/>
        </p:nvSpPr>
        <p:spPr bwMode="auto">
          <a:xfrm flipV="1">
            <a:off x="5638800" y="6018214"/>
            <a:ext cx="1588" cy="841375"/>
          </a:xfrm>
          <a:prstGeom prst="line">
            <a:avLst/>
          </a:prstGeom>
          <a:noFill/>
          <a:ln w="9360">
            <a:solidFill>
              <a:srgbClr val="0000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71" name="Text Box 31">
            <a:extLst>
              <a:ext uri="{FF2B5EF4-FFF2-40B4-BE49-F238E27FC236}">
                <a16:creationId xmlns:a16="http://schemas.microsoft.com/office/drawing/2014/main" id="{09CC0AD8-0EBA-EAF9-9E33-5C0EA149ABAA}"/>
              </a:ext>
            </a:extLst>
          </p:cNvPr>
          <p:cNvSpPr txBox="1">
            <a:spLocks noChangeArrowheads="1"/>
          </p:cNvSpPr>
          <p:nvPr/>
        </p:nvSpPr>
        <p:spPr bwMode="auto">
          <a:xfrm>
            <a:off x="3962400" y="5257800"/>
            <a:ext cx="990600" cy="1619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AND 00</a:t>
            </a:r>
          </a:p>
          <a:p>
            <a:pPr>
              <a:spcBef>
                <a:spcPts val="1125"/>
              </a:spcBef>
            </a:pPr>
            <a:r>
              <a:rPr lang="en-IN" altLang="en-US">
                <a:latin typeface="Times New Roman" panose="02020603050405020304" pitchFamily="18" charset="0"/>
              </a:rPr>
              <a:t>OR 01</a:t>
            </a:r>
          </a:p>
          <a:p>
            <a:pPr>
              <a:spcBef>
                <a:spcPts val="1125"/>
              </a:spcBef>
            </a:pPr>
            <a:r>
              <a:rPr lang="en-IN" altLang="en-US">
                <a:latin typeface="Times New Roman" panose="02020603050405020304" pitchFamily="18" charset="0"/>
              </a:rPr>
              <a:t>XOR 10</a:t>
            </a:r>
          </a:p>
          <a:p>
            <a:pPr>
              <a:spcBef>
                <a:spcPts val="1125"/>
              </a:spcBef>
            </a:pPr>
            <a:r>
              <a:rPr lang="en-IN" altLang="en-US">
                <a:latin typeface="Times New Roman" panose="02020603050405020304" pitchFamily="18" charset="0"/>
              </a:rPr>
              <a:t>NOR 11</a:t>
            </a:r>
          </a:p>
        </p:txBody>
      </p:sp>
      <p:sp>
        <p:nvSpPr>
          <p:cNvPr id="10272" name="Line 32">
            <a:extLst>
              <a:ext uri="{FF2B5EF4-FFF2-40B4-BE49-F238E27FC236}">
                <a16:creationId xmlns:a16="http://schemas.microsoft.com/office/drawing/2014/main" id="{F0E7F3E6-3713-1152-4BFA-310A85661385}"/>
              </a:ext>
            </a:extLst>
          </p:cNvPr>
          <p:cNvSpPr>
            <a:spLocks noChangeShapeType="1"/>
          </p:cNvSpPr>
          <p:nvPr/>
        </p:nvSpPr>
        <p:spPr bwMode="auto">
          <a:xfrm flipV="1">
            <a:off x="2819400" y="2284414"/>
            <a:ext cx="1588" cy="1984375"/>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73" name="Line 33">
            <a:extLst>
              <a:ext uri="{FF2B5EF4-FFF2-40B4-BE49-F238E27FC236}">
                <a16:creationId xmlns:a16="http://schemas.microsoft.com/office/drawing/2014/main" id="{EFDCFA55-EC19-775F-9C47-35125EACFB7F}"/>
              </a:ext>
            </a:extLst>
          </p:cNvPr>
          <p:cNvSpPr>
            <a:spLocks noChangeShapeType="1"/>
          </p:cNvSpPr>
          <p:nvPr/>
        </p:nvSpPr>
        <p:spPr bwMode="auto">
          <a:xfrm>
            <a:off x="2819400" y="2362200"/>
            <a:ext cx="22098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74" name="Rectangle 34">
            <a:extLst>
              <a:ext uri="{FF2B5EF4-FFF2-40B4-BE49-F238E27FC236}">
                <a16:creationId xmlns:a16="http://schemas.microsoft.com/office/drawing/2014/main" id="{06DD013F-2366-689E-ECB6-DE77420EF3D4}"/>
              </a:ext>
            </a:extLst>
          </p:cNvPr>
          <p:cNvSpPr>
            <a:spLocks noChangeArrowheads="1"/>
          </p:cNvSpPr>
          <p:nvPr/>
        </p:nvSpPr>
        <p:spPr bwMode="auto">
          <a:xfrm>
            <a:off x="5029200" y="2133600"/>
            <a:ext cx="1524000" cy="457200"/>
          </a:xfrm>
          <a:prstGeom prst="rect">
            <a:avLst/>
          </a:prstGeom>
          <a:solidFill>
            <a:srgbClr val="CCCC00"/>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Pad 16 0s</a:t>
            </a:r>
          </a:p>
        </p:txBody>
      </p:sp>
      <p:sp>
        <p:nvSpPr>
          <p:cNvPr id="10275" name="Line 35">
            <a:extLst>
              <a:ext uri="{FF2B5EF4-FFF2-40B4-BE49-F238E27FC236}">
                <a16:creationId xmlns:a16="http://schemas.microsoft.com/office/drawing/2014/main" id="{47FECC19-B2A6-5F5B-FCCD-CCB89993CFC6}"/>
              </a:ext>
            </a:extLst>
          </p:cNvPr>
          <p:cNvSpPr>
            <a:spLocks noChangeShapeType="1"/>
          </p:cNvSpPr>
          <p:nvPr/>
        </p:nvSpPr>
        <p:spPr bwMode="auto">
          <a:xfrm>
            <a:off x="6553200" y="2286000"/>
            <a:ext cx="5334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76" name="Line 36">
            <a:extLst>
              <a:ext uri="{FF2B5EF4-FFF2-40B4-BE49-F238E27FC236}">
                <a16:creationId xmlns:a16="http://schemas.microsoft.com/office/drawing/2014/main" id="{2DFC9A03-C5A7-FAFC-938F-30F87FE57D15}"/>
              </a:ext>
            </a:extLst>
          </p:cNvPr>
          <p:cNvSpPr>
            <a:spLocks noChangeShapeType="1"/>
          </p:cNvSpPr>
          <p:nvPr/>
        </p:nvSpPr>
        <p:spPr bwMode="auto">
          <a:xfrm>
            <a:off x="7086600" y="2286000"/>
            <a:ext cx="1588" cy="13716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77" name="Line 37">
            <a:extLst>
              <a:ext uri="{FF2B5EF4-FFF2-40B4-BE49-F238E27FC236}">
                <a16:creationId xmlns:a16="http://schemas.microsoft.com/office/drawing/2014/main" id="{32FB08B4-E841-EC55-B88B-DD01DBDFF49D}"/>
              </a:ext>
            </a:extLst>
          </p:cNvPr>
          <p:cNvSpPr>
            <a:spLocks noChangeShapeType="1"/>
          </p:cNvSpPr>
          <p:nvPr/>
        </p:nvSpPr>
        <p:spPr bwMode="auto">
          <a:xfrm>
            <a:off x="7086600" y="3652839"/>
            <a:ext cx="990600" cy="1587"/>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78" name="Line 38">
            <a:extLst>
              <a:ext uri="{FF2B5EF4-FFF2-40B4-BE49-F238E27FC236}">
                <a16:creationId xmlns:a16="http://schemas.microsoft.com/office/drawing/2014/main" id="{90A4EAC8-2DC4-67E2-FD0B-A6845E5270E9}"/>
              </a:ext>
            </a:extLst>
          </p:cNvPr>
          <p:cNvSpPr>
            <a:spLocks noChangeShapeType="1"/>
          </p:cNvSpPr>
          <p:nvPr/>
        </p:nvSpPr>
        <p:spPr bwMode="auto">
          <a:xfrm>
            <a:off x="8358189" y="2586038"/>
            <a:ext cx="1587" cy="762000"/>
          </a:xfrm>
          <a:prstGeom prst="line">
            <a:avLst/>
          </a:prstGeom>
          <a:noFill/>
          <a:ln w="9360">
            <a:solidFill>
              <a:srgbClr val="0000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79" name="Text Box 39">
            <a:extLst>
              <a:ext uri="{FF2B5EF4-FFF2-40B4-BE49-F238E27FC236}">
                <a16:creationId xmlns:a16="http://schemas.microsoft.com/office/drawing/2014/main" id="{5977A830-3434-C8AF-38C7-739758B6E7C9}"/>
              </a:ext>
            </a:extLst>
          </p:cNvPr>
          <p:cNvSpPr txBox="1">
            <a:spLocks noChangeArrowheads="1"/>
          </p:cNvSpPr>
          <p:nvPr/>
        </p:nvSpPr>
        <p:spPr bwMode="auto">
          <a:xfrm>
            <a:off x="8763000" y="1716089"/>
            <a:ext cx="1905000" cy="203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fn:</a:t>
            </a:r>
          </a:p>
          <a:p>
            <a:pPr>
              <a:spcBef>
                <a:spcPts val="1125"/>
              </a:spcBef>
            </a:pPr>
            <a:r>
              <a:rPr lang="en-US" altLang="en-US">
                <a:latin typeface="Times New Roman" panose="02020603050405020304" pitchFamily="18" charset="0"/>
              </a:rPr>
              <a:t>00: lui</a:t>
            </a:r>
          </a:p>
          <a:p>
            <a:pPr>
              <a:spcBef>
                <a:spcPts val="1125"/>
              </a:spcBef>
            </a:pPr>
            <a:r>
              <a:rPr lang="en-US" altLang="en-US">
                <a:latin typeface="Times New Roman" panose="02020603050405020304" pitchFamily="18" charset="0"/>
              </a:rPr>
              <a:t>01 Set less</a:t>
            </a:r>
          </a:p>
          <a:p>
            <a:pPr>
              <a:spcBef>
                <a:spcPts val="1125"/>
              </a:spcBef>
            </a:pPr>
            <a:r>
              <a:rPr lang="en-US" altLang="en-US">
                <a:latin typeface="Times New Roman" panose="02020603050405020304" pitchFamily="18" charset="0"/>
              </a:rPr>
              <a:t>10 Arithmetic</a:t>
            </a:r>
          </a:p>
          <a:p>
            <a:pPr>
              <a:spcBef>
                <a:spcPts val="1125"/>
              </a:spcBef>
            </a:pPr>
            <a:r>
              <a:rPr lang="en-US" altLang="en-US">
                <a:latin typeface="Times New Roman" panose="02020603050405020304" pitchFamily="18" charset="0"/>
              </a:rPr>
              <a:t>11 Logic</a:t>
            </a:r>
          </a:p>
        </p:txBody>
      </p:sp>
      <p:sp>
        <p:nvSpPr>
          <p:cNvPr id="10280" name="Line 40">
            <a:extLst>
              <a:ext uri="{FF2B5EF4-FFF2-40B4-BE49-F238E27FC236}">
                <a16:creationId xmlns:a16="http://schemas.microsoft.com/office/drawing/2014/main" id="{943B5B63-661B-13DA-3657-F113CF8CD509}"/>
              </a:ext>
            </a:extLst>
          </p:cNvPr>
          <p:cNvSpPr>
            <a:spLocks noChangeShapeType="1"/>
          </p:cNvSpPr>
          <p:nvPr/>
        </p:nvSpPr>
        <p:spPr bwMode="auto">
          <a:xfrm>
            <a:off x="7010400" y="3905250"/>
            <a:ext cx="10668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81" name="Line 41">
            <a:extLst>
              <a:ext uri="{FF2B5EF4-FFF2-40B4-BE49-F238E27FC236}">
                <a16:creationId xmlns:a16="http://schemas.microsoft.com/office/drawing/2014/main" id="{5CBB839D-6C21-B67B-EC09-50110BD55A9E}"/>
              </a:ext>
            </a:extLst>
          </p:cNvPr>
          <p:cNvSpPr>
            <a:spLocks noChangeShapeType="1"/>
          </p:cNvSpPr>
          <p:nvPr/>
        </p:nvSpPr>
        <p:spPr bwMode="auto">
          <a:xfrm flipV="1">
            <a:off x="7038975" y="3884614"/>
            <a:ext cx="1588" cy="307975"/>
          </a:xfrm>
          <a:prstGeom prst="line">
            <a:avLst/>
          </a:prstGeom>
          <a:noFill/>
          <a:ln w="9360">
            <a:solidFill>
              <a:srgbClr val="000000"/>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282" name="Text Box 42">
            <a:extLst>
              <a:ext uri="{FF2B5EF4-FFF2-40B4-BE49-F238E27FC236}">
                <a16:creationId xmlns:a16="http://schemas.microsoft.com/office/drawing/2014/main" id="{51FDC1EF-229F-2111-334A-86B64C8E9EC3}"/>
              </a:ext>
            </a:extLst>
          </p:cNvPr>
          <p:cNvSpPr txBox="1">
            <a:spLocks noChangeArrowheads="1"/>
          </p:cNvSpPr>
          <p:nvPr/>
        </p:nvSpPr>
        <p:spPr bwMode="auto">
          <a:xfrm>
            <a:off x="6248400" y="3549650"/>
            <a:ext cx="990600" cy="642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dirty="0">
                <a:latin typeface="Times New Roman" panose="02020603050405020304" pitchFamily="18" charset="0"/>
              </a:rPr>
              <a:t>MSB: 0 or 1</a:t>
            </a:r>
          </a:p>
        </p:txBody>
      </p:sp>
      <p:sp>
        <p:nvSpPr>
          <p:cNvPr id="10283" name="Text Box 43">
            <a:extLst>
              <a:ext uri="{FF2B5EF4-FFF2-40B4-BE49-F238E27FC236}">
                <a16:creationId xmlns:a16="http://schemas.microsoft.com/office/drawing/2014/main" id="{0F5E2964-C543-8EDD-3F91-9BC5CE88C397}"/>
              </a:ext>
            </a:extLst>
          </p:cNvPr>
          <p:cNvSpPr txBox="1">
            <a:spLocks noChangeArrowheads="1"/>
          </p:cNvSpPr>
          <p:nvPr/>
        </p:nvSpPr>
        <p:spPr bwMode="auto">
          <a:xfrm>
            <a:off x="5791200" y="6248400"/>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LogicFn</a:t>
            </a:r>
          </a:p>
        </p:txBody>
      </p:sp>
      <p:sp>
        <p:nvSpPr>
          <p:cNvPr id="10284" name="Text Box 44">
            <a:extLst>
              <a:ext uri="{FF2B5EF4-FFF2-40B4-BE49-F238E27FC236}">
                <a16:creationId xmlns:a16="http://schemas.microsoft.com/office/drawing/2014/main" id="{16F8D473-AF02-DC35-8382-E0D633410FB6}"/>
              </a:ext>
            </a:extLst>
          </p:cNvPr>
          <p:cNvSpPr txBox="1">
            <a:spLocks noChangeArrowheads="1"/>
          </p:cNvSpPr>
          <p:nvPr/>
        </p:nvSpPr>
        <p:spPr bwMode="auto">
          <a:xfrm>
            <a:off x="7467600" y="2209800"/>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FnClass</a:t>
            </a:r>
          </a:p>
        </p:txBody>
      </p:sp>
      <p:sp>
        <p:nvSpPr>
          <p:cNvPr id="2" name="TextBox 1">
            <a:extLst>
              <a:ext uri="{FF2B5EF4-FFF2-40B4-BE49-F238E27FC236}">
                <a16:creationId xmlns:a16="http://schemas.microsoft.com/office/drawing/2014/main" id="{21FEA026-C979-446F-2B7E-D9298D615280}"/>
              </a:ext>
            </a:extLst>
          </p:cNvPr>
          <p:cNvSpPr txBox="1"/>
          <p:nvPr/>
        </p:nvSpPr>
        <p:spPr>
          <a:xfrm>
            <a:off x="5638800" y="2971800"/>
            <a:ext cx="684212" cy="369332"/>
          </a:xfrm>
          <a:prstGeom prst="rect">
            <a:avLst/>
          </a:prstGeom>
          <a:noFill/>
        </p:spPr>
        <p:txBody>
          <a:bodyPr wrap="square" rtlCol="0">
            <a:spAutoFit/>
          </a:bodyPr>
          <a:lstStyle/>
          <a:p>
            <a:r>
              <a:rPr lang="en-US" dirty="0" err="1">
                <a:solidFill>
                  <a:srgbClr val="FF0000"/>
                </a:solidFill>
              </a:rPr>
              <a:t>cin</a:t>
            </a:r>
            <a:endParaRPr lang="en-IN" dirty="0">
              <a:solidFill>
                <a:srgbClr val="FF0000"/>
              </a:solidFill>
            </a:endParaRPr>
          </a:p>
        </p:txBody>
      </p:sp>
      <p:sp>
        <p:nvSpPr>
          <p:cNvPr id="3" name="TextBox 2">
            <a:extLst>
              <a:ext uri="{FF2B5EF4-FFF2-40B4-BE49-F238E27FC236}">
                <a16:creationId xmlns:a16="http://schemas.microsoft.com/office/drawing/2014/main" id="{DE388795-A662-F246-ABDC-91E39B94A5E1}"/>
              </a:ext>
            </a:extLst>
          </p:cNvPr>
          <p:cNvSpPr txBox="1"/>
          <p:nvPr/>
        </p:nvSpPr>
        <p:spPr>
          <a:xfrm>
            <a:off x="4344988" y="3810000"/>
            <a:ext cx="684212" cy="646331"/>
          </a:xfrm>
          <a:prstGeom prst="rect">
            <a:avLst/>
          </a:prstGeom>
          <a:noFill/>
        </p:spPr>
        <p:txBody>
          <a:bodyPr wrap="square" rtlCol="0">
            <a:spAutoFit/>
          </a:bodyPr>
          <a:lstStyle/>
          <a:p>
            <a:r>
              <a:rPr lang="en-US" dirty="0">
                <a:solidFill>
                  <a:srgbClr val="FF0000"/>
                </a:solidFill>
              </a:rPr>
              <a:t>y or y’</a:t>
            </a:r>
            <a:endParaRPr lang="en-IN" dirty="0">
              <a:solidFill>
                <a:srgbClr val="FF0000"/>
              </a:solidFill>
            </a:endParaRPr>
          </a:p>
        </p:txBody>
      </p:sp>
      <p:sp>
        <p:nvSpPr>
          <p:cNvPr id="4" name="TextBox 3">
            <a:extLst>
              <a:ext uri="{FF2B5EF4-FFF2-40B4-BE49-F238E27FC236}">
                <a16:creationId xmlns:a16="http://schemas.microsoft.com/office/drawing/2014/main" id="{4CF54641-3C47-1ECD-43E2-547D503D1119}"/>
              </a:ext>
            </a:extLst>
          </p:cNvPr>
          <p:cNvSpPr txBox="1"/>
          <p:nvPr/>
        </p:nvSpPr>
        <p:spPr>
          <a:xfrm>
            <a:off x="5750380" y="4087585"/>
            <a:ext cx="684212" cy="369332"/>
          </a:xfrm>
          <a:prstGeom prst="rect">
            <a:avLst/>
          </a:prstGeom>
          <a:noFill/>
        </p:spPr>
        <p:txBody>
          <a:bodyPr wrap="square" rtlCol="0">
            <a:spAutoFit/>
          </a:bodyPr>
          <a:lstStyle/>
          <a:p>
            <a:r>
              <a:rPr lang="en-US" dirty="0">
                <a:solidFill>
                  <a:srgbClr val="FF0000"/>
                </a:solidFill>
              </a:rPr>
              <a:t>c31</a:t>
            </a:r>
            <a:endParaRPr lang="en-IN" dirty="0">
              <a:solidFill>
                <a:srgbClr val="FF0000"/>
              </a:solidFill>
            </a:endParaRPr>
          </a:p>
        </p:txBody>
      </p:sp>
      <p:sp>
        <p:nvSpPr>
          <p:cNvPr id="5" name="TextBox 4">
            <a:extLst>
              <a:ext uri="{FF2B5EF4-FFF2-40B4-BE49-F238E27FC236}">
                <a16:creationId xmlns:a16="http://schemas.microsoft.com/office/drawing/2014/main" id="{DA318A70-440D-1793-31EA-BF945B6ADB90}"/>
              </a:ext>
            </a:extLst>
          </p:cNvPr>
          <p:cNvSpPr txBox="1"/>
          <p:nvPr/>
        </p:nvSpPr>
        <p:spPr>
          <a:xfrm>
            <a:off x="5478238" y="4386941"/>
            <a:ext cx="684212" cy="369332"/>
          </a:xfrm>
          <a:prstGeom prst="rect">
            <a:avLst/>
          </a:prstGeom>
          <a:noFill/>
        </p:spPr>
        <p:txBody>
          <a:bodyPr wrap="square" rtlCol="0">
            <a:spAutoFit/>
          </a:bodyPr>
          <a:lstStyle/>
          <a:p>
            <a:r>
              <a:rPr lang="en-US" dirty="0">
                <a:solidFill>
                  <a:srgbClr val="FF0000"/>
                </a:solidFill>
              </a:rPr>
              <a:t>c32</a:t>
            </a:r>
            <a:endParaRPr lang="en-IN" dirty="0">
              <a:solidFill>
                <a:srgbClr val="FF0000"/>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1">
            <a:extLst>
              <a:ext uri="{FF2B5EF4-FFF2-40B4-BE49-F238E27FC236}">
                <a16:creationId xmlns:a16="http://schemas.microsoft.com/office/drawing/2014/main" id="{3A5EFF8D-0CE1-B9E3-1776-DFE7FA68BDFF}"/>
              </a:ext>
            </a:extLst>
          </p:cNvPr>
          <p:cNvSpPr>
            <a:spLocks noGrp="1" noChangeArrowheads="1"/>
          </p:cNvSpPr>
          <p:nvPr>
            <p:ph type="title" idx="4294967295"/>
          </p:nvPr>
        </p:nvSpPr>
        <p:spPr>
          <a:xfrm>
            <a:off x="1981200" y="363538"/>
            <a:ext cx="8229600" cy="1312862"/>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altLang="en-US" sz="4000"/>
              <a:t>Execution Steps for R-type ALU Instructions</a:t>
            </a:r>
          </a:p>
        </p:txBody>
      </p:sp>
      <p:sp>
        <p:nvSpPr>
          <p:cNvPr id="11266" name="Rectangle 2">
            <a:extLst>
              <a:ext uri="{FF2B5EF4-FFF2-40B4-BE49-F238E27FC236}">
                <a16:creationId xmlns:a16="http://schemas.microsoft.com/office/drawing/2014/main" id="{A80ABD02-AC07-9A9A-2B85-1F3A7AB2D223}"/>
              </a:ext>
            </a:extLst>
          </p:cNvPr>
          <p:cNvSpPr>
            <a:spLocks noGrp="1" noChangeArrowheads="1"/>
          </p:cNvSpPr>
          <p:nvPr>
            <p:ph type="body" idx="4294967295"/>
          </p:nvPr>
        </p:nvSpPr>
        <p:spPr>
          <a:xfrm>
            <a:off x="1981200" y="1828801"/>
            <a:ext cx="8229600" cy="4302125"/>
          </a:xfrm>
          <a:ln/>
        </p:spPr>
        <p:txBody>
          <a:bodyPr/>
          <a:lstStyle/>
          <a:p>
            <a:pPr marL="468313" indent="-468313">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Read contents from rs and rt, and pass them to the ALU.</a:t>
            </a:r>
          </a:p>
          <a:p>
            <a:pPr marL="468313" indent="-468313">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Control the ALU to perform the correct operation, according to the “func”-value of the Instruction.</a:t>
            </a:r>
          </a:p>
          <a:p>
            <a:pPr marL="468313" indent="-468313">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Write the output of the ALU in register rd.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1">
            <a:extLst>
              <a:ext uri="{FF2B5EF4-FFF2-40B4-BE49-F238E27FC236}">
                <a16:creationId xmlns:a16="http://schemas.microsoft.com/office/drawing/2014/main" id="{0A7F00E4-08F9-2CEC-3FC3-149EB3F1D93E}"/>
              </a:ext>
            </a:extLst>
          </p:cNvPr>
          <p:cNvSpPr>
            <a:spLocks noGrp="1" noChangeArrowheads="1"/>
          </p:cNvSpPr>
          <p:nvPr>
            <p:ph type="title" idx="4294967295"/>
          </p:nvPr>
        </p:nvSpPr>
        <p:spPr>
          <a:xfrm>
            <a:off x="1981200" y="363538"/>
            <a:ext cx="8229600" cy="1312862"/>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altLang="en-US" sz="4000"/>
              <a:t>Execution Steps for I-type ALU Instructions</a:t>
            </a:r>
          </a:p>
        </p:txBody>
      </p:sp>
      <p:sp>
        <p:nvSpPr>
          <p:cNvPr id="12290" name="Rectangle 2">
            <a:extLst>
              <a:ext uri="{FF2B5EF4-FFF2-40B4-BE49-F238E27FC236}">
                <a16:creationId xmlns:a16="http://schemas.microsoft.com/office/drawing/2014/main" id="{D5A9915D-7C03-08CF-AD3A-D2FE6E248BF5}"/>
              </a:ext>
            </a:extLst>
          </p:cNvPr>
          <p:cNvSpPr>
            <a:spLocks noGrp="1" noChangeArrowheads="1"/>
          </p:cNvSpPr>
          <p:nvPr>
            <p:ph type="body" idx="4294967295"/>
          </p:nvPr>
        </p:nvSpPr>
        <p:spPr>
          <a:xfrm>
            <a:off x="1981200" y="1828801"/>
            <a:ext cx="8229600" cy="4302125"/>
          </a:xfrm>
          <a:ln/>
        </p:spPr>
        <p:txBody>
          <a:bodyPr/>
          <a:lstStyle/>
          <a:p>
            <a:pPr marL="468313" indent="-468313">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Contents of rs and immediate value in the instruction are forwarded as inputs to the ALU.</a:t>
            </a:r>
          </a:p>
          <a:p>
            <a:pPr marL="468313" indent="-468313">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Control the ALU to perform appropriate function.</a:t>
            </a:r>
          </a:p>
          <a:p>
            <a:pPr marL="468313" indent="-468313">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Result is stored in the register rt (rather than rd in case of R-type instructions).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1">
            <a:extLst>
              <a:ext uri="{FF2B5EF4-FFF2-40B4-BE49-F238E27FC236}">
                <a16:creationId xmlns:a16="http://schemas.microsoft.com/office/drawing/2014/main" id="{7DBB8EF9-5AD3-4506-96DB-97869DB9FDAD}"/>
              </a:ext>
            </a:extLst>
          </p:cNvPr>
          <p:cNvSpPr>
            <a:spLocks noGrp="1" noChangeArrowheads="1"/>
          </p:cNvSpPr>
          <p:nvPr>
            <p:ph type="title" idx="4294967295"/>
          </p:nvPr>
        </p:nvSpPr>
        <p:spPr>
          <a:xfrm>
            <a:off x="1981200" y="363538"/>
            <a:ext cx="8229600" cy="1312862"/>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altLang="en-US" sz="4000"/>
              <a:t>Execution Steps for I-type Memory Instructions</a:t>
            </a:r>
          </a:p>
        </p:txBody>
      </p:sp>
      <p:sp>
        <p:nvSpPr>
          <p:cNvPr id="13314" name="Rectangle 2">
            <a:extLst>
              <a:ext uri="{FF2B5EF4-FFF2-40B4-BE49-F238E27FC236}">
                <a16:creationId xmlns:a16="http://schemas.microsoft.com/office/drawing/2014/main" id="{18E28FE8-3A03-2B51-65DE-6E05DD57C186}"/>
              </a:ext>
            </a:extLst>
          </p:cNvPr>
          <p:cNvSpPr>
            <a:spLocks noGrp="1" noChangeArrowheads="1"/>
          </p:cNvSpPr>
          <p:nvPr>
            <p:ph type="body" idx="4294967295"/>
          </p:nvPr>
        </p:nvSpPr>
        <p:spPr>
          <a:xfrm>
            <a:off x="1981200" y="1828801"/>
            <a:ext cx="8229600" cy="4302125"/>
          </a:xfrm>
          <a:ln/>
        </p:spPr>
        <p:txBody>
          <a:bodyPr/>
          <a:lstStyle/>
          <a:p>
            <a:pPr marL="468313" indent="-468313">
              <a:lnSpc>
                <a:spcPct val="90000"/>
              </a:lnSpc>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Read contents of rs.</a:t>
            </a:r>
          </a:p>
          <a:p>
            <a:pPr marL="468313" indent="-468313">
              <a:lnSpc>
                <a:spcPct val="90000"/>
              </a:lnSpc>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Add the contents of rs to signed extended immediate value in the instruction to form a memory address.</a:t>
            </a:r>
          </a:p>
          <a:p>
            <a:pPr marL="468313" indent="-468313">
              <a:lnSpc>
                <a:spcPct val="90000"/>
              </a:lnSpc>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Read from or write to the memory location computed thus. </a:t>
            </a:r>
          </a:p>
          <a:p>
            <a:pPr marL="468313" indent="-468313">
              <a:lnSpc>
                <a:spcPct val="90000"/>
              </a:lnSpc>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In case of lw, place the result in rt.</a:t>
            </a:r>
          </a:p>
          <a:p>
            <a:pPr marL="468313" indent="-468313">
              <a:lnSpc>
                <a:spcPct val="90000"/>
              </a:lnSpc>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In case of sw, copy the result from rt.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
            <a:extLst>
              <a:ext uri="{FF2B5EF4-FFF2-40B4-BE49-F238E27FC236}">
                <a16:creationId xmlns:a16="http://schemas.microsoft.com/office/drawing/2014/main" id="{6A1FF461-614D-B4EE-FECE-C24A215910D9}"/>
              </a:ext>
            </a:extLst>
          </p:cNvPr>
          <p:cNvSpPr>
            <a:spLocks noGrp="1" noChangeArrowheads="1"/>
          </p:cNvSpPr>
          <p:nvPr>
            <p:ph type="title" idx="4294967295"/>
          </p:nvPr>
        </p:nvSpPr>
        <p:spPr>
          <a:xfrm>
            <a:off x="1981200" y="533400"/>
            <a:ext cx="8229600" cy="1143000"/>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altLang="en-US"/>
              <a:t>Register Access and ALU</a:t>
            </a:r>
          </a:p>
        </p:txBody>
      </p:sp>
      <p:sp>
        <p:nvSpPr>
          <p:cNvPr id="14338" name="AutoShape 2">
            <a:extLst>
              <a:ext uri="{FF2B5EF4-FFF2-40B4-BE49-F238E27FC236}">
                <a16:creationId xmlns:a16="http://schemas.microsoft.com/office/drawing/2014/main" id="{E1C8D405-A826-A8EE-BB18-13630928BAF5}"/>
              </a:ext>
            </a:extLst>
          </p:cNvPr>
          <p:cNvSpPr>
            <a:spLocks noChangeArrowheads="1"/>
          </p:cNvSpPr>
          <p:nvPr/>
        </p:nvSpPr>
        <p:spPr bwMode="auto">
          <a:xfrm>
            <a:off x="8426450" y="2743200"/>
            <a:ext cx="1284288" cy="1828800"/>
          </a:xfrm>
          <a:prstGeom prst="chevron">
            <a:avLst>
              <a:gd name="adj" fmla="val 25000"/>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ALU</a:t>
            </a:r>
          </a:p>
        </p:txBody>
      </p:sp>
      <p:sp>
        <p:nvSpPr>
          <p:cNvPr id="14339" name="Rectangle 3">
            <a:extLst>
              <a:ext uri="{FF2B5EF4-FFF2-40B4-BE49-F238E27FC236}">
                <a16:creationId xmlns:a16="http://schemas.microsoft.com/office/drawing/2014/main" id="{E6DC762C-550E-2076-CA94-7908BD7EFBC7}"/>
              </a:ext>
            </a:extLst>
          </p:cNvPr>
          <p:cNvSpPr>
            <a:spLocks noChangeArrowheads="1"/>
          </p:cNvSpPr>
          <p:nvPr/>
        </p:nvSpPr>
        <p:spPr bwMode="auto">
          <a:xfrm>
            <a:off x="5757864" y="2628900"/>
            <a:ext cx="1404937" cy="2171700"/>
          </a:xfrm>
          <a:prstGeom prst="rect">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REG</a:t>
            </a:r>
          </a:p>
          <a:p>
            <a:pPr algn="ctr">
              <a:buClrTx/>
              <a:buFontTx/>
              <a:buNone/>
            </a:pPr>
            <a:r>
              <a:rPr lang="en-IN" altLang="en-US" b="1">
                <a:latin typeface="Times New Roman" panose="02020603050405020304" pitchFamily="18" charset="0"/>
              </a:rPr>
              <a:t>FILE</a:t>
            </a:r>
          </a:p>
        </p:txBody>
      </p:sp>
      <p:sp>
        <p:nvSpPr>
          <p:cNvPr id="14340" name="Rectangle 4">
            <a:extLst>
              <a:ext uri="{FF2B5EF4-FFF2-40B4-BE49-F238E27FC236}">
                <a16:creationId xmlns:a16="http://schemas.microsoft.com/office/drawing/2014/main" id="{12FE6940-7C68-EA47-E995-86B75A033ED2}"/>
              </a:ext>
            </a:extLst>
          </p:cNvPr>
          <p:cNvSpPr>
            <a:spLocks noChangeArrowheads="1"/>
          </p:cNvSpPr>
          <p:nvPr/>
        </p:nvSpPr>
        <p:spPr bwMode="auto">
          <a:xfrm>
            <a:off x="2282825" y="2514600"/>
            <a:ext cx="604838" cy="2171700"/>
          </a:xfrm>
          <a:prstGeom prst="rect">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PC</a:t>
            </a:r>
          </a:p>
        </p:txBody>
      </p:sp>
      <p:sp>
        <p:nvSpPr>
          <p:cNvPr id="14341" name="Rectangle 5">
            <a:extLst>
              <a:ext uri="{FF2B5EF4-FFF2-40B4-BE49-F238E27FC236}">
                <a16:creationId xmlns:a16="http://schemas.microsoft.com/office/drawing/2014/main" id="{DB1F2970-1C7B-0FF7-7CA2-217CF6919E71}"/>
              </a:ext>
            </a:extLst>
          </p:cNvPr>
          <p:cNvSpPr>
            <a:spLocks noChangeArrowheads="1"/>
          </p:cNvSpPr>
          <p:nvPr/>
        </p:nvSpPr>
        <p:spPr bwMode="auto">
          <a:xfrm>
            <a:off x="3189288" y="2857500"/>
            <a:ext cx="1306512" cy="1371600"/>
          </a:xfrm>
          <a:prstGeom prst="rect">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INSTR</a:t>
            </a:r>
          </a:p>
          <a:p>
            <a:pPr algn="ctr">
              <a:buClrTx/>
              <a:buFontTx/>
              <a:buNone/>
            </a:pPr>
            <a:r>
              <a:rPr lang="en-IN" altLang="en-US" b="1">
                <a:latin typeface="Times New Roman" panose="02020603050405020304" pitchFamily="18" charset="0"/>
              </a:rPr>
              <a:t>CACHE</a:t>
            </a:r>
          </a:p>
        </p:txBody>
      </p:sp>
      <p:sp>
        <p:nvSpPr>
          <p:cNvPr id="14342" name="Line 6">
            <a:extLst>
              <a:ext uri="{FF2B5EF4-FFF2-40B4-BE49-F238E27FC236}">
                <a16:creationId xmlns:a16="http://schemas.microsoft.com/office/drawing/2014/main" id="{A61F98D0-259B-4C8D-0D2B-CCF2FEAD734C}"/>
              </a:ext>
            </a:extLst>
          </p:cNvPr>
          <p:cNvSpPr>
            <a:spLocks noChangeShapeType="1"/>
          </p:cNvSpPr>
          <p:nvPr/>
        </p:nvSpPr>
        <p:spPr bwMode="auto">
          <a:xfrm>
            <a:off x="1905001" y="3771900"/>
            <a:ext cx="377825"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43" name="Line 7">
            <a:extLst>
              <a:ext uri="{FF2B5EF4-FFF2-40B4-BE49-F238E27FC236}">
                <a16:creationId xmlns:a16="http://schemas.microsoft.com/office/drawing/2014/main" id="{F9BA810C-A5EE-CEB3-8FBE-BFB173CEE6D4}"/>
              </a:ext>
            </a:extLst>
          </p:cNvPr>
          <p:cNvSpPr>
            <a:spLocks noChangeShapeType="1"/>
          </p:cNvSpPr>
          <p:nvPr/>
        </p:nvSpPr>
        <p:spPr bwMode="auto">
          <a:xfrm flipV="1">
            <a:off x="4419600" y="3541714"/>
            <a:ext cx="960438" cy="41275"/>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44" name="Line 8">
            <a:extLst>
              <a:ext uri="{FF2B5EF4-FFF2-40B4-BE49-F238E27FC236}">
                <a16:creationId xmlns:a16="http://schemas.microsoft.com/office/drawing/2014/main" id="{8104C64F-B8E2-BEC9-BF45-296B7B77C0AB}"/>
              </a:ext>
            </a:extLst>
          </p:cNvPr>
          <p:cNvSpPr>
            <a:spLocks noChangeShapeType="1"/>
          </p:cNvSpPr>
          <p:nvPr/>
        </p:nvSpPr>
        <p:spPr bwMode="auto">
          <a:xfrm>
            <a:off x="2887664" y="3657600"/>
            <a:ext cx="301625"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45" name="Line 9">
            <a:extLst>
              <a:ext uri="{FF2B5EF4-FFF2-40B4-BE49-F238E27FC236}">
                <a16:creationId xmlns:a16="http://schemas.microsoft.com/office/drawing/2014/main" id="{3EDF28BE-5C71-8592-C55D-CF982698D015}"/>
              </a:ext>
            </a:extLst>
          </p:cNvPr>
          <p:cNvSpPr>
            <a:spLocks noChangeShapeType="1"/>
          </p:cNvSpPr>
          <p:nvPr/>
        </p:nvSpPr>
        <p:spPr bwMode="auto">
          <a:xfrm flipV="1">
            <a:off x="5303839" y="3084514"/>
            <a:ext cx="1587" cy="460375"/>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46" name="Line 10">
            <a:extLst>
              <a:ext uri="{FF2B5EF4-FFF2-40B4-BE49-F238E27FC236}">
                <a16:creationId xmlns:a16="http://schemas.microsoft.com/office/drawing/2014/main" id="{B06A088B-13CF-8970-3442-F2C758781FAF}"/>
              </a:ext>
            </a:extLst>
          </p:cNvPr>
          <p:cNvSpPr>
            <a:spLocks noChangeShapeType="1"/>
          </p:cNvSpPr>
          <p:nvPr/>
        </p:nvSpPr>
        <p:spPr bwMode="auto">
          <a:xfrm>
            <a:off x="5303839" y="3086100"/>
            <a:ext cx="454025"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47" name="Line 11">
            <a:extLst>
              <a:ext uri="{FF2B5EF4-FFF2-40B4-BE49-F238E27FC236}">
                <a16:creationId xmlns:a16="http://schemas.microsoft.com/office/drawing/2014/main" id="{DC7D788F-F746-E01F-CEBD-9CE597046896}"/>
              </a:ext>
            </a:extLst>
          </p:cNvPr>
          <p:cNvSpPr>
            <a:spLocks noChangeShapeType="1"/>
          </p:cNvSpPr>
          <p:nvPr/>
        </p:nvSpPr>
        <p:spPr bwMode="auto">
          <a:xfrm>
            <a:off x="7162800" y="3048000"/>
            <a:ext cx="13716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48" name="Line 12">
            <a:extLst>
              <a:ext uri="{FF2B5EF4-FFF2-40B4-BE49-F238E27FC236}">
                <a16:creationId xmlns:a16="http://schemas.microsoft.com/office/drawing/2014/main" id="{8556AB68-A925-DA96-5CB3-2CB9794BEE19}"/>
              </a:ext>
            </a:extLst>
          </p:cNvPr>
          <p:cNvSpPr>
            <a:spLocks noChangeShapeType="1"/>
          </p:cNvSpPr>
          <p:nvPr/>
        </p:nvSpPr>
        <p:spPr bwMode="auto">
          <a:xfrm>
            <a:off x="7169150" y="4229100"/>
            <a:ext cx="67945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49" name="Line 13">
            <a:extLst>
              <a:ext uri="{FF2B5EF4-FFF2-40B4-BE49-F238E27FC236}">
                <a16:creationId xmlns:a16="http://schemas.microsoft.com/office/drawing/2014/main" id="{272CC320-E063-5E13-2DE4-C5297E88482C}"/>
              </a:ext>
            </a:extLst>
          </p:cNvPr>
          <p:cNvSpPr>
            <a:spLocks noChangeShapeType="1"/>
          </p:cNvSpPr>
          <p:nvPr/>
        </p:nvSpPr>
        <p:spPr bwMode="auto">
          <a:xfrm>
            <a:off x="9710738" y="3657600"/>
            <a:ext cx="906462"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50" name="Line 14">
            <a:extLst>
              <a:ext uri="{FF2B5EF4-FFF2-40B4-BE49-F238E27FC236}">
                <a16:creationId xmlns:a16="http://schemas.microsoft.com/office/drawing/2014/main" id="{88DCF9BB-39D8-CC0A-9805-CFBBB3CDBFF1}"/>
              </a:ext>
            </a:extLst>
          </p:cNvPr>
          <p:cNvSpPr>
            <a:spLocks noChangeShapeType="1"/>
          </p:cNvSpPr>
          <p:nvPr/>
        </p:nvSpPr>
        <p:spPr bwMode="auto">
          <a:xfrm>
            <a:off x="4781550" y="3543300"/>
            <a:ext cx="1588" cy="11811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51" name="Line 15">
            <a:extLst>
              <a:ext uri="{FF2B5EF4-FFF2-40B4-BE49-F238E27FC236}">
                <a16:creationId xmlns:a16="http://schemas.microsoft.com/office/drawing/2014/main" id="{7A97E466-8F27-D027-448F-EAF0CCAFC053}"/>
              </a:ext>
            </a:extLst>
          </p:cNvPr>
          <p:cNvSpPr>
            <a:spLocks noChangeShapeType="1"/>
          </p:cNvSpPr>
          <p:nvPr/>
        </p:nvSpPr>
        <p:spPr bwMode="auto">
          <a:xfrm flipV="1">
            <a:off x="6477000" y="4722814"/>
            <a:ext cx="1588" cy="1450975"/>
          </a:xfrm>
          <a:prstGeom prst="line">
            <a:avLst/>
          </a:prstGeom>
          <a:noFill/>
          <a:ln w="9360">
            <a:solidFill>
              <a:srgbClr val="0000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52" name="Text Box 16">
            <a:extLst>
              <a:ext uri="{FF2B5EF4-FFF2-40B4-BE49-F238E27FC236}">
                <a16:creationId xmlns:a16="http://schemas.microsoft.com/office/drawing/2014/main" id="{F3ED8ABB-FB56-B30C-04FC-44223C344E7D}"/>
              </a:ext>
            </a:extLst>
          </p:cNvPr>
          <p:cNvSpPr txBox="1">
            <a:spLocks noChangeArrowheads="1"/>
          </p:cNvSpPr>
          <p:nvPr/>
        </p:nvSpPr>
        <p:spPr bwMode="auto">
          <a:xfrm>
            <a:off x="5114926" y="2536825"/>
            <a:ext cx="98107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rs</a:t>
            </a:r>
          </a:p>
        </p:txBody>
      </p:sp>
      <p:sp>
        <p:nvSpPr>
          <p:cNvPr id="14353" name="Text Box 17">
            <a:extLst>
              <a:ext uri="{FF2B5EF4-FFF2-40B4-BE49-F238E27FC236}">
                <a16:creationId xmlns:a16="http://schemas.microsoft.com/office/drawing/2014/main" id="{08BC40E2-C341-46A9-8624-37413CBBEF50}"/>
              </a:ext>
            </a:extLst>
          </p:cNvPr>
          <p:cNvSpPr txBox="1">
            <a:spLocks noChangeArrowheads="1"/>
          </p:cNvSpPr>
          <p:nvPr/>
        </p:nvSpPr>
        <p:spPr bwMode="auto">
          <a:xfrm>
            <a:off x="7696200" y="6172200"/>
            <a:ext cx="14478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ALUimm</a:t>
            </a:r>
          </a:p>
        </p:txBody>
      </p:sp>
      <p:sp>
        <p:nvSpPr>
          <p:cNvPr id="14354" name="Text Box 18">
            <a:extLst>
              <a:ext uri="{FF2B5EF4-FFF2-40B4-BE49-F238E27FC236}">
                <a16:creationId xmlns:a16="http://schemas.microsoft.com/office/drawing/2014/main" id="{21853339-96CE-69A1-9790-8D66C8F8FEFE}"/>
              </a:ext>
            </a:extLst>
          </p:cNvPr>
          <p:cNvSpPr txBox="1">
            <a:spLocks noChangeArrowheads="1"/>
          </p:cNvSpPr>
          <p:nvPr/>
        </p:nvSpPr>
        <p:spPr bwMode="auto">
          <a:xfrm>
            <a:off x="8153401" y="3036888"/>
            <a:ext cx="90646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(rs)</a:t>
            </a:r>
          </a:p>
        </p:txBody>
      </p:sp>
      <p:sp>
        <p:nvSpPr>
          <p:cNvPr id="14355" name="Text Box 19">
            <a:extLst>
              <a:ext uri="{FF2B5EF4-FFF2-40B4-BE49-F238E27FC236}">
                <a16:creationId xmlns:a16="http://schemas.microsoft.com/office/drawing/2014/main" id="{E49115E0-0BC1-CAEC-766B-376C2A73F30D}"/>
              </a:ext>
            </a:extLst>
          </p:cNvPr>
          <p:cNvSpPr txBox="1">
            <a:spLocks noChangeArrowheads="1"/>
          </p:cNvSpPr>
          <p:nvPr/>
        </p:nvSpPr>
        <p:spPr bwMode="auto">
          <a:xfrm>
            <a:off x="8275638" y="4479925"/>
            <a:ext cx="90646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(rt)</a:t>
            </a:r>
          </a:p>
        </p:txBody>
      </p:sp>
      <p:sp>
        <p:nvSpPr>
          <p:cNvPr id="14356" name="Line 20">
            <a:extLst>
              <a:ext uri="{FF2B5EF4-FFF2-40B4-BE49-F238E27FC236}">
                <a16:creationId xmlns:a16="http://schemas.microsoft.com/office/drawing/2014/main" id="{3B3BE740-31C8-48C5-8BF3-D0D31E9E5FCC}"/>
              </a:ext>
            </a:extLst>
          </p:cNvPr>
          <p:cNvSpPr>
            <a:spLocks noChangeShapeType="1"/>
          </p:cNvSpPr>
          <p:nvPr/>
        </p:nvSpPr>
        <p:spPr bwMode="auto">
          <a:xfrm flipV="1">
            <a:off x="5334000" y="4722814"/>
            <a:ext cx="1588" cy="1603375"/>
          </a:xfrm>
          <a:prstGeom prst="line">
            <a:avLst/>
          </a:prstGeom>
          <a:noFill/>
          <a:ln w="9360">
            <a:solidFill>
              <a:srgbClr val="000000"/>
            </a:solidFill>
            <a:prstDash val="dash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57" name="Line 21">
            <a:extLst>
              <a:ext uri="{FF2B5EF4-FFF2-40B4-BE49-F238E27FC236}">
                <a16:creationId xmlns:a16="http://schemas.microsoft.com/office/drawing/2014/main" id="{333A35AE-BAEB-DE1E-93D6-511363DDB810}"/>
              </a:ext>
            </a:extLst>
          </p:cNvPr>
          <p:cNvSpPr>
            <a:spLocks noChangeShapeType="1"/>
          </p:cNvSpPr>
          <p:nvPr/>
        </p:nvSpPr>
        <p:spPr bwMode="auto">
          <a:xfrm>
            <a:off x="5578476" y="4267200"/>
            <a:ext cx="150813"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58" name="Line 22">
            <a:extLst>
              <a:ext uri="{FF2B5EF4-FFF2-40B4-BE49-F238E27FC236}">
                <a16:creationId xmlns:a16="http://schemas.microsoft.com/office/drawing/2014/main" id="{108C9574-C670-57FC-5970-658C3986F887}"/>
              </a:ext>
            </a:extLst>
          </p:cNvPr>
          <p:cNvSpPr>
            <a:spLocks noChangeShapeType="1"/>
          </p:cNvSpPr>
          <p:nvPr/>
        </p:nvSpPr>
        <p:spPr bwMode="auto">
          <a:xfrm>
            <a:off x="8077200" y="4876800"/>
            <a:ext cx="1588" cy="1371600"/>
          </a:xfrm>
          <a:prstGeom prst="line">
            <a:avLst/>
          </a:prstGeom>
          <a:noFill/>
          <a:ln w="9360">
            <a:solidFill>
              <a:srgbClr val="000000"/>
            </a:solidFill>
            <a:prstDash val="dash"/>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59" name="Line 23">
            <a:extLst>
              <a:ext uri="{FF2B5EF4-FFF2-40B4-BE49-F238E27FC236}">
                <a16:creationId xmlns:a16="http://schemas.microsoft.com/office/drawing/2014/main" id="{DAEF113C-BA84-C732-F113-ACE08FA6E5AE}"/>
              </a:ext>
            </a:extLst>
          </p:cNvPr>
          <p:cNvSpPr>
            <a:spLocks noChangeShapeType="1"/>
          </p:cNvSpPr>
          <p:nvPr/>
        </p:nvSpPr>
        <p:spPr bwMode="auto">
          <a:xfrm>
            <a:off x="5334000" y="3552825"/>
            <a:ext cx="381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60" name="Text Box 24">
            <a:extLst>
              <a:ext uri="{FF2B5EF4-FFF2-40B4-BE49-F238E27FC236}">
                <a16:creationId xmlns:a16="http://schemas.microsoft.com/office/drawing/2014/main" id="{E05F9548-86FF-4F5F-ACE4-94AE976B4F78}"/>
              </a:ext>
            </a:extLst>
          </p:cNvPr>
          <p:cNvSpPr txBox="1">
            <a:spLocks noChangeArrowheads="1"/>
          </p:cNvSpPr>
          <p:nvPr/>
        </p:nvSpPr>
        <p:spPr bwMode="auto">
          <a:xfrm>
            <a:off x="5334000" y="3200400"/>
            <a:ext cx="16002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rt</a:t>
            </a:r>
          </a:p>
        </p:txBody>
      </p:sp>
      <p:sp>
        <p:nvSpPr>
          <p:cNvPr id="14361" name="AutoShape 25">
            <a:extLst>
              <a:ext uri="{FF2B5EF4-FFF2-40B4-BE49-F238E27FC236}">
                <a16:creationId xmlns:a16="http://schemas.microsoft.com/office/drawing/2014/main" id="{554CBE7C-84C4-25FB-BD8B-1206317386E3}"/>
              </a:ext>
            </a:extLst>
          </p:cNvPr>
          <p:cNvSpPr>
            <a:spLocks noChangeArrowheads="1"/>
          </p:cNvSpPr>
          <p:nvPr/>
        </p:nvSpPr>
        <p:spPr bwMode="auto">
          <a:xfrm rot="16200000">
            <a:off x="4724400" y="4114800"/>
            <a:ext cx="1143000" cy="38100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CCCC00"/>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p>
        </p:txBody>
      </p:sp>
      <p:sp>
        <p:nvSpPr>
          <p:cNvPr id="14362" name="Text Box 26">
            <a:extLst>
              <a:ext uri="{FF2B5EF4-FFF2-40B4-BE49-F238E27FC236}">
                <a16:creationId xmlns:a16="http://schemas.microsoft.com/office/drawing/2014/main" id="{275DF539-7F0C-C58C-ABE7-A5F94950AB70}"/>
              </a:ext>
            </a:extLst>
          </p:cNvPr>
          <p:cNvSpPr txBox="1">
            <a:spLocks noChangeArrowheads="1"/>
          </p:cNvSpPr>
          <p:nvPr/>
        </p:nvSpPr>
        <p:spPr bwMode="auto">
          <a:xfrm>
            <a:off x="5105400" y="3886200"/>
            <a:ext cx="381000" cy="3099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875"/>
              </a:spcBef>
            </a:pPr>
            <a:r>
              <a:rPr lang="en-US" altLang="en-US" sz="1400" b="1">
                <a:latin typeface="Times New Roman" panose="02020603050405020304" pitchFamily="18" charset="0"/>
              </a:rPr>
              <a:t>rt</a:t>
            </a:r>
          </a:p>
        </p:txBody>
      </p:sp>
      <p:sp>
        <p:nvSpPr>
          <p:cNvPr id="14363" name="Text Box 27">
            <a:extLst>
              <a:ext uri="{FF2B5EF4-FFF2-40B4-BE49-F238E27FC236}">
                <a16:creationId xmlns:a16="http://schemas.microsoft.com/office/drawing/2014/main" id="{DD82472B-FEB2-395E-F5F6-274A381F5E44}"/>
              </a:ext>
            </a:extLst>
          </p:cNvPr>
          <p:cNvSpPr txBox="1">
            <a:spLocks noChangeArrowheads="1"/>
          </p:cNvSpPr>
          <p:nvPr/>
        </p:nvSpPr>
        <p:spPr bwMode="auto">
          <a:xfrm>
            <a:off x="5105400" y="4114800"/>
            <a:ext cx="381000" cy="3099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875"/>
              </a:spcBef>
            </a:pPr>
            <a:r>
              <a:rPr lang="en-IN" altLang="en-US" sz="1400" b="1">
                <a:latin typeface="Times New Roman" panose="02020603050405020304" pitchFamily="18" charset="0"/>
              </a:rPr>
              <a:t>rd</a:t>
            </a:r>
          </a:p>
        </p:txBody>
      </p:sp>
      <p:sp>
        <p:nvSpPr>
          <p:cNvPr id="14364" name="Text Box 28">
            <a:extLst>
              <a:ext uri="{FF2B5EF4-FFF2-40B4-BE49-F238E27FC236}">
                <a16:creationId xmlns:a16="http://schemas.microsoft.com/office/drawing/2014/main" id="{A4910AC9-C65E-B9AD-DE7C-CEAA771062F7}"/>
              </a:ext>
            </a:extLst>
          </p:cNvPr>
          <p:cNvSpPr txBox="1">
            <a:spLocks noChangeArrowheads="1"/>
          </p:cNvSpPr>
          <p:nvPr/>
        </p:nvSpPr>
        <p:spPr bwMode="auto">
          <a:xfrm>
            <a:off x="5105400" y="4495800"/>
            <a:ext cx="381000" cy="3099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875"/>
              </a:spcBef>
            </a:pPr>
            <a:r>
              <a:rPr lang="en-IN" altLang="en-US" sz="1400" b="1">
                <a:latin typeface="Times New Roman" panose="02020603050405020304" pitchFamily="18" charset="0"/>
              </a:rPr>
              <a:t>31</a:t>
            </a:r>
          </a:p>
        </p:txBody>
      </p:sp>
      <p:sp>
        <p:nvSpPr>
          <p:cNvPr id="14365" name="Line 29">
            <a:extLst>
              <a:ext uri="{FF2B5EF4-FFF2-40B4-BE49-F238E27FC236}">
                <a16:creationId xmlns:a16="http://schemas.microsoft.com/office/drawing/2014/main" id="{282C21BA-3DBA-94A0-4120-D8161B3A2451}"/>
              </a:ext>
            </a:extLst>
          </p:cNvPr>
          <p:cNvSpPr>
            <a:spLocks noChangeShapeType="1"/>
          </p:cNvSpPr>
          <p:nvPr/>
        </p:nvSpPr>
        <p:spPr bwMode="auto">
          <a:xfrm>
            <a:off x="4800600" y="4724400"/>
            <a:ext cx="3048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66" name="Line 30">
            <a:extLst>
              <a:ext uri="{FF2B5EF4-FFF2-40B4-BE49-F238E27FC236}">
                <a16:creationId xmlns:a16="http://schemas.microsoft.com/office/drawing/2014/main" id="{BD1C2AFE-B03B-1052-5948-594C0F620C33}"/>
              </a:ext>
            </a:extLst>
          </p:cNvPr>
          <p:cNvSpPr>
            <a:spLocks noChangeShapeType="1"/>
          </p:cNvSpPr>
          <p:nvPr/>
        </p:nvSpPr>
        <p:spPr bwMode="auto">
          <a:xfrm>
            <a:off x="4876800" y="3529013"/>
            <a:ext cx="1588" cy="8382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67" name="Line 31">
            <a:extLst>
              <a:ext uri="{FF2B5EF4-FFF2-40B4-BE49-F238E27FC236}">
                <a16:creationId xmlns:a16="http://schemas.microsoft.com/office/drawing/2014/main" id="{F8E6CDCE-B679-0A58-C2BD-5DCEA787A77E}"/>
              </a:ext>
            </a:extLst>
          </p:cNvPr>
          <p:cNvSpPr>
            <a:spLocks noChangeShapeType="1"/>
          </p:cNvSpPr>
          <p:nvPr/>
        </p:nvSpPr>
        <p:spPr bwMode="auto">
          <a:xfrm>
            <a:off x="4876800" y="4343400"/>
            <a:ext cx="2286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68" name="Line 32">
            <a:extLst>
              <a:ext uri="{FF2B5EF4-FFF2-40B4-BE49-F238E27FC236}">
                <a16:creationId xmlns:a16="http://schemas.microsoft.com/office/drawing/2014/main" id="{0DCFF7CA-B2BE-A7B6-047A-657654D77B47}"/>
              </a:ext>
            </a:extLst>
          </p:cNvPr>
          <p:cNvSpPr>
            <a:spLocks noChangeShapeType="1"/>
          </p:cNvSpPr>
          <p:nvPr/>
        </p:nvSpPr>
        <p:spPr bwMode="auto">
          <a:xfrm>
            <a:off x="4981575" y="3581400"/>
            <a:ext cx="1588" cy="3810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69" name="Line 33">
            <a:extLst>
              <a:ext uri="{FF2B5EF4-FFF2-40B4-BE49-F238E27FC236}">
                <a16:creationId xmlns:a16="http://schemas.microsoft.com/office/drawing/2014/main" id="{4D2E32F1-D858-84FC-86AF-83F30D314883}"/>
              </a:ext>
            </a:extLst>
          </p:cNvPr>
          <p:cNvSpPr>
            <a:spLocks noChangeShapeType="1"/>
          </p:cNvSpPr>
          <p:nvPr/>
        </p:nvSpPr>
        <p:spPr bwMode="auto">
          <a:xfrm>
            <a:off x="4953000" y="3962400"/>
            <a:ext cx="2286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70" name="Text Box 34">
            <a:extLst>
              <a:ext uri="{FF2B5EF4-FFF2-40B4-BE49-F238E27FC236}">
                <a16:creationId xmlns:a16="http://schemas.microsoft.com/office/drawing/2014/main" id="{8C6B102B-8046-7939-5BD5-D5439ED58630}"/>
              </a:ext>
            </a:extLst>
          </p:cNvPr>
          <p:cNvSpPr txBox="1">
            <a:spLocks noChangeArrowheads="1"/>
          </p:cNvSpPr>
          <p:nvPr/>
        </p:nvSpPr>
        <p:spPr bwMode="auto">
          <a:xfrm>
            <a:off x="4800600" y="6262688"/>
            <a:ext cx="914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RegDst</a:t>
            </a:r>
          </a:p>
        </p:txBody>
      </p:sp>
      <p:sp>
        <p:nvSpPr>
          <p:cNvPr id="14371" name="Text Box 35">
            <a:extLst>
              <a:ext uri="{FF2B5EF4-FFF2-40B4-BE49-F238E27FC236}">
                <a16:creationId xmlns:a16="http://schemas.microsoft.com/office/drawing/2014/main" id="{9E7468AF-1150-7F1F-EE97-B5E48B136B7C}"/>
              </a:ext>
            </a:extLst>
          </p:cNvPr>
          <p:cNvSpPr txBox="1">
            <a:spLocks noChangeArrowheads="1"/>
          </p:cNvSpPr>
          <p:nvPr/>
        </p:nvSpPr>
        <p:spPr bwMode="auto">
          <a:xfrm>
            <a:off x="5943600" y="6262688"/>
            <a:ext cx="16002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RegWrite</a:t>
            </a:r>
          </a:p>
        </p:txBody>
      </p:sp>
      <p:sp>
        <p:nvSpPr>
          <p:cNvPr id="14372" name="AutoShape 36">
            <a:extLst>
              <a:ext uri="{FF2B5EF4-FFF2-40B4-BE49-F238E27FC236}">
                <a16:creationId xmlns:a16="http://schemas.microsoft.com/office/drawing/2014/main" id="{8C14D3CA-701E-C95F-74DA-EDD971E5E316}"/>
              </a:ext>
            </a:extLst>
          </p:cNvPr>
          <p:cNvSpPr>
            <a:spLocks noChangeArrowheads="1"/>
          </p:cNvSpPr>
          <p:nvPr/>
        </p:nvSpPr>
        <p:spPr bwMode="auto">
          <a:xfrm rot="16200000">
            <a:off x="7467600" y="4267200"/>
            <a:ext cx="1143000" cy="38100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CCCC00"/>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p>
        </p:txBody>
      </p:sp>
      <p:sp>
        <p:nvSpPr>
          <p:cNvPr id="14373" name="Line 37">
            <a:extLst>
              <a:ext uri="{FF2B5EF4-FFF2-40B4-BE49-F238E27FC236}">
                <a16:creationId xmlns:a16="http://schemas.microsoft.com/office/drawing/2014/main" id="{FCF55959-E3EC-438F-314E-4008AD1FD5DE}"/>
              </a:ext>
            </a:extLst>
          </p:cNvPr>
          <p:cNvSpPr>
            <a:spLocks noChangeShapeType="1"/>
          </p:cNvSpPr>
          <p:nvPr/>
        </p:nvSpPr>
        <p:spPr bwMode="auto">
          <a:xfrm>
            <a:off x="4648200" y="3581400"/>
            <a:ext cx="1588" cy="16764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74" name="Line 38">
            <a:extLst>
              <a:ext uri="{FF2B5EF4-FFF2-40B4-BE49-F238E27FC236}">
                <a16:creationId xmlns:a16="http://schemas.microsoft.com/office/drawing/2014/main" id="{03817E39-42C3-08B4-2162-A6D29DBC3CC5}"/>
              </a:ext>
            </a:extLst>
          </p:cNvPr>
          <p:cNvSpPr>
            <a:spLocks noChangeShapeType="1"/>
          </p:cNvSpPr>
          <p:nvPr/>
        </p:nvSpPr>
        <p:spPr bwMode="auto">
          <a:xfrm>
            <a:off x="4648200" y="5257800"/>
            <a:ext cx="28956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75" name="Line 39">
            <a:extLst>
              <a:ext uri="{FF2B5EF4-FFF2-40B4-BE49-F238E27FC236}">
                <a16:creationId xmlns:a16="http://schemas.microsoft.com/office/drawing/2014/main" id="{FBAEA92A-E816-8D23-983E-403377D114E8}"/>
              </a:ext>
            </a:extLst>
          </p:cNvPr>
          <p:cNvSpPr>
            <a:spLocks noChangeShapeType="1"/>
          </p:cNvSpPr>
          <p:nvPr/>
        </p:nvSpPr>
        <p:spPr bwMode="auto">
          <a:xfrm flipV="1">
            <a:off x="7543800" y="4646614"/>
            <a:ext cx="1588" cy="612775"/>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76" name="Line 40">
            <a:extLst>
              <a:ext uri="{FF2B5EF4-FFF2-40B4-BE49-F238E27FC236}">
                <a16:creationId xmlns:a16="http://schemas.microsoft.com/office/drawing/2014/main" id="{4EB07B27-5D68-3DCE-79AA-02AD410D64AC}"/>
              </a:ext>
            </a:extLst>
          </p:cNvPr>
          <p:cNvSpPr>
            <a:spLocks noChangeShapeType="1"/>
          </p:cNvSpPr>
          <p:nvPr/>
        </p:nvSpPr>
        <p:spPr bwMode="auto">
          <a:xfrm>
            <a:off x="7543800" y="4648200"/>
            <a:ext cx="3048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77" name="Line 41">
            <a:extLst>
              <a:ext uri="{FF2B5EF4-FFF2-40B4-BE49-F238E27FC236}">
                <a16:creationId xmlns:a16="http://schemas.microsoft.com/office/drawing/2014/main" id="{678900BB-A94D-518F-94BF-C139B9A70B7F}"/>
              </a:ext>
            </a:extLst>
          </p:cNvPr>
          <p:cNvSpPr>
            <a:spLocks noChangeShapeType="1"/>
          </p:cNvSpPr>
          <p:nvPr/>
        </p:nvSpPr>
        <p:spPr bwMode="auto">
          <a:xfrm>
            <a:off x="8229600" y="4343400"/>
            <a:ext cx="3048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78" name="Text Box 42">
            <a:extLst>
              <a:ext uri="{FF2B5EF4-FFF2-40B4-BE49-F238E27FC236}">
                <a16:creationId xmlns:a16="http://schemas.microsoft.com/office/drawing/2014/main" id="{A158DE40-4637-EFA1-40DA-5CF7B13D0CC4}"/>
              </a:ext>
            </a:extLst>
          </p:cNvPr>
          <p:cNvSpPr txBox="1">
            <a:spLocks noChangeArrowheads="1"/>
          </p:cNvSpPr>
          <p:nvPr/>
        </p:nvSpPr>
        <p:spPr bwMode="auto">
          <a:xfrm>
            <a:off x="7315200" y="2438400"/>
            <a:ext cx="8382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(rs)</a:t>
            </a:r>
          </a:p>
        </p:txBody>
      </p:sp>
      <p:sp>
        <p:nvSpPr>
          <p:cNvPr id="14379" name="Text Box 43">
            <a:extLst>
              <a:ext uri="{FF2B5EF4-FFF2-40B4-BE49-F238E27FC236}">
                <a16:creationId xmlns:a16="http://schemas.microsoft.com/office/drawing/2014/main" id="{86BEDD1A-942A-428C-1D97-FF46736B35CE}"/>
              </a:ext>
            </a:extLst>
          </p:cNvPr>
          <p:cNvSpPr txBox="1">
            <a:spLocks noChangeArrowheads="1"/>
          </p:cNvSpPr>
          <p:nvPr/>
        </p:nvSpPr>
        <p:spPr bwMode="auto">
          <a:xfrm>
            <a:off x="7239000" y="3810000"/>
            <a:ext cx="8382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(rt)</a:t>
            </a:r>
          </a:p>
        </p:txBody>
      </p:sp>
      <p:sp>
        <p:nvSpPr>
          <p:cNvPr id="14380" name="Text Box 44">
            <a:extLst>
              <a:ext uri="{FF2B5EF4-FFF2-40B4-BE49-F238E27FC236}">
                <a16:creationId xmlns:a16="http://schemas.microsoft.com/office/drawing/2014/main" id="{E1D444E6-A7B7-EA5F-6C52-F15F569618AE}"/>
              </a:ext>
            </a:extLst>
          </p:cNvPr>
          <p:cNvSpPr txBox="1">
            <a:spLocks noChangeArrowheads="1"/>
          </p:cNvSpPr>
          <p:nvPr/>
        </p:nvSpPr>
        <p:spPr bwMode="auto">
          <a:xfrm>
            <a:off x="6934200" y="5334000"/>
            <a:ext cx="990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imm</a:t>
            </a:r>
          </a:p>
        </p:txBody>
      </p:sp>
      <p:sp>
        <p:nvSpPr>
          <p:cNvPr id="14381" name="Line 45">
            <a:extLst>
              <a:ext uri="{FF2B5EF4-FFF2-40B4-BE49-F238E27FC236}">
                <a16:creationId xmlns:a16="http://schemas.microsoft.com/office/drawing/2014/main" id="{C877B028-1984-CF74-5F03-940BD2E182AB}"/>
              </a:ext>
            </a:extLst>
          </p:cNvPr>
          <p:cNvSpPr>
            <a:spLocks noChangeShapeType="1"/>
          </p:cNvSpPr>
          <p:nvPr/>
        </p:nvSpPr>
        <p:spPr bwMode="auto">
          <a:xfrm>
            <a:off x="8991600" y="4572000"/>
            <a:ext cx="1588" cy="1524000"/>
          </a:xfrm>
          <a:prstGeom prst="line">
            <a:avLst/>
          </a:prstGeom>
          <a:noFill/>
          <a:ln w="9360">
            <a:solidFill>
              <a:srgbClr val="000000"/>
            </a:solidFill>
            <a:prstDash val="dash"/>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382" name="Text Box 46">
            <a:extLst>
              <a:ext uri="{FF2B5EF4-FFF2-40B4-BE49-F238E27FC236}">
                <a16:creationId xmlns:a16="http://schemas.microsoft.com/office/drawing/2014/main" id="{C254784F-127F-7F44-A578-4B238947B7B3}"/>
              </a:ext>
            </a:extLst>
          </p:cNvPr>
          <p:cNvSpPr txBox="1">
            <a:spLocks noChangeArrowheads="1"/>
          </p:cNvSpPr>
          <p:nvPr/>
        </p:nvSpPr>
        <p:spPr bwMode="auto">
          <a:xfrm>
            <a:off x="8763000" y="6172200"/>
            <a:ext cx="14478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ALUFunc</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a:extLst>
              <a:ext uri="{FF2B5EF4-FFF2-40B4-BE49-F238E27FC236}">
                <a16:creationId xmlns:a16="http://schemas.microsoft.com/office/drawing/2014/main" id="{B882FA18-2DE0-16EE-EA2B-BBB39178087E}"/>
              </a:ext>
            </a:extLst>
          </p:cNvPr>
          <p:cNvSpPr>
            <a:spLocks noGrp="1" noChangeArrowheads="1"/>
          </p:cNvSpPr>
          <p:nvPr>
            <p:ph type="title" idx="4294967295"/>
          </p:nvPr>
        </p:nvSpPr>
        <p:spPr>
          <a:xfrm>
            <a:off x="1981200" y="533400"/>
            <a:ext cx="8229600" cy="1143000"/>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altLang="en-US"/>
              <a:t>Writing of the ALU output</a:t>
            </a:r>
          </a:p>
        </p:txBody>
      </p:sp>
      <p:sp>
        <p:nvSpPr>
          <p:cNvPr id="15362" name="AutoShape 2">
            <a:extLst>
              <a:ext uri="{FF2B5EF4-FFF2-40B4-BE49-F238E27FC236}">
                <a16:creationId xmlns:a16="http://schemas.microsoft.com/office/drawing/2014/main" id="{46F29798-6EEA-2811-E0AB-C461157C3AAF}"/>
              </a:ext>
            </a:extLst>
          </p:cNvPr>
          <p:cNvSpPr>
            <a:spLocks noChangeArrowheads="1"/>
          </p:cNvSpPr>
          <p:nvPr/>
        </p:nvSpPr>
        <p:spPr bwMode="auto">
          <a:xfrm>
            <a:off x="5607050" y="2590800"/>
            <a:ext cx="1284288" cy="1828800"/>
          </a:xfrm>
          <a:prstGeom prst="chevron">
            <a:avLst>
              <a:gd name="adj" fmla="val 25000"/>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ALU</a:t>
            </a:r>
          </a:p>
        </p:txBody>
      </p:sp>
      <p:sp>
        <p:nvSpPr>
          <p:cNvPr id="15363" name="Rectangle 3">
            <a:extLst>
              <a:ext uri="{FF2B5EF4-FFF2-40B4-BE49-F238E27FC236}">
                <a16:creationId xmlns:a16="http://schemas.microsoft.com/office/drawing/2014/main" id="{4AC0D1CE-02A7-4C3F-7481-3696D413493F}"/>
              </a:ext>
            </a:extLst>
          </p:cNvPr>
          <p:cNvSpPr>
            <a:spLocks noChangeArrowheads="1"/>
          </p:cNvSpPr>
          <p:nvPr/>
        </p:nvSpPr>
        <p:spPr bwMode="auto">
          <a:xfrm>
            <a:off x="2938464" y="2476500"/>
            <a:ext cx="1404937" cy="2171700"/>
          </a:xfrm>
          <a:prstGeom prst="rect">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REG</a:t>
            </a:r>
          </a:p>
          <a:p>
            <a:pPr algn="ctr">
              <a:buClrTx/>
              <a:buFontTx/>
              <a:buNone/>
            </a:pPr>
            <a:r>
              <a:rPr lang="en-IN" altLang="en-US" b="1">
                <a:latin typeface="Times New Roman" panose="02020603050405020304" pitchFamily="18" charset="0"/>
              </a:rPr>
              <a:t>FILE</a:t>
            </a:r>
          </a:p>
        </p:txBody>
      </p:sp>
      <p:sp>
        <p:nvSpPr>
          <p:cNvPr id="15364" name="Line 4">
            <a:extLst>
              <a:ext uri="{FF2B5EF4-FFF2-40B4-BE49-F238E27FC236}">
                <a16:creationId xmlns:a16="http://schemas.microsoft.com/office/drawing/2014/main" id="{198978EA-A1EF-DEDE-9696-591A5EEDD6AD}"/>
              </a:ext>
            </a:extLst>
          </p:cNvPr>
          <p:cNvSpPr>
            <a:spLocks noChangeShapeType="1"/>
          </p:cNvSpPr>
          <p:nvPr/>
        </p:nvSpPr>
        <p:spPr bwMode="auto">
          <a:xfrm flipV="1">
            <a:off x="1600200" y="3389314"/>
            <a:ext cx="960438" cy="41275"/>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65" name="Line 5">
            <a:extLst>
              <a:ext uri="{FF2B5EF4-FFF2-40B4-BE49-F238E27FC236}">
                <a16:creationId xmlns:a16="http://schemas.microsoft.com/office/drawing/2014/main" id="{CF85F073-307F-203F-E367-2E45122C67B7}"/>
              </a:ext>
            </a:extLst>
          </p:cNvPr>
          <p:cNvSpPr>
            <a:spLocks noChangeShapeType="1"/>
          </p:cNvSpPr>
          <p:nvPr/>
        </p:nvSpPr>
        <p:spPr bwMode="auto">
          <a:xfrm flipV="1">
            <a:off x="2484439" y="2932114"/>
            <a:ext cx="1587" cy="460375"/>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66" name="Line 6">
            <a:extLst>
              <a:ext uri="{FF2B5EF4-FFF2-40B4-BE49-F238E27FC236}">
                <a16:creationId xmlns:a16="http://schemas.microsoft.com/office/drawing/2014/main" id="{83E56668-57E5-36ED-3213-C98FD1CED5D8}"/>
              </a:ext>
            </a:extLst>
          </p:cNvPr>
          <p:cNvSpPr>
            <a:spLocks noChangeShapeType="1"/>
          </p:cNvSpPr>
          <p:nvPr/>
        </p:nvSpPr>
        <p:spPr bwMode="auto">
          <a:xfrm>
            <a:off x="2484439" y="2933700"/>
            <a:ext cx="454025"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67" name="Line 7">
            <a:extLst>
              <a:ext uri="{FF2B5EF4-FFF2-40B4-BE49-F238E27FC236}">
                <a16:creationId xmlns:a16="http://schemas.microsoft.com/office/drawing/2014/main" id="{BA1C6263-A162-071E-46EC-B1FC7CBD6EC3}"/>
              </a:ext>
            </a:extLst>
          </p:cNvPr>
          <p:cNvSpPr>
            <a:spLocks noChangeShapeType="1"/>
          </p:cNvSpPr>
          <p:nvPr/>
        </p:nvSpPr>
        <p:spPr bwMode="auto">
          <a:xfrm>
            <a:off x="4343400" y="2895600"/>
            <a:ext cx="13716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68" name="Line 8">
            <a:extLst>
              <a:ext uri="{FF2B5EF4-FFF2-40B4-BE49-F238E27FC236}">
                <a16:creationId xmlns:a16="http://schemas.microsoft.com/office/drawing/2014/main" id="{73A360B4-5009-82D7-C77D-9952BCB1BBEB}"/>
              </a:ext>
            </a:extLst>
          </p:cNvPr>
          <p:cNvSpPr>
            <a:spLocks noChangeShapeType="1"/>
          </p:cNvSpPr>
          <p:nvPr/>
        </p:nvSpPr>
        <p:spPr bwMode="auto">
          <a:xfrm>
            <a:off x="4349750" y="4076700"/>
            <a:ext cx="67945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69" name="Line 9">
            <a:extLst>
              <a:ext uri="{FF2B5EF4-FFF2-40B4-BE49-F238E27FC236}">
                <a16:creationId xmlns:a16="http://schemas.microsoft.com/office/drawing/2014/main" id="{515D4B0B-9E6D-891E-D302-AEF9BD5E639E}"/>
              </a:ext>
            </a:extLst>
          </p:cNvPr>
          <p:cNvSpPr>
            <a:spLocks noChangeShapeType="1"/>
          </p:cNvSpPr>
          <p:nvPr/>
        </p:nvSpPr>
        <p:spPr bwMode="auto">
          <a:xfrm>
            <a:off x="6891338" y="3505200"/>
            <a:ext cx="906462"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70" name="Line 10">
            <a:extLst>
              <a:ext uri="{FF2B5EF4-FFF2-40B4-BE49-F238E27FC236}">
                <a16:creationId xmlns:a16="http://schemas.microsoft.com/office/drawing/2014/main" id="{B144184D-F21B-BDC5-FBDC-F800AACBA7B2}"/>
              </a:ext>
            </a:extLst>
          </p:cNvPr>
          <p:cNvSpPr>
            <a:spLocks noChangeShapeType="1"/>
          </p:cNvSpPr>
          <p:nvPr/>
        </p:nvSpPr>
        <p:spPr bwMode="auto">
          <a:xfrm>
            <a:off x="1962150" y="3390900"/>
            <a:ext cx="1588" cy="11811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71" name="Line 11">
            <a:extLst>
              <a:ext uri="{FF2B5EF4-FFF2-40B4-BE49-F238E27FC236}">
                <a16:creationId xmlns:a16="http://schemas.microsoft.com/office/drawing/2014/main" id="{EEF00E4C-2C19-8812-A83D-0C86A2B8A2C9}"/>
              </a:ext>
            </a:extLst>
          </p:cNvPr>
          <p:cNvSpPr>
            <a:spLocks noChangeShapeType="1"/>
          </p:cNvSpPr>
          <p:nvPr/>
        </p:nvSpPr>
        <p:spPr bwMode="auto">
          <a:xfrm flipV="1">
            <a:off x="3657600" y="4570414"/>
            <a:ext cx="1588" cy="1450975"/>
          </a:xfrm>
          <a:prstGeom prst="line">
            <a:avLst/>
          </a:prstGeom>
          <a:noFill/>
          <a:ln w="9360">
            <a:solidFill>
              <a:srgbClr val="0000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72" name="Text Box 12">
            <a:extLst>
              <a:ext uri="{FF2B5EF4-FFF2-40B4-BE49-F238E27FC236}">
                <a16:creationId xmlns:a16="http://schemas.microsoft.com/office/drawing/2014/main" id="{E18E1C33-3FC8-CEC2-72E7-74FB82F95CD3}"/>
              </a:ext>
            </a:extLst>
          </p:cNvPr>
          <p:cNvSpPr txBox="1">
            <a:spLocks noChangeArrowheads="1"/>
          </p:cNvSpPr>
          <p:nvPr/>
        </p:nvSpPr>
        <p:spPr bwMode="auto">
          <a:xfrm>
            <a:off x="2295526" y="2384425"/>
            <a:ext cx="98107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rs</a:t>
            </a:r>
          </a:p>
        </p:txBody>
      </p:sp>
      <p:sp>
        <p:nvSpPr>
          <p:cNvPr id="15373" name="Text Box 13">
            <a:extLst>
              <a:ext uri="{FF2B5EF4-FFF2-40B4-BE49-F238E27FC236}">
                <a16:creationId xmlns:a16="http://schemas.microsoft.com/office/drawing/2014/main" id="{9C9527BC-4406-760D-3251-3BF550C00830}"/>
              </a:ext>
            </a:extLst>
          </p:cNvPr>
          <p:cNvSpPr txBox="1">
            <a:spLocks noChangeArrowheads="1"/>
          </p:cNvSpPr>
          <p:nvPr/>
        </p:nvSpPr>
        <p:spPr bwMode="auto">
          <a:xfrm>
            <a:off x="4648200" y="6019800"/>
            <a:ext cx="14478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ALUimm</a:t>
            </a:r>
          </a:p>
        </p:txBody>
      </p:sp>
      <p:sp>
        <p:nvSpPr>
          <p:cNvPr id="15374" name="Text Box 14">
            <a:extLst>
              <a:ext uri="{FF2B5EF4-FFF2-40B4-BE49-F238E27FC236}">
                <a16:creationId xmlns:a16="http://schemas.microsoft.com/office/drawing/2014/main" id="{31E9D169-50DF-2C36-9A93-128B33F9F32A}"/>
              </a:ext>
            </a:extLst>
          </p:cNvPr>
          <p:cNvSpPr txBox="1">
            <a:spLocks noChangeArrowheads="1"/>
          </p:cNvSpPr>
          <p:nvPr/>
        </p:nvSpPr>
        <p:spPr bwMode="auto">
          <a:xfrm>
            <a:off x="5334001" y="2884488"/>
            <a:ext cx="90646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(rs)</a:t>
            </a:r>
          </a:p>
        </p:txBody>
      </p:sp>
      <p:sp>
        <p:nvSpPr>
          <p:cNvPr id="15375" name="Text Box 15">
            <a:extLst>
              <a:ext uri="{FF2B5EF4-FFF2-40B4-BE49-F238E27FC236}">
                <a16:creationId xmlns:a16="http://schemas.microsoft.com/office/drawing/2014/main" id="{7819B3A0-9E1D-4FEC-2F3E-64CE7202C50D}"/>
              </a:ext>
            </a:extLst>
          </p:cNvPr>
          <p:cNvSpPr txBox="1">
            <a:spLocks noChangeArrowheads="1"/>
          </p:cNvSpPr>
          <p:nvPr/>
        </p:nvSpPr>
        <p:spPr bwMode="auto">
          <a:xfrm>
            <a:off x="5456238" y="4327525"/>
            <a:ext cx="90646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(rt)</a:t>
            </a:r>
          </a:p>
        </p:txBody>
      </p:sp>
      <p:sp>
        <p:nvSpPr>
          <p:cNvPr id="15376" name="Line 16">
            <a:extLst>
              <a:ext uri="{FF2B5EF4-FFF2-40B4-BE49-F238E27FC236}">
                <a16:creationId xmlns:a16="http://schemas.microsoft.com/office/drawing/2014/main" id="{B46C8D9C-863C-AD7B-2A7F-E0042433EC15}"/>
              </a:ext>
            </a:extLst>
          </p:cNvPr>
          <p:cNvSpPr>
            <a:spLocks noChangeShapeType="1"/>
          </p:cNvSpPr>
          <p:nvPr/>
        </p:nvSpPr>
        <p:spPr bwMode="auto">
          <a:xfrm flipV="1">
            <a:off x="2514600" y="4570414"/>
            <a:ext cx="1588" cy="1603375"/>
          </a:xfrm>
          <a:prstGeom prst="line">
            <a:avLst/>
          </a:prstGeom>
          <a:noFill/>
          <a:ln w="9360">
            <a:solidFill>
              <a:srgbClr val="000000"/>
            </a:solidFill>
            <a:prstDash val="dash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77" name="Line 17">
            <a:extLst>
              <a:ext uri="{FF2B5EF4-FFF2-40B4-BE49-F238E27FC236}">
                <a16:creationId xmlns:a16="http://schemas.microsoft.com/office/drawing/2014/main" id="{7A4B0E76-4AE3-C344-C482-16C8242D088A}"/>
              </a:ext>
            </a:extLst>
          </p:cNvPr>
          <p:cNvSpPr>
            <a:spLocks noChangeShapeType="1"/>
          </p:cNvSpPr>
          <p:nvPr/>
        </p:nvSpPr>
        <p:spPr bwMode="auto">
          <a:xfrm>
            <a:off x="2759076" y="4114800"/>
            <a:ext cx="150813"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78" name="Line 18">
            <a:extLst>
              <a:ext uri="{FF2B5EF4-FFF2-40B4-BE49-F238E27FC236}">
                <a16:creationId xmlns:a16="http://schemas.microsoft.com/office/drawing/2014/main" id="{AE37FAA3-D177-D6B9-0EE2-49C328B96F76}"/>
              </a:ext>
            </a:extLst>
          </p:cNvPr>
          <p:cNvSpPr>
            <a:spLocks noChangeShapeType="1"/>
          </p:cNvSpPr>
          <p:nvPr/>
        </p:nvSpPr>
        <p:spPr bwMode="auto">
          <a:xfrm>
            <a:off x="5257800" y="4724400"/>
            <a:ext cx="1588" cy="1371600"/>
          </a:xfrm>
          <a:prstGeom prst="line">
            <a:avLst/>
          </a:prstGeom>
          <a:noFill/>
          <a:ln w="9360">
            <a:solidFill>
              <a:srgbClr val="000000"/>
            </a:solidFill>
            <a:prstDash val="dash"/>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79" name="Line 19">
            <a:extLst>
              <a:ext uri="{FF2B5EF4-FFF2-40B4-BE49-F238E27FC236}">
                <a16:creationId xmlns:a16="http://schemas.microsoft.com/office/drawing/2014/main" id="{ADC1633D-B7D2-A88E-072C-147BE57284C4}"/>
              </a:ext>
            </a:extLst>
          </p:cNvPr>
          <p:cNvSpPr>
            <a:spLocks noChangeShapeType="1"/>
          </p:cNvSpPr>
          <p:nvPr/>
        </p:nvSpPr>
        <p:spPr bwMode="auto">
          <a:xfrm>
            <a:off x="2514600" y="3400425"/>
            <a:ext cx="381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80" name="Text Box 20">
            <a:extLst>
              <a:ext uri="{FF2B5EF4-FFF2-40B4-BE49-F238E27FC236}">
                <a16:creationId xmlns:a16="http://schemas.microsoft.com/office/drawing/2014/main" id="{8B9EB33C-E428-C940-6780-978935A40E4E}"/>
              </a:ext>
            </a:extLst>
          </p:cNvPr>
          <p:cNvSpPr txBox="1">
            <a:spLocks noChangeArrowheads="1"/>
          </p:cNvSpPr>
          <p:nvPr/>
        </p:nvSpPr>
        <p:spPr bwMode="auto">
          <a:xfrm>
            <a:off x="2514600" y="3048000"/>
            <a:ext cx="16002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rt</a:t>
            </a:r>
          </a:p>
        </p:txBody>
      </p:sp>
      <p:sp>
        <p:nvSpPr>
          <p:cNvPr id="15381" name="AutoShape 21">
            <a:extLst>
              <a:ext uri="{FF2B5EF4-FFF2-40B4-BE49-F238E27FC236}">
                <a16:creationId xmlns:a16="http://schemas.microsoft.com/office/drawing/2014/main" id="{A6470A1A-F4E7-2C59-CB9A-33FD92F68338}"/>
              </a:ext>
            </a:extLst>
          </p:cNvPr>
          <p:cNvSpPr>
            <a:spLocks noChangeArrowheads="1"/>
          </p:cNvSpPr>
          <p:nvPr/>
        </p:nvSpPr>
        <p:spPr bwMode="auto">
          <a:xfrm rot="16200000">
            <a:off x="1905000" y="3962400"/>
            <a:ext cx="1143000" cy="38100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CCCC00"/>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p>
        </p:txBody>
      </p:sp>
      <p:sp>
        <p:nvSpPr>
          <p:cNvPr id="15382" name="Text Box 22">
            <a:extLst>
              <a:ext uri="{FF2B5EF4-FFF2-40B4-BE49-F238E27FC236}">
                <a16:creationId xmlns:a16="http://schemas.microsoft.com/office/drawing/2014/main" id="{0BC7BF5A-6CAD-548C-958F-25A1F0D7B6FC}"/>
              </a:ext>
            </a:extLst>
          </p:cNvPr>
          <p:cNvSpPr txBox="1">
            <a:spLocks noChangeArrowheads="1"/>
          </p:cNvSpPr>
          <p:nvPr/>
        </p:nvSpPr>
        <p:spPr bwMode="auto">
          <a:xfrm>
            <a:off x="2286000" y="3733800"/>
            <a:ext cx="381000" cy="3099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875"/>
              </a:spcBef>
            </a:pPr>
            <a:r>
              <a:rPr lang="en-US" altLang="en-US" sz="1400" b="1">
                <a:latin typeface="Times New Roman" panose="02020603050405020304" pitchFamily="18" charset="0"/>
              </a:rPr>
              <a:t>rt</a:t>
            </a:r>
          </a:p>
        </p:txBody>
      </p:sp>
      <p:sp>
        <p:nvSpPr>
          <p:cNvPr id="15383" name="Text Box 23">
            <a:extLst>
              <a:ext uri="{FF2B5EF4-FFF2-40B4-BE49-F238E27FC236}">
                <a16:creationId xmlns:a16="http://schemas.microsoft.com/office/drawing/2014/main" id="{903BC416-369A-46C8-B773-EACB5ECE5843}"/>
              </a:ext>
            </a:extLst>
          </p:cNvPr>
          <p:cNvSpPr txBox="1">
            <a:spLocks noChangeArrowheads="1"/>
          </p:cNvSpPr>
          <p:nvPr/>
        </p:nvSpPr>
        <p:spPr bwMode="auto">
          <a:xfrm>
            <a:off x="2286000" y="3962400"/>
            <a:ext cx="381000" cy="3099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875"/>
              </a:spcBef>
            </a:pPr>
            <a:r>
              <a:rPr lang="en-IN" altLang="en-US" sz="1400" b="1">
                <a:latin typeface="Times New Roman" panose="02020603050405020304" pitchFamily="18" charset="0"/>
              </a:rPr>
              <a:t>rd</a:t>
            </a:r>
          </a:p>
        </p:txBody>
      </p:sp>
      <p:sp>
        <p:nvSpPr>
          <p:cNvPr id="15384" name="Text Box 24">
            <a:extLst>
              <a:ext uri="{FF2B5EF4-FFF2-40B4-BE49-F238E27FC236}">
                <a16:creationId xmlns:a16="http://schemas.microsoft.com/office/drawing/2014/main" id="{CCA4EA55-5B64-6DF7-AFA1-AC79603C2ED6}"/>
              </a:ext>
            </a:extLst>
          </p:cNvPr>
          <p:cNvSpPr txBox="1">
            <a:spLocks noChangeArrowheads="1"/>
          </p:cNvSpPr>
          <p:nvPr/>
        </p:nvSpPr>
        <p:spPr bwMode="auto">
          <a:xfrm>
            <a:off x="2286000" y="4343400"/>
            <a:ext cx="381000" cy="3099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875"/>
              </a:spcBef>
            </a:pPr>
            <a:r>
              <a:rPr lang="en-IN" altLang="en-US" sz="1400" b="1">
                <a:latin typeface="Times New Roman" panose="02020603050405020304" pitchFamily="18" charset="0"/>
              </a:rPr>
              <a:t>31</a:t>
            </a:r>
          </a:p>
        </p:txBody>
      </p:sp>
      <p:sp>
        <p:nvSpPr>
          <p:cNvPr id="15385" name="Line 25">
            <a:extLst>
              <a:ext uri="{FF2B5EF4-FFF2-40B4-BE49-F238E27FC236}">
                <a16:creationId xmlns:a16="http://schemas.microsoft.com/office/drawing/2014/main" id="{18D9603C-33DB-EB83-A746-2DEF1C8E74EC}"/>
              </a:ext>
            </a:extLst>
          </p:cNvPr>
          <p:cNvSpPr>
            <a:spLocks noChangeShapeType="1"/>
          </p:cNvSpPr>
          <p:nvPr/>
        </p:nvSpPr>
        <p:spPr bwMode="auto">
          <a:xfrm>
            <a:off x="1981200" y="4572000"/>
            <a:ext cx="3048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86" name="Line 26">
            <a:extLst>
              <a:ext uri="{FF2B5EF4-FFF2-40B4-BE49-F238E27FC236}">
                <a16:creationId xmlns:a16="http://schemas.microsoft.com/office/drawing/2014/main" id="{F9CFC59E-39F0-2FC2-53AB-B574109794E2}"/>
              </a:ext>
            </a:extLst>
          </p:cNvPr>
          <p:cNvSpPr>
            <a:spLocks noChangeShapeType="1"/>
          </p:cNvSpPr>
          <p:nvPr/>
        </p:nvSpPr>
        <p:spPr bwMode="auto">
          <a:xfrm>
            <a:off x="2057400" y="3376613"/>
            <a:ext cx="1588" cy="8382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87" name="Line 27">
            <a:extLst>
              <a:ext uri="{FF2B5EF4-FFF2-40B4-BE49-F238E27FC236}">
                <a16:creationId xmlns:a16="http://schemas.microsoft.com/office/drawing/2014/main" id="{5D8CAF37-AE10-6A65-93CB-A47DC48D82CB}"/>
              </a:ext>
            </a:extLst>
          </p:cNvPr>
          <p:cNvSpPr>
            <a:spLocks noChangeShapeType="1"/>
          </p:cNvSpPr>
          <p:nvPr/>
        </p:nvSpPr>
        <p:spPr bwMode="auto">
          <a:xfrm>
            <a:off x="2057400" y="4191000"/>
            <a:ext cx="2286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88" name="Line 28">
            <a:extLst>
              <a:ext uri="{FF2B5EF4-FFF2-40B4-BE49-F238E27FC236}">
                <a16:creationId xmlns:a16="http://schemas.microsoft.com/office/drawing/2014/main" id="{49AE810E-FA33-4609-52BF-21596B300FD3}"/>
              </a:ext>
            </a:extLst>
          </p:cNvPr>
          <p:cNvSpPr>
            <a:spLocks noChangeShapeType="1"/>
          </p:cNvSpPr>
          <p:nvPr/>
        </p:nvSpPr>
        <p:spPr bwMode="auto">
          <a:xfrm>
            <a:off x="2162175" y="3429000"/>
            <a:ext cx="1588" cy="3810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89" name="Line 29">
            <a:extLst>
              <a:ext uri="{FF2B5EF4-FFF2-40B4-BE49-F238E27FC236}">
                <a16:creationId xmlns:a16="http://schemas.microsoft.com/office/drawing/2014/main" id="{CCE93E25-E582-6D11-E72E-C900D9D62EAA}"/>
              </a:ext>
            </a:extLst>
          </p:cNvPr>
          <p:cNvSpPr>
            <a:spLocks noChangeShapeType="1"/>
          </p:cNvSpPr>
          <p:nvPr/>
        </p:nvSpPr>
        <p:spPr bwMode="auto">
          <a:xfrm>
            <a:off x="2133600" y="3810000"/>
            <a:ext cx="2286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90" name="Text Box 30">
            <a:extLst>
              <a:ext uri="{FF2B5EF4-FFF2-40B4-BE49-F238E27FC236}">
                <a16:creationId xmlns:a16="http://schemas.microsoft.com/office/drawing/2014/main" id="{1D405442-9211-3008-470E-1497B6B794F0}"/>
              </a:ext>
            </a:extLst>
          </p:cNvPr>
          <p:cNvSpPr txBox="1">
            <a:spLocks noChangeArrowheads="1"/>
          </p:cNvSpPr>
          <p:nvPr/>
        </p:nvSpPr>
        <p:spPr bwMode="auto">
          <a:xfrm>
            <a:off x="1981200" y="6110288"/>
            <a:ext cx="914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RegDst</a:t>
            </a:r>
          </a:p>
        </p:txBody>
      </p:sp>
      <p:sp>
        <p:nvSpPr>
          <p:cNvPr id="15391" name="Text Box 31">
            <a:extLst>
              <a:ext uri="{FF2B5EF4-FFF2-40B4-BE49-F238E27FC236}">
                <a16:creationId xmlns:a16="http://schemas.microsoft.com/office/drawing/2014/main" id="{7FB7B39F-1589-AE30-34E5-001349D1344B}"/>
              </a:ext>
            </a:extLst>
          </p:cNvPr>
          <p:cNvSpPr txBox="1">
            <a:spLocks noChangeArrowheads="1"/>
          </p:cNvSpPr>
          <p:nvPr/>
        </p:nvSpPr>
        <p:spPr bwMode="auto">
          <a:xfrm>
            <a:off x="3124200" y="6110288"/>
            <a:ext cx="16002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RegWrite</a:t>
            </a:r>
          </a:p>
        </p:txBody>
      </p:sp>
      <p:sp>
        <p:nvSpPr>
          <p:cNvPr id="15392" name="AutoShape 32">
            <a:extLst>
              <a:ext uri="{FF2B5EF4-FFF2-40B4-BE49-F238E27FC236}">
                <a16:creationId xmlns:a16="http://schemas.microsoft.com/office/drawing/2014/main" id="{DE7C9530-EE89-E5A1-1286-2C77C4BEE927}"/>
              </a:ext>
            </a:extLst>
          </p:cNvPr>
          <p:cNvSpPr>
            <a:spLocks noChangeArrowheads="1"/>
          </p:cNvSpPr>
          <p:nvPr/>
        </p:nvSpPr>
        <p:spPr bwMode="auto">
          <a:xfrm rot="16200000">
            <a:off x="4648200" y="4114800"/>
            <a:ext cx="1143000" cy="38100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CCCC00"/>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p>
        </p:txBody>
      </p:sp>
      <p:sp>
        <p:nvSpPr>
          <p:cNvPr id="15393" name="Line 33">
            <a:extLst>
              <a:ext uri="{FF2B5EF4-FFF2-40B4-BE49-F238E27FC236}">
                <a16:creationId xmlns:a16="http://schemas.microsoft.com/office/drawing/2014/main" id="{BE97FB75-FC1C-AA66-B202-25CFD5DE093B}"/>
              </a:ext>
            </a:extLst>
          </p:cNvPr>
          <p:cNvSpPr>
            <a:spLocks noChangeShapeType="1"/>
          </p:cNvSpPr>
          <p:nvPr/>
        </p:nvSpPr>
        <p:spPr bwMode="auto">
          <a:xfrm>
            <a:off x="1828800" y="3429000"/>
            <a:ext cx="1588" cy="16764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94" name="Line 34">
            <a:extLst>
              <a:ext uri="{FF2B5EF4-FFF2-40B4-BE49-F238E27FC236}">
                <a16:creationId xmlns:a16="http://schemas.microsoft.com/office/drawing/2014/main" id="{A5C596BD-4404-3FCD-796A-953461F346F0}"/>
              </a:ext>
            </a:extLst>
          </p:cNvPr>
          <p:cNvSpPr>
            <a:spLocks noChangeShapeType="1"/>
          </p:cNvSpPr>
          <p:nvPr/>
        </p:nvSpPr>
        <p:spPr bwMode="auto">
          <a:xfrm>
            <a:off x="1828800" y="5105400"/>
            <a:ext cx="28956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95" name="Line 35">
            <a:extLst>
              <a:ext uri="{FF2B5EF4-FFF2-40B4-BE49-F238E27FC236}">
                <a16:creationId xmlns:a16="http://schemas.microsoft.com/office/drawing/2014/main" id="{94DE6171-0B94-639A-2ACC-371853C1F76B}"/>
              </a:ext>
            </a:extLst>
          </p:cNvPr>
          <p:cNvSpPr>
            <a:spLocks noChangeShapeType="1"/>
          </p:cNvSpPr>
          <p:nvPr/>
        </p:nvSpPr>
        <p:spPr bwMode="auto">
          <a:xfrm flipV="1">
            <a:off x="4724400" y="4494214"/>
            <a:ext cx="1588" cy="612775"/>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96" name="Line 36">
            <a:extLst>
              <a:ext uri="{FF2B5EF4-FFF2-40B4-BE49-F238E27FC236}">
                <a16:creationId xmlns:a16="http://schemas.microsoft.com/office/drawing/2014/main" id="{249551D4-6A1F-F12D-0682-37E62D4CC2D2}"/>
              </a:ext>
            </a:extLst>
          </p:cNvPr>
          <p:cNvSpPr>
            <a:spLocks noChangeShapeType="1"/>
          </p:cNvSpPr>
          <p:nvPr/>
        </p:nvSpPr>
        <p:spPr bwMode="auto">
          <a:xfrm>
            <a:off x="4724400" y="4495800"/>
            <a:ext cx="3048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97" name="Line 37">
            <a:extLst>
              <a:ext uri="{FF2B5EF4-FFF2-40B4-BE49-F238E27FC236}">
                <a16:creationId xmlns:a16="http://schemas.microsoft.com/office/drawing/2014/main" id="{4AD61462-E1EB-8CBB-70DA-F8638A899B63}"/>
              </a:ext>
            </a:extLst>
          </p:cNvPr>
          <p:cNvSpPr>
            <a:spLocks noChangeShapeType="1"/>
          </p:cNvSpPr>
          <p:nvPr/>
        </p:nvSpPr>
        <p:spPr bwMode="auto">
          <a:xfrm>
            <a:off x="5410200" y="4191000"/>
            <a:ext cx="3048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398" name="Text Box 38">
            <a:extLst>
              <a:ext uri="{FF2B5EF4-FFF2-40B4-BE49-F238E27FC236}">
                <a16:creationId xmlns:a16="http://schemas.microsoft.com/office/drawing/2014/main" id="{16604496-1D69-CC55-4E6A-337579B741A2}"/>
              </a:ext>
            </a:extLst>
          </p:cNvPr>
          <p:cNvSpPr txBox="1">
            <a:spLocks noChangeArrowheads="1"/>
          </p:cNvSpPr>
          <p:nvPr/>
        </p:nvSpPr>
        <p:spPr bwMode="auto">
          <a:xfrm>
            <a:off x="4495800" y="2286000"/>
            <a:ext cx="8382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(rs)</a:t>
            </a:r>
          </a:p>
        </p:txBody>
      </p:sp>
      <p:sp>
        <p:nvSpPr>
          <p:cNvPr id="15399" name="Text Box 39">
            <a:extLst>
              <a:ext uri="{FF2B5EF4-FFF2-40B4-BE49-F238E27FC236}">
                <a16:creationId xmlns:a16="http://schemas.microsoft.com/office/drawing/2014/main" id="{7555BD2D-786C-5951-AE88-D189F19E3EB3}"/>
              </a:ext>
            </a:extLst>
          </p:cNvPr>
          <p:cNvSpPr txBox="1">
            <a:spLocks noChangeArrowheads="1"/>
          </p:cNvSpPr>
          <p:nvPr/>
        </p:nvSpPr>
        <p:spPr bwMode="auto">
          <a:xfrm>
            <a:off x="4419600" y="3657600"/>
            <a:ext cx="8382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(rt)</a:t>
            </a:r>
          </a:p>
        </p:txBody>
      </p:sp>
      <p:sp>
        <p:nvSpPr>
          <p:cNvPr id="15400" name="Text Box 40">
            <a:extLst>
              <a:ext uri="{FF2B5EF4-FFF2-40B4-BE49-F238E27FC236}">
                <a16:creationId xmlns:a16="http://schemas.microsoft.com/office/drawing/2014/main" id="{B125FDC2-52DC-BE47-2807-02E3E9F1F67C}"/>
              </a:ext>
            </a:extLst>
          </p:cNvPr>
          <p:cNvSpPr txBox="1">
            <a:spLocks noChangeArrowheads="1"/>
          </p:cNvSpPr>
          <p:nvPr/>
        </p:nvSpPr>
        <p:spPr bwMode="auto">
          <a:xfrm>
            <a:off x="4114800" y="5181600"/>
            <a:ext cx="990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imm</a:t>
            </a:r>
          </a:p>
        </p:txBody>
      </p:sp>
      <p:sp>
        <p:nvSpPr>
          <p:cNvPr id="15401" name="Rectangle 41">
            <a:extLst>
              <a:ext uri="{FF2B5EF4-FFF2-40B4-BE49-F238E27FC236}">
                <a16:creationId xmlns:a16="http://schemas.microsoft.com/office/drawing/2014/main" id="{00C3929B-BADD-F5D5-BE7C-56169C91FCC1}"/>
              </a:ext>
            </a:extLst>
          </p:cNvPr>
          <p:cNvSpPr>
            <a:spLocks noChangeArrowheads="1"/>
          </p:cNvSpPr>
          <p:nvPr/>
        </p:nvSpPr>
        <p:spPr bwMode="auto">
          <a:xfrm>
            <a:off x="7772400" y="2743200"/>
            <a:ext cx="1295400" cy="1524000"/>
          </a:xfrm>
          <a:prstGeom prst="rect">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DATA </a:t>
            </a:r>
            <a:br>
              <a:rPr lang="en-IN" altLang="en-US" b="1">
                <a:latin typeface="Times New Roman" panose="02020603050405020304" pitchFamily="18" charset="0"/>
              </a:rPr>
            </a:br>
            <a:r>
              <a:rPr lang="en-IN" altLang="en-US" b="1">
                <a:latin typeface="Times New Roman" panose="02020603050405020304" pitchFamily="18" charset="0"/>
              </a:rPr>
              <a:t>CACHE</a:t>
            </a:r>
          </a:p>
        </p:txBody>
      </p:sp>
      <p:sp>
        <p:nvSpPr>
          <p:cNvPr id="15402" name="AutoShape 42">
            <a:extLst>
              <a:ext uri="{FF2B5EF4-FFF2-40B4-BE49-F238E27FC236}">
                <a16:creationId xmlns:a16="http://schemas.microsoft.com/office/drawing/2014/main" id="{EF027735-8E12-88FA-582C-932EBCD97F8C}"/>
              </a:ext>
            </a:extLst>
          </p:cNvPr>
          <p:cNvSpPr>
            <a:spLocks noChangeArrowheads="1"/>
          </p:cNvSpPr>
          <p:nvPr/>
        </p:nvSpPr>
        <p:spPr bwMode="auto">
          <a:xfrm rot="16200000">
            <a:off x="9220200" y="3505200"/>
            <a:ext cx="1143000" cy="38100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CCCC00"/>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p>
        </p:txBody>
      </p:sp>
      <p:sp>
        <p:nvSpPr>
          <p:cNvPr id="15403" name="Line 43">
            <a:extLst>
              <a:ext uri="{FF2B5EF4-FFF2-40B4-BE49-F238E27FC236}">
                <a16:creationId xmlns:a16="http://schemas.microsoft.com/office/drawing/2014/main" id="{5E9DE37C-67A7-03A2-73C8-FF2B443D9080}"/>
              </a:ext>
            </a:extLst>
          </p:cNvPr>
          <p:cNvSpPr>
            <a:spLocks noChangeShapeType="1"/>
          </p:cNvSpPr>
          <p:nvPr/>
        </p:nvSpPr>
        <p:spPr bwMode="auto">
          <a:xfrm>
            <a:off x="9067800" y="3276600"/>
            <a:ext cx="5334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04" name="Line 44">
            <a:extLst>
              <a:ext uri="{FF2B5EF4-FFF2-40B4-BE49-F238E27FC236}">
                <a16:creationId xmlns:a16="http://schemas.microsoft.com/office/drawing/2014/main" id="{F0AD8EB2-3234-E24D-13DE-B00D6011F402}"/>
              </a:ext>
            </a:extLst>
          </p:cNvPr>
          <p:cNvSpPr>
            <a:spLocks noChangeShapeType="1"/>
          </p:cNvSpPr>
          <p:nvPr/>
        </p:nvSpPr>
        <p:spPr bwMode="auto">
          <a:xfrm>
            <a:off x="7315200" y="3505200"/>
            <a:ext cx="1588" cy="10668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05" name="Line 45">
            <a:extLst>
              <a:ext uri="{FF2B5EF4-FFF2-40B4-BE49-F238E27FC236}">
                <a16:creationId xmlns:a16="http://schemas.microsoft.com/office/drawing/2014/main" id="{DB49915E-32DF-89A0-0064-222E6E51FF48}"/>
              </a:ext>
            </a:extLst>
          </p:cNvPr>
          <p:cNvSpPr>
            <a:spLocks noChangeShapeType="1"/>
          </p:cNvSpPr>
          <p:nvPr/>
        </p:nvSpPr>
        <p:spPr bwMode="auto">
          <a:xfrm>
            <a:off x="7315200" y="4572000"/>
            <a:ext cx="19812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06" name="Line 46">
            <a:extLst>
              <a:ext uri="{FF2B5EF4-FFF2-40B4-BE49-F238E27FC236}">
                <a16:creationId xmlns:a16="http://schemas.microsoft.com/office/drawing/2014/main" id="{E60BD9BF-4576-8C92-9DDC-410CD457ADFD}"/>
              </a:ext>
            </a:extLst>
          </p:cNvPr>
          <p:cNvSpPr>
            <a:spLocks noChangeShapeType="1"/>
          </p:cNvSpPr>
          <p:nvPr/>
        </p:nvSpPr>
        <p:spPr bwMode="auto">
          <a:xfrm flipV="1">
            <a:off x="9296400" y="3579814"/>
            <a:ext cx="1588" cy="993775"/>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07" name="Line 47">
            <a:extLst>
              <a:ext uri="{FF2B5EF4-FFF2-40B4-BE49-F238E27FC236}">
                <a16:creationId xmlns:a16="http://schemas.microsoft.com/office/drawing/2014/main" id="{97EA5466-51CA-5007-94E5-D9ACC4649B24}"/>
              </a:ext>
            </a:extLst>
          </p:cNvPr>
          <p:cNvSpPr>
            <a:spLocks noChangeShapeType="1"/>
          </p:cNvSpPr>
          <p:nvPr/>
        </p:nvSpPr>
        <p:spPr bwMode="auto">
          <a:xfrm>
            <a:off x="9296400" y="3581400"/>
            <a:ext cx="3048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08" name="Line 48">
            <a:extLst>
              <a:ext uri="{FF2B5EF4-FFF2-40B4-BE49-F238E27FC236}">
                <a16:creationId xmlns:a16="http://schemas.microsoft.com/office/drawing/2014/main" id="{96D681A1-9FE6-615F-717A-A7873B72D1D0}"/>
              </a:ext>
            </a:extLst>
          </p:cNvPr>
          <p:cNvSpPr>
            <a:spLocks noChangeShapeType="1"/>
          </p:cNvSpPr>
          <p:nvPr/>
        </p:nvSpPr>
        <p:spPr bwMode="auto">
          <a:xfrm>
            <a:off x="1828800" y="5638800"/>
            <a:ext cx="76200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09" name="Line 49">
            <a:extLst>
              <a:ext uri="{FF2B5EF4-FFF2-40B4-BE49-F238E27FC236}">
                <a16:creationId xmlns:a16="http://schemas.microsoft.com/office/drawing/2014/main" id="{A0695BEE-A939-FF45-C092-0066E6E9FAC5}"/>
              </a:ext>
            </a:extLst>
          </p:cNvPr>
          <p:cNvSpPr>
            <a:spLocks noChangeShapeType="1"/>
          </p:cNvSpPr>
          <p:nvPr/>
        </p:nvSpPr>
        <p:spPr bwMode="auto">
          <a:xfrm flipV="1">
            <a:off x="9420225" y="3960814"/>
            <a:ext cx="1588" cy="1679575"/>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10" name="Line 50">
            <a:extLst>
              <a:ext uri="{FF2B5EF4-FFF2-40B4-BE49-F238E27FC236}">
                <a16:creationId xmlns:a16="http://schemas.microsoft.com/office/drawing/2014/main" id="{87C8DE9B-3C33-A845-B13A-D0B5C463C3D7}"/>
              </a:ext>
            </a:extLst>
          </p:cNvPr>
          <p:cNvSpPr>
            <a:spLocks noChangeShapeType="1"/>
          </p:cNvSpPr>
          <p:nvPr/>
        </p:nvSpPr>
        <p:spPr bwMode="auto">
          <a:xfrm>
            <a:off x="9401175" y="3986214"/>
            <a:ext cx="304800" cy="1587"/>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11" name="Text Box 51">
            <a:extLst>
              <a:ext uri="{FF2B5EF4-FFF2-40B4-BE49-F238E27FC236}">
                <a16:creationId xmlns:a16="http://schemas.microsoft.com/office/drawing/2014/main" id="{C1ACEE09-AF45-1AC9-E9F2-23B199077C67}"/>
              </a:ext>
            </a:extLst>
          </p:cNvPr>
          <p:cNvSpPr txBox="1">
            <a:spLocks noChangeArrowheads="1"/>
          </p:cNvSpPr>
          <p:nvPr/>
        </p:nvSpPr>
        <p:spPr bwMode="auto">
          <a:xfrm>
            <a:off x="1524000" y="5334000"/>
            <a:ext cx="990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IncrPC</a:t>
            </a:r>
          </a:p>
        </p:txBody>
      </p:sp>
      <p:sp>
        <p:nvSpPr>
          <p:cNvPr id="15412" name="Line 52">
            <a:extLst>
              <a:ext uri="{FF2B5EF4-FFF2-40B4-BE49-F238E27FC236}">
                <a16:creationId xmlns:a16="http://schemas.microsoft.com/office/drawing/2014/main" id="{5363E379-BA16-C545-3C3F-14D864E23780}"/>
              </a:ext>
            </a:extLst>
          </p:cNvPr>
          <p:cNvSpPr>
            <a:spLocks noChangeShapeType="1"/>
          </p:cNvSpPr>
          <p:nvPr/>
        </p:nvSpPr>
        <p:spPr bwMode="auto">
          <a:xfrm>
            <a:off x="9982200" y="3657600"/>
            <a:ext cx="3810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13" name="Line 53">
            <a:extLst>
              <a:ext uri="{FF2B5EF4-FFF2-40B4-BE49-F238E27FC236}">
                <a16:creationId xmlns:a16="http://schemas.microsoft.com/office/drawing/2014/main" id="{30D343DF-4B1B-A4F3-D191-2636443E20B1}"/>
              </a:ext>
            </a:extLst>
          </p:cNvPr>
          <p:cNvSpPr>
            <a:spLocks noChangeShapeType="1"/>
          </p:cNvSpPr>
          <p:nvPr/>
        </p:nvSpPr>
        <p:spPr bwMode="auto">
          <a:xfrm>
            <a:off x="2743200" y="4495800"/>
            <a:ext cx="1524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14" name="Line 54">
            <a:extLst>
              <a:ext uri="{FF2B5EF4-FFF2-40B4-BE49-F238E27FC236}">
                <a16:creationId xmlns:a16="http://schemas.microsoft.com/office/drawing/2014/main" id="{EFC788E7-89C1-D2FC-383D-0E6AA4D3DEBB}"/>
              </a:ext>
            </a:extLst>
          </p:cNvPr>
          <p:cNvSpPr>
            <a:spLocks noChangeShapeType="1"/>
          </p:cNvSpPr>
          <p:nvPr/>
        </p:nvSpPr>
        <p:spPr bwMode="auto">
          <a:xfrm>
            <a:off x="2743200" y="4495800"/>
            <a:ext cx="1588" cy="14478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15" name="Line 55">
            <a:extLst>
              <a:ext uri="{FF2B5EF4-FFF2-40B4-BE49-F238E27FC236}">
                <a16:creationId xmlns:a16="http://schemas.microsoft.com/office/drawing/2014/main" id="{ABFFFFC6-CC54-1826-7E13-B0C7D2FE415D}"/>
              </a:ext>
            </a:extLst>
          </p:cNvPr>
          <p:cNvSpPr>
            <a:spLocks noChangeShapeType="1"/>
          </p:cNvSpPr>
          <p:nvPr/>
        </p:nvSpPr>
        <p:spPr bwMode="auto">
          <a:xfrm>
            <a:off x="2743200" y="5943600"/>
            <a:ext cx="76200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16" name="Line 56">
            <a:extLst>
              <a:ext uri="{FF2B5EF4-FFF2-40B4-BE49-F238E27FC236}">
                <a16:creationId xmlns:a16="http://schemas.microsoft.com/office/drawing/2014/main" id="{2195F57A-D84D-CBC2-ECBA-E4354F92390C}"/>
              </a:ext>
            </a:extLst>
          </p:cNvPr>
          <p:cNvSpPr>
            <a:spLocks noChangeShapeType="1"/>
          </p:cNvSpPr>
          <p:nvPr/>
        </p:nvSpPr>
        <p:spPr bwMode="auto">
          <a:xfrm>
            <a:off x="10287000" y="3657600"/>
            <a:ext cx="1588" cy="22860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17" name="Line 57">
            <a:extLst>
              <a:ext uri="{FF2B5EF4-FFF2-40B4-BE49-F238E27FC236}">
                <a16:creationId xmlns:a16="http://schemas.microsoft.com/office/drawing/2014/main" id="{B2F7B5CF-C554-7262-26BB-F95D51659EEF}"/>
              </a:ext>
            </a:extLst>
          </p:cNvPr>
          <p:cNvSpPr>
            <a:spLocks noChangeShapeType="1"/>
          </p:cNvSpPr>
          <p:nvPr/>
        </p:nvSpPr>
        <p:spPr bwMode="auto">
          <a:xfrm>
            <a:off x="8077200" y="4267200"/>
            <a:ext cx="1588" cy="1905000"/>
          </a:xfrm>
          <a:prstGeom prst="line">
            <a:avLst/>
          </a:prstGeom>
          <a:noFill/>
          <a:ln w="9360">
            <a:solidFill>
              <a:srgbClr val="000000"/>
            </a:solidFill>
            <a:prstDash val="dash"/>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18" name="Line 58">
            <a:extLst>
              <a:ext uri="{FF2B5EF4-FFF2-40B4-BE49-F238E27FC236}">
                <a16:creationId xmlns:a16="http://schemas.microsoft.com/office/drawing/2014/main" id="{CCBE1CF1-0874-53EA-C77C-32B28DFD3C8B}"/>
              </a:ext>
            </a:extLst>
          </p:cNvPr>
          <p:cNvSpPr>
            <a:spLocks noChangeShapeType="1"/>
          </p:cNvSpPr>
          <p:nvPr/>
        </p:nvSpPr>
        <p:spPr bwMode="auto">
          <a:xfrm>
            <a:off x="6172200" y="4419600"/>
            <a:ext cx="1588" cy="1524000"/>
          </a:xfrm>
          <a:prstGeom prst="line">
            <a:avLst/>
          </a:prstGeom>
          <a:noFill/>
          <a:ln w="9360">
            <a:solidFill>
              <a:srgbClr val="000000"/>
            </a:solidFill>
            <a:prstDash val="dash"/>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19" name="Text Box 59">
            <a:extLst>
              <a:ext uri="{FF2B5EF4-FFF2-40B4-BE49-F238E27FC236}">
                <a16:creationId xmlns:a16="http://schemas.microsoft.com/office/drawing/2014/main" id="{0CCDD5D8-B59E-E4EF-7248-2F627BBCA576}"/>
              </a:ext>
            </a:extLst>
          </p:cNvPr>
          <p:cNvSpPr txBox="1">
            <a:spLocks noChangeArrowheads="1"/>
          </p:cNvSpPr>
          <p:nvPr/>
        </p:nvSpPr>
        <p:spPr bwMode="auto">
          <a:xfrm>
            <a:off x="5867400" y="6019800"/>
            <a:ext cx="14478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ALUFunc</a:t>
            </a:r>
          </a:p>
        </p:txBody>
      </p:sp>
      <p:sp>
        <p:nvSpPr>
          <p:cNvPr id="15420" name="Line 60">
            <a:extLst>
              <a:ext uri="{FF2B5EF4-FFF2-40B4-BE49-F238E27FC236}">
                <a16:creationId xmlns:a16="http://schemas.microsoft.com/office/drawing/2014/main" id="{8D16CA6E-F07D-3BE0-C40C-9E11DD891C8B}"/>
              </a:ext>
            </a:extLst>
          </p:cNvPr>
          <p:cNvSpPr>
            <a:spLocks noChangeShapeType="1"/>
          </p:cNvSpPr>
          <p:nvPr/>
        </p:nvSpPr>
        <p:spPr bwMode="auto">
          <a:xfrm>
            <a:off x="8686800" y="4267200"/>
            <a:ext cx="1588" cy="1905000"/>
          </a:xfrm>
          <a:prstGeom prst="line">
            <a:avLst/>
          </a:prstGeom>
          <a:noFill/>
          <a:ln w="9360">
            <a:solidFill>
              <a:srgbClr val="000000"/>
            </a:solidFill>
            <a:prstDash val="dash"/>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21" name="Text Box 61">
            <a:extLst>
              <a:ext uri="{FF2B5EF4-FFF2-40B4-BE49-F238E27FC236}">
                <a16:creationId xmlns:a16="http://schemas.microsoft.com/office/drawing/2014/main" id="{94CA7A33-3B70-40BA-176B-D5BF2D76328F}"/>
              </a:ext>
            </a:extLst>
          </p:cNvPr>
          <p:cNvSpPr txBox="1">
            <a:spLocks noChangeArrowheads="1"/>
          </p:cNvSpPr>
          <p:nvPr/>
        </p:nvSpPr>
        <p:spPr bwMode="auto">
          <a:xfrm>
            <a:off x="7467600" y="6096001"/>
            <a:ext cx="838200"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Data</a:t>
            </a:r>
          </a:p>
          <a:p>
            <a:pPr>
              <a:spcBef>
                <a:spcPts val="1125"/>
              </a:spcBef>
            </a:pPr>
            <a:r>
              <a:rPr lang="en-IN" altLang="en-US" b="1">
                <a:latin typeface="Times New Roman" panose="02020603050405020304" pitchFamily="18" charset="0"/>
              </a:rPr>
              <a:t>Read</a:t>
            </a:r>
          </a:p>
        </p:txBody>
      </p:sp>
      <p:sp>
        <p:nvSpPr>
          <p:cNvPr id="15422" name="Text Box 62">
            <a:extLst>
              <a:ext uri="{FF2B5EF4-FFF2-40B4-BE49-F238E27FC236}">
                <a16:creationId xmlns:a16="http://schemas.microsoft.com/office/drawing/2014/main" id="{46277DE6-7033-8C5C-0D57-5108B69990D2}"/>
              </a:ext>
            </a:extLst>
          </p:cNvPr>
          <p:cNvSpPr txBox="1">
            <a:spLocks noChangeArrowheads="1"/>
          </p:cNvSpPr>
          <p:nvPr/>
        </p:nvSpPr>
        <p:spPr bwMode="auto">
          <a:xfrm>
            <a:off x="8305800" y="6078538"/>
            <a:ext cx="838200" cy="785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Data</a:t>
            </a:r>
          </a:p>
          <a:p>
            <a:pPr>
              <a:spcBef>
                <a:spcPts val="1125"/>
              </a:spcBef>
            </a:pPr>
            <a:r>
              <a:rPr lang="en-IN" altLang="en-US" b="1">
                <a:latin typeface="Times New Roman" panose="02020603050405020304" pitchFamily="18" charset="0"/>
              </a:rPr>
              <a:t>Write</a:t>
            </a:r>
          </a:p>
        </p:txBody>
      </p:sp>
      <p:sp>
        <p:nvSpPr>
          <p:cNvPr id="15423" name="Line 63">
            <a:extLst>
              <a:ext uri="{FF2B5EF4-FFF2-40B4-BE49-F238E27FC236}">
                <a16:creationId xmlns:a16="http://schemas.microsoft.com/office/drawing/2014/main" id="{37307666-10DB-DF37-25B3-355DA32136BF}"/>
              </a:ext>
            </a:extLst>
          </p:cNvPr>
          <p:cNvSpPr>
            <a:spLocks noChangeShapeType="1"/>
          </p:cNvSpPr>
          <p:nvPr/>
        </p:nvSpPr>
        <p:spPr bwMode="auto">
          <a:xfrm flipV="1">
            <a:off x="9829800" y="4113214"/>
            <a:ext cx="1588" cy="2060575"/>
          </a:xfrm>
          <a:prstGeom prst="line">
            <a:avLst/>
          </a:prstGeom>
          <a:noFill/>
          <a:ln w="9360">
            <a:solidFill>
              <a:srgbClr val="0000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24" name="Text Box 64">
            <a:extLst>
              <a:ext uri="{FF2B5EF4-FFF2-40B4-BE49-F238E27FC236}">
                <a16:creationId xmlns:a16="http://schemas.microsoft.com/office/drawing/2014/main" id="{F11E7312-C04E-9723-BBB1-E867F59255F5}"/>
              </a:ext>
            </a:extLst>
          </p:cNvPr>
          <p:cNvSpPr txBox="1">
            <a:spLocks noChangeArrowheads="1"/>
          </p:cNvSpPr>
          <p:nvPr/>
        </p:nvSpPr>
        <p:spPr bwMode="auto">
          <a:xfrm>
            <a:off x="9448800" y="6248400"/>
            <a:ext cx="914400" cy="642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RegInData</a:t>
            </a:r>
          </a:p>
        </p:txBody>
      </p:sp>
      <p:sp>
        <p:nvSpPr>
          <p:cNvPr id="15425" name="Text Box 65">
            <a:extLst>
              <a:ext uri="{FF2B5EF4-FFF2-40B4-BE49-F238E27FC236}">
                <a16:creationId xmlns:a16="http://schemas.microsoft.com/office/drawing/2014/main" id="{307828A8-A31D-FF9C-70A4-A4DE817D8296}"/>
              </a:ext>
            </a:extLst>
          </p:cNvPr>
          <p:cNvSpPr txBox="1">
            <a:spLocks noChangeArrowheads="1"/>
          </p:cNvSpPr>
          <p:nvPr/>
        </p:nvSpPr>
        <p:spPr bwMode="auto">
          <a:xfrm>
            <a:off x="6858000" y="2590801"/>
            <a:ext cx="838200"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b="1">
                <a:latin typeface="Times New Roman" panose="02020603050405020304" pitchFamily="18" charset="0"/>
              </a:rPr>
              <a:t>Data</a:t>
            </a:r>
          </a:p>
          <a:p>
            <a:pPr>
              <a:spcBef>
                <a:spcPts val="1125"/>
              </a:spcBef>
            </a:pPr>
            <a:r>
              <a:rPr lang="en-US" altLang="en-US" b="1">
                <a:latin typeface="Times New Roman" panose="02020603050405020304" pitchFamily="18" charset="0"/>
              </a:rPr>
              <a:t>Addr</a:t>
            </a:r>
          </a:p>
        </p:txBody>
      </p:sp>
      <p:sp>
        <p:nvSpPr>
          <p:cNvPr id="15426" name="Line 66">
            <a:extLst>
              <a:ext uri="{FF2B5EF4-FFF2-40B4-BE49-F238E27FC236}">
                <a16:creationId xmlns:a16="http://schemas.microsoft.com/office/drawing/2014/main" id="{8D44F8A2-B02F-2EA1-C027-A0352B630D7A}"/>
              </a:ext>
            </a:extLst>
          </p:cNvPr>
          <p:cNvSpPr>
            <a:spLocks noChangeShapeType="1"/>
          </p:cNvSpPr>
          <p:nvPr/>
        </p:nvSpPr>
        <p:spPr bwMode="auto">
          <a:xfrm>
            <a:off x="4495800" y="4038600"/>
            <a:ext cx="1588" cy="12192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27" name="Line 67">
            <a:extLst>
              <a:ext uri="{FF2B5EF4-FFF2-40B4-BE49-F238E27FC236}">
                <a16:creationId xmlns:a16="http://schemas.microsoft.com/office/drawing/2014/main" id="{068EB01B-3457-CF51-D147-03BF041A8F76}"/>
              </a:ext>
            </a:extLst>
          </p:cNvPr>
          <p:cNvSpPr>
            <a:spLocks noChangeShapeType="1"/>
          </p:cNvSpPr>
          <p:nvPr/>
        </p:nvSpPr>
        <p:spPr bwMode="auto">
          <a:xfrm>
            <a:off x="4495800" y="5257800"/>
            <a:ext cx="26670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28" name="Line 68">
            <a:extLst>
              <a:ext uri="{FF2B5EF4-FFF2-40B4-BE49-F238E27FC236}">
                <a16:creationId xmlns:a16="http://schemas.microsoft.com/office/drawing/2014/main" id="{77DF0CE7-CBEC-1687-790B-3D629C0C4ABB}"/>
              </a:ext>
            </a:extLst>
          </p:cNvPr>
          <p:cNvSpPr>
            <a:spLocks noChangeShapeType="1"/>
          </p:cNvSpPr>
          <p:nvPr/>
        </p:nvSpPr>
        <p:spPr bwMode="auto">
          <a:xfrm flipV="1">
            <a:off x="7162800" y="3884614"/>
            <a:ext cx="1588" cy="1374775"/>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29" name="Line 69">
            <a:extLst>
              <a:ext uri="{FF2B5EF4-FFF2-40B4-BE49-F238E27FC236}">
                <a16:creationId xmlns:a16="http://schemas.microsoft.com/office/drawing/2014/main" id="{99F7AE0A-7C19-96DE-BD83-E6F4C0D0508E}"/>
              </a:ext>
            </a:extLst>
          </p:cNvPr>
          <p:cNvSpPr>
            <a:spLocks noChangeShapeType="1"/>
          </p:cNvSpPr>
          <p:nvPr/>
        </p:nvSpPr>
        <p:spPr bwMode="auto">
          <a:xfrm>
            <a:off x="7162800" y="3910014"/>
            <a:ext cx="609600" cy="1587"/>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30" name="Text Box 70">
            <a:extLst>
              <a:ext uri="{FF2B5EF4-FFF2-40B4-BE49-F238E27FC236}">
                <a16:creationId xmlns:a16="http://schemas.microsoft.com/office/drawing/2014/main" id="{F8FF87F8-AA3D-E28B-C6FE-DDA655898C2C}"/>
              </a:ext>
            </a:extLst>
          </p:cNvPr>
          <p:cNvSpPr txBox="1">
            <a:spLocks noChangeArrowheads="1"/>
          </p:cNvSpPr>
          <p:nvPr/>
        </p:nvSpPr>
        <p:spPr bwMode="auto">
          <a:xfrm>
            <a:off x="6653213" y="4506913"/>
            <a:ext cx="914400" cy="785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Data</a:t>
            </a:r>
          </a:p>
          <a:p>
            <a:pPr>
              <a:spcBef>
                <a:spcPts val="1125"/>
              </a:spcBef>
            </a:pPr>
            <a:r>
              <a:rPr lang="en-IN" altLang="en-US" b="1">
                <a:latin typeface="Times New Roman" panose="02020603050405020304" pitchFamily="18" charset="0"/>
              </a:rPr>
              <a:t>In</a:t>
            </a:r>
          </a:p>
        </p:txBody>
      </p:sp>
      <p:sp>
        <p:nvSpPr>
          <p:cNvPr id="15431" name="Oval 71">
            <a:extLst>
              <a:ext uri="{FF2B5EF4-FFF2-40B4-BE49-F238E27FC236}">
                <a16:creationId xmlns:a16="http://schemas.microsoft.com/office/drawing/2014/main" id="{1F385D17-8B27-D6EB-EE7B-1D5C9E916124}"/>
              </a:ext>
            </a:extLst>
          </p:cNvPr>
          <p:cNvSpPr>
            <a:spLocks noChangeArrowheads="1"/>
          </p:cNvSpPr>
          <p:nvPr/>
        </p:nvSpPr>
        <p:spPr bwMode="auto">
          <a:xfrm>
            <a:off x="3886200" y="4876800"/>
            <a:ext cx="457200" cy="457200"/>
          </a:xfrm>
          <a:prstGeom prst="ellipse">
            <a:avLst/>
          </a:prstGeom>
          <a:solidFill>
            <a:srgbClr val="CCCC00"/>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lgn="ctr">
              <a:buClrTx/>
              <a:buFontTx/>
              <a:buNone/>
            </a:pPr>
            <a:r>
              <a:rPr lang="en-IN" altLang="en-US" b="1">
                <a:latin typeface="Times New Roman" panose="02020603050405020304" pitchFamily="18" charset="0"/>
              </a:rPr>
              <a:t>SE</a:t>
            </a:r>
          </a:p>
        </p:txBody>
      </p:sp>
      <p:sp>
        <p:nvSpPr>
          <p:cNvPr id="15432" name="Line 72">
            <a:extLst>
              <a:ext uri="{FF2B5EF4-FFF2-40B4-BE49-F238E27FC236}">
                <a16:creationId xmlns:a16="http://schemas.microsoft.com/office/drawing/2014/main" id="{65D1D1CF-EEE5-396D-0A43-AABE2FC5FAD8}"/>
              </a:ext>
            </a:extLst>
          </p:cNvPr>
          <p:cNvSpPr>
            <a:spLocks noChangeShapeType="1"/>
          </p:cNvSpPr>
          <p:nvPr/>
        </p:nvSpPr>
        <p:spPr bwMode="auto">
          <a:xfrm flipH="1">
            <a:off x="3198814" y="4981575"/>
            <a:ext cx="155575" cy="2286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33" name="Line 73">
            <a:extLst>
              <a:ext uri="{FF2B5EF4-FFF2-40B4-BE49-F238E27FC236}">
                <a16:creationId xmlns:a16="http://schemas.microsoft.com/office/drawing/2014/main" id="{448DC50E-01E8-1EDA-CF62-E27468688EB3}"/>
              </a:ext>
            </a:extLst>
          </p:cNvPr>
          <p:cNvSpPr>
            <a:spLocks noChangeShapeType="1"/>
          </p:cNvSpPr>
          <p:nvPr/>
        </p:nvSpPr>
        <p:spPr bwMode="auto">
          <a:xfrm flipH="1">
            <a:off x="4646614" y="4648200"/>
            <a:ext cx="155575" cy="2286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5434" name="Text Box 74">
            <a:extLst>
              <a:ext uri="{FF2B5EF4-FFF2-40B4-BE49-F238E27FC236}">
                <a16:creationId xmlns:a16="http://schemas.microsoft.com/office/drawing/2014/main" id="{A61A9776-366B-22AE-DEC5-A4268CCABD60}"/>
              </a:ext>
            </a:extLst>
          </p:cNvPr>
          <p:cNvSpPr txBox="1">
            <a:spLocks noChangeArrowheads="1"/>
          </p:cNvSpPr>
          <p:nvPr/>
        </p:nvSpPr>
        <p:spPr bwMode="auto">
          <a:xfrm>
            <a:off x="3200400" y="5043488"/>
            <a:ext cx="533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16</a:t>
            </a:r>
          </a:p>
        </p:txBody>
      </p:sp>
      <p:sp>
        <p:nvSpPr>
          <p:cNvPr id="15435" name="Text Box 75">
            <a:extLst>
              <a:ext uri="{FF2B5EF4-FFF2-40B4-BE49-F238E27FC236}">
                <a16:creationId xmlns:a16="http://schemas.microsoft.com/office/drawing/2014/main" id="{6448010D-6372-D3BA-7858-F51155E09DC7}"/>
              </a:ext>
            </a:extLst>
          </p:cNvPr>
          <p:cNvSpPr txBox="1">
            <a:spLocks noChangeArrowheads="1"/>
          </p:cNvSpPr>
          <p:nvPr/>
        </p:nvSpPr>
        <p:spPr bwMode="auto">
          <a:xfrm>
            <a:off x="4676775" y="4800600"/>
            <a:ext cx="609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b="1">
                <a:latin typeface="Times New Roman" panose="02020603050405020304" pitchFamily="18" charset="0"/>
              </a:rPr>
              <a:t>32</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1FFCF-9B3E-4161-A0FD-72C40B0EC3B3}"/>
              </a:ext>
            </a:extLst>
          </p:cNvPr>
          <p:cNvSpPr>
            <a:spLocks noGrp="1"/>
          </p:cNvSpPr>
          <p:nvPr>
            <p:ph type="title"/>
          </p:nvPr>
        </p:nvSpPr>
        <p:spPr/>
        <p:txBody>
          <a:bodyPr/>
          <a:lstStyle/>
          <a:p>
            <a:r>
              <a:rPr lang="en-IN" dirty="0"/>
              <a:t>A single cycle data path</a:t>
            </a:r>
          </a:p>
        </p:txBody>
      </p:sp>
      <p:sp>
        <p:nvSpPr>
          <p:cNvPr id="3" name="Content Placeholder 2">
            <a:extLst>
              <a:ext uri="{FF2B5EF4-FFF2-40B4-BE49-F238E27FC236}">
                <a16:creationId xmlns:a16="http://schemas.microsoft.com/office/drawing/2014/main" id="{07AEC593-BD71-457F-90D5-99B201F14DC2}"/>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C2A5389B-B1DF-4D9F-AF38-185CBB93BA9E}"/>
              </a:ext>
            </a:extLst>
          </p:cNvPr>
          <p:cNvSpPr>
            <a:spLocks noGrp="1"/>
          </p:cNvSpPr>
          <p:nvPr>
            <p:ph type="sldNum" sz="quarter" idx="12"/>
          </p:nvPr>
        </p:nvSpPr>
        <p:spPr/>
        <p:txBody>
          <a:bodyPr/>
          <a:lstStyle/>
          <a:p>
            <a:fld id="{A56F1F74-EAAB-4BA4-8360-0B2AFE8E155E}" type="slidenum">
              <a:rPr lang="en-IN" smtClean="0"/>
              <a:t>113</a:t>
            </a:fld>
            <a:endParaRPr lang="en-IN"/>
          </a:p>
        </p:txBody>
      </p:sp>
      <p:pic>
        <p:nvPicPr>
          <p:cNvPr id="5" name="Picture 4">
            <a:extLst>
              <a:ext uri="{FF2B5EF4-FFF2-40B4-BE49-F238E27FC236}">
                <a16:creationId xmlns:a16="http://schemas.microsoft.com/office/drawing/2014/main" id="{DDC737B0-6D77-40BC-B7D4-55B2D6C8A3CA}"/>
              </a:ext>
            </a:extLst>
          </p:cNvPr>
          <p:cNvPicPr>
            <a:picLocks noChangeAspect="1"/>
          </p:cNvPicPr>
          <p:nvPr/>
        </p:nvPicPr>
        <p:blipFill>
          <a:blip r:embed="rId2"/>
          <a:stretch>
            <a:fillRect/>
          </a:stretch>
        </p:blipFill>
        <p:spPr>
          <a:xfrm>
            <a:off x="771431" y="1411551"/>
            <a:ext cx="10222155" cy="5446450"/>
          </a:xfrm>
          <a:prstGeom prst="rect">
            <a:avLst/>
          </a:prstGeom>
        </p:spPr>
      </p:pic>
    </p:spTree>
    <p:extLst>
      <p:ext uri="{BB962C8B-B14F-4D97-AF65-F5344CB8AC3E}">
        <p14:creationId xmlns:p14="http://schemas.microsoft.com/office/powerpoint/2010/main" val="287952250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35FDE-44EE-4FA8-B353-496A9C439A8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4AF01CA-06C0-4CB9-8D34-E5FB60446E79}"/>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EED9F653-1A3F-466B-9E87-767E0B787233}"/>
              </a:ext>
            </a:extLst>
          </p:cNvPr>
          <p:cNvSpPr>
            <a:spLocks noGrp="1"/>
          </p:cNvSpPr>
          <p:nvPr>
            <p:ph type="sldNum" sz="quarter" idx="12"/>
          </p:nvPr>
        </p:nvSpPr>
        <p:spPr/>
        <p:txBody>
          <a:bodyPr/>
          <a:lstStyle/>
          <a:p>
            <a:fld id="{A56F1F74-EAAB-4BA4-8360-0B2AFE8E155E}" type="slidenum">
              <a:rPr lang="en-IN" smtClean="0"/>
              <a:t>114</a:t>
            </a:fld>
            <a:endParaRPr lang="en-IN"/>
          </a:p>
        </p:txBody>
      </p:sp>
      <p:pic>
        <p:nvPicPr>
          <p:cNvPr id="5" name="Picture 4">
            <a:extLst>
              <a:ext uri="{FF2B5EF4-FFF2-40B4-BE49-F238E27FC236}">
                <a16:creationId xmlns:a16="http://schemas.microsoft.com/office/drawing/2014/main" id="{E4D1419C-3ACC-4B8B-A9AD-BE0954817195}"/>
              </a:ext>
            </a:extLst>
          </p:cNvPr>
          <p:cNvPicPr>
            <a:picLocks noChangeAspect="1"/>
          </p:cNvPicPr>
          <p:nvPr/>
        </p:nvPicPr>
        <p:blipFill>
          <a:blip r:embed="rId2"/>
          <a:stretch>
            <a:fillRect/>
          </a:stretch>
        </p:blipFill>
        <p:spPr>
          <a:xfrm>
            <a:off x="658518" y="0"/>
            <a:ext cx="10874963" cy="6858000"/>
          </a:xfrm>
          <a:prstGeom prst="rect">
            <a:avLst/>
          </a:prstGeom>
        </p:spPr>
      </p:pic>
    </p:spTree>
    <p:extLst>
      <p:ext uri="{BB962C8B-B14F-4D97-AF65-F5344CB8AC3E}">
        <p14:creationId xmlns:p14="http://schemas.microsoft.com/office/powerpoint/2010/main" val="234492798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57510-4BDF-57AB-F3DB-6986A3538EFB}"/>
            </a:ext>
          </a:extLst>
        </p:cNvPr>
        <p:cNvGrpSpPr/>
        <p:nvPr/>
      </p:nvGrpSpPr>
      <p:grpSpPr>
        <a:xfrm>
          <a:off x="0" y="0"/>
          <a:ext cx="0" cy="0"/>
          <a:chOff x="0" y="0"/>
          <a:chExt cx="0" cy="0"/>
        </a:xfrm>
      </p:grpSpPr>
      <p:sp>
        <p:nvSpPr>
          <p:cNvPr id="32770" name="Rectangle 1">
            <a:extLst>
              <a:ext uri="{FF2B5EF4-FFF2-40B4-BE49-F238E27FC236}">
                <a16:creationId xmlns:a16="http://schemas.microsoft.com/office/drawing/2014/main" id="{A23D0DAE-8240-5B0D-F7DD-6580413EA19B}"/>
              </a:ext>
            </a:extLst>
          </p:cNvPr>
          <p:cNvSpPr>
            <a:spLocks noGrp="1" noChangeArrowheads="1"/>
          </p:cNvSpPr>
          <p:nvPr>
            <p:ph type="title" idx="4294967295"/>
          </p:nvPr>
        </p:nvSpPr>
        <p:spPr>
          <a:xfrm>
            <a:off x="1981200" y="533400"/>
            <a:ext cx="8229600" cy="1143000"/>
          </a:xfrm>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altLang="en-US" dirty="0"/>
              <a:t>The Next Address Architecture</a:t>
            </a:r>
          </a:p>
        </p:txBody>
      </p:sp>
      <p:sp>
        <p:nvSpPr>
          <p:cNvPr id="32771" name="AutoShape 2">
            <a:extLst>
              <a:ext uri="{FF2B5EF4-FFF2-40B4-BE49-F238E27FC236}">
                <a16:creationId xmlns:a16="http://schemas.microsoft.com/office/drawing/2014/main" id="{E0FC355E-9CC8-C862-CE7B-36A623B9FE88}"/>
              </a:ext>
            </a:extLst>
          </p:cNvPr>
          <p:cNvSpPr>
            <a:spLocks noChangeArrowheads="1"/>
          </p:cNvSpPr>
          <p:nvPr/>
        </p:nvSpPr>
        <p:spPr bwMode="auto">
          <a:xfrm rot="10800000">
            <a:off x="3581400" y="2820988"/>
            <a:ext cx="1752600" cy="1524000"/>
          </a:xfrm>
          <a:prstGeom prst="chevron">
            <a:avLst>
              <a:gd name="adj" fmla="val 28750"/>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wrap="none" lIns="90000" tIns="46800" rIns="90000" bIns="4680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9pPr>
          </a:lstStyle>
          <a:p>
            <a:pPr algn="ctr">
              <a:buClrTx/>
              <a:buFontTx/>
              <a:buNone/>
            </a:pPr>
            <a:r>
              <a:rPr lang="en-IN" altLang="en-US" sz="2400" b="1">
                <a:solidFill>
                  <a:srgbClr val="000000"/>
                </a:solidFill>
                <a:latin typeface="Times New Roman" panose="02020603050405020304" pitchFamily="18" charset="0"/>
              </a:rPr>
              <a:t>Adder</a:t>
            </a:r>
          </a:p>
        </p:txBody>
      </p:sp>
      <p:sp>
        <p:nvSpPr>
          <p:cNvPr id="32772" name="AutoShape 3">
            <a:extLst>
              <a:ext uri="{FF2B5EF4-FFF2-40B4-BE49-F238E27FC236}">
                <a16:creationId xmlns:a16="http://schemas.microsoft.com/office/drawing/2014/main" id="{9871D109-C46E-405E-3885-CA33DB4E87C1}"/>
              </a:ext>
            </a:extLst>
          </p:cNvPr>
          <p:cNvSpPr>
            <a:spLocks noChangeArrowheads="1"/>
          </p:cNvSpPr>
          <p:nvPr/>
        </p:nvSpPr>
        <p:spPr bwMode="auto">
          <a:xfrm rot="10800000">
            <a:off x="5838825" y="2592388"/>
            <a:ext cx="1219200" cy="914400"/>
          </a:xfrm>
          <a:prstGeom prst="flowChartDelay">
            <a:avLst/>
          </a:pr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en-IN" altLang="en-US"/>
          </a:p>
        </p:txBody>
      </p:sp>
      <p:sp>
        <p:nvSpPr>
          <p:cNvPr id="32773" name="Line 4">
            <a:extLst>
              <a:ext uri="{FF2B5EF4-FFF2-40B4-BE49-F238E27FC236}">
                <a16:creationId xmlns:a16="http://schemas.microsoft.com/office/drawing/2014/main" id="{EDE4E4F9-6DDE-B351-0025-3601D40D6A15}"/>
              </a:ext>
            </a:extLst>
          </p:cNvPr>
          <p:cNvSpPr>
            <a:spLocks noChangeShapeType="1"/>
          </p:cNvSpPr>
          <p:nvPr/>
        </p:nvSpPr>
        <p:spPr bwMode="auto">
          <a:xfrm flipH="1">
            <a:off x="5180014" y="3048000"/>
            <a:ext cx="688975"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2774" name="Oval 5">
            <a:extLst>
              <a:ext uri="{FF2B5EF4-FFF2-40B4-BE49-F238E27FC236}">
                <a16:creationId xmlns:a16="http://schemas.microsoft.com/office/drawing/2014/main" id="{A57208E7-D872-BE14-5804-8DA63F41F33E}"/>
              </a:ext>
            </a:extLst>
          </p:cNvPr>
          <p:cNvSpPr>
            <a:spLocks noChangeArrowheads="1"/>
          </p:cNvSpPr>
          <p:nvPr/>
        </p:nvSpPr>
        <p:spPr bwMode="auto">
          <a:xfrm>
            <a:off x="7620000" y="2286000"/>
            <a:ext cx="2057400" cy="1066800"/>
          </a:xfrm>
          <a:prstGeom prst="ellipse">
            <a:avLst/>
          </a:prstGeom>
          <a:solidFill>
            <a:srgbClr val="CCCC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9pPr>
          </a:lstStyle>
          <a:p>
            <a:pPr algn="ctr">
              <a:buClrTx/>
              <a:buFontTx/>
              <a:buNone/>
            </a:pPr>
            <a:r>
              <a:rPr lang="en-IN" altLang="en-US" b="1">
                <a:solidFill>
                  <a:srgbClr val="000000"/>
                </a:solidFill>
                <a:latin typeface="Times New Roman" panose="02020603050405020304" pitchFamily="18" charset="0"/>
              </a:rPr>
              <a:t>Branch</a:t>
            </a:r>
          </a:p>
          <a:p>
            <a:pPr algn="ctr">
              <a:buClrTx/>
              <a:buFontTx/>
              <a:buNone/>
            </a:pPr>
            <a:r>
              <a:rPr lang="en-IN" altLang="en-US" b="1">
                <a:solidFill>
                  <a:srgbClr val="000000"/>
                </a:solidFill>
                <a:latin typeface="Times New Roman" panose="02020603050405020304" pitchFamily="18" charset="0"/>
              </a:rPr>
              <a:t>Condition</a:t>
            </a:r>
          </a:p>
          <a:p>
            <a:pPr algn="ctr">
              <a:buClrTx/>
              <a:buFontTx/>
              <a:buNone/>
            </a:pPr>
            <a:r>
              <a:rPr lang="en-IN" altLang="en-US" b="1">
                <a:solidFill>
                  <a:srgbClr val="000000"/>
                </a:solidFill>
                <a:latin typeface="Times New Roman" panose="02020603050405020304" pitchFamily="18" charset="0"/>
              </a:rPr>
              <a:t>Checker</a:t>
            </a:r>
          </a:p>
        </p:txBody>
      </p:sp>
      <p:sp>
        <p:nvSpPr>
          <p:cNvPr id="32775" name="Line 6">
            <a:extLst>
              <a:ext uri="{FF2B5EF4-FFF2-40B4-BE49-F238E27FC236}">
                <a16:creationId xmlns:a16="http://schemas.microsoft.com/office/drawing/2014/main" id="{A156D3BC-EA5D-39A3-739C-B1F893D344D4}"/>
              </a:ext>
            </a:extLst>
          </p:cNvPr>
          <p:cNvSpPr>
            <a:spLocks noChangeShapeType="1"/>
          </p:cNvSpPr>
          <p:nvPr/>
        </p:nvSpPr>
        <p:spPr bwMode="auto">
          <a:xfrm flipH="1">
            <a:off x="9599614" y="2667000"/>
            <a:ext cx="765175"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2776" name="Line 7">
            <a:extLst>
              <a:ext uri="{FF2B5EF4-FFF2-40B4-BE49-F238E27FC236}">
                <a16:creationId xmlns:a16="http://schemas.microsoft.com/office/drawing/2014/main" id="{E62D4BA2-8711-9DAB-0C2E-BAD58A26EEBA}"/>
              </a:ext>
            </a:extLst>
          </p:cNvPr>
          <p:cNvSpPr>
            <a:spLocks noChangeShapeType="1"/>
          </p:cNvSpPr>
          <p:nvPr/>
        </p:nvSpPr>
        <p:spPr bwMode="auto">
          <a:xfrm flipH="1">
            <a:off x="9523414" y="3124200"/>
            <a:ext cx="765175"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2777" name="Text Box 8">
            <a:extLst>
              <a:ext uri="{FF2B5EF4-FFF2-40B4-BE49-F238E27FC236}">
                <a16:creationId xmlns:a16="http://schemas.microsoft.com/office/drawing/2014/main" id="{B5E62712-71FB-1D39-2B4F-7CEEFF53EE2A}"/>
              </a:ext>
            </a:extLst>
          </p:cNvPr>
          <p:cNvSpPr txBox="1">
            <a:spLocks noChangeArrowheads="1"/>
          </p:cNvSpPr>
          <p:nvPr/>
        </p:nvSpPr>
        <p:spPr bwMode="auto">
          <a:xfrm>
            <a:off x="9601200" y="2224088"/>
            <a:ext cx="10668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9pPr>
          </a:lstStyle>
          <a:p>
            <a:pPr>
              <a:spcBef>
                <a:spcPts val="1125"/>
              </a:spcBef>
              <a:buClrTx/>
            </a:pPr>
            <a:r>
              <a:rPr lang="en-US" altLang="en-US" b="1">
                <a:solidFill>
                  <a:srgbClr val="000000"/>
                </a:solidFill>
                <a:latin typeface="Times New Roman" panose="02020603050405020304" pitchFamily="18" charset="0"/>
              </a:rPr>
              <a:t>(rt)</a:t>
            </a:r>
          </a:p>
        </p:txBody>
      </p:sp>
      <p:sp>
        <p:nvSpPr>
          <p:cNvPr id="32778" name="Text Box 9">
            <a:extLst>
              <a:ext uri="{FF2B5EF4-FFF2-40B4-BE49-F238E27FC236}">
                <a16:creationId xmlns:a16="http://schemas.microsoft.com/office/drawing/2014/main" id="{600A0C6E-9B7B-735A-90A0-62CED35862DD}"/>
              </a:ext>
            </a:extLst>
          </p:cNvPr>
          <p:cNvSpPr txBox="1">
            <a:spLocks noChangeArrowheads="1"/>
          </p:cNvSpPr>
          <p:nvPr/>
        </p:nvSpPr>
        <p:spPr bwMode="auto">
          <a:xfrm>
            <a:off x="9525000" y="3200400"/>
            <a:ext cx="12192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9pPr>
          </a:lstStyle>
          <a:p>
            <a:pPr>
              <a:spcBef>
                <a:spcPts val="1125"/>
              </a:spcBef>
              <a:buClrTx/>
            </a:pPr>
            <a:r>
              <a:rPr lang="en-US" altLang="en-US" b="1">
                <a:solidFill>
                  <a:srgbClr val="000000"/>
                </a:solidFill>
                <a:latin typeface="Times New Roman" panose="02020603050405020304" pitchFamily="18" charset="0"/>
              </a:rPr>
              <a:t>(rs)</a:t>
            </a:r>
          </a:p>
        </p:txBody>
      </p:sp>
      <p:sp>
        <p:nvSpPr>
          <p:cNvPr id="32779" name="Line 10">
            <a:extLst>
              <a:ext uri="{FF2B5EF4-FFF2-40B4-BE49-F238E27FC236}">
                <a16:creationId xmlns:a16="http://schemas.microsoft.com/office/drawing/2014/main" id="{ED8F8BDF-9A62-F622-BAEF-74EF3E210E39}"/>
              </a:ext>
            </a:extLst>
          </p:cNvPr>
          <p:cNvSpPr>
            <a:spLocks noChangeShapeType="1"/>
          </p:cNvSpPr>
          <p:nvPr/>
        </p:nvSpPr>
        <p:spPr bwMode="auto">
          <a:xfrm>
            <a:off x="8610600" y="3352800"/>
            <a:ext cx="1588" cy="3200400"/>
          </a:xfrm>
          <a:prstGeom prst="line">
            <a:avLst/>
          </a:prstGeom>
          <a:noFill/>
          <a:ln w="9360">
            <a:solidFill>
              <a:srgbClr val="000000"/>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2780" name="Text Box 11">
            <a:extLst>
              <a:ext uri="{FF2B5EF4-FFF2-40B4-BE49-F238E27FC236}">
                <a16:creationId xmlns:a16="http://schemas.microsoft.com/office/drawing/2014/main" id="{77A48831-7CA2-2368-3409-BBA1163D1C6B}"/>
              </a:ext>
            </a:extLst>
          </p:cNvPr>
          <p:cNvSpPr txBox="1">
            <a:spLocks noChangeArrowheads="1"/>
          </p:cNvSpPr>
          <p:nvPr/>
        </p:nvSpPr>
        <p:spPr bwMode="auto">
          <a:xfrm>
            <a:off x="8610600" y="6248400"/>
            <a:ext cx="14478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9pPr>
          </a:lstStyle>
          <a:p>
            <a:pPr>
              <a:spcBef>
                <a:spcPts val="1125"/>
              </a:spcBef>
              <a:buClrTx/>
            </a:pPr>
            <a:r>
              <a:rPr lang="en-US" altLang="en-US" b="1">
                <a:solidFill>
                  <a:srgbClr val="000000"/>
                </a:solidFill>
                <a:latin typeface="Times New Roman" panose="02020603050405020304" pitchFamily="18" charset="0"/>
              </a:rPr>
              <a:t>BrType</a:t>
            </a:r>
          </a:p>
        </p:txBody>
      </p:sp>
      <p:sp>
        <p:nvSpPr>
          <p:cNvPr id="32781" name="Line 12">
            <a:extLst>
              <a:ext uri="{FF2B5EF4-FFF2-40B4-BE49-F238E27FC236}">
                <a16:creationId xmlns:a16="http://schemas.microsoft.com/office/drawing/2014/main" id="{033C5049-3AF3-7829-1F5C-D753499C279C}"/>
              </a:ext>
            </a:extLst>
          </p:cNvPr>
          <p:cNvSpPr>
            <a:spLocks noChangeShapeType="1"/>
          </p:cNvSpPr>
          <p:nvPr/>
        </p:nvSpPr>
        <p:spPr bwMode="auto">
          <a:xfrm flipH="1">
            <a:off x="7008814" y="2819400"/>
            <a:ext cx="612775"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2782" name="Line 13">
            <a:extLst>
              <a:ext uri="{FF2B5EF4-FFF2-40B4-BE49-F238E27FC236}">
                <a16:creationId xmlns:a16="http://schemas.microsoft.com/office/drawing/2014/main" id="{9C346C25-DB22-04D1-3C2E-9C0943A187A0}"/>
              </a:ext>
            </a:extLst>
          </p:cNvPr>
          <p:cNvSpPr>
            <a:spLocks noChangeShapeType="1"/>
          </p:cNvSpPr>
          <p:nvPr/>
        </p:nvSpPr>
        <p:spPr bwMode="auto">
          <a:xfrm flipH="1">
            <a:off x="5180014" y="4114800"/>
            <a:ext cx="4956175"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2783" name="Text Box 14">
            <a:extLst>
              <a:ext uri="{FF2B5EF4-FFF2-40B4-BE49-F238E27FC236}">
                <a16:creationId xmlns:a16="http://schemas.microsoft.com/office/drawing/2014/main" id="{75AFDEC4-630F-108A-4B94-3CF6841179FB}"/>
              </a:ext>
            </a:extLst>
          </p:cNvPr>
          <p:cNvSpPr txBox="1">
            <a:spLocks noChangeArrowheads="1"/>
          </p:cNvSpPr>
          <p:nvPr/>
        </p:nvSpPr>
        <p:spPr bwMode="auto">
          <a:xfrm>
            <a:off x="9448800" y="3733801"/>
            <a:ext cx="1143000" cy="3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9pPr>
          </a:lstStyle>
          <a:p>
            <a:pPr>
              <a:spcBef>
                <a:spcPts val="1125"/>
              </a:spcBef>
              <a:buClrTx/>
            </a:pPr>
            <a:r>
              <a:rPr lang="en-IN" altLang="en-US" b="1">
                <a:solidFill>
                  <a:srgbClr val="000000"/>
                </a:solidFill>
                <a:latin typeface="Times New Roman" panose="02020603050405020304" pitchFamily="18" charset="0"/>
              </a:rPr>
              <a:t>(PC)</a:t>
            </a:r>
            <a:r>
              <a:rPr lang="en-IN" altLang="en-US" b="1" baseline="-25000">
                <a:solidFill>
                  <a:srgbClr val="000000"/>
                </a:solidFill>
                <a:latin typeface="Times New Roman" panose="02020603050405020304" pitchFamily="18" charset="0"/>
              </a:rPr>
              <a:t>31:2</a:t>
            </a:r>
          </a:p>
        </p:txBody>
      </p:sp>
      <p:sp>
        <p:nvSpPr>
          <p:cNvPr id="32784" name="Text Box 15">
            <a:extLst>
              <a:ext uri="{FF2B5EF4-FFF2-40B4-BE49-F238E27FC236}">
                <a16:creationId xmlns:a16="http://schemas.microsoft.com/office/drawing/2014/main" id="{D8DD37C1-803A-52C6-F4CB-1DB25847A5D0}"/>
              </a:ext>
            </a:extLst>
          </p:cNvPr>
          <p:cNvSpPr txBox="1">
            <a:spLocks noChangeArrowheads="1"/>
          </p:cNvSpPr>
          <p:nvPr/>
        </p:nvSpPr>
        <p:spPr bwMode="auto">
          <a:xfrm>
            <a:off x="6781800" y="2209800"/>
            <a:ext cx="12192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9pPr>
          </a:lstStyle>
          <a:p>
            <a:pPr>
              <a:spcBef>
                <a:spcPts val="1125"/>
              </a:spcBef>
              <a:buClrTx/>
            </a:pPr>
            <a:r>
              <a:rPr lang="en-US" altLang="en-US" b="1">
                <a:solidFill>
                  <a:srgbClr val="000000"/>
                </a:solidFill>
                <a:latin typeface="Times New Roman" panose="02020603050405020304" pitchFamily="18" charset="0"/>
              </a:rPr>
              <a:t>BrTrue</a:t>
            </a:r>
          </a:p>
        </p:txBody>
      </p:sp>
      <p:sp>
        <p:nvSpPr>
          <p:cNvPr id="32785" name="AutoShape 16">
            <a:extLst>
              <a:ext uri="{FF2B5EF4-FFF2-40B4-BE49-F238E27FC236}">
                <a16:creationId xmlns:a16="http://schemas.microsoft.com/office/drawing/2014/main" id="{4C1536F4-357A-6D5D-BDD5-FD5B5CD6F196}"/>
              </a:ext>
            </a:extLst>
          </p:cNvPr>
          <p:cNvSpPr>
            <a:spLocks noChangeArrowheads="1"/>
          </p:cNvSpPr>
          <p:nvPr/>
        </p:nvSpPr>
        <p:spPr bwMode="auto">
          <a:xfrm rot="5400000">
            <a:off x="1754188" y="4953000"/>
            <a:ext cx="1524000" cy="762000"/>
          </a:xfrm>
          <a:custGeom>
            <a:avLst/>
            <a:gdLst>
              <a:gd name="T0" fmla="*/ 1333500 w 21600"/>
              <a:gd name="T1" fmla="*/ 381000 h 21600"/>
              <a:gd name="T2" fmla="*/ 762000 w 21600"/>
              <a:gd name="T3" fmla="*/ 762000 h 21600"/>
              <a:gd name="T4" fmla="*/ 190500 w 21600"/>
              <a:gd name="T5" fmla="*/ 381000 h 21600"/>
              <a:gd name="T6" fmla="*/ 76200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66"/>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p>
        </p:txBody>
      </p:sp>
      <p:sp>
        <p:nvSpPr>
          <p:cNvPr id="32786" name="Line 17">
            <a:extLst>
              <a:ext uri="{FF2B5EF4-FFF2-40B4-BE49-F238E27FC236}">
                <a16:creationId xmlns:a16="http://schemas.microsoft.com/office/drawing/2014/main" id="{337DF6DF-465B-16D0-93F5-94A56D26ABBB}"/>
              </a:ext>
            </a:extLst>
          </p:cNvPr>
          <p:cNvSpPr>
            <a:spLocks noChangeShapeType="1"/>
          </p:cNvSpPr>
          <p:nvPr/>
        </p:nvSpPr>
        <p:spPr bwMode="auto">
          <a:xfrm flipH="1">
            <a:off x="1522412" y="3581400"/>
            <a:ext cx="2060576"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2787" name="Line 18">
            <a:extLst>
              <a:ext uri="{FF2B5EF4-FFF2-40B4-BE49-F238E27FC236}">
                <a16:creationId xmlns:a16="http://schemas.microsoft.com/office/drawing/2014/main" id="{B274EE00-758D-8D4D-22BD-EFEF1785986C}"/>
              </a:ext>
            </a:extLst>
          </p:cNvPr>
          <p:cNvSpPr>
            <a:spLocks noChangeShapeType="1"/>
          </p:cNvSpPr>
          <p:nvPr/>
        </p:nvSpPr>
        <p:spPr bwMode="auto">
          <a:xfrm>
            <a:off x="3429000" y="3581400"/>
            <a:ext cx="1588" cy="11430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2788" name="Line 19">
            <a:extLst>
              <a:ext uri="{FF2B5EF4-FFF2-40B4-BE49-F238E27FC236}">
                <a16:creationId xmlns:a16="http://schemas.microsoft.com/office/drawing/2014/main" id="{03BD2B57-5019-6402-634E-A013C75317A0}"/>
              </a:ext>
            </a:extLst>
          </p:cNvPr>
          <p:cNvSpPr>
            <a:spLocks noChangeShapeType="1"/>
          </p:cNvSpPr>
          <p:nvPr/>
        </p:nvSpPr>
        <p:spPr bwMode="auto">
          <a:xfrm flipH="1">
            <a:off x="2894014" y="4695825"/>
            <a:ext cx="536575"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2789" name="Text Box 20">
            <a:extLst>
              <a:ext uri="{FF2B5EF4-FFF2-40B4-BE49-F238E27FC236}">
                <a16:creationId xmlns:a16="http://schemas.microsoft.com/office/drawing/2014/main" id="{A63766C0-6E54-CA45-84CC-A3D010C634D6}"/>
              </a:ext>
            </a:extLst>
          </p:cNvPr>
          <p:cNvSpPr txBox="1">
            <a:spLocks noChangeArrowheads="1"/>
          </p:cNvSpPr>
          <p:nvPr/>
        </p:nvSpPr>
        <p:spPr bwMode="auto">
          <a:xfrm>
            <a:off x="1828800" y="2895600"/>
            <a:ext cx="16002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9pPr>
          </a:lstStyle>
          <a:p>
            <a:pPr>
              <a:spcBef>
                <a:spcPts val="1125"/>
              </a:spcBef>
              <a:buClrTx/>
            </a:pPr>
            <a:r>
              <a:rPr lang="en-US" altLang="en-US" b="1">
                <a:solidFill>
                  <a:srgbClr val="000000"/>
                </a:solidFill>
                <a:latin typeface="Times New Roman" panose="02020603050405020304" pitchFamily="18" charset="0"/>
              </a:rPr>
              <a:t>IncrPC</a:t>
            </a:r>
          </a:p>
        </p:txBody>
      </p:sp>
      <p:sp>
        <p:nvSpPr>
          <p:cNvPr id="32790" name="Line 21">
            <a:extLst>
              <a:ext uri="{FF2B5EF4-FFF2-40B4-BE49-F238E27FC236}">
                <a16:creationId xmlns:a16="http://schemas.microsoft.com/office/drawing/2014/main" id="{42F4C649-328C-358A-2353-C3C7FABD13F1}"/>
              </a:ext>
            </a:extLst>
          </p:cNvPr>
          <p:cNvSpPr>
            <a:spLocks noChangeShapeType="1"/>
          </p:cNvSpPr>
          <p:nvPr/>
        </p:nvSpPr>
        <p:spPr bwMode="auto">
          <a:xfrm flipH="1">
            <a:off x="2894014" y="5029200"/>
            <a:ext cx="7242175"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2791" name="Line 22">
            <a:extLst>
              <a:ext uri="{FF2B5EF4-FFF2-40B4-BE49-F238E27FC236}">
                <a16:creationId xmlns:a16="http://schemas.microsoft.com/office/drawing/2014/main" id="{6F0EAC9A-F8F2-5BBD-E874-0CB5381F858B}"/>
              </a:ext>
            </a:extLst>
          </p:cNvPr>
          <p:cNvSpPr>
            <a:spLocks noChangeShapeType="1"/>
          </p:cNvSpPr>
          <p:nvPr/>
        </p:nvSpPr>
        <p:spPr bwMode="auto">
          <a:xfrm>
            <a:off x="6400800" y="4114800"/>
            <a:ext cx="1588" cy="914400"/>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2792" name="Line 23">
            <a:extLst>
              <a:ext uri="{FF2B5EF4-FFF2-40B4-BE49-F238E27FC236}">
                <a16:creationId xmlns:a16="http://schemas.microsoft.com/office/drawing/2014/main" id="{BC4A0348-9A4B-74F4-BC91-CE696C918AAD}"/>
              </a:ext>
            </a:extLst>
          </p:cNvPr>
          <p:cNvSpPr>
            <a:spLocks noChangeShapeType="1"/>
          </p:cNvSpPr>
          <p:nvPr/>
        </p:nvSpPr>
        <p:spPr bwMode="auto">
          <a:xfrm flipH="1">
            <a:off x="9294814" y="4876800"/>
            <a:ext cx="231775" cy="3048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2793" name="Text Box 24">
            <a:extLst>
              <a:ext uri="{FF2B5EF4-FFF2-40B4-BE49-F238E27FC236}">
                <a16:creationId xmlns:a16="http://schemas.microsoft.com/office/drawing/2014/main" id="{282E5999-824C-172B-45C1-67F5562F16A9}"/>
              </a:ext>
            </a:extLst>
          </p:cNvPr>
          <p:cNvSpPr txBox="1">
            <a:spLocks noChangeArrowheads="1"/>
          </p:cNvSpPr>
          <p:nvPr/>
        </p:nvSpPr>
        <p:spPr bwMode="auto">
          <a:xfrm>
            <a:off x="10058400" y="4572000"/>
            <a:ext cx="4572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9pPr>
          </a:lstStyle>
          <a:p>
            <a:pPr>
              <a:spcBef>
                <a:spcPts val="1125"/>
              </a:spcBef>
              <a:buClrTx/>
            </a:pPr>
            <a:r>
              <a:rPr lang="en-US" altLang="en-US" b="1">
                <a:solidFill>
                  <a:srgbClr val="000000"/>
                </a:solidFill>
                <a:latin typeface="Times New Roman" panose="02020603050405020304" pitchFamily="18" charset="0"/>
              </a:rPr>
              <a:t>jta</a:t>
            </a:r>
          </a:p>
        </p:txBody>
      </p:sp>
      <p:sp>
        <p:nvSpPr>
          <p:cNvPr id="32794" name="Text Box 25">
            <a:extLst>
              <a:ext uri="{FF2B5EF4-FFF2-40B4-BE49-F238E27FC236}">
                <a16:creationId xmlns:a16="http://schemas.microsoft.com/office/drawing/2014/main" id="{347BCFEA-FFEB-B272-76B2-7669A45C240E}"/>
              </a:ext>
            </a:extLst>
          </p:cNvPr>
          <p:cNvSpPr txBox="1">
            <a:spLocks noChangeArrowheads="1"/>
          </p:cNvSpPr>
          <p:nvPr/>
        </p:nvSpPr>
        <p:spPr bwMode="auto">
          <a:xfrm>
            <a:off x="6553200" y="4191001"/>
            <a:ext cx="1143000"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9pPr>
          </a:lstStyle>
          <a:p>
            <a:pPr>
              <a:spcBef>
                <a:spcPts val="1125"/>
              </a:spcBef>
              <a:buClrTx/>
            </a:pPr>
            <a:r>
              <a:rPr lang="en-US" altLang="en-US" b="1">
                <a:solidFill>
                  <a:srgbClr val="000000"/>
                </a:solidFill>
                <a:latin typeface="Times New Roman" panose="02020603050405020304" pitchFamily="18" charset="0"/>
              </a:rPr>
              <a:t>4 MSBs</a:t>
            </a:r>
          </a:p>
          <a:p>
            <a:pPr>
              <a:spcBef>
                <a:spcPts val="1125"/>
              </a:spcBef>
              <a:buClrTx/>
            </a:pPr>
            <a:r>
              <a:rPr lang="en-US" altLang="en-US" b="1">
                <a:solidFill>
                  <a:srgbClr val="000000"/>
                </a:solidFill>
                <a:latin typeface="Times New Roman" panose="02020603050405020304" pitchFamily="18" charset="0"/>
              </a:rPr>
              <a:t>of PC</a:t>
            </a:r>
          </a:p>
        </p:txBody>
      </p:sp>
      <p:sp>
        <p:nvSpPr>
          <p:cNvPr id="32795" name="Text Box 26">
            <a:extLst>
              <a:ext uri="{FF2B5EF4-FFF2-40B4-BE49-F238E27FC236}">
                <a16:creationId xmlns:a16="http://schemas.microsoft.com/office/drawing/2014/main" id="{BC7828F5-9A22-5903-BE7B-3784846BC186}"/>
              </a:ext>
            </a:extLst>
          </p:cNvPr>
          <p:cNvSpPr txBox="1">
            <a:spLocks noChangeArrowheads="1"/>
          </p:cNvSpPr>
          <p:nvPr/>
        </p:nvSpPr>
        <p:spPr bwMode="auto">
          <a:xfrm>
            <a:off x="8915400" y="4692650"/>
            <a:ext cx="762000" cy="642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9pPr>
          </a:lstStyle>
          <a:p>
            <a:pPr>
              <a:spcBef>
                <a:spcPts val="1125"/>
              </a:spcBef>
              <a:buClrTx/>
            </a:pPr>
            <a:r>
              <a:rPr lang="en-IN" altLang="en-US">
                <a:solidFill>
                  <a:srgbClr val="000000"/>
                </a:solidFill>
                <a:latin typeface="Times New Roman" panose="02020603050405020304" pitchFamily="18" charset="0"/>
              </a:rPr>
              <a:t>26 bits</a:t>
            </a:r>
          </a:p>
        </p:txBody>
      </p:sp>
      <p:sp>
        <p:nvSpPr>
          <p:cNvPr id="32796" name="Text Box 27">
            <a:extLst>
              <a:ext uri="{FF2B5EF4-FFF2-40B4-BE49-F238E27FC236}">
                <a16:creationId xmlns:a16="http://schemas.microsoft.com/office/drawing/2014/main" id="{A59D09E3-86FC-3CED-DB88-EB29D9C19E5A}"/>
              </a:ext>
            </a:extLst>
          </p:cNvPr>
          <p:cNvSpPr txBox="1">
            <a:spLocks noChangeArrowheads="1"/>
          </p:cNvSpPr>
          <p:nvPr/>
        </p:nvSpPr>
        <p:spPr bwMode="auto">
          <a:xfrm>
            <a:off x="4724400" y="4692650"/>
            <a:ext cx="762000" cy="642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9pPr>
          </a:lstStyle>
          <a:p>
            <a:pPr>
              <a:spcBef>
                <a:spcPts val="1125"/>
              </a:spcBef>
              <a:buClrTx/>
            </a:pPr>
            <a:r>
              <a:rPr lang="en-IN" altLang="en-US">
                <a:solidFill>
                  <a:srgbClr val="000000"/>
                </a:solidFill>
                <a:latin typeface="Times New Roman" panose="02020603050405020304" pitchFamily="18" charset="0"/>
              </a:rPr>
              <a:t>30 bits</a:t>
            </a:r>
          </a:p>
        </p:txBody>
      </p:sp>
      <p:sp>
        <p:nvSpPr>
          <p:cNvPr id="32797" name="Line 28">
            <a:extLst>
              <a:ext uri="{FF2B5EF4-FFF2-40B4-BE49-F238E27FC236}">
                <a16:creationId xmlns:a16="http://schemas.microsoft.com/office/drawing/2014/main" id="{505344F2-E82C-4C78-E3A8-BA3BC063F5CD}"/>
              </a:ext>
            </a:extLst>
          </p:cNvPr>
          <p:cNvSpPr>
            <a:spLocks noChangeShapeType="1"/>
          </p:cNvSpPr>
          <p:nvPr/>
        </p:nvSpPr>
        <p:spPr bwMode="auto">
          <a:xfrm flipV="1">
            <a:off x="7467600" y="3198814"/>
            <a:ext cx="1588" cy="1831975"/>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2798" name="Line 29">
            <a:extLst>
              <a:ext uri="{FF2B5EF4-FFF2-40B4-BE49-F238E27FC236}">
                <a16:creationId xmlns:a16="http://schemas.microsoft.com/office/drawing/2014/main" id="{71E57E96-5AF5-E436-A934-688ADB525432}"/>
              </a:ext>
            </a:extLst>
          </p:cNvPr>
          <p:cNvSpPr>
            <a:spLocks noChangeShapeType="1"/>
          </p:cNvSpPr>
          <p:nvPr/>
        </p:nvSpPr>
        <p:spPr bwMode="auto">
          <a:xfrm flipH="1">
            <a:off x="7008814" y="3228975"/>
            <a:ext cx="460375"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2799" name="Oval 30">
            <a:extLst>
              <a:ext uri="{FF2B5EF4-FFF2-40B4-BE49-F238E27FC236}">
                <a16:creationId xmlns:a16="http://schemas.microsoft.com/office/drawing/2014/main" id="{E3A8E23B-1114-D55C-299E-E1B37326E6C0}"/>
              </a:ext>
            </a:extLst>
          </p:cNvPr>
          <p:cNvSpPr>
            <a:spLocks noChangeArrowheads="1"/>
          </p:cNvSpPr>
          <p:nvPr/>
        </p:nvSpPr>
        <p:spPr bwMode="auto">
          <a:xfrm>
            <a:off x="7162800" y="3505200"/>
            <a:ext cx="609600" cy="533400"/>
          </a:xfrm>
          <a:prstGeom prst="ellipse">
            <a:avLst/>
          </a:prstGeom>
          <a:solidFill>
            <a:srgbClr val="CCCC00"/>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9pPr>
          </a:lstStyle>
          <a:p>
            <a:pPr algn="ctr">
              <a:buClrTx/>
              <a:buFontTx/>
              <a:buNone/>
            </a:pPr>
            <a:r>
              <a:rPr lang="en-IN" altLang="en-US" b="1">
                <a:solidFill>
                  <a:srgbClr val="000000"/>
                </a:solidFill>
                <a:latin typeface="Times New Roman" panose="02020603050405020304" pitchFamily="18" charset="0"/>
              </a:rPr>
              <a:t>SE</a:t>
            </a:r>
          </a:p>
        </p:txBody>
      </p:sp>
      <p:sp>
        <p:nvSpPr>
          <p:cNvPr id="32800" name="Line 31">
            <a:extLst>
              <a:ext uri="{FF2B5EF4-FFF2-40B4-BE49-F238E27FC236}">
                <a16:creationId xmlns:a16="http://schemas.microsoft.com/office/drawing/2014/main" id="{77BB487F-4E7D-1DC0-37BB-43465B2C67B2}"/>
              </a:ext>
            </a:extLst>
          </p:cNvPr>
          <p:cNvSpPr>
            <a:spLocks noChangeShapeType="1"/>
          </p:cNvSpPr>
          <p:nvPr/>
        </p:nvSpPr>
        <p:spPr bwMode="auto">
          <a:xfrm flipH="1">
            <a:off x="7389814" y="4419600"/>
            <a:ext cx="231775" cy="3048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2801" name="Text Box 32">
            <a:extLst>
              <a:ext uri="{FF2B5EF4-FFF2-40B4-BE49-F238E27FC236}">
                <a16:creationId xmlns:a16="http://schemas.microsoft.com/office/drawing/2014/main" id="{02970EF8-B212-D734-5877-90AD5B9E908B}"/>
              </a:ext>
            </a:extLst>
          </p:cNvPr>
          <p:cNvSpPr txBox="1">
            <a:spLocks noChangeArrowheads="1"/>
          </p:cNvSpPr>
          <p:nvPr/>
        </p:nvSpPr>
        <p:spPr bwMode="auto">
          <a:xfrm>
            <a:off x="7696200" y="4267200"/>
            <a:ext cx="762000" cy="642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9pPr>
          </a:lstStyle>
          <a:p>
            <a:pPr>
              <a:spcBef>
                <a:spcPts val="1125"/>
              </a:spcBef>
              <a:buClrTx/>
            </a:pPr>
            <a:r>
              <a:rPr lang="en-IN" altLang="en-US">
                <a:solidFill>
                  <a:srgbClr val="000000"/>
                </a:solidFill>
                <a:latin typeface="Times New Roman" panose="02020603050405020304" pitchFamily="18" charset="0"/>
              </a:rPr>
              <a:t>16 bits</a:t>
            </a:r>
          </a:p>
        </p:txBody>
      </p:sp>
      <p:sp>
        <p:nvSpPr>
          <p:cNvPr id="32802" name="Line 33">
            <a:extLst>
              <a:ext uri="{FF2B5EF4-FFF2-40B4-BE49-F238E27FC236}">
                <a16:creationId xmlns:a16="http://schemas.microsoft.com/office/drawing/2014/main" id="{D0845DC2-C350-25D0-8B53-185A2DB456B3}"/>
              </a:ext>
            </a:extLst>
          </p:cNvPr>
          <p:cNvSpPr>
            <a:spLocks noChangeShapeType="1"/>
          </p:cNvSpPr>
          <p:nvPr/>
        </p:nvSpPr>
        <p:spPr bwMode="auto">
          <a:xfrm>
            <a:off x="9982200" y="3124200"/>
            <a:ext cx="1588" cy="24384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2803" name="Line 34">
            <a:extLst>
              <a:ext uri="{FF2B5EF4-FFF2-40B4-BE49-F238E27FC236}">
                <a16:creationId xmlns:a16="http://schemas.microsoft.com/office/drawing/2014/main" id="{60F1FE16-94CA-4B46-EE8E-D925A26B9416}"/>
              </a:ext>
            </a:extLst>
          </p:cNvPr>
          <p:cNvSpPr>
            <a:spLocks noChangeShapeType="1"/>
          </p:cNvSpPr>
          <p:nvPr/>
        </p:nvSpPr>
        <p:spPr bwMode="auto">
          <a:xfrm flipH="1" flipV="1">
            <a:off x="2894014" y="5484814"/>
            <a:ext cx="7089775" cy="79375"/>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2804" name="Line 35">
            <a:extLst>
              <a:ext uri="{FF2B5EF4-FFF2-40B4-BE49-F238E27FC236}">
                <a16:creationId xmlns:a16="http://schemas.microsoft.com/office/drawing/2014/main" id="{81504DA1-40DD-948D-77C5-CD13E1DDCA88}"/>
              </a:ext>
            </a:extLst>
          </p:cNvPr>
          <p:cNvSpPr>
            <a:spLocks noChangeShapeType="1"/>
          </p:cNvSpPr>
          <p:nvPr/>
        </p:nvSpPr>
        <p:spPr bwMode="auto">
          <a:xfrm flipH="1">
            <a:off x="2894014" y="5943600"/>
            <a:ext cx="1146175"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2805" name="Text Box 36">
            <a:extLst>
              <a:ext uri="{FF2B5EF4-FFF2-40B4-BE49-F238E27FC236}">
                <a16:creationId xmlns:a16="http://schemas.microsoft.com/office/drawing/2014/main" id="{818B726F-495F-403C-15FB-0FD269D76D7F}"/>
              </a:ext>
            </a:extLst>
          </p:cNvPr>
          <p:cNvSpPr txBox="1">
            <a:spLocks noChangeArrowheads="1"/>
          </p:cNvSpPr>
          <p:nvPr/>
        </p:nvSpPr>
        <p:spPr bwMode="auto">
          <a:xfrm>
            <a:off x="4267200" y="5715000"/>
            <a:ext cx="1752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9pPr>
          </a:lstStyle>
          <a:p>
            <a:pPr>
              <a:spcBef>
                <a:spcPts val="1125"/>
              </a:spcBef>
              <a:buClrTx/>
            </a:pPr>
            <a:r>
              <a:rPr lang="en-US" altLang="en-US" b="1">
                <a:solidFill>
                  <a:srgbClr val="000000"/>
                </a:solidFill>
                <a:latin typeface="Times New Roman" panose="02020603050405020304" pitchFamily="18" charset="0"/>
              </a:rPr>
              <a:t>SysCallAddr</a:t>
            </a:r>
          </a:p>
        </p:txBody>
      </p:sp>
      <p:sp>
        <p:nvSpPr>
          <p:cNvPr id="32806" name="Line 37">
            <a:extLst>
              <a:ext uri="{FF2B5EF4-FFF2-40B4-BE49-F238E27FC236}">
                <a16:creationId xmlns:a16="http://schemas.microsoft.com/office/drawing/2014/main" id="{CAE84BC5-A266-CB6A-2A1E-585272C523A9}"/>
              </a:ext>
            </a:extLst>
          </p:cNvPr>
          <p:cNvSpPr>
            <a:spLocks noChangeShapeType="1"/>
          </p:cNvSpPr>
          <p:nvPr/>
        </p:nvSpPr>
        <p:spPr bwMode="auto">
          <a:xfrm flipH="1">
            <a:off x="1522412" y="5334000"/>
            <a:ext cx="612776"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2807" name="Text Box 38">
            <a:extLst>
              <a:ext uri="{FF2B5EF4-FFF2-40B4-BE49-F238E27FC236}">
                <a16:creationId xmlns:a16="http://schemas.microsoft.com/office/drawing/2014/main" id="{B1187066-DEB4-CFCC-A94E-4E35F9469423}"/>
              </a:ext>
            </a:extLst>
          </p:cNvPr>
          <p:cNvSpPr txBox="1">
            <a:spLocks noChangeArrowheads="1"/>
          </p:cNvSpPr>
          <p:nvPr/>
        </p:nvSpPr>
        <p:spPr bwMode="auto">
          <a:xfrm>
            <a:off x="1466851" y="4756150"/>
            <a:ext cx="990600" cy="642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9pPr>
          </a:lstStyle>
          <a:p>
            <a:pPr>
              <a:spcBef>
                <a:spcPts val="1125"/>
              </a:spcBef>
              <a:buClrTx/>
            </a:pPr>
            <a:r>
              <a:rPr lang="en-IN" altLang="en-US" b="1" dirty="0">
                <a:solidFill>
                  <a:srgbClr val="000000"/>
                </a:solidFill>
                <a:latin typeface="Times New Roman" panose="02020603050405020304" pitchFamily="18" charset="0"/>
              </a:rPr>
              <a:t>Next PC</a:t>
            </a:r>
          </a:p>
        </p:txBody>
      </p:sp>
      <p:sp>
        <p:nvSpPr>
          <p:cNvPr id="32808" name="Line 39">
            <a:extLst>
              <a:ext uri="{FF2B5EF4-FFF2-40B4-BE49-F238E27FC236}">
                <a16:creationId xmlns:a16="http://schemas.microsoft.com/office/drawing/2014/main" id="{1145923C-0BC3-2F00-A181-706A9640050B}"/>
              </a:ext>
            </a:extLst>
          </p:cNvPr>
          <p:cNvSpPr>
            <a:spLocks noChangeShapeType="1"/>
          </p:cNvSpPr>
          <p:nvPr/>
        </p:nvSpPr>
        <p:spPr bwMode="auto">
          <a:xfrm>
            <a:off x="2514600" y="5867400"/>
            <a:ext cx="1588" cy="990600"/>
          </a:xfrm>
          <a:prstGeom prst="line">
            <a:avLst/>
          </a:prstGeom>
          <a:noFill/>
          <a:ln w="9360">
            <a:solidFill>
              <a:srgbClr val="000000"/>
            </a:solidFill>
            <a:prstDash val="dash"/>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2809" name="Text Box 40">
            <a:extLst>
              <a:ext uri="{FF2B5EF4-FFF2-40B4-BE49-F238E27FC236}">
                <a16:creationId xmlns:a16="http://schemas.microsoft.com/office/drawing/2014/main" id="{89F56BAC-062C-07E4-725D-C7BEAB898776}"/>
              </a:ext>
            </a:extLst>
          </p:cNvPr>
          <p:cNvSpPr txBox="1">
            <a:spLocks noChangeArrowheads="1"/>
          </p:cNvSpPr>
          <p:nvPr/>
        </p:nvSpPr>
        <p:spPr bwMode="auto">
          <a:xfrm>
            <a:off x="2514600" y="6324600"/>
            <a:ext cx="12192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ea typeface="WenQuanYi Micro Hei"/>
                <a:cs typeface="WenQuanYi Micro Hei"/>
              </a:defRPr>
            </a:lvl9pPr>
          </a:lstStyle>
          <a:p>
            <a:pPr>
              <a:spcBef>
                <a:spcPts val="1125"/>
              </a:spcBef>
              <a:buClrTx/>
            </a:pPr>
            <a:r>
              <a:rPr lang="en-US" altLang="en-US" b="1" dirty="0" err="1">
                <a:solidFill>
                  <a:srgbClr val="000000"/>
                </a:solidFill>
                <a:latin typeface="Times New Roman" panose="02020603050405020304" pitchFamily="18" charset="0"/>
              </a:rPr>
              <a:t>PCSrc</a:t>
            </a:r>
            <a:endParaRPr lang="en-US" altLang="en-US" b="1" dirty="0">
              <a:solidFill>
                <a:srgbClr val="000000"/>
              </a:solidFill>
              <a:latin typeface="Times New Roman" panose="02020603050405020304" pitchFamily="18" charset="0"/>
            </a:endParaRPr>
          </a:p>
        </p:txBody>
      </p:sp>
      <p:cxnSp>
        <p:nvCxnSpPr>
          <p:cNvPr id="3" name="Straight Arrow Connector 2">
            <a:extLst>
              <a:ext uri="{FF2B5EF4-FFF2-40B4-BE49-F238E27FC236}">
                <a16:creationId xmlns:a16="http://schemas.microsoft.com/office/drawing/2014/main" id="{91A11412-CA61-E953-C1FB-BF0318BFA0F1}"/>
              </a:ext>
            </a:extLst>
          </p:cNvPr>
          <p:cNvCxnSpPr/>
          <p:nvPr/>
        </p:nvCxnSpPr>
        <p:spPr>
          <a:xfrm flipV="1">
            <a:off x="4457700" y="4343400"/>
            <a:ext cx="0" cy="285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312F779-4B06-DD0C-321E-32CB84AE8387}"/>
              </a:ext>
            </a:extLst>
          </p:cNvPr>
          <p:cNvSpPr txBox="1"/>
          <p:nvPr/>
        </p:nvSpPr>
        <p:spPr>
          <a:xfrm>
            <a:off x="4040189" y="4572000"/>
            <a:ext cx="339723" cy="369332"/>
          </a:xfrm>
          <a:prstGeom prst="rect">
            <a:avLst/>
          </a:prstGeom>
          <a:noFill/>
        </p:spPr>
        <p:txBody>
          <a:bodyPr wrap="square" rtlCol="0">
            <a:spAutoFit/>
          </a:bodyPr>
          <a:lstStyle/>
          <a:p>
            <a:r>
              <a:rPr lang="en-US" dirty="0"/>
              <a:t>1</a:t>
            </a:r>
            <a:endParaRPr lang="en-IN" dirty="0"/>
          </a:p>
        </p:txBody>
      </p:sp>
    </p:spTree>
    <p:extLst>
      <p:ext uri="{BB962C8B-B14F-4D97-AF65-F5344CB8AC3E}">
        <p14:creationId xmlns:p14="http://schemas.microsoft.com/office/powerpoint/2010/main" val="180939347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297E3-4B6A-4B6D-8FCE-DCBE340AC5BE}"/>
              </a:ext>
            </a:extLst>
          </p:cNvPr>
          <p:cNvSpPr>
            <a:spLocks noGrp="1"/>
          </p:cNvSpPr>
          <p:nvPr>
            <p:ph type="title"/>
          </p:nvPr>
        </p:nvSpPr>
        <p:spPr/>
        <p:txBody>
          <a:bodyPr>
            <a:normAutofit/>
          </a:bodyPr>
          <a:lstStyle/>
          <a:p>
            <a:r>
              <a:rPr lang="en-IN" sz="2800" dirty="0"/>
              <a:t>Slightly Modified Branching and jumping (Next Address Logic)</a:t>
            </a:r>
          </a:p>
        </p:txBody>
      </p:sp>
      <p:sp>
        <p:nvSpPr>
          <p:cNvPr id="3" name="Content Placeholder 2">
            <a:extLst>
              <a:ext uri="{FF2B5EF4-FFF2-40B4-BE49-F238E27FC236}">
                <a16:creationId xmlns:a16="http://schemas.microsoft.com/office/drawing/2014/main" id="{5496504F-375A-49CC-9B5A-C8A827FBEB2E}"/>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CA30130A-DA3E-4B7E-BBC7-2CC3286277E1}"/>
              </a:ext>
            </a:extLst>
          </p:cNvPr>
          <p:cNvSpPr>
            <a:spLocks noGrp="1"/>
          </p:cNvSpPr>
          <p:nvPr>
            <p:ph type="sldNum" sz="quarter" idx="12"/>
          </p:nvPr>
        </p:nvSpPr>
        <p:spPr/>
        <p:txBody>
          <a:bodyPr/>
          <a:lstStyle/>
          <a:p>
            <a:fld id="{A56F1F74-EAAB-4BA4-8360-0B2AFE8E155E}" type="slidenum">
              <a:rPr lang="en-IN" smtClean="0"/>
              <a:t>116</a:t>
            </a:fld>
            <a:endParaRPr lang="en-IN"/>
          </a:p>
        </p:txBody>
      </p:sp>
      <p:pic>
        <p:nvPicPr>
          <p:cNvPr id="5" name="Picture 4">
            <a:extLst>
              <a:ext uri="{FF2B5EF4-FFF2-40B4-BE49-F238E27FC236}">
                <a16:creationId xmlns:a16="http://schemas.microsoft.com/office/drawing/2014/main" id="{A71E04C1-BEF5-4A48-8CB9-B1788E8B2731}"/>
              </a:ext>
            </a:extLst>
          </p:cNvPr>
          <p:cNvPicPr>
            <a:picLocks noChangeAspect="1"/>
          </p:cNvPicPr>
          <p:nvPr/>
        </p:nvPicPr>
        <p:blipFill>
          <a:blip r:embed="rId2"/>
          <a:stretch>
            <a:fillRect/>
          </a:stretch>
        </p:blipFill>
        <p:spPr>
          <a:xfrm>
            <a:off x="630314" y="1238219"/>
            <a:ext cx="10358918" cy="5619781"/>
          </a:xfrm>
          <a:prstGeom prst="rect">
            <a:avLst/>
          </a:prstGeom>
        </p:spPr>
      </p:pic>
    </p:spTree>
    <p:extLst>
      <p:ext uri="{BB962C8B-B14F-4D97-AF65-F5344CB8AC3E}">
        <p14:creationId xmlns:p14="http://schemas.microsoft.com/office/powerpoint/2010/main" val="129756189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6D21F-1EF5-1D19-1288-1AF758A6BC0B}"/>
              </a:ext>
            </a:extLst>
          </p:cNvPr>
          <p:cNvSpPr>
            <a:spLocks noGrp="1"/>
          </p:cNvSpPr>
          <p:nvPr>
            <p:ph type="title"/>
          </p:nvPr>
        </p:nvSpPr>
        <p:spPr/>
        <p:txBody>
          <a:bodyPr/>
          <a:lstStyle/>
          <a:p>
            <a:r>
              <a:rPr lang="en-US" dirty="0"/>
              <a:t>Pseudo-Direct Addressing </a:t>
            </a:r>
            <a:endParaRPr lang="en-IN" dirty="0"/>
          </a:p>
        </p:txBody>
      </p:sp>
      <p:sp>
        <p:nvSpPr>
          <p:cNvPr id="4" name="Slide Number Placeholder 3">
            <a:extLst>
              <a:ext uri="{FF2B5EF4-FFF2-40B4-BE49-F238E27FC236}">
                <a16:creationId xmlns:a16="http://schemas.microsoft.com/office/drawing/2014/main" id="{93638C24-AA63-4094-7076-B5A0E81C47DF}"/>
              </a:ext>
            </a:extLst>
          </p:cNvPr>
          <p:cNvSpPr>
            <a:spLocks noGrp="1"/>
          </p:cNvSpPr>
          <p:nvPr>
            <p:ph type="sldNum" sz="quarter" idx="12"/>
          </p:nvPr>
        </p:nvSpPr>
        <p:spPr/>
        <p:txBody>
          <a:bodyPr/>
          <a:lstStyle/>
          <a:p>
            <a:fld id="{A56F1F74-EAAB-4BA4-8360-0B2AFE8E155E}" type="slidenum">
              <a:rPr lang="en-IN" smtClean="0"/>
              <a:t>117</a:t>
            </a:fld>
            <a:endParaRPr lang="en-IN"/>
          </a:p>
        </p:txBody>
      </p:sp>
      <p:sp>
        <p:nvSpPr>
          <p:cNvPr id="5" name="Content Placeholder 2">
            <a:extLst>
              <a:ext uri="{FF2B5EF4-FFF2-40B4-BE49-F238E27FC236}">
                <a16:creationId xmlns:a16="http://schemas.microsoft.com/office/drawing/2014/main" id="{9A4FAFAF-1010-2814-A264-D4FB9B1A9EC4}"/>
              </a:ext>
            </a:extLst>
          </p:cNvPr>
          <p:cNvSpPr>
            <a:spLocks noGrp="1"/>
          </p:cNvSpPr>
          <p:nvPr>
            <p:ph idx="1"/>
          </p:nvPr>
        </p:nvSpPr>
        <p:spPr>
          <a:xfrm>
            <a:off x="838200" y="1825625"/>
            <a:ext cx="10515600" cy="4351338"/>
          </a:xfrm>
        </p:spPr>
        <p:txBody>
          <a:bodyPr/>
          <a:lstStyle/>
          <a:p>
            <a:r>
              <a:rPr lang="en-US" dirty="0"/>
              <a:t>Consider a program: </a:t>
            </a:r>
          </a:p>
          <a:p>
            <a:pPr marL="0" indent="0">
              <a:buNone/>
            </a:pPr>
            <a:r>
              <a:rPr lang="en-US" dirty="0"/>
              <a:t>                  </a:t>
            </a:r>
            <a:r>
              <a:rPr lang="en-IN" dirty="0"/>
              <a:t>0x1000_0000   LD R1, 0(R2)</a:t>
            </a:r>
          </a:p>
          <a:p>
            <a:pPr marL="0" indent="0">
              <a:buNone/>
            </a:pPr>
            <a:r>
              <a:rPr lang="en-IN" dirty="0"/>
              <a:t>                  0x1000_0100   J Label </a:t>
            </a:r>
            <a:r>
              <a:rPr lang="en-IN" dirty="0">
                <a:solidFill>
                  <a:srgbClr val="FF0000"/>
                </a:solidFill>
              </a:rPr>
              <a:t>//Instruction: 0x08000440</a:t>
            </a:r>
          </a:p>
          <a:p>
            <a:pPr marL="0" indent="0">
              <a:buNone/>
            </a:pPr>
            <a:r>
              <a:rPr lang="en-IN" dirty="0"/>
              <a:t>                  0x1000_1000   …</a:t>
            </a:r>
          </a:p>
          <a:p>
            <a:pPr marL="0" indent="0">
              <a:buNone/>
            </a:pPr>
            <a:r>
              <a:rPr lang="en-IN" dirty="0"/>
              <a:t>      Label: 0x1000_1100   …</a:t>
            </a:r>
          </a:p>
          <a:p>
            <a:pPr marL="0" indent="0">
              <a:buNone/>
            </a:pPr>
            <a:r>
              <a:rPr lang="en-IN" dirty="0">
                <a:solidFill>
                  <a:srgbClr val="C00000"/>
                </a:solidFill>
              </a:rPr>
              <a:t>Why does this work?</a:t>
            </a:r>
          </a:p>
        </p:txBody>
      </p:sp>
    </p:spTree>
    <p:extLst>
      <p:ext uri="{BB962C8B-B14F-4D97-AF65-F5344CB8AC3E}">
        <p14:creationId xmlns:p14="http://schemas.microsoft.com/office/powerpoint/2010/main" val="90200170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0CE38-FBC8-6B7B-8C92-F99074F04451}"/>
              </a:ext>
            </a:extLst>
          </p:cNvPr>
          <p:cNvSpPr>
            <a:spLocks noGrp="1"/>
          </p:cNvSpPr>
          <p:nvPr>
            <p:ph type="title"/>
          </p:nvPr>
        </p:nvSpPr>
        <p:spPr/>
        <p:txBody>
          <a:bodyPr/>
          <a:lstStyle/>
          <a:p>
            <a:r>
              <a:rPr lang="en-US" dirty="0"/>
              <a:t>Pseudo-Direct Addressing </a:t>
            </a:r>
            <a:endParaRPr lang="en-IN" dirty="0"/>
          </a:p>
        </p:txBody>
      </p:sp>
      <p:sp>
        <p:nvSpPr>
          <p:cNvPr id="3" name="Content Placeholder 2">
            <a:extLst>
              <a:ext uri="{FF2B5EF4-FFF2-40B4-BE49-F238E27FC236}">
                <a16:creationId xmlns:a16="http://schemas.microsoft.com/office/drawing/2014/main" id="{8AD06BAE-2677-FC5F-85DF-7C6D138F6DB5}"/>
              </a:ext>
            </a:extLst>
          </p:cNvPr>
          <p:cNvSpPr>
            <a:spLocks noGrp="1"/>
          </p:cNvSpPr>
          <p:nvPr>
            <p:ph idx="1"/>
          </p:nvPr>
        </p:nvSpPr>
        <p:spPr/>
        <p:txBody>
          <a:bodyPr/>
          <a:lstStyle/>
          <a:p>
            <a:r>
              <a:rPr lang="en-US" dirty="0"/>
              <a:t>Consider a program: </a:t>
            </a:r>
          </a:p>
          <a:p>
            <a:pPr marL="0" indent="0">
              <a:buNone/>
            </a:pPr>
            <a:r>
              <a:rPr lang="en-US" dirty="0"/>
              <a:t>                  </a:t>
            </a:r>
            <a:r>
              <a:rPr lang="en-IN" dirty="0"/>
              <a:t>0x1000_0000   LD R1, 0(R2)</a:t>
            </a:r>
          </a:p>
          <a:p>
            <a:pPr marL="0" indent="0">
              <a:buNone/>
            </a:pPr>
            <a:r>
              <a:rPr lang="en-IN" dirty="0"/>
              <a:t>                  0x1000_0100   J Label </a:t>
            </a:r>
            <a:r>
              <a:rPr lang="en-IN" dirty="0">
                <a:solidFill>
                  <a:srgbClr val="FF0000"/>
                </a:solidFill>
              </a:rPr>
              <a:t>//Instruction: 0x08000440</a:t>
            </a:r>
          </a:p>
          <a:p>
            <a:pPr marL="0" indent="0">
              <a:buNone/>
            </a:pPr>
            <a:r>
              <a:rPr lang="en-IN" dirty="0"/>
              <a:t>                  0x1000_1000   …</a:t>
            </a:r>
          </a:p>
          <a:p>
            <a:pPr marL="0" indent="0">
              <a:buNone/>
            </a:pPr>
            <a:r>
              <a:rPr lang="en-IN" dirty="0"/>
              <a:t>      Label: 0x1000_1100   …</a:t>
            </a:r>
          </a:p>
          <a:p>
            <a:pPr marL="0" indent="0">
              <a:buNone/>
            </a:pPr>
            <a:r>
              <a:rPr lang="en-IN" dirty="0">
                <a:solidFill>
                  <a:srgbClr val="C00000"/>
                </a:solidFill>
              </a:rPr>
              <a:t>Why does this work?</a:t>
            </a:r>
          </a:p>
        </p:txBody>
      </p:sp>
      <p:sp>
        <p:nvSpPr>
          <p:cNvPr id="4" name="Slide Number Placeholder 3">
            <a:extLst>
              <a:ext uri="{FF2B5EF4-FFF2-40B4-BE49-F238E27FC236}">
                <a16:creationId xmlns:a16="http://schemas.microsoft.com/office/drawing/2014/main" id="{ABE89133-EA25-6B48-9BC6-47212D3260B2}"/>
              </a:ext>
            </a:extLst>
          </p:cNvPr>
          <p:cNvSpPr>
            <a:spLocks noGrp="1"/>
          </p:cNvSpPr>
          <p:nvPr>
            <p:ph type="sldNum" sz="quarter" idx="12"/>
          </p:nvPr>
        </p:nvSpPr>
        <p:spPr/>
        <p:txBody>
          <a:bodyPr/>
          <a:lstStyle/>
          <a:p>
            <a:fld id="{A56F1F74-EAAB-4BA4-8360-0B2AFE8E155E}" type="slidenum">
              <a:rPr lang="en-IN" smtClean="0"/>
              <a:t>118</a:t>
            </a:fld>
            <a:endParaRPr lang="en-IN"/>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9843C1F6-8673-C46E-D3B5-064689035040}"/>
                  </a:ext>
                </a:extLst>
              </p14:cNvPr>
              <p14:cNvContentPartPr/>
              <p14:nvPr/>
            </p14:nvContentPartPr>
            <p14:xfrm>
              <a:off x="174960" y="2970360"/>
              <a:ext cx="10763280" cy="3529440"/>
            </p14:xfrm>
          </p:contentPart>
        </mc:Choice>
        <mc:Fallback xmlns="">
          <p:pic>
            <p:nvPicPr>
              <p:cNvPr id="5" name="Ink 4">
                <a:extLst>
                  <a:ext uri="{FF2B5EF4-FFF2-40B4-BE49-F238E27FC236}">
                    <a16:creationId xmlns:a16="http://schemas.microsoft.com/office/drawing/2014/main" id="{9843C1F6-8673-C46E-D3B5-064689035040}"/>
                  </a:ext>
                </a:extLst>
              </p:cNvPr>
              <p:cNvPicPr/>
              <p:nvPr/>
            </p:nvPicPr>
            <p:blipFill>
              <a:blip r:embed="rId3"/>
              <a:stretch>
                <a:fillRect/>
              </a:stretch>
            </p:blipFill>
            <p:spPr>
              <a:xfrm>
                <a:off x="165600" y="2961000"/>
                <a:ext cx="10782000" cy="3548160"/>
              </a:xfrm>
              <a:prstGeom prst="rect">
                <a:avLst/>
              </a:prstGeom>
            </p:spPr>
          </p:pic>
        </mc:Fallback>
      </mc:AlternateContent>
    </p:spTree>
    <p:extLst>
      <p:ext uri="{BB962C8B-B14F-4D97-AF65-F5344CB8AC3E}">
        <p14:creationId xmlns:p14="http://schemas.microsoft.com/office/powerpoint/2010/main" val="88634012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DD26F-51E9-E4CD-3AB1-715666945AE9}"/>
              </a:ext>
            </a:extLst>
          </p:cNvPr>
          <p:cNvSpPr>
            <a:spLocks noGrp="1"/>
          </p:cNvSpPr>
          <p:nvPr>
            <p:ph type="title"/>
          </p:nvPr>
        </p:nvSpPr>
        <p:spPr/>
        <p:txBody>
          <a:bodyPr/>
          <a:lstStyle/>
          <a:p>
            <a:r>
              <a:rPr lang="en-US" dirty="0"/>
              <a:t>Lets move the code to a different memory location</a:t>
            </a:r>
            <a:endParaRPr lang="en-IN" dirty="0"/>
          </a:p>
        </p:txBody>
      </p:sp>
      <p:sp>
        <p:nvSpPr>
          <p:cNvPr id="4" name="Slide Number Placeholder 3">
            <a:extLst>
              <a:ext uri="{FF2B5EF4-FFF2-40B4-BE49-F238E27FC236}">
                <a16:creationId xmlns:a16="http://schemas.microsoft.com/office/drawing/2014/main" id="{A577A3CD-45FA-A6CF-FE32-E73D78BED929}"/>
              </a:ext>
            </a:extLst>
          </p:cNvPr>
          <p:cNvSpPr>
            <a:spLocks noGrp="1"/>
          </p:cNvSpPr>
          <p:nvPr>
            <p:ph type="sldNum" sz="quarter" idx="12"/>
          </p:nvPr>
        </p:nvSpPr>
        <p:spPr/>
        <p:txBody>
          <a:bodyPr/>
          <a:lstStyle/>
          <a:p>
            <a:fld id="{A56F1F74-EAAB-4BA4-8360-0B2AFE8E155E}" type="slidenum">
              <a:rPr lang="en-IN" smtClean="0"/>
              <a:t>119</a:t>
            </a:fld>
            <a:endParaRPr lang="en-IN"/>
          </a:p>
        </p:txBody>
      </p:sp>
      <p:sp>
        <p:nvSpPr>
          <p:cNvPr id="5" name="Content Placeholder 2">
            <a:extLst>
              <a:ext uri="{FF2B5EF4-FFF2-40B4-BE49-F238E27FC236}">
                <a16:creationId xmlns:a16="http://schemas.microsoft.com/office/drawing/2014/main" id="{A99FF948-607B-EB36-A886-266354120B4F}"/>
              </a:ext>
            </a:extLst>
          </p:cNvPr>
          <p:cNvSpPr>
            <a:spLocks noGrp="1"/>
          </p:cNvSpPr>
          <p:nvPr>
            <p:ph idx="1"/>
          </p:nvPr>
        </p:nvSpPr>
        <p:spPr>
          <a:xfrm>
            <a:off x="838200" y="1825625"/>
            <a:ext cx="10515600" cy="4351338"/>
          </a:xfrm>
        </p:spPr>
        <p:txBody>
          <a:bodyPr/>
          <a:lstStyle/>
          <a:p>
            <a:r>
              <a:rPr lang="en-US" dirty="0"/>
              <a:t>Consider a program: </a:t>
            </a:r>
          </a:p>
          <a:p>
            <a:pPr marL="0" indent="0">
              <a:buNone/>
            </a:pPr>
            <a:r>
              <a:rPr lang="en-US" dirty="0"/>
              <a:t>                  </a:t>
            </a:r>
            <a:r>
              <a:rPr lang="en-IN" dirty="0"/>
              <a:t>0x2000_0000   LD R1, 0(R2)</a:t>
            </a:r>
          </a:p>
          <a:p>
            <a:pPr marL="0" indent="0">
              <a:buNone/>
            </a:pPr>
            <a:r>
              <a:rPr lang="en-IN" dirty="0"/>
              <a:t>                  0x2000_0100   J Label </a:t>
            </a:r>
            <a:r>
              <a:rPr lang="en-IN" dirty="0">
                <a:solidFill>
                  <a:srgbClr val="FF0000"/>
                </a:solidFill>
              </a:rPr>
              <a:t>//Instruction: 0x08000440</a:t>
            </a:r>
          </a:p>
          <a:p>
            <a:pPr marL="0" indent="0">
              <a:buNone/>
            </a:pPr>
            <a:r>
              <a:rPr lang="en-IN" dirty="0"/>
              <a:t>                  0x2000_1000   …</a:t>
            </a:r>
          </a:p>
          <a:p>
            <a:pPr marL="0" indent="0">
              <a:buNone/>
            </a:pPr>
            <a:r>
              <a:rPr lang="en-IN" dirty="0"/>
              <a:t>      Label: 0x2000_1100   …</a:t>
            </a:r>
          </a:p>
          <a:p>
            <a:pPr marL="0" indent="0">
              <a:buNone/>
            </a:pPr>
            <a:r>
              <a:rPr lang="en-IN" dirty="0">
                <a:solidFill>
                  <a:srgbClr val="C00000"/>
                </a:solidFill>
              </a:rPr>
              <a:t>Does this work?</a:t>
            </a:r>
          </a:p>
        </p:txBody>
      </p:sp>
    </p:spTree>
    <p:extLst>
      <p:ext uri="{BB962C8B-B14F-4D97-AF65-F5344CB8AC3E}">
        <p14:creationId xmlns:p14="http://schemas.microsoft.com/office/powerpoint/2010/main" val="394557038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2FCDA-909F-2D21-8FCF-4194E205B3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9709E-8DC1-6585-29F1-8204A3A37342}"/>
              </a:ext>
            </a:extLst>
          </p:cNvPr>
          <p:cNvSpPr>
            <a:spLocks noGrp="1"/>
          </p:cNvSpPr>
          <p:nvPr>
            <p:ph type="title"/>
          </p:nvPr>
        </p:nvSpPr>
        <p:spPr/>
        <p:txBody>
          <a:bodyPr/>
          <a:lstStyle/>
          <a:p>
            <a:r>
              <a:rPr lang="en-US" dirty="0"/>
              <a:t>Lets move the code to a different memory location</a:t>
            </a:r>
            <a:endParaRPr lang="en-IN" dirty="0"/>
          </a:p>
        </p:txBody>
      </p:sp>
      <p:sp>
        <p:nvSpPr>
          <p:cNvPr id="4" name="Slide Number Placeholder 3">
            <a:extLst>
              <a:ext uri="{FF2B5EF4-FFF2-40B4-BE49-F238E27FC236}">
                <a16:creationId xmlns:a16="http://schemas.microsoft.com/office/drawing/2014/main" id="{37BFC2B5-7B61-2BBD-1A90-DA2630296110}"/>
              </a:ext>
            </a:extLst>
          </p:cNvPr>
          <p:cNvSpPr>
            <a:spLocks noGrp="1"/>
          </p:cNvSpPr>
          <p:nvPr>
            <p:ph type="sldNum" sz="quarter" idx="12"/>
          </p:nvPr>
        </p:nvSpPr>
        <p:spPr/>
        <p:txBody>
          <a:bodyPr/>
          <a:lstStyle/>
          <a:p>
            <a:fld id="{A56F1F74-EAAB-4BA4-8360-0B2AFE8E155E}" type="slidenum">
              <a:rPr lang="en-IN" smtClean="0"/>
              <a:t>120</a:t>
            </a:fld>
            <a:endParaRPr lang="en-IN"/>
          </a:p>
        </p:txBody>
      </p:sp>
      <p:sp>
        <p:nvSpPr>
          <p:cNvPr id="5" name="Content Placeholder 2">
            <a:extLst>
              <a:ext uri="{FF2B5EF4-FFF2-40B4-BE49-F238E27FC236}">
                <a16:creationId xmlns:a16="http://schemas.microsoft.com/office/drawing/2014/main" id="{8B978E9C-CD38-5F6F-DE51-B6E1D911665D}"/>
              </a:ext>
            </a:extLst>
          </p:cNvPr>
          <p:cNvSpPr>
            <a:spLocks noGrp="1"/>
          </p:cNvSpPr>
          <p:nvPr>
            <p:ph idx="1"/>
          </p:nvPr>
        </p:nvSpPr>
        <p:spPr>
          <a:xfrm>
            <a:off x="838200" y="1825625"/>
            <a:ext cx="10515600" cy="4351338"/>
          </a:xfrm>
        </p:spPr>
        <p:txBody>
          <a:bodyPr/>
          <a:lstStyle/>
          <a:p>
            <a:r>
              <a:rPr lang="en-US" dirty="0"/>
              <a:t>Consider a program: </a:t>
            </a:r>
          </a:p>
          <a:p>
            <a:pPr marL="0" indent="0">
              <a:buNone/>
            </a:pPr>
            <a:r>
              <a:rPr lang="en-US" dirty="0"/>
              <a:t>                  </a:t>
            </a:r>
            <a:r>
              <a:rPr lang="en-IN" dirty="0"/>
              <a:t>0x2000_0000   LD R1, 0(R2)</a:t>
            </a:r>
          </a:p>
          <a:p>
            <a:pPr marL="0" indent="0">
              <a:buNone/>
            </a:pPr>
            <a:r>
              <a:rPr lang="en-IN" dirty="0"/>
              <a:t>                  0x2000_0100   J Label </a:t>
            </a:r>
            <a:r>
              <a:rPr lang="en-IN" dirty="0">
                <a:solidFill>
                  <a:srgbClr val="FF0000"/>
                </a:solidFill>
              </a:rPr>
              <a:t>//Instruction: 0x08000440</a:t>
            </a:r>
          </a:p>
          <a:p>
            <a:pPr marL="0" indent="0">
              <a:buNone/>
            </a:pPr>
            <a:r>
              <a:rPr lang="en-IN" dirty="0"/>
              <a:t>                  0x2000_1000   …</a:t>
            </a:r>
          </a:p>
          <a:p>
            <a:pPr marL="0" indent="0">
              <a:buNone/>
            </a:pPr>
            <a:r>
              <a:rPr lang="en-IN" dirty="0"/>
              <a:t>      Label: 0x2000_1100   …</a:t>
            </a:r>
          </a:p>
          <a:p>
            <a:pPr marL="0" indent="0">
              <a:buNone/>
            </a:pPr>
            <a:r>
              <a:rPr lang="en-IN" dirty="0">
                <a:solidFill>
                  <a:srgbClr val="C00000"/>
                </a:solidFill>
              </a:rPr>
              <a:t>Does this work?</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A6C07BD3-4526-21A7-F229-341525FD02D6}"/>
                  </a:ext>
                </a:extLst>
              </p14:cNvPr>
              <p14:cNvContentPartPr/>
              <p14:nvPr/>
            </p14:nvContentPartPr>
            <p14:xfrm>
              <a:off x="165240" y="2701440"/>
              <a:ext cx="9423720" cy="3390840"/>
            </p14:xfrm>
          </p:contentPart>
        </mc:Choice>
        <mc:Fallback xmlns="">
          <p:pic>
            <p:nvPicPr>
              <p:cNvPr id="3" name="Ink 2">
                <a:extLst>
                  <a:ext uri="{FF2B5EF4-FFF2-40B4-BE49-F238E27FC236}">
                    <a16:creationId xmlns:a16="http://schemas.microsoft.com/office/drawing/2014/main" id="{A6C07BD3-4526-21A7-F229-341525FD02D6}"/>
                  </a:ext>
                </a:extLst>
              </p:cNvPr>
              <p:cNvPicPr/>
              <p:nvPr/>
            </p:nvPicPr>
            <p:blipFill>
              <a:blip r:embed="rId3"/>
              <a:stretch>
                <a:fillRect/>
              </a:stretch>
            </p:blipFill>
            <p:spPr>
              <a:xfrm>
                <a:off x="155880" y="2692080"/>
                <a:ext cx="9442440" cy="3409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106FB34B-E53D-026D-37C1-6C8D273B5715}"/>
                  </a:ext>
                </a:extLst>
              </p14:cNvPr>
              <p14:cNvContentPartPr/>
              <p14:nvPr/>
            </p14:nvContentPartPr>
            <p14:xfrm>
              <a:off x="2474280" y="4718520"/>
              <a:ext cx="8925840" cy="1750680"/>
            </p14:xfrm>
          </p:contentPart>
        </mc:Choice>
        <mc:Fallback xmlns="">
          <p:pic>
            <p:nvPicPr>
              <p:cNvPr id="6" name="Ink 5">
                <a:extLst>
                  <a:ext uri="{FF2B5EF4-FFF2-40B4-BE49-F238E27FC236}">
                    <a16:creationId xmlns:a16="http://schemas.microsoft.com/office/drawing/2014/main" id="{106FB34B-E53D-026D-37C1-6C8D273B5715}"/>
                  </a:ext>
                </a:extLst>
              </p:cNvPr>
              <p:cNvPicPr/>
              <p:nvPr/>
            </p:nvPicPr>
            <p:blipFill>
              <a:blip r:embed="rId5"/>
              <a:stretch>
                <a:fillRect/>
              </a:stretch>
            </p:blipFill>
            <p:spPr>
              <a:xfrm>
                <a:off x="2464920" y="4709160"/>
                <a:ext cx="8944560" cy="1769400"/>
              </a:xfrm>
              <a:prstGeom prst="rect">
                <a:avLst/>
              </a:prstGeom>
            </p:spPr>
          </p:pic>
        </mc:Fallback>
      </mc:AlternateContent>
    </p:spTree>
    <p:extLst>
      <p:ext uri="{BB962C8B-B14F-4D97-AF65-F5344CB8AC3E}">
        <p14:creationId xmlns:p14="http://schemas.microsoft.com/office/powerpoint/2010/main" val="251669768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3A8C5-FB61-64D7-6CF7-51AE710244E4}"/>
              </a:ext>
            </a:extLst>
          </p:cNvPr>
          <p:cNvSpPr>
            <a:spLocks noGrp="1"/>
          </p:cNvSpPr>
          <p:nvPr>
            <p:ph type="title"/>
          </p:nvPr>
        </p:nvSpPr>
        <p:spPr/>
        <p:txBody>
          <a:bodyPr/>
          <a:lstStyle/>
          <a:p>
            <a:r>
              <a:rPr lang="en-US" dirty="0"/>
              <a:t>Partitions a 4GB address space…</a:t>
            </a:r>
            <a:endParaRPr lang="en-IN" dirty="0"/>
          </a:p>
        </p:txBody>
      </p:sp>
      <p:sp>
        <p:nvSpPr>
          <p:cNvPr id="3" name="Content Placeholder 2">
            <a:extLst>
              <a:ext uri="{FF2B5EF4-FFF2-40B4-BE49-F238E27FC236}">
                <a16:creationId xmlns:a16="http://schemas.microsoft.com/office/drawing/2014/main" id="{F5119554-7E51-6C7C-9094-FE6804347EF7}"/>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A25ECB1-1D2A-0CF5-0C0A-9689117FE677}"/>
              </a:ext>
            </a:extLst>
          </p:cNvPr>
          <p:cNvSpPr>
            <a:spLocks noGrp="1"/>
          </p:cNvSpPr>
          <p:nvPr>
            <p:ph type="sldNum" sz="quarter" idx="12"/>
          </p:nvPr>
        </p:nvSpPr>
        <p:spPr/>
        <p:txBody>
          <a:bodyPr/>
          <a:lstStyle/>
          <a:p>
            <a:fld id="{A56F1F74-EAAB-4BA4-8360-0B2AFE8E155E}" type="slidenum">
              <a:rPr lang="en-IN" smtClean="0"/>
              <a:t>121</a:t>
            </a:fld>
            <a:endParaRPr lang="en-IN"/>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19EEFE6D-18BE-4B37-3AF0-5BF80D2FF421}"/>
                  </a:ext>
                </a:extLst>
              </p14:cNvPr>
              <p14:cNvContentPartPr/>
              <p14:nvPr/>
            </p14:nvContentPartPr>
            <p14:xfrm>
              <a:off x="1384920" y="1208520"/>
              <a:ext cx="10704960" cy="1041840"/>
            </p14:xfrm>
          </p:contentPart>
        </mc:Choice>
        <mc:Fallback xmlns="">
          <p:pic>
            <p:nvPicPr>
              <p:cNvPr id="5" name="Ink 4">
                <a:extLst>
                  <a:ext uri="{FF2B5EF4-FFF2-40B4-BE49-F238E27FC236}">
                    <a16:creationId xmlns:a16="http://schemas.microsoft.com/office/drawing/2014/main" id="{19EEFE6D-18BE-4B37-3AF0-5BF80D2FF421}"/>
                  </a:ext>
                </a:extLst>
              </p:cNvPr>
              <p:cNvPicPr/>
              <p:nvPr/>
            </p:nvPicPr>
            <p:blipFill>
              <a:blip r:embed="rId3"/>
              <a:stretch>
                <a:fillRect/>
              </a:stretch>
            </p:blipFill>
            <p:spPr>
              <a:xfrm>
                <a:off x="1375560" y="1199160"/>
                <a:ext cx="10723680" cy="1060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6BBD934-FF0E-6058-BEDD-64AAB8E7F221}"/>
                  </a:ext>
                </a:extLst>
              </p14:cNvPr>
              <p14:cNvContentPartPr/>
              <p14:nvPr/>
            </p14:nvContentPartPr>
            <p14:xfrm>
              <a:off x="5701680" y="75240"/>
              <a:ext cx="4989240" cy="1086120"/>
            </p14:xfrm>
          </p:contentPart>
        </mc:Choice>
        <mc:Fallback xmlns="">
          <p:pic>
            <p:nvPicPr>
              <p:cNvPr id="6" name="Ink 5">
                <a:extLst>
                  <a:ext uri="{FF2B5EF4-FFF2-40B4-BE49-F238E27FC236}">
                    <a16:creationId xmlns:a16="http://schemas.microsoft.com/office/drawing/2014/main" id="{F6BBD934-FF0E-6058-BEDD-64AAB8E7F221}"/>
                  </a:ext>
                </a:extLst>
              </p:cNvPr>
              <p:cNvPicPr/>
              <p:nvPr/>
            </p:nvPicPr>
            <p:blipFill>
              <a:blip r:embed="rId5"/>
              <a:stretch>
                <a:fillRect/>
              </a:stretch>
            </p:blipFill>
            <p:spPr>
              <a:xfrm>
                <a:off x="5685840" y="11880"/>
                <a:ext cx="5020560" cy="12128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B1CC9EFC-E71B-D3AB-016D-E86B0912719F}"/>
                  </a:ext>
                </a:extLst>
              </p14:cNvPr>
              <p14:cNvContentPartPr/>
              <p14:nvPr/>
            </p14:nvContentPartPr>
            <p14:xfrm>
              <a:off x="8255880" y="803160"/>
              <a:ext cx="626040" cy="420480"/>
            </p14:xfrm>
          </p:contentPart>
        </mc:Choice>
        <mc:Fallback xmlns="">
          <p:pic>
            <p:nvPicPr>
              <p:cNvPr id="7" name="Ink 6">
                <a:extLst>
                  <a:ext uri="{FF2B5EF4-FFF2-40B4-BE49-F238E27FC236}">
                    <a16:creationId xmlns:a16="http://schemas.microsoft.com/office/drawing/2014/main" id="{B1CC9EFC-E71B-D3AB-016D-E86B0912719F}"/>
                  </a:ext>
                </a:extLst>
              </p:cNvPr>
              <p:cNvPicPr/>
              <p:nvPr/>
            </p:nvPicPr>
            <p:blipFill>
              <a:blip r:embed="rId7"/>
              <a:stretch>
                <a:fillRect/>
              </a:stretch>
            </p:blipFill>
            <p:spPr>
              <a:xfrm>
                <a:off x="8240040" y="739800"/>
                <a:ext cx="657360" cy="547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5D32DE71-CCC9-BE80-4DE4-3B48898A97B3}"/>
                  </a:ext>
                </a:extLst>
              </p14:cNvPr>
              <p14:cNvContentPartPr/>
              <p14:nvPr/>
            </p14:nvContentPartPr>
            <p14:xfrm>
              <a:off x="5541840" y="111240"/>
              <a:ext cx="1238760" cy="603720"/>
            </p14:xfrm>
          </p:contentPart>
        </mc:Choice>
        <mc:Fallback xmlns="">
          <p:pic>
            <p:nvPicPr>
              <p:cNvPr id="8" name="Ink 7">
                <a:extLst>
                  <a:ext uri="{FF2B5EF4-FFF2-40B4-BE49-F238E27FC236}">
                    <a16:creationId xmlns:a16="http://schemas.microsoft.com/office/drawing/2014/main" id="{5D32DE71-CCC9-BE80-4DE4-3B48898A97B3}"/>
                  </a:ext>
                </a:extLst>
              </p:cNvPr>
              <p:cNvPicPr/>
              <p:nvPr/>
            </p:nvPicPr>
            <p:blipFill>
              <a:blip r:embed="rId9"/>
              <a:stretch>
                <a:fillRect/>
              </a:stretch>
            </p:blipFill>
            <p:spPr>
              <a:xfrm>
                <a:off x="5526000" y="47880"/>
                <a:ext cx="1270080" cy="730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7410C1B9-D6DD-BE7B-CCD3-74FE4D26F772}"/>
                  </a:ext>
                </a:extLst>
              </p14:cNvPr>
              <p14:cNvContentPartPr/>
              <p14:nvPr/>
            </p14:nvContentPartPr>
            <p14:xfrm>
              <a:off x="504720" y="16920"/>
              <a:ext cx="11319480" cy="6785640"/>
            </p14:xfrm>
          </p:contentPart>
        </mc:Choice>
        <mc:Fallback xmlns="">
          <p:pic>
            <p:nvPicPr>
              <p:cNvPr id="9" name="Ink 8">
                <a:extLst>
                  <a:ext uri="{FF2B5EF4-FFF2-40B4-BE49-F238E27FC236}">
                    <a16:creationId xmlns:a16="http://schemas.microsoft.com/office/drawing/2014/main" id="{7410C1B9-D6DD-BE7B-CCD3-74FE4D26F772}"/>
                  </a:ext>
                </a:extLst>
              </p:cNvPr>
              <p:cNvPicPr/>
              <p:nvPr/>
            </p:nvPicPr>
            <p:blipFill>
              <a:blip r:embed="rId11"/>
              <a:stretch>
                <a:fillRect/>
              </a:stretch>
            </p:blipFill>
            <p:spPr>
              <a:xfrm>
                <a:off x="495360" y="7560"/>
                <a:ext cx="11338200" cy="6804360"/>
              </a:xfrm>
              <a:prstGeom prst="rect">
                <a:avLst/>
              </a:prstGeom>
            </p:spPr>
          </p:pic>
        </mc:Fallback>
      </mc:AlternateContent>
    </p:spTree>
    <p:extLst>
      <p:ext uri="{BB962C8B-B14F-4D97-AF65-F5344CB8AC3E}">
        <p14:creationId xmlns:p14="http://schemas.microsoft.com/office/powerpoint/2010/main" val="143187973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B9989-3317-4BA9-568B-20C43571A00B}"/>
              </a:ext>
            </a:extLst>
          </p:cNvPr>
          <p:cNvSpPr>
            <a:spLocks noGrp="1"/>
          </p:cNvSpPr>
          <p:nvPr>
            <p:ph type="title"/>
          </p:nvPr>
        </p:nvSpPr>
        <p:spPr/>
        <p:txBody>
          <a:bodyPr/>
          <a:lstStyle/>
          <a:p>
            <a:r>
              <a:rPr lang="en-US" dirty="0"/>
              <a:t>Pseudo-Direct Addressing </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9028003-94F5-1C3C-4D9F-38525F62F49F}"/>
                  </a:ext>
                </a:extLst>
              </p:cNvPr>
              <p:cNvSpPr>
                <a:spLocks noGrp="1"/>
              </p:cNvSpPr>
              <p:nvPr>
                <p:ph idx="1"/>
              </p:nvPr>
            </p:nvSpPr>
            <p:spPr/>
            <p:txBody>
              <a:bodyPr/>
              <a:lstStyle/>
              <a:p>
                <a:r>
                  <a:rPr lang="en-US" dirty="0"/>
                  <a:t>A pseudo-direct jump can reach up to </a:t>
                </a:r>
                <a14:m>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2</m:t>
                        </m:r>
                      </m:e>
                      <m:sup>
                        <m:r>
                          <a:rPr lang="en-US" i="1" dirty="0" smtClean="0">
                            <a:latin typeface="Cambria Math" panose="02040503050406030204" pitchFamily="18" charset="0"/>
                          </a:rPr>
                          <m:t>26</m:t>
                        </m:r>
                      </m:sup>
                    </m:sSup>
                    <m:r>
                      <a:rPr lang="en-US" i="1" dirty="0" smtClean="0">
                        <a:latin typeface="Cambria Math" panose="02040503050406030204" pitchFamily="18" charset="0"/>
                      </a:rPr>
                      <m:t>=67,108,864226=67,108,864</m:t>
                    </m:r>
                  </m:oMath>
                </a14:m>
                <a:r>
                  <a:rPr lang="en-US" dirty="0"/>
                  <a:t> instructions inside the current 256 MB region.</a:t>
                </a:r>
              </a:p>
              <a:p>
                <a:r>
                  <a:rPr lang="en-US" dirty="0"/>
                  <a:t>That is about 67 million instructions maximum per region.</a:t>
                </a:r>
              </a:p>
              <a:p>
                <a:endParaRPr lang="en-IN" dirty="0"/>
              </a:p>
            </p:txBody>
          </p:sp>
        </mc:Choice>
        <mc:Fallback xmlns="">
          <p:sp>
            <p:nvSpPr>
              <p:cNvPr id="3" name="Content Placeholder 2">
                <a:extLst>
                  <a:ext uri="{FF2B5EF4-FFF2-40B4-BE49-F238E27FC236}">
                    <a16:creationId xmlns:a16="http://schemas.microsoft.com/office/drawing/2014/main" id="{B9028003-94F5-1C3C-4D9F-38525F62F49F}"/>
                  </a:ext>
                </a:extLst>
              </p:cNvPr>
              <p:cNvSpPr>
                <a:spLocks noGrp="1" noRot="1" noChangeAspect="1" noMove="1" noResize="1" noEditPoints="1" noAdjustHandles="1" noChangeArrowheads="1" noChangeShapeType="1" noTextEdit="1"/>
              </p:cNvSpPr>
              <p:nvPr>
                <p:ph idx="1"/>
              </p:nvPr>
            </p:nvSpPr>
            <p:spPr>
              <a:blipFill>
                <a:blip r:embed="rId2"/>
                <a:stretch>
                  <a:fillRect l="-1043" t="-840"/>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92A1F7C2-8AA8-3E29-347B-1A9A6DF77150}"/>
              </a:ext>
            </a:extLst>
          </p:cNvPr>
          <p:cNvSpPr>
            <a:spLocks noGrp="1"/>
          </p:cNvSpPr>
          <p:nvPr>
            <p:ph type="sldNum" sz="quarter" idx="12"/>
          </p:nvPr>
        </p:nvSpPr>
        <p:spPr/>
        <p:txBody>
          <a:bodyPr/>
          <a:lstStyle/>
          <a:p>
            <a:fld id="{A56F1F74-EAAB-4BA4-8360-0B2AFE8E155E}" type="slidenum">
              <a:rPr lang="en-IN" smtClean="0"/>
              <a:t>122</a:t>
            </a:fld>
            <a:endParaRPr lang="en-IN"/>
          </a:p>
        </p:txBody>
      </p:sp>
    </p:spTree>
    <p:extLst>
      <p:ext uri="{BB962C8B-B14F-4D97-AF65-F5344CB8AC3E}">
        <p14:creationId xmlns:p14="http://schemas.microsoft.com/office/powerpoint/2010/main" val="173404185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6B89C-BA59-4B06-9F83-6676FE53FF14}"/>
              </a:ext>
            </a:extLst>
          </p:cNvPr>
          <p:cNvSpPr>
            <a:spLocks noGrp="1"/>
          </p:cNvSpPr>
          <p:nvPr>
            <p:ph type="title"/>
          </p:nvPr>
        </p:nvSpPr>
        <p:spPr/>
        <p:txBody>
          <a:bodyPr/>
          <a:lstStyle/>
          <a:p>
            <a:r>
              <a:rPr lang="en-IN" dirty="0"/>
              <a:t>Deriving the Control Signals</a:t>
            </a:r>
          </a:p>
        </p:txBody>
      </p:sp>
      <p:sp>
        <p:nvSpPr>
          <p:cNvPr id="3" name="Content Placeholder 2">
            <a:extLst>
              <a:ext uri="{FF2B5EF4-FFF2-40B4-BE49-F238E27FC236}">
                <a16:creationId xmlns:a16="http://schemas.microsoft.com/office/drawing/2014/main" id="{7DB35634-BE04-4C3D-9CC5-24744EFD454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93DAD650-85E8-4473-B9CA-68ED48F0812D}"/>
              </a:ext>
            </a:extLst>
          </p:cNvPr>
          <p:cNvSpPr>
            <a:spLocks noGrp="1"/>
          </p:cNvSpPr>
          <p:nvPr>
            <p:ph type="sldNum" sz="quarter" idx="12"/>
          </p:nvPr>
        </p:nvSpPr>
        <p:spPr/>
        <p:txBody>
          <a:bodyPr/>
          <a:lstStyle/>
          <a:p>
            <a:fld id="{A56F1F74-EAAB-4BA4-8360-0B2AFE8E155E}" type="slidenum">
              <a:rPr lang="en-IN" smtClean="0"/>
              <a:t>123</a:t>
            </a:fld>
            <a:endParaRPr lang="en-IN"/>
          </a:p>
        </p:txBody>
      </p:sp>
      <p:pic>
        <p:nvPicPr>
          <p:cNvPr id="5" name="Picture 4">
            <a:extLst>
              <a:ext uri="{FF2B5EF4-FFF2-40B4-BE49-F238E27FC236}">
                <a16:creationId xmlns:a16="http://schemas.microsoft.com/office/drawing/2014/main" id="{319D9FE3-56E0-43F1-8406-F161EF73E6B1}"/>
              </a:ext>
            </a:extLst>
          </p:cNvPr>
          <p:cNvPicPr>
            <a:picLocks noChangeAspect="1"/>
          </p:cNvPicPr>
          <p:nvPr/>
        </p:nvPicPr>
        <p:blipFill>
          <a:blip r:embed="rId2"/>
          <a:stretch>
            <a:fillRect/>
          </a:stretch>
        </p:blipFill>
        <p:spPr>
          <a:xfrm>
            <a:off x="683581" y="1209918"/>
            <a:ext cx="10369112" cy="5663564"/>
          </a:xfrm>
          <a:prstGeom prst="rect">
            <a:avLst/>
          </a:prstGeom>
        </p:spPr>
      </p:pic>
    </p:spTree>
    <p:extLst>
      <p:ext uri="{BB962C8B-B14F-4D97-AF65-F5344CB8AC3E}">
        <p14:creationId xmlns:p14="http://schemas.microsoft.com/office/powerpoint/2010/main" val="414216093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F8929-59AD-490E-9A93-2FBE67BBD307}"/>
              </a:ext>
            </a:extLst>
          </p:cNvPr>
          <p:cNvSpPr>
            <a:spLocks noGrp="1"/>
          </p:cNvSpPr>
          <p:nvPr>
            <p:ph type="title"/>
          </p:nvPr>
        </p:nvSpPr>
        <p:spPr/>
        <p:txBody>
          <a:bodyPr/>
          <a:lstStyle/>
          <a:p>
            <a:r>
              <a:rPr lang="en-IN" dirty="0"/>
              <a:t>Single Cycle Data Path</a:t>
            </a:r>
          </a:p>
        </p:txBody>
      </p:sp>
      <p:pic>
        <p:nvPicPr>
          <p:cNvPr id="5" name="Content Placeholder 4">
            <a:extLst>
              <a:ext uri="{FF2B5EF4-FFF2-40B4-BE49-F238E27FC236}">
                <a16:creationId xmlns:a16="http://schemas.microsoft.com/office/drawing/2014/main" id="{E5C8821D-05ED-4040-9674-3EA7DD61CC3D}"/>
              </a:ext>
            </a:extLst>
          </p:cNvPr>
          <p:cNvPicPr>
            <a:picLocks noGrp="1" noChangeAspect="1"/>
          </p:cNvPicPr>
          <p:nvPr>
            <p:ph idx="1"/>
          </p:nvPr>
        </p:nvPicPr>
        <p:blipFill>
          <a:blip r:embed="rId2"/>
          <a:stretch>
            <a:fillRect/>
          </a:stretch>
        </p:blipFill>
        <p:spPr>
          <a:xfrm>
            <a:off x="838200" y="1470333"/>
            <a:ext cx="9520296" cy="5251142"/>
          </a:xfrm>
          <a:prstGeom prst="rect">
            <a:avLst/>
          </a:prstGeom>
        </p:spPr>
      </p:pic>
      <p:sp>
        <p:nvSpPr>
          <p:cNvPr id="4" name="Slide Number Placeholder 3">
            <a:extLst>
              <a:ext uri="{FF2B5EF4-FFF2-40B4-BE49-F238E27FC236}">
                <a16:creationId xmlns:a16="http://schemas.microsoft.com/office/drawing/2014/main" id="{151B0E5D-EE94-4CEA-8A79-B660FCD56227}"/>
              </a:ext>
            </a:extLst>
          </p:cNvPr>
          <p:cNvSpPr>
            <a:spLocks noGrp="1"/>
          </p:cNvSpPr>
          <p:nvPr>
            <p:ph type="sldNum" sz="quarter" idx="12"/>
          </p:nvPr>
        </p:nvSpPr>
        <p:spPr/>
        <p:txBody>
          <a:bodyPr/>
          <a:lstStyle/>
          <a:p>
            <a:fld id="{A56F1F74-EAAB-4BA4-8360-0B2AFE8E155E}" type="slidenum">
              <a:rPr lang="en-IN" smtClean="0"/>
              <a:t>124</a:t>
            </a:fld>
            <a:endParaRPr lang="en-IN"/>
          </a:p>
        </p:txBody>
      </p:sp>
    </p:spTree>
    <p:extLst>
      <p:ext uri="{BB962C8B-B14F-4D97-AF65-F5344CB8AC3E}">
        <p14:creationId xmlns:p14="http://schemas.microsoft.com/office/powerpoint/2010/main" val="150017367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B8C0E-EEAA-4EA1-B32A-9309B4DA97E4}"/>
              </a:ext>
            </a:extLst>
          </p:cNvPr>
          <p:cNvSpPr>
            <a:spLocks noGrp="1"/>
          </p:cNvSpPr>
          <p:nvPr>
            <p:ph type="title"/>
          </p:nvPr>
        </p:nvSpPr>
        <p:spPr>
          <a:xfrm>
            <a:off x="838200" y="329613"/>
            <a:ext cx="10515600" cy="1325563"/>
          </a:xfrm>
        </p:spPr>
        <p:txBody>
          <a:bodyPr/>
          <a:lstStyle/>
          <a:p>
            <a:r>
              <a:rPr lang="en-IN" dirty="0"/>
              <a:t>Control Signals in Single Cycle Data Path</a:t>
            </a:r>
          </a:p>
        </p:txBody>
      </p:sp>
      <p:sp>
        <p:nvSpPr>
          <p:cNvPr id="3" name="Content Placeholder 2">
            <a:extLst>
              <a:ext uri="{FF2B5EF4-FFF2-40B4-BE49-F238E27FC236}">
                <a16:creationId xmlns:a16="http://schemas.microsoft.com/office/drawing/2014/main" id="{0A21D75B-9458-4442-BEDF-26154703F3D0}"/>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365FCB27-46E6-456B-8D29-A6CF9DE25675}"/>
              </a:ext>
            </a:extLst>
          </p:cNvPr>
          <p:cNvSpPr>
            <a:spLocks noGrp="1"/>
          </p:cNvSpPr>
          <p:nvPr>
            <p:ph type="sldNum" sz="quarter" idx="12"/>
          </p:nvPr>
        </p:nvSpPr>
        <p:spPr/>
        <p:txBody>
          <a:bodyPr/>
          <a:lstStyle/>
          <a:p>
            <a:fld id="{A56F1F74-EAAB-4BA4-8360-0B2AFE8E155E}" type="slidenum">
              <a:rPr lang="en-IN" smtClean="0"/>
              <a:t>125</a:t>
            </a:fld>
            <a:endParaRPr lang="en-IN"/>
          </a:p>
        </p:txBody>
      </p:sp>
      <p:pic>
        <p:nvPicPr>
          <p:cNvPr id="5" name="Picture 4">
            <a:extLst>
              <a:ext uri="{FF2B5EF4-FFF2-40B4-BE49-F238E27FC236}">
                <a16:creationId xmlns:a16="http://schemas.microsoft.com/office/drawing/2014/main" id="{076A4C48-C915-4586-9189-EF6AA97CA25F}"/>
              </a:ext>
            </a:extLst>
          </p:cNvPr>
          <p:cNvPicPr>
            <a:picLocks noChangeAspect="1"/>
          </p:cNvPicPr>
          <p:nvPr/>
        </p:nvPicPr>
        <p:blipFill>
          <a:blip r:embed="rId2"/>
          <a:stretch>
            <a:fillRect/>
          </a:stretch>
        </p:blipFill>
        <p:spPr>
          <a:xfrm>
            <a:off x="332570" y="1195790"/>
            <a:ext cx="11526859" cy="5611008"/>
          </a:xfrm>
          <a:prstGeom prst="rect">
            <a:avLst/>
          </a:prstGeom>
        </p:spPr>
      </p:pic>
      <p:sp>
        <p:nvSpPr>
          <p:cNvPr id="6" name="TextBox 5">
            <a:extLst>
              <a:ext uri="{FF2B5EF4-FFF2-40B4-BE49-F238E27FC236}">
                <a16:creationId xmlns:a16="http://schemas.microsoft.com/office/drawing/2014/main" id="{9035FF61-7B39-3033-1F7B-C3E193267E9B}"/>
              </a:ext>
            </a:extLst>
          </p:cNvPr>
          <p:cNvSpPr txBox="1"/>
          <p:nvPr/>
        </p:nvSpPr>
        <p:spPr>
          <a:xfrm>
            <a:off x="3126921" y="6176963"/>
            <a:ext cx="1143000" cy="400110"/>
          </a:xfrm>
          <a:prstGeom prst="rect">
            <a:avLst/>
          </a:prstGeom>
          <a:solidFill>
            <a:schemeClr val="bg1"/>
          </a:solidFill>
        </p:spPr>
        <p:txBody>
          <a:bodyPr wrap="square" rtlCol="0">
            <a:spAutoFit/>
          </a:bodyPr>
          <a:lstStyle/>
          <a:p>
            <a:r>
              <a:rPr lang="en-US" sz="2000" b="1" dirty="0">
                <a:solidFill>
                  <a:schemeClr val="accent1">
                    <a:lumMod val="75000"/>
                  </a:schemeClr>
                </a:solidFill>
              </a:rPr>
              <a:t>101010</a:t>
            </a:r>
            <a:endParaRPr lang="en-IN" sz="2000" b="1" dirty="0">
              <a:solidFill>
                <a:schemeClr val="accent1">
                  <a:lumMod val="75000"/>
                </a:schemeClr>
              </a:solidFill>
            </a:endParaRPr>
          </a:p>
        </p:txBody>
      </p:sp>
    </p:spTree>
    <p:extLst>
      <p:ext uri="{BB962C8B-B14F-4D97-AF65-F5344CB8AC3E}">
        <p14:creationId xmlns:p14="http://schemas.microsoft.com/office/powerpoint/2010/main" val="295604335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4D744273-7548-8BA6-1981-D5017337958F}"/>
              </a:ext>
            </a:extLst>
          </p:cNvPr>
          <p:cNvSpPr>
            <a:spLocks noGrp="1"/>
          </p:cNvSpPr>
          <p:nvPr>
            <p:ph type="ftr" sz="quarter" idx="11"/>
          </p:nvPr>
        </p:nvSpPr>
        <p:spPr/>
        <p:txBody>
          <a:bodyPr/>
          <a:lstStyle/>
          <a:p>
            <a:pPr>
              <a:defRPr/>
            </a:pPr>
            <a:r>
              <a:rPr lang="en-US" altLang="en-US"/>
              <a:t>Computer Architecture, Data Path and Control</a:t>
            </a:r>
          </a:p>
        </p:txBody>
      </p:sp>
      <p:sp>
        <p:nvSpPr>
          <p:cNvPr id="8" name="Slide Number Placeholder 5">
            <a:extLst>
              <a:ext uri="{FF2B5EF4-FFF2-40B4-BE49-F238E27FC236}">
                <a16:creationId xmlns:a16="http://schemas.microsoft.com/office/drawing/2014/main" id="{E8617D26-09DC-E579-E2D0-CF707E6E2CC5}"/>
              </a:ext>
            </a:extLst>
          </p:cNvPr>
          <p:cNvSpPr>
            <a:spLocks noGrp="1"/>
          </p:cNvSpPr>
          <p:nvPr>
            <p:ph type="sldNum" sz="quarter" idx="12"/>
          </p:nvPr>
        </p:nvSpPr>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a:latin typeface="Arial" panose="020B0604020202020204" pitchFamily="34" charset="0"/>
              </a:rPr>
              <a:t>Slide </a:t>
            </a:r>
            <a:fld id="{DD8DF63E-9BD1-4644-B21D-6C42A295AC37}" type="slidenum">
              <a:rPr lang="en-US" altLang="en-US" sz="1200">
                <a:latin typeface="Arial" panose="020B0604020202020204" pitchFamily="34" charset="0"/>
              </a:rPr>
              <a:pPr eaLnBrk="1" hangingPunct="1"/>
              <a:t>126</a:t>
            </a:fld>
            <a:endParaRPr lang="en-US" altLang="en-US" sz="1200">
              <a:latin typeface="Arial" panose="020B0604020202020204" pitchFamily="34" charset="0"/>
            </a:endParaRPr>
          </a:p>
        </p:txBody>
      </p:sp>
      <p:sp>
        <p:nvSpPr>
          <p:cNvPr id="18437" name="Rectangle 2">
            <a:extLst>
              <a:ext uri="{FF2B5EF4-FFF2-40B4-BE49-F238E27FC236}">
                <a16:creationId xmlns:a16="http://schemas.microsoft.com/office/drawing/2014/main" id="{A98F7935-113C-10FC-749C-7551D17E3A12}"/>
              </a:ext>
            </a:extLst>
          </p:cNvPr>
          <p:cNvSpPr>
            <a:spLocks noGrp="1" noChangeArrowheads="1"/>
          </p:cNvSpPr>
          <p:nvPr>
            <p:ph type="title"/>
          </p:nvPr>
        </p:nvSpPr>
        <p:spPr>
          <a:xfrm>
            <a:off x="1676400" y="457200"/>
            <a:ext cx="1371600" cy="1981200"/>
          </a:xfrm>
        </p:spPr>
        <p:txBody>
          <a:bodyPr/>
          <a:lstStyle/>
          <a:p>
            <a:pPr eaLnBrk="1" hangingPunct="1"/>
            <a:r>
              <a:rPr lang="en-US" altLang="en-US" sz="2400"/>
              <a:t>Control Signal Settings:</a:t>
            </a:r>
            <a:r>
              <a:rPr lang="en-US" altLang="en-US" sz="2000"/>
              <a:t> Repeated for Reference</a:t>
            </a:r>
          </a:p>
        </p:txBody>
      </p:sp>
      <p:sp>
        <p:nvSpPr>
          <p:cNvPr id="247812" name="Rectangle 4">
            <a:extLst>
              <a:ext uri="{FF2B5EF4-FFF2-40B4-BE49-F238E27FC236}">
                <a16:creationId xmlns:a16="http://schemas.microsoft.com/office/drawing/2014/main" id="{B8D3E586-0126-0931-EB45-31356A860164}"/>
              </a:ext>
            </a:extLst>
          </p:cNvPr>
          <p:cNvSpPr>
            <a:spLocks noChangeArrowheads="1"/>
          </p:cNvSpPr>
          <p:nvPr/>
        </p:nvSpPr>
        <p:spPr bwMode="auto">
          <a:xfrm>
            <a:off x="1524001" y="1239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en-US"/>
          </a:p>
        </p:txBody>
      </p:sp>
      <p:graphicFrame>
        <p:nvGraphicFramePr>
          <p:cNvPr id="18440" name="Object 5">
            <a:extLst>
              <a:ext uri="{FF2B5EF4-FFF2-40B4-BE49-F238E27FC236}">
                <a16:creationId xmlns:a16="http://schemas.microsoft.com/office/drawing/2014/main" id="{A2A61A6A-42CD-420F-603C-F090237A9D81}"/>
              </a:ext>
            </a:extLst>
          </p:cNvPr>
          <p:cNvGraphicFramePr>
            <a:graphicFrameLocks noChangeAspect="1"/>
          </p:cNvGraphicFramePr>
          <p:nvPr/>
        </p:nvGraphicFramePr>
        <p:xfrm>
          <a:off x="3124200" y="304801"/>
          <a:ext cx="7315200" cy="5807075"/>
        </p:xfrm>
        <a:graphic>
          <a:graphicData uri="http://schemas.openxmlformats.org/presentationml/2006/ole">
            <mc:AlternateContent xmlns:mc="http://schemas.openxmlformats.org/markup-compatibility/2006">
              <mc:Choice xmlns:v="urn:schemas-microsoft-com:vml" Requires="v">
                <p:oleObj r:id="rId2" imgW="5172075" imgH="4010025" progId="MSDraw.Drawing.8.2">
                  <p:embed/>
                </p:oleObj>
              </mc:Choice>
              <mc:Fallback>
                <p:oleObj r:id="rId2" imgW="5172075" imgH="4010025" progId="MSDraw.Drawing.8.2">
                  <p:embed/>
                  <p:pic>
                    <p:nvPicPr>
                      <p:cNvPr id="18440" name="Object 5">
                        <a:extLst>
                          <a:ext uri="{FF2B5EF4-FFF2-40B4-BE49-F238E27FC236}">
                            <a16:creationId xmlns:a16="http://schemas.microsoft.com/office/drawing/2014/main" id="{A2A61A6A-42CD-420F-603C-F090237A9D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304801"/>
                        <a:ext cx="7315200" cy="580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87482526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a:extLst>
              <a:ext uri="{FF2B5EF4-FFF2-40B4-BE49-F238E27FC236}">
                <a16:creationId xmlns:a16="http://schemas.microsoft.com/office/drawing/2014/main" id="{183457E6-B507-4B04-880E-8AA9075F829B}"/>
              </a:ext>
            </a:extLst>
          </p:cNvPr>
          <p:cNvSpPr>
            <a:spLocks noGrp="1" noChangeArrowheads="1"/>
          </p:cNvSpPr>
          <p:nvPr>
            <p:ph type="title" idx="4294967295"/>
          </p:nvPr>
        </p:nvSpPr>
        <p:spPr>
          <a:xfrm>
            <a:off x="1981200" y="533400"/>
            <a:ext cx="8229600" cy="1143000"/>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altLang="en-US"/>
              <a:t>Generating Control Signals</a:t>
            </a:r>
          </a:p>
        </p:txBody>
      </p:sp>
      <p:sp>
        <p:nvSpPr>
          <p:cNvPr id="19458" name="Rectangle 2">
            <a:extLst>
              <a:ext uri="{FF2B5EF4-FFF2-40B4-BE49-F238E27FC236}">
                <a16:creationId xmlns:a16="http://schemas.microsoft.com/office/drawing/2014/main" id="{FDF4C9AF-CF9A-269E-76A9-A9FBFEF97028}"/>
              </a:ext>
            </a:extLst>
          </p:cNvPr>
          <p:cNvSpPr>
            <a:spLocks noGrp="1" noChangeArrowheads="1"/>
          </p:cNvSpPr>
          <p:nvPr>
            <p:ph type="body" idx="4294967295"/>
          </p:nvPr>
        </p:nvSpPr>
        <p:spPr>
          <a:xfrm>
            <a:off x="1981200" y="1828801"/>
            <a:ext cx="8229600" cy="4302125"/>
          </a:xfrm>
          <a:ln/>
        </p:spPr>
        <p:txBody>
          <a:bodyPr/>
          <a:lstStyle/>
          <a:p>
            <a:pPr marL="468313" indent="-468313">
              <a:lnSpc>
                <a:spcPct val="90000"/>
              </a:lnSpc>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altLang="en-US"/>
              <a:t>The control signals are a function of </a:t>
            </a:r>
            <a:r>
              <a:rPr lang="en-IN" altLang="en-US" b="1"/>
              <a:t>op</a:t>
            </a:r>
            <a:r>
              <a:rPr lang="en-IN" altLang="en-US"/>
              <a:t> and </a:t>
            </a:r>
            <a:r>
              <a:rPr lang="en-IN" altLang="en-US" b="1"/>
              <a:t>fn</a:t>
            </a:r>
            <a:r>
              <a:rPr lang="en-IN" altLang="en-US"/>
              <a:t> fields.</a:t>
            </a:r>
          </a:p>
          <a:p>
            <a:pPr marL="468313" indent="-468313">
              <a:lnSpc>
                <a:spcPct val="90000"/>
              </a:lnSpc>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altLang="en-US"/>
              <a:t>One can express the control signals as a function of the op and fn bits.</a:t>
            </a:r>
          </a:p>
          <a:p>
            <a:pPr marL="906463" lvl="1" indent="-436563">
              <a:lnSpc>
                <a:spcPct val="90000"/>
              </a:lnSpc>
              <a:buClr>
                <a:srgbClr val="999966"/>
              </a:buClr>
              <a:buSzPct val="75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altLang="en-US"/>
              <a:t>It is quite easy</a:t>
            </a:r>
          </a:p>
          <a:p>
            <a:pPr marL="468313" indent="-468313">
              <a:lnSpc>
                <a:spcPct val="90000"/>
              </a:lnSpc>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altLang="en-US"/>
              <a:t>However, the demerit of such an approach is if the instruction set is modified, or if we add new instructions, the entire control unit needs to be redesigned.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a:extLst>
              <a:ext uri="{FF2B5EF4-FFF2-40B4-BE49-F238E27FC236}">
                <a16:creationId xmlns:a16="http://schemas.microsoft.com/office/drawing/2014/main" id="{CC318F9A-445D-9482-AE4F-D9859D9AA676}"/>
              </a:ext>
            </a:extLst>
          </p:cNvPr>
          <p:cNvSpPr>
            <a:spLocks noGrp="1" noChangeArrowheads="1"/>
          </p:cNvSpPr>
          <p:nvPr>
            <p:ph type="title" idx="4294967295"/>
          </p:nvPr>
        </p:nvSpPr>
        <p:spPr>
          <a:xfrm>
            <a:off x="1981200" y="533400"/>
            <a:ext cx="8229600" cy="1143000"/>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altLang="en-US"/>
              <a:t>The Decoder based control unit</a:t>
            </a:r>
          </a:p>
        </p:txBody>
      </p:sp>
      <p:sp>
        <p:nvSpPr>
          <p:cNvPr id="20482" name="AutoShape 2">
            <a:extLst>
              <a:ext uri="{FF2B5EF4-FFF2-40B4-BE49-F238E27FC236}">
                <a16:creationId xmlns:a16="http://schemas.microsoft.com/office/drawing/2014/main" id="{A1809395-9E8B-BE45-03ED-28F5ED4D3162}"/>
              </a:ext>
            </a:extLst>
          </p:cNvPr>
          <p:cNvSpPr>
            <a:spLocks noChangeArrowheads="1"/>
          </p:cNvSpPr>
          <p:nvPr/>
        </p:nvSpPr>
        <p:spPr bwMode="auto">
          <a:xfrm rot="5400000">
            <a:off x="1030288" y="3924300"/>
            <a:ext cx="4800600" cy="91440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CCCC00"/>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p>
        </p:txBody>
      </p:sp>
      <p:sp>
        <p:nvSpPr>
          <p:cNvPr id="20483" name="Line 3">
            <a:extLst>
              <a:ext uri="{FF2B5EF4-FFF2-40B4-BE49-F238E27FC236}">
                <a16:creationId xmlns:a16="http://schemas.microsoft.com/office/drawing/2014/main" id="{F41516A1-DDAA-35A8-BB87-CB887904CCC2}"/>
              </a:ext>
            </a:extLst>
          </p:cNvPr>
          <p:cNvSpPr>
            <a:spLocks noChangeShapeType="1"/>
          </p:cNvSpPr>
          <p:nvPr/>
        </p:nvSpPr>
        <p:spPr bwMode="auto">
          <a:xfrm>
            <a:off x="3352800" y="1981200"/>
            <a:ext cx="1588" cy="685800"/>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484" name="Text Box 4">
            <a:extLst>
              <a:ext uri="{FF2B5EF4-FFF2-40B4-BE49-F238E27FC236}">
                <a16:creationId xmlns:a16="http://schemas.microsoft.com/office/drawing/2014/main" id="{0FDC01D2-BDFF-28A2-546C-48B36959FC7D}"/>
              </a:ext>
            </a:extLst>
          </p:cNvPr>
          <p:cNvSpPr txBox="1">
            <a:spLocks noChangeArrowheads="1"/>
          </p:cNvSpPr>
          <p:nvPr/>
        </p:nvSpPr>
        <p:spPr bwMode="auto">
          <a:xfrm>
            <a:off x="2895600" y="2057401"/>
            <a:ext cx="10668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500"/>
              </a:spcBef>
            </a:pPr>
            <a:r>
              <a:rPr lang="en-IN" altLang="en-US" sz="2400" b="1">
                <a:latin typeface="Times New Roman" panose="02020603050405020304" pitchFamily="18" charset="0"/>
              </a:rPr>
              <a:t>op</a:t>
            </a:r>
          </a:p>
        </p:txBody>
      </p:sp>
      <p:sp>
        <p:nvSpPr>
          <p:cNvPr id="20485" name="Line 5">
            <a:extLst>
              <a:ext uri="{FF2B5EF4-FFF2-40B4-BE49-F238E27FC236}">
                <a16:creationId xmlns:a16="http://schemas.microsoft.com/office/drawing/2014/main" id="{16D62BDE-A623-4733-703A-68054D78D4EC}"/>
              </a:ext>
            </a:extLst>
          </p:cNvPr>
          <p:cNvSpPr>
            <a:spLocks noChangeShapeType="1"/>
          </p:cNvSpPr>
          <p:nvPr/>
        </p:nvSpPr>
        <p:spPr bwMode="auto">
          <a:xfrm>
            <a:off x="2209800" y="42672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486" name="Text Box 6">
            <a:extLst>
              <a:ext uri="{FF2B5EF4-FFF2-40B4-BE49-F238E27FC236}">
                <a16:creationId xmlns:a16="http://schemas.microsoft.com/office/drawing/2014/main" id="{0C404184-B863-6576-38C2-727557C184E6}"/>
              </a:ext>
            </a:extLst>
          </p:cNvPr>
          <p:cNvSpPr txBox="1">
            <a:spLocks noChangeArrowheads="1"/>
          </p:cNvSpPr>
          <p:nvPr/>
        </p:nvSpPr>
        <p:spPr bwMode="auto">
          <a:xfrm>
            <a:off x="1828800" y="3810000"/>
            <a:ext cx="990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1</a:t>
            </a:r>
          </a:p>
        </p:txBody>
      </p:sp>
      <p:sp>
        <p:nvSpPr>
          <p:cNvPr id="20487" name="AutoShape 7">
            <a:extLst>
              <a:ext uri="{FF2B5EF4-FFF2-40B4-BE49-F238E27FC236}">
                <a16:creationId xmlns:a16="http://schemas.microsoft.com/office/drawing/2014/main" id="{0D27E33A-559C-8632-B8A4-BCB4D04E3AB4}"/>
              </a:ext>
            </a:extLst>
          </p:cNvPr>
          <p:cNvSpPr>
            <a:spLocks noChangeArrowheads="1"/>
          </p:cNvSpPr>
          <p:nvPr/>
        </p:nvSpPr>
        <p:spPr bwMode="auto">
          <a:xfrm rot="5400000">
            <a:off x="4840288" y="3848100"/>
            <a:ext cx="4800600" cy="91440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CCCC00"/>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p>
        </p:txBody>
      </p:sp>
      <p:sp>
        <p:nvSpPr>
          <p:cNvPr id="20488" name="Text Box 8">
            <a:extLst>
              <a:ext uri="{FF2B5EF4-FFF2-40B4-BE49-F238E27FC236}">
                <a16:creationId xmlns:a16="http://schemas.microsoft.com/office/drawing/2014/main" id="{1AE988DF-3750-3CE9-A9DA-D7C0D4D550F1}"/>
              </a:ext>
            </a:extLst>
          </p:cNvPr>
          <p:cNvSpPr txBox="1">
            <a:spLocks noChangeArrowheads="1"/>
          </p:cNvSpPr>
          <p:nvPr/>
        </p:nvSpPr>
        <p:spPr bwMode="auto">
          <a:xfrm>
            <a:off x="6477000" y="2057401"/>
            <a:ext cx="10668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500"/>
              </a:spcBef>
            </a:pPr>
            <a:r>
              <a:rPr lang="en-IN" altLang="en-US" sz="2400" b="1">
                <a:latin typeface="Times New Roman" panose="02020603050405020304" pitchFamily="18" charset="0"/>
              </a:rPr>
              <a:t>fn</a:t>
            </a:r>
          </a:p>
        </p:txBody>
      </p:sp>
      <p:sp>
        <p:nvSpPr>
          <p:cNvPr id="20489" name="Line 9">
            <a:extLst>
              <a:ext uri="{FF2B5EF4-FFF2-40B4-BE49-F238E27FC236}">
                <a16:creationId xmlns:a16="http://schemas.microsoft.com/office/drawing/2014/main" id="{67D391F7-C947-B44E-934F-C5A34F35AD17}"/>
              </a:ext>
            </a:extLst>
          </p:cNvPr>
          <p:cNvSpPr>
            <a:spLocks noChangeShapeType="1"/>
          </p:cNvSpPr>
          <p:nvPr/>
        </p:nvSpPr>
        <p:spPr bwMode="auto">
          <a:xfrm>
            <a:off x="7162800" y="1905000"/>
            <a:ext cx="1588" cy="685800"/>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490" name="Line 10">
            <a:extLst>
              <a:ext uri="{FF2B5EF4-FFF2-40B4-BE49-F238E27FC236}">
                <a16:creationId xmlns:a16="http://schemas.microsoft.com/office/drawing/2014/main" id="{6C80F8DD-A04A-F4B0-C5DB-CA72E4990AF1}"/>
              </a:ext>
            </a:extLst>
          </p:cNvPr>
          <p:cNvSpPr>
            <a:spLocks noChangeShapeType="1"/>
          </p:cNvSpPr>
          <p:nvPr/>
        </p:nvSpPr>
        <p:spPr bwMode="auto">
          <a:xfrm>
            <a:off x="3886200" y="2286000"/>
            <a:ext cx="2133600" cy="1588"/>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491" name="Line 11">
            <a:extLst>
              <a:ext uri="{FF2B5EF4-FFF2-40B4-BE49-F238E27FC236}">
                <a16:creationId xmlns:a16="http://schemas.microsoft.com/office/drawing/2014/main" id="{D1267573-3C7A-8B3E-6B66-43280E1C893A}"/>
              </a:ext>
            </a:extLst>
          </p:cNvPr>
          <p:cNvSpPr>
            <a:spLocks noChangeShapeType="1"/>
          </p:cNvSpPr>
          <p:nvPr/>
        </p:nvSpPr>
        <p:spPr bwMode="auto">
          <a:xfrm>
            <a:off x="5967414" y="2286000"/>
            <a:ext cx="1587" cy="2057400"/>
          </a:xfrm>
          <a:prstGeom prst="line">
            <a:avLst/>
          </a:prstGeom>
          <a:noFill/>
          <a:ln w="93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492" name="Line 12">
            <a:extLst>
              <a:ext uri="{FF2B5EF4-FFF2-40B4-BE49-F238E27FC236}">
                <a16:creationId xmlns:a16="http://schemas.microsoft.com/office/drawing/2014/main" id="{7C068CCB-EA6D-9E4A-FD90-97E5A1E973BC}"/>
              </a:ext>
            </a:extLst>
          </p:cNvPr>
          <p:cNvSpPr>
            <a:spLocks noChangeShapeType="1"/>
          </p:cNvSpPr>
          <p:nvPr/>
        </p:nvSpPr>
        <p:spPr bwMode="auto">
          <a:xfrm>
            <a:off x="5943600" y="4343400"/>
            <a:ext cx="8382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493" name="Line 13">
            <a:extLst>
              <a:ext uri="{FF2B5EF4-FFF2-40B4-BE49-F238E27FC236}">
                <a16:creationId xmlns:a16="http://schemas.microsoft.com/office/drawing/2014/main" id="{766A3FDA-0163-4BA9-22EC-92ECFC64AE6A}"/>
              </a:ext>
            </a:extLst>
          </p:cNvPr>
          <p:cNvSpPr>
            <a:spLocks noChangeShapeType="1"/>
          </p:cNvSpPr>
          <p:nvPr/>
        </p:nvSpPr>
        <p:spPr bwMode="auto">
          <a:xfrm>
            <a:off x="3886200" y="25908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494" name="Line 14">
            <a:extLst>
              <a:ext uri="{FF2B5EF4-FFF2-40B4-BE49-F238E27FC236}">
                <a16:creationId xmlns:a16="http://schemas.microsoft.com/office/drawing/2014/main" id="{6694A11A-2F7A-0B50-F969-BAA104A9BB76}"/>
              </a:ext>
            </a:extLst>
          </p:cNvPr>
          <p:cNvSpPr>
            <a:spLocks noChangeShapeType="1"/>
          </p:cNvSpPr>
          <p:nvPr/>
        </p:nvSpPr>
        <p:spPr bwMode="auto">
          <a:xfrm>
            <a:off x="3886200" y="28956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495" name="Line 15">
            <a:extLst>
              <a:ext uri="{FF2B5EF4-FFF2-40B4-BE49-F238E27FC236}">
                <a16:creationId xmlns:a16="http://schemas.microsoft.com/office/drawing/2014/main" id="{50A80533-411C-2257-27E1-963AFCE9B41E}"/>
              </a:ext>
            </a:extLst>
          </p:cNvPr>
          <p:cNvSpPr>
            <a:spLocks noChangeShapeType="1"/>
          </p:cNvSpPr>
          <p:nvPr/>
        </p:nvSpPr>
        <p:spPr bwMode="auto">
          <a:xfrm>
            <a:off x="3886200" y="32004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496" name="Line 16">
            <a:extLst>
              <a:ext uri="{FF2B5EF4-FFF2-40B4-BE49-F238E27FC236}">
                <a16:creationId xmlns:a16="http://schemas.microsoft.com/office/drawing/2014/main" id="{9627AB5E-9259-A6DC-7E93-B6B5FEFA7671}"/>
              </a:ext>
            </a:extLst>
          </p:cNvPr>
          <p:cNvSpPr>
            <a:spLocks noChangeShapeType="1"/>
          </p:cNvSpPr>
          <p:nvPr/>
        </p:nvSpPr>
        <p:spPr bwMode="auto">
          <a:xfrm>
            <a:off x="3886200" y="35052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497" name="Line 17">
            <a:extLst>
              <a:ext uri="{FF2B5EF4-FFF2-40B4-BE49-F238E27FC236}">
                <a16:creationId xmlns:a16="http://schemas.microsoft.com/office/drawing/2014/main" id="{C003100C-DBED-F5C5-975D-A1A4EC5863A8}"/>
              </a:ext>
            </a:extLst>
          </p:cNvPr>
          <p:cNvSpPr>
            <a:spLocks noChangeShapeType="1"/>
          </p:cNvSpPr>
          <p:nvPr/>
        </p:nvSpPr>
        <p:spPr bwMode="auto">
          <a:xfrm>
            <a:off x="3886200" y="38100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498" name="Line 18">
            <a:extLst>
              <a:ext uri="{FF2B5EF4-FFF2-40B4-BE49-F238E27FC236}">
                <a16:creationId xmlns:a16="http://schemas.microsoft.com/office/drawing/2014/main" id="{3DF39FD9-2256-82DD-4252-19E9C3B9F490}"/>
              </a:ext>
            </a:extLst>
          </p:cNvPr>
          <p:cNvSpPr>
            <a:spLocks noChangeShapeType="1"/>
          </p:cNvSpPr>
          <p:nvPr/>
        </p:nvSpPr>
        <p:spPr bwMode="auto">
          <a:xfrm>
            <a:off x="3886200" y="41148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499" name="Line 19">
            <a:extLst>
              <a:ext uri="{FF2B5EF4-FFF2-40B4-BE49-F238E27FC236}">
                <a16:creationId xmlns:a16="http://schemas.microsoft.com/office/drawing/2014/main" id="{3E1A0E1F-7A68-CAAC-BED9-A7C8389A1F51}"/>
              </a:ext>
            </a:extLst>
          </p:cNvPr>
          <p:cNvSpPr>
            <a:spLocks noChangeShapeType="1"/>
          </p:cNvSpPr>
          <p:nvPr/>
        </p:nvSpPr>
        <p:spPr bwMode="auto">
          <a:xfrm>
            <a:off x="3810000" y="44958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500" name="Line 20">
            <a:extLst>
              <a:ext uri="{FF2B5EF4-FFF2-40B4-BE49-F238E27FC236}">
                <a16:creationId xmlns:a16="http://schemas.microsoft.com/office/drawing/2014/main" id="{BAFDE1D0-6ABA-8E3B-1003-10E855F29B0D}"/>
              </a:ext>
            </a:extLst>
          </p:cNvPr>
          <p:cNvSpPr>
            <a:spLocks noChangeShapeType="1"/>
          </p:cNvSpPr>
          <p:nvPr/>
        </p:nvSpPr>
        <p:spPr bwMode="auto">
          <a:xfrm>
            <a:off x="3886200" y="48768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501" name="Line 21">
            <a:extLst>
              <a:ext uri="{FF2B5EF4-FFF2-40B4-BE49-F238E27FC236}">
                <a16:creationId xmlns:a16="http://schemas.microsoft.com/office/drawing/2014/main" id="{A7FC3A88-206D-9755-A800-E21B033634AA}"/>
              </a:ext>
            </a:extLst>
          </p:cNvPr>
          <p:cNvSpPr>
            <a:spLocks noChangeShapeType="1"/>
          </p:cNvSpPr>
          <p:nvPr/>
        </p:nvSpPr>
        <p:spPr bwMode="auto">
          <a:xfrm>
            <a:off x="3886200" y="52578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502" name="Line 22">
            <a:extLst>
              <a:ext uri="{FF2B5EF4-FFF2-40B4-BE49-F238E27FC236}">
                <a16:creationId xmlns:a16="http://schemas.microsoft.com/office/drawing/2014/main" id="{EF0DDB6E-AB5B-0146-7699-F2C1DD2DD084}"/>
              </a:ext>
            </a:extLst>
          </p:cNvPr>
          <p:cNvSpPr>
            <a:spLocks noChangeShapeType="1"/>
          </p:cNvSpPr>
          <p:nvPr/>
        </p:nvSpPr>
        <p:spPr bwMode="auto">
          <a:xfrm>
            <a:off x="3886200" y="56388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503" name="Line 23">
            <a:extLst>
              <a:ext uri="{FF2B5EF4-FFF2-40B4-BE49-F238E27FC236}">
                <a16:creationId xmlns:a16="http://schemas.microsoft.com/office/drawing/2014/main" id="{F4848626-F8C1-F51F-9396-C1E93D026036}"/>
              </a:ext>
            </a:extLst>
          </p:cNvPr>
          <p:cNvSpPr>
            <a:spLocks noChangeShapeType="1"/>
          </p:cNvSpPr>
          <p:nvPr/>
        </p:nvSpPr>
        <p:spPr bwMode="auto">
          <a:xfrm>
            <a:off x="3886200" y="59436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504" name="Line 24">
            <a:extLst>
              <a:ext uri="{FF2B5EF4-FFF2-40B4-BE49-F238E27FC236}">
                <a16:creationId xmlns:a16="http://schemas.microsoft.com/office/drawing/2014/main" id="{871A9B10-73CD-BCD8-0DA3-75BFE7010BC0}"/>
              </a:ext>
            </a:extLst>
          </p:cNvPr>
          <p:cNvSpPr>
            <a:spLocks noChangeShapeType="1"/>
          </p:cNvSpPr>
          <p:nvPr/>
        </p:nvSpPr>
        <p:spPr bwMode="auto">
          <a:xfrm>
            <a:off x="3886200" y="62484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505" name="Line 25">
            <a:extLst>
              <a:ext uri="{FF2B5EF4-FFF2-40B4-BE49-F238E27FC236}">
                <a16:creationId xmlns:a16="http://schemas.microsoft.com/office/drawing/2014/main" id="{AB02DBE4-3491-E524-C57A-5C0661941AE2}"/>
              </a:ext>
            </a:extLst>
          </p:cNvPr>
          <p:cNvSpPr>
            <a:spLocks noChangeShapeType="1"/>
          </p:cNvSpPr>
          <p:nvPr/>
        </p:nvSpPr>
        <p:spPr bwMode="auto">
          <a:xfrm>
            <a:off x="3886200" y="65532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506" name="Text Box 26">
            <a:extLst>
              <a:ext uri="{FF2B5EF4-FFF2-40B4-BE49-F238E27FC236}">
                <a16:creationId xmlns:a16="http://schemas.microsoft.com/office/drawing/2014/main" id="{40B39145-8730-B0D7-7555-F123C8CBDF5C}"/>
              </a:ext>
            </a:extLst>
          </p:cNvPr>
          <p:cNvSpPr txBox="1">
            <a:spLocks noChangeArrowheads="1"/>
          </p:cNvSpPr>
          <p:nvPr/>
        </p:nvSpPr>
        <p:spPr bwMode="auto">
          <a:xfrm>
            <a:off x="4495800" y="1905000"/>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RtypeInst</a:t>
            </a:r>
          </a:p>
        </p:txBody>
      </p:sp>
      <p:sp>
        <p:nvSpPr>
          <p:cNvPr id="20507" name="Text Box 27">
            <a:extLst>
              <a:ext uri="{FF2B5EF4-FFF2-40B4-BE49-F238E27FC236}">
                <a16:creationId xmlns:a16="http://schemas.microsoft.com/office/drawing/2014/main" id="{E56663A8-9486-82E7-8436-083D429BCC94}"/>
              </a:ext>
            </a:extLst>
          </p:cNvPr>
          <p:cNvSpPr txBox="1">
            <a:spLocks noChangeArrowheads="1"/>
          </p:cNvSpPr>
          <p:nvPr/>
        </p:nvSpPr>
        <p:spPr bwMode="auto">
          <a:xfrm>
            <a:off x="4572000" y="2376488"/>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bltzInst</a:t>
            </a:r>
          </a:p>
        </p:txBody>
      </p:sp>
      <p:sp>
        <p:nvSpPr>
          <p:cNvPr id="20508" name="Text Box 28">
            <a:extLst>
              <a:ext uri="{FF2B5EF4-FFF2-40B4-BE49-F238E27FC236}">
                <a16:creationId xmlns:a16="http://schemas.microsoft.com/office/drawing/2014/main" id="{8330A638-2AEF-C490-7E06-14D3A3DC4FD3}"/>
              </a:ext>
            </a:extLst>
          </p:cNvPr>
          <p:cNvSpPr txBox="1">
            <a:spLocks noChangeArrowheads="1"/>
          </p:cNvSpPr>
          <p:nvPr/>
        </p:nvSpPr>
        <p:spPr bwMode="auto">
          <a:xfrm>
            <a:off x="4648200" y="2667000"/>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jInst</a:t>
            </a:r>
          </a:p>
        </p:txBody>
      </p:sp>
      <p:sp>
        <p:nvSpPr>
          <p:cNvPr id="20509" name="Text Box 29">
            <a:extLst>
              <a:ext uri="{FF2B5EF4-FFF2-40B4-BE49-F238E27FC236}">
                <a16:creationId xmlns:a16="http://schemas.microsoft.com/office/drawing/2014/main" id="{43AFB300-3021-6A94-4DA7-040B97933920}"/>
              </a:ext>
            </a:extLst>
          </p:cNvPr>
          <p:cNvSpPr txBox="1">
            <a:spLocks noChangeArrowheads="1"/>
          </p:cNvSpPr>
          <p:nvPr/>
        </p:nvSpPr>
        <p:spPr bwMode="auto">
          <a:xfrm>
            <a:off x="4648200" y="2986088"/>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jalInst</a:t>
            </a:r>
          </a:p>
        </p:txBody>
      </p:sp>
      <p:sp>
        <p:nvSpPr>
          <p:cNvPr id="20510" name="Text Box 30">
            <a:extLst>
              <a:ext uri="{FF2B5EF4-FFF2-40B4-BE49-F238E27FC236}">
                <a16:creationId xmlns:a16="http://schemas.microsoft.com/office/drawing/2014/main" id="{53418C81-B11E-67E5-50D5-7497247DC00F}"/>
              </a:ext>
            </a:extLst>
          </p:cNvPr>
          <p:cNvSpPr txBox="1">
            <a:spLocks noChangeArrowheads="1"/>
          </p:cNvSpPr>
          <p:nvPr/>
        </p:nvSpPr>
        <p:spPr bwMode="auto">
          <a:xfrm>
            <a:off x="4648200" y="3290888"/>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beqInst</a:t>
            </a:r>
          </a:p>
        </p:txBody>
      </p:sp>
      <p:sp>
        <p:nvSpPr>
          <p:cNvPr id="20511" name="Text Box 31">
            <a:extLst>
              <a:ext uri="{FF2B5EF4-FFF2-40B4-BE49-F238E27FC236}">
                <a16:creationId xmlns:a16="http://schemas.microsoft.com/office/drawing/2014/main" id="{535C8585-A989-12C2-C61C-9E3A8561888A}"/>
              </a:ext>
            </a:extLst>
          </p:cNvPr>
          <p:cNvSpPr txBox="1">
            <a:spLocks noChangeArrowheads="1"/>
          </p:cNvSpPr>
          <p:nvPr/>
        </p:nvSpPr>
        <p:spPr bwMode="auto">
          <a:xfrm>
            <a:off x="4648200" y="3595688"/>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bneInst</a:t>
            </a:r>
          </a:p>
        </p:txBody>
      </p:sp>
      <p:sp>
        <p:nvSpPr>
          <p:cNvPr id="20512" name="Text Box 32">
            <a:extLst>
              <a:ext uri="{FF2B5EF4-FFF2-40B4-BE49-F238E27FC236}">
                <a16:creationId xmlns:a16="http://schemas.microsoft.com/office/drawing/2014/main" id="{205C4F71-13D9-75DE-EBE1-A994896116CE}"/>
              </a:ext>
            </a:extLst>
          </p:cNvPr>
          <p:cNvSpPr txBox="1">
            <a:spLocks noChangeArrowheads="1"/>
          </p:cNvSpPr>
          <p:nvPr/>
        </p:nvSpPr>
        <p:spPr bwMode="auto">
          <a:xfrm>
            <a:off x="4648200" y="3900488"/>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addiInst</a:t>
            </a:r>
          </a:p>
        </p:txBody>
      </p:sp>
      <p:sp>
        <p:nvSpPr>
          <p:cNvPr id="20513" name="Text Box 33">
            <a:extLst>
              <a:ext uri="{FF2B5EF4-FFF2-40B4-BE49-F238E27FC236}">
                <a16:creationId xmlns:a16="http://schemas.microsoft.com/office/drawing/2014/main" id="{14188A19-AD14-BD7E-5654-641A7A7F28E1}"/>
              </a:ext>
            </a:extLst>
          </p:cNvPr>
          <p:cNvSpPr txBox="1">
            <a:spLocks noChangeArrowheads="1"/>
          </p:cNvSpPr>
          <p:nvPr/>
        </p:nvSpPr>
        <p:spPr bwMode="auto">
          <a:xfrm>
            <a:off x="4495800" y="4267200"/>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 sltiInst</a:t>
            </a:r>
          </a:p>
        </p:txBody>
      </p:sp>
      <p:sp>
        <p:nvSpPr>
          <p:cNvPr id="20514" name="Text Box 34">
            <a:extLst>
              <a:ext uri="{FF2B5EF4-FFF2-40B4-BE49-F238E27FC236}">
                <a16:creationId xmlns:a16="http://schemas.microsoft.com/office/drawing/2014/main" id="{E7B00868-4003-70D5-B47A-01DEFB021BFC}"/>
              </a:ext>
            </a:extLst>
          </p:cNvPr>
          <p:cNvSpPr txBox="1">
            <a:spLocks noChangeArrowheads="1"/>
          </p:cNvSpPr>
          <p:nvPr/>
        </p:nvSpPr>
        <p:spPr bwMode="auto">
          <a:xfrm>
            <a:off x="4572000" y="4662488"/>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 andiInst</a:t>
            </a:r>
          </a:p>
        </p:txBody>
      </p:sp>
      <p:sp>
        <p:nvSpPr>
          <p:cNvPr id="20515" name="Text Box 35">
            <a:extLst>
              <a:ext uri="{FF2B5EF4-FFF2-40B4-BE49-F238E27FC236}">
                <a16:creationId xmlns:a16="http://schemas.microsoft.com/office/drawing/2014/main" id="{CCF05D0B-23CF-7FA4-C082-30F917F4D535}"/>
              </a:ext>
            </a:extLst>
          </p:cNvPr>
          <p:cNvSpPr txBox="1">
            <a:spLocks noChangeArrowheads="1"/>
          </p:cNvSpPr>
          <p:nvPr/>
        </p:nvSpPr>
        <p:spPr bwMode="auto">
          <a:xfrm>
            <a:off x="4572000" y="5043488"/>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 oriInst</a:t>
            </a:r>
          </a:p>
        </p:txBody>
      </p:sp>
      <p:sp>
        <p:nvSpPr>
          <p:cNvPr id="20516" name="Text Box 36">
            <a:extLst>
              <a:ext uri="{FF2B5EF4-FFF2-40B4-BE49-F238E27FC236}">
                <a16:creationId xmlns:a16="http://schemas.microsoft.com/office/drawing/2014/main" id="{1ED6D26F-6FE3-489A-47F4-E2FE8C0020AF}"/>
              </a:ext>
            </a:extLst>
          </p:cNvPr>
          <p:cNvSpPr txBox="1">
            <a:spLocks noChangeArrowheads="1"/>
          </p:cNvSpPr>
          <p:nvPr/>
        </p:nvSpPr>
        <p:spPr bwMode="auto">
          <a:xfrm>
            <a:off x="4572000" y="5424488"/>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 xoriInst</a:t>
            </a:r>
          </a:p>
        </p:txBody>
      </p:sp>
      <p:sp>
        <p:nvSpPr>
          <p:cNvPr id="20517" name="Text Box 37">
            <a:extLst>
              <a:ext uri="{FF2B5EF4-FFF2-40B4-BE49-F238E27FC236}">
                <a16:creationId xmlns:a16="http://schemas.microsoft.com/office/drawing/2014/main" id="{F06F4630-3226-E75F-7110-7F3F154AA440}"/>
              </a:ext>
            </a:extLst>
          </p:cNvPr>
          <p:cNvSpPr txBox="1">
            <a:spLocks noChangeArrowheads="1"/>
          </p:cNvSpPr>
          <p:nvPr/>
        </p:nvSpPr>
        <p:spPr bwMode="auto">
          <a:xfrm>
            <a:off x="4572000" y="5729288"/>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 luiiInst</a:t>
            </a:r>
          </a:p>
        </p:txBody>
      </p:sp>
      <p:sp>
        <p:nvSpPr>
          <p:cNvPr id="20518" name="Text Box 38">
            <a:extLst>
              <a:ext uri="{FF2B5EF4-FFF2-40B4-BE49-F238E27FC236}">
                <a16:creationId xmlns:a16="http://schemas.microsoft.com/office/drawing/2014/main" id="{D06DF7E9-ED0B-B252-8C59-9254BD939EB9}"/>
              </a:ext>
            </a:extLst>
          </p:cNvPr>
          <p:cNvSpPr txBox="1">
            <a:spLocks noChangeArrowheads="1"/>
          </p:cNvSpPr>
          <p:nvPr/>
        </p:nvSpPr>
        <p:spPr bwMode="auto">
          <a:xfrm>
            <a:off x="4572000" y="6034088"/>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 lwInst</a:t>
            </a:r>
          </a:p>
        </p:txBody>
      </p:sp>
      <p:sp>
        <p:nvSpPr>
          <p:cNvPr id="20519" name="Text Box 39">
            <a:extLst>
              <a:ext uri="{FF2B5EF4-FFF2-40B4-BE49-F238E27FC236}">
                <a16:creationId xmlns:a16="http://schemas.microsoft.com/office/drawing/2014/main" id="{98A7CAC5-A850-2699-BBF5-65BB47BA5B82}"/>
              </a:ext>
            </a:extLst>
          </p:cNvPr>
          <p:cNvSpPr txBox="1">
            <a:spLocks noChangeArrowheads="1"/>
          </p:cNvSpPr>
          <p:nvPr/>
        </p:nvSpPr>
        <p:spPr bwMode="auto">
          <a:xfrm>
            <a:off x="4572000" y="6338888"/>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 swInst</a:t>
            </a:r>
          </a:p>
        </p:txBody>
      </p:sp>
      <p:sp>
        <p:nvSpPr>
          <p:cNvPr id="20520" name="Text Box 40">
            <a:extLst>
              <a:ext uri="{FF2B5EF4-FFF2-40B4-BE49-F238E27FC236}">
                <a16:creationId xmlns:a16="http://schemas.microsoft.com/office/drawing/2014/main" id="{06B80177-6AA4-9AF4-AEA3-CE0F631EEC56}"/>
              </a:ext>
            </a:extLst>
          </p:cNvPr>
          <p:cNvSpPr txBox="1">
            <a:spLocks noChangeArrowheads="1"/>
          </p:cNvSpPr>
          <p:nvPr/>
        </p:nvSpPr>
        <p:spPr bwMode="auto">
          <a:xfrm>
            <a:off x="7315200" y="6096000"/>
            <a:ext cx="533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42</a:t>
            </a:r>
          </a:p>
        </p:txBody>
      </p:sp>
      <p:sp>
        <p:nvSpPr>
          <p:cNvPr id="20521" name="Text Box 41">
            <a:extLst>
              <a:ext uri="{FF2B5EF4-FFF2-40B4-BE49-F238E27FC236}">
                <a16:creationId xmlns:a16="http://schemas.microsoft.com/office/drawing/2014/main" id="{C7BFA625-56D1-EF1D-F0F1-15D0BDB0D7CA}"/>
              </a:ext>
            </a:extLst>
          </p:cNvPr>
          <p:cNvSpPr txBox="1">
            <a:spLocks noChangeArrowheads="1"/>
          </p:cNvSpPr>
          <p:nvPr/>
        </p:nvSpPr>
        <p:spPr bwMode="auto">
          <a:xfrm>
            <a:off x="3657600" y="2057400"/>
            <a:ext cx="3810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0</a:t>
            </a:r>
          </a:p>
        </p:txBody>
      </p:sp>
      <p:sp>
        <p:nvSpPr>
          <p:cNvPr id="20522" name="Text Box 42">
            <a:extLst>
              <a:ext uri="{FF2B5EF4-FFF2-40B4-BE49-F238E27FC236}">
                <a16:creationId xmlns:a16="http://schemas.microsoft.com/office/drawing/2014/main" id="{4D729547-3A05-8EDC-004D-6E31C37F124C}"/>
              </a:ext>
            </a:extLst>
          </p:cNvPr>
          <p:cNvSpPr txBox="1">
            <a:spLocks noChangeArrowheads="1"/>
          </p:cNvSpPr>
          <p:nvPr/>
        </p:nvSpPr>
        <p:spPr bwMode="auto">
          <a:xfrm>
            <a:off x="3633788" y="2286000"/>
            <a:ext cx="3810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1</a:t>
            </a:r>
          </a:p>
        </p:txBody>
      </p:sp>
      <p:sp>
        <p:nvSpPr>
          <p:cNvPr id="20523" name="Text Box 43">
            <a:extLst>
              <a:ext uri="{FF2B5EF4-FFF2-40B4-BE49-F238E27FC236}">
                <a16:creationId xmlns:a16="http://schemas.microsoft.com/office/drawing/2014/main" id="{7AE90B8E-E8E7-FB7F-9E80-076DFB93402B}"/>
              </a:ext>
            </a:extLst>
          </p:cNvPr>
          <p:cNvSpPr txBox="1">
            <a:spLocks noChangeArrowheads="1"/>
          </p:cNvSpPr>
          <p:nvPr/>
        </p:nvSpPr>
        <p:spPr bwMode="auto">
          <a:xfrm>
            <a:off x="3629025" y="2643188"/>
            <a:ext cx="3810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2</a:t>
            </a:r>
          </a:p>
        </p:txBody>
      </p:sp>
      <p:sp>
        <p:nvSpPr>
          <p:cNvPr id="20524" name="Text Box 44">
            <a:extLst>
              <a:ext uri="{FF2B5EF4-FFF2-40B4-BE49-F238E27FC236}">
                <a16:creationId xmlns:a16="http://schemas.microsoft.com/office/drawing/2014/main" id="{FDEF7CD7-735A-9979-4BE5-B6D64A2F7126}"/>
              </a:ext>
            </a:extLst>
          </p:cNvPr>
          <p:cNvSpPr txBox="1">
            <a:spLocks noChangeArrowheads="1"/>
          </p:cNvSpPr>
          <p:nvPr/>
        </p:nvSpPr>
        <p:spPr bwMode="auto">
          <a:xfrm>
            <a:off x="3657600" y="2933700"/>
            <a:ext cx="3810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3</a:t>
            </a:r>
          </a:p>
        </p:txBody>
      </p:sp>
      <p:sp>
        <p:nvSpPr>
          <p:cNvPr id="20525" name="Text Box 45">
            <a:extLst>
              <a:ext uri="{FF2B5EF4-FFF2-40B4-BE49-F238E27FC236}">
                <a16:creationId xmlns:a16="http://schemas.microsoft.com/office/drawing/2014/main" id="{AE73D918-7C74-6762-A18B-6EE804943498}"/>
              </a:ext>
            </a:extLst>
          </p:cNvPr>
          <p:cNvSpPr txBox="1">
            <a:spLocks noChangeArrowheads="1"/>
          </p:cNvSpPr>
          <p:nvPr/>
        </p:nvSpPr>
        <p:spPr bwMode="auto">
          <a:xfrm>
            <a:off x="3629025" y="3214688"/>
            <a:ext cx="3810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4</a:t>
            </a:r>
          </a:p>
        </p:txBody>
      </p:sp>
      <p:sp>
        <p:nvSpPr>
          <p:cNvPr id="20526" name="Text Box 46">
            <a:extLst>
              <a:ext uri="{FF2B5EF4-FFF2-40B4-BE49-F238E27FC236}">
                <a16:creationId xmlns:a16="http://schemas.microsoft.com/office/drawing/2014/main" id="{CC73F717-143B-F577-D077-26E6D47C454C}"/>
              </a:ext>
            </a:extLst>
          </p:cNvPr>
          <p:cNvSpPr txBox="1">
            <a:spLocks noChangeArrowheads="1"/>
          </p:cNvSpPr>
          <p:nvPr/>
        </p:nvSpPr>
        <p:spPr bwMode="auto">
          <a:xfrm>
            <a:off x="3605213" y="3490913"/>
            <a:ext cx="3810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5</a:t>
            </a:r>
          </a:p>
        </p:txBody>
      </p:sp>
      <p:sp>
        <p:nvSpPr>
          <p:cNvPr id="20527" name="Text Box 47">
            <a:extLst>
              <a:ext uri="{FF2B5EF4-FFF2-40B4-BE49-F238E27FC236}">
                <a16:creationId xmlns:a16="http://schemas.microsoft.com/office/drawing/2014/main" id="{CAEDC505-6F12-51CE-FB22-0CB4011C6BB2}"/>
              </a:ext>
            </a:extLst>
          </p:cNvPr>
          <p:cNvSpPr txBox="1">
            <a:spLocks noChangeArrowheads="1"/>
          </p:cNvSpPr>
          <p:nvPr/>
        </p:nvSpPr>
        <p:spPr bwMode="auto">
          <a:xfrm>
            <a:off x="3605213" y="3848100"/>
            <a:ext cx="3810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8</a:t>
            </a:r>
          </a:p>
        </p:txBody>
      </p:sp>
      <p:sp>
        <p:nvSpPr>
          <p:cNvPr id="20528" name="Text Box 48">
            <a:extLst>
              <a:ext uri="{FF2B5EF4-FFF2-40B4-BE49-F238E27FC236}">
                <a16:creationId xmlns:a16="http://schemas.microsoft.com/office/drawing/2014/main" id="{5D3B29BF-A46E-52D0-A73E-4AA8814B9CE8}"/>
              </a:ext>
            </a:extLst>
          </p:cNvPr>
          <p:cNvSpPr txBox="1">
            <a:spLocks noChangeArrowheads="1"/>
          </p:cNvSpPr>
          <p:nvPr/>
        </p:nvSpPr>
        <p:spPr bwMode="auto">
          <a:xfrm>
            <a:off x="3505200" y="4176713"/>
            <a:ext cx="533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10</a:t>
            </a:r>
          </a:p>
        </p:txBody>
      </p:sp>
      <p:sp>
        <p:nvSpPr>
          <p:cNvPr id="20529" name="Text Box 49">
            <a:extLst>
              <a:ext uri="{FF2B5EF4-FFF2-40B4-BE49-F238E27FC236}">
                <a16:creationId xmlns:a16="http://schemas.microsoft.com/office/drawing/2014/main" id="{5726E099-647F-2A02-F525-FF6FAEE517B3}"/>
              </a:ext>
            </a:extLst>
          </p:cNvPr>
          <p:cNvSpPr txBox="1">
            <a:spLocks noChangeArrowheads="1"/>
          </p:cNvSpPr>
          <p:nvPr/>
        </p:nvSpPr>
        <p:spPr bwMode="auto">
          <a:xfrm>
            <a:off x="3505200" y="4605338"/>
            <a:ext cx="533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12</a:t>
            </a:r>
          </a:p>
        </p:txBody>
      </p:sp>
      <p:sp>
        <p:nvSpPr>
          <p:cNvPr id="20530" name="Text Box 50">
            <a:extLst>
              <a:ext uri="{FF2B5EF4-FFF2-40B4-BE49-F238E27FC236}">
                <a16:creationId xmlns:a16="http://schemas.microsoft.com/office/drawing/2014/main" id="{0CAAF7AB-18E7-ED48-DA9B-DCDF35D39D12}"/>
              </a:ext>
            </a:extLst>
          </p:cNvPr>
          <p:cNvSpPr txBox="1">
            <a:spLocks noChangeArrowheads="1"/>
          </p:cNvSpPr>
          <p:nvPr/>
        </p:nvSpPr>
        <p:spPr bwMode="auto">
          <a:xfrm>
            <a:off x="3481388" y="4953000"/>
            <a:ext cx="533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13</a:t>
            </a:r>
          </a:p>
        </p:txBody>
      </p:sp>
      <p:sp>
        <p:nvSpPr>
          <p:cNvPr id="20531" name="Text Box 51">
            <a:extLst>
              <a:ext uri="{FF2B5EF4-FFF2-40B4-BE49-F238E27FC236}">
                <a16:creationId xmlns:a16="http://schemas.microsoft.com/office/drawing/2014/main" id="{22D02C22-D83C-845D-CD86-D5FFB9F3A9D1}"/>
              </a:ext>
            </a:extLst>
          </p:cNvPr>
          <p:cNvSpPr txBox="1">
            <a:spLocks noChangeArrowheads="1"/>
          </p:cNvSpPr>
          <p:nvPr/>
        </p:nvSpPr>
        <p:spPr bwMode="auto">
          <a:xfrm>
            <a:off x="3476625" y="5295900"/>
            <a:ext cx="533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14</a:t>
            </a:r>
          </a:p>
        </p:txBody>
      </p:sp>
      <p:sp>
        <p:nvSpPr>
          <p:cNvPr id="20532" name="Text Box 52">
            <a:extLst>
              <a:ext uri="{FF2B5EF4-FFF2-40B4-BE49-F238E27FC236}">
                <a16:creationId xmlns:a16="http://schemas.microsoft.com/office/drawing/2014/main" id="{13E6F0A2-A5B9-4185-C34A-8836600FF99E}"/>
              </a:ext>
            </a:extLst>
          </p:cNvPr>
          <p:cNvSpPr txBox="1">
            <a:spLocks noChangeArrowheads="1"/>
          </p:cNvSpPr>
          <p:nvPr/>
        </p:nvSpPr>
        <p:spPr bwMode="auto">
          <a:xfrm>
            <a:off x="3481388" y="5705475"/>
            <a:ext cx="533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15</a:t>
            </a:r>
          </a:p>
        </p:txBody>
      </p:sp>
      <p:sp>
        <p:nvSpPr>
          <p:cNvPr id="20533" name="Text Box 53">
            <a:extLst>
              <a:ext uri="{FF2B5EF4-FFF2-40B4-BE49-F238E27FC236}">
                <a16:creationId xmlns:a16="http://schemas.microsoft.com/office/drawing/2014/main" id="{8E352404-B404-C440-A3DB-A140BBA2663D}"/>
              </a:ext>
            </a:extLst>
          </p:cNvPr>
          <p:cNvSpPr txBox="1">
            <a:spLocks noChangeArrowheads="1"/>
          </p:cNvSpPr>
          <p:nvPr/>
        </p:nvSpPr>
        <p:spPr bwMode="auto">
          <a:xfrm>
            <a:off x="3505200" y="5957888"/>
            <a:ext cx="533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35</a:t>
            </a:r>
          </a:p>
        </p:txBody>
      </p:sp>
      <p:sp>
        <p:nvSpPr>
          <p:cNvPr id="20534" name="Text Box 54">
            <a:extLst>
              <a:ext uri="{FF2B5EF4-FFF2-40B4-BE49-F238E27FC236}">
                <a16:creationId xmlns:a16="http://schemas.microsoft.com/office/drawing/2014/main" id="{032F76E0-ADBF-871B-CA67-F4D1102CA6C5}"/>
              </a:ext>
            </a:extLst>
          </p:cNvPr>
          <p:cNvSpPr txBox="1">
            <a:spLocks noChangeArrowheads="1"/>
          </p:cNvSpPr>
          <p:nvPr/>
        </p:nvSpPr>
        <p:spPr bwMode="auto">
          <a:xfrm>
            <a:off x="3505200" y="6248400"/>
            <a:ext cx="533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43</a:t>
            </a:r>
          </a:p>
        </p:txBody>
      </p:sp>
      <p:sp>
        <p:nvSpPr>
          <p:cNvPr id="20535" name="Line 55">
            <a:extLst>
              <a:ext uri="{FF2B5EF4-FFF2-40B4-BE49-F238E27FC236}">
                <a16:creationId xmlns:a16="http://schemas.microsoft.com/office/drawing/2014/main" id="{E8C59F22-1F31-CAA8-2983-CD07521AAC69}"/>
              </a:ext>
            </a:extLst>
          </p:cNvPr>
          <p:cNvSpPr>
            <a:spLocks noChangeShapeType="1"/>
          </p:cNvSpPr>
          <p:nvPr/>
        </p:nvSpPr>
        <p:spPr bwMode="auto">
          <a:xfrm>
            <a:off x="7696200" y="27432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536" name="Line 56">
            <a:extLst>
              <a:ext uri="{FF2B5EF4-FFF2-40B4-BE49-F238E27FC236}">
                <a16:creationId xmlns:a16="http://schemas.microsoft.com/office/drawing/2014/main" id="{19778D2A-AED1-8264-13CB-3D3C7DD3B57D}"/>
              </a:ext>
            </a:extLst>
          </p:cNvPr>
          <p:cNvSpPr>
            <a:spLocks noChangeShapeType="1"/>
          </p:cNvSpPr>
          <p:nvPr/>
        </p:nvSpPr>
        <p:spPr bwMode="auto">
          <a:xfrm>
            <a:off x="7696200" y="32766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537" name="Line 57">
            <a:extLst>
              <a:ext uri="{FF2B5EF4-FFF2-40B4-BE49-F238E27FC236}">
                <a16:creationId xmlns:a16="http://schemas.microsoft.com/office/drawing/2014/main" id="{00A63E51-AC83-E7D8-9789-4830BE75FF5E}"/>
              </a:ext>
            </a:extLst>
          </p:cNvPr>
          <p:cNvSpPr>
            <a:spLocks noChangeShapeType="1"/>
          </p:cNvSpPr>
          <p:nvPr/>
        </p:nvSpPr>
        <p:spPr bwMode="auto">
          <a:xfrm>
            <a:off x="7696200" y="42672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538" name="Line 58">
            <a:extLst>
              <a:ext uri="{FF2B5EF4-FFF2-40B4-BE49-F238E27FC236}">
                <a16:creationId xmlns:a16="http://schemas.microsoft.com/office/drawing/2014/main" id="{E0321916-BEC8-4567-533A-37E51D857AF7}"/>
              </a:ext>
            </a:extLst>
          </p:cNvPr>
          <p:cNvSpPr>
            <a:spLocks noChangeShapeType="1"/>
          </p:cNvSpPr>
          <p:nvPr/>
        </p:nvSpPr>
        <p:spPr bwMode="auto">
          <a:xfrm>
            <a:off x="7696200" y="46482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539" name="Line 59">
            <a:extLst>
              <a:ext uri="{FF2B5EF4-FFF2-40B4-BE49-F238E27FC236}">
                <a16:creationId xmlns:a16="http://schemas.microsoft.com/office/drawing/2014/main" id="{AADFD952-A64D-39EA-1A59-C8095F7D12B8}"/>
              </a:ext>
            </a:extLst>
          </p:cNvPr>
          <p:cNvSpPr>
            <a:spLocks noChangeShapeType="1"/>
          </p:cNvSpPr>
          <p:nvPr/>
        </p:nvSpPr>
        <p:spPr bwMode="auto">
          <a:xfrm>
            <a:off x="7696200" y="51054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540" name="Line 60">
            <a:extLst>
              <a:ext uri="{FF2B5EF4-FFF2-40B4-BE49-F238E27FC236}">
                <a16:creationId xmlns:a16="http://schemas.microsoft.com/office/drawing/2014/main" id="{16F7BD8C-5EE3-8468-3E8D-FCE433AAB2D2}"/>
              </a:ext>
            </a:extLst>
          </p:cNvPr>
          <p:cNvSpPr>
            <a:spLocks noChangeShapeType="1"/>
          </p:cNvSpPr>
          <p:nvPr/>
        </p:nvSpPr>
        <p:spPr bwMode="auto">
          <a:xfrm>
            <a:off x="7696200" y="54102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541" name="Line 61">
            <a:extLst>
              <a:ext uri="{FF2B5EF4-FFF2-40B4-BE49-F238E27FC236}">
                <a16:creationId xmlns:a16="http://schemas.microsoft.com/office/drawing/2014/main" id="{0FEF8C49-3180-AA7B-C760-FD29B32216B3}"/>
              </a:ext>
            </a:extLst>
          </p:cNvPr>
          <p:cNvSpPr>
            <a:spLocks noChangeShapeType="1"/>
          </p:cNvSpPr>
          <p:nvPr/>
        </p:nvSpPr>
        <p:spPr bwMode="auto">
          <a:xfrm>
            <a:off x="7696200" y="57150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542" name="Line 62">
            <a:extLst>
              <a:ext uri="{FF2B5EF4-FFF2-40B4-BE49-F238E27FC236}">
                <a16:creationId xmlns:a16="http://schemas.microsoft.com/office/drawing/2014/main" id="{93CAAC4C-8945-8A5F-228E-502A9E44AD81}"/>
              </a:ext>
            </a:extLst>
          </p:cNvPr>
          <p:cNvSpPr>
            <a:spLocks noChangeShapeType="1"/>
          </p:cNvSpPr>
          <p:nvPr/>
        </p:nvSpPr>
        <p:spPr bwMode="auto">
          <a:xfrm>
            <a:off x="7696200" y="60198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543" name="Line 63">
            <a:extLst>
              <a:ext uri="{FF2B5EF4-FFF2-40B4-BE49-F238E27FC236}">
                <a16:creationId xmlns:a16="http://schemas.microsoft.com/office/drawing/2014/main" id="{3B4821D1-E14F-968E-F46D-14BA6263B021}"/>
              </a:ext>
            </a:extLst>
          </p:cNvPr>
          <p:cNvSpPr>
            <a:spLocks noChangeShapeType="1"/>
          </p:cNvSpPr>
          <p:nvPr/>
        </p:nvSpPr>
        <p:spPr bwMode="auto">
          <a:xfrm>
            <a:off x="7696200" y="6324600"/>
            <a:ext cx="762000" cy="1588"/>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0544" name="Text Box 64">
            <a:extLst>
              <a:ext uri="{FF2B5EF4-FFF2-40B4-BE49-F238E27FC236}">
                <a16:creationId xmlns:a16="http://schemas.microsoft.com/office/drawing/2014/main" id="{16F178E9-E867-AD64-29DD-264AEC5D2263}"/>
              </a:ext>
            </a:extLst>
          </p:cNvPr>
          <p:cNvSpPr txBox="1">
            <a:spLocks noChangeArrowheads="1"/>
          </p:cNvSpPr>
          <p:nvPr/>
        </p:nvSpPr>
        <p:spPr bwMode="auto">
          <a:xfrm>
            <a:off x="8534400" y="2514600"/>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jrInst</a:t>
            </a:r>
          </a:p>
        </p:txBody>
      </p:sp>
      <p:sp>
        <p:nvSpPr>
          <p:cNvPr id="20545" name="Text Box 65">
            <a:extLst>
              <a:ext uri="{FF2B5EF4-FFF2-40B4-BE49-F238E27FC236}">
                <a16:creationId xmlns:a16="http://schemas.microsoft.com/office/drawing/2014/main" id="{CFF14C3D-E859-7084-8313-1FBEC67D9068}"/>
              </a:ext>
            </a:extLst>
          </p:cNvPr>
          <p:cNvSpPr txBox="1">
            <a:spLocks noChangeArrowheads="1"/>
          </p:cNvSpPr>
          <p:nvPr/>
        </p:nvSpPr>
        <p:spPr bwMode="auto">
          <a:xfrm>
            <a:off x="8534400" y="3062288"/>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syscallInst</a:t>
            </a:r>
          </a:p>
        </p:txBody>
      </p:sp>
      <p:sp>
        <p:nvSpPr>
          <p:cNvPr id="20546" name="Text Box 66">
            <a:extLst>
              <a:ext uri="{FF2B5EF4-FFF2-40B4-BE49-F238E27FC236}">
                <a16:creationId xmlns:a16="http://schemas.microsoft.com/office/drawing/2014/main" id="{8C27640E-C167-09F2-59CB-97A9A9B5FD97}"/>
              </a:ext>
            </a:extLst>
          </p:cNvPr>
          <p:cNvSpPr txBox="1">
            <a:spLocks noChangeArrowheads="1"/>
          </p:cNvSpPr>
          <p:nvPr/>
        </p:nvSpPr>
        <p:spPr bwMode="auto">
          <a:xfrm>
            <a:off x="8458200" y="4052888"/>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addInst</a:t>
            </a:r>
          </a:p>
        </p:txBody>
      </p:sp>
      <p:sp>
        <p:nvSpPr>
          <p:cNvPr id="20547" name="Text Box 67">
            <a:extLst>
              <a:ext uri="{FF2B5EF4-FFF2-40B4-BE49-F238E27FC236}">
                <a16:creationId xmlns:a16="http://schemas.microsoft.com/office/drawing/2014/main" id="{B4DF6666-893B-82B2-E423-B74F1DE6A963}"/>
              </a:ext>
            </a:extLst>
          </p:cNvPr>
          <p:cNvSpPr txBox="1">
            <a:spLocks noChangeArrowheads="1"/>
          </p:cNvSpPr>
          <p:nvPr/>
        </p:nvSpPr>
        <p:spPr bwMode="auto">
          <a:xfrm>
            <a:off x="8458200" y="4433888"/>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subInst</a:t>
            </a:r>
          </a:p>
        </p:txBody>
      </p:sp>
      <p:sp>
        <p:nvSpPr>
          <p:cNvPr id="20548" name="Text Box 68">
            <a:extLst>
              <a:ext uri="{FF2B5EF4-FFF2-40B4-BE49-F238E27FC236}">
                <a16:creationId xmlns:a16="http://schemas.microsoft.com/office/drawing/2014/main" id="{7EFE4969-89BC-9DE0-3DDA-F670CEE8D250}"/>
              </a:ext>
            </a:extLst>
          </p:cNvPr>
          <p:cNvSpPr txBox="1">
            <a:spLocks noChangeArrowheads="1"/>
          </p:cNvSpPr>
          <p:nvPr/>
        </p:nvSpPr>
        <p:spPr bwMode="auto">
          <a:xfrm>
            <a:off x="8458200" y="4814888"/>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andInst</a:t>
            </a:r>
          </a:p>
        </p:txBody>
      </p:sp>
      <p:sp>
        <p:nvSpPr>
          <p:cNvPr id="20549" name="Text Box 69">
            <a:extLst>
              <a:ext uri="{FF2B5EF4-FFF2-40B4-BE49-F238E27FC236}">
                <a16:creationId xmlns:a16="http://schemas.microsoft.com/office/drawing/2014/main" id="{DFA000E8-6537-7A2A-627D-4D9B6E969E63}"/>
              </a:ext>
            </a:extLst>
          </p:cNvPr>
          <p:cNvSpPr txBox="1">
            <a:spLocks noChangeArrowheads="1"/>
          </p:cNvSpPr>
          <p:nvPr/>
        </p:nvSpPr>
        <p:spPr bwMode="auto">
          <a:xfrm>
            <a:off x="8458200" y="5195888"/>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orInst</a:t>
            </a:r>
          </a:p>
        </p:txBody>
      </p:sp>
      <p:sp>
        <p:nvSpPr>
          <p:cNvPr id="20550" name="Text Box 70">
            <a:extLst>
              <a:ext uri="{FF2B5EF4-FFF2-40B4-BE49-F238E27FC236}">
                <a16:creationId xmlns:a16="http://schemas.microsoft.com/office/drawing/2014/main" id="{456BAF5B-29BF-4085-9793-88B8CAAC7C31}"/>
              </a:ext>
            </a:extLst>
          </p:cNvPr>
          <p:cNvSpPr txBox="1">
            <a:spLocks noChangeArrowheads="1"/>
          </p:cNvSpPr>
          <p:nvPr/>
        </p:nvSpPr>
        <p:spPr bwMode="auto">
          <a:xfrm>
            <a:off x="8458200" y="5500688"/>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xorInst</a:t>
            </a:r>
          </a:p>
        </p:txBody>
      </p:sp>
      <p:sp>
        <p:nvSpPr>
          <p:cNvPr id="20551" name="Text Box 71">
            <a:extLst>
              <a:ext uri="{FF2B5EF4-FFF2-40B4-BE49-F238E27FC236}">
                <a16:creationId xmlns:a16="http://schemas.microsoft.com/office/drawing/2014/main" id="{62A20D08-9455-980F-BF12-65832B12CDC0}"/>
              </a:ext>
            </a:extLst>
          </p:cNvPr>
          <p:cNvSpPr txBox="1">
            <a:spLocks noChangeArrowheads="1"/>
          </p:cNvSpPr>
          <p:nvPr/>
        </p:nvSpPr>
        <p:spPr bwMode="auto">
          <a:xfrm>
            <a:off x="8458200" y="5805488"/>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norInst</a:t>
            </a:r>
          </a:p>
        </p:txBody>
      </p:sp>
      <p:sp>
        <p:nvSpPr>
          <p:cNvPr id="20552" name="Text Box 72">
            <a:extLst>
              <a:ext uri="{FF2B5EF4-FFF2-40B4-BE49-F238E27FC236}">
                <a16:creationId xmlns:a16="http://schemas.microsoft.com/office/drawing/2014/main" id="{64A1311D-98F7-4EDC-2757-6503B5ACD575}"/>
              </a:ext>
            </a:extLst>
          </p:cNvPr>
          <p:cNvSpPr txBox="1">
            <a:spLocks noChangeArrowheads="1"/>
          </p:cNvSpPr>
          <p:nvPr/>
        </p:nvSpPr>
        <p:spPr bwMode="auto">
          <a:xfrm>
            <a:off x="8458200" y="6110288"/>
            <a:ext cx="1371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US" altLang="en-US">
                <a:latin typeface="Times New Roman" panose="02020603050405020304" pitchFamily="18" charset="0"/>
              </a:rPr>
              <a:t>sltInst</a:t>
            </a:r>
          </a:p>
        </p:txBody>
      </p:sp>
      <p:sp>
        <p:nvSpPr>
          <p:cNvPr id="20553" name="Text Box 73">
            <a:extLst>
              <a:ext uri="{FF2B5EF4-FFF2-40B4-BE49-F238E27FC236}">
                <a16:creationId xmlns:a16="http://schemas.microsoft.com/office/drawing/2014/main" id="{F57E6384-6E2F-40A0-519F-DC1E5F89C29C}"/>
              </a:ext>
            </a:extLst>
          </p:cNvPr>
          <p:cNvSpPr txBox="1">
            <a:spLocks noChangeArrowheads="1"/>
          </p:cNvSpPr>
          <p:nvPr/>
        </p:nvSpPr>
        <p:spPr bwMode="auto">
          <a:xfrm>
            <a:off x="7391400" y="2528888"/>
            <a:ext cx="533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8</a:t>
            </a:r>
          </a:p>
        </p:txBody>
      </p:sp>
      <p:sp>
        <p:nvSpPr>
          <p:cNvPr id="20554" name="Text Box 74">
            <a:extLst>
              <a:ext uri="{FF2B5EF4-FFF2-40B4-BE49-F238E27FC236}">
                <a16:creationId xmlns:a16="http://schemas.microsoft.com/office/drawing/2014/main" id="{C0ADD241-062F-6396-5B3F-FBEEE4615505}"/>
              </a:ext>
            </a:extLst>
          </p:cNvPr>
          <p:cNvSpPr txBox="1">
            <a:spLocks noChangeArrowheads="1"/>
          </p:cNvSpPr>
          <p:nvPr/>
        </p:nvSpPr>
        <p:spPr bwMode="auto">
          <a:xfrm>
            <a:off x="7315200" y="3048000"/>
            <a:ext cx="533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12</a:t>
            </a:r>
          </a:p>
        </p:txBody>
      </p:sp>
      <p:sp>
        <p:nvSpPr>
          <p:cNvPr id="20555" name="Text Box 75">
            <a:extLst>
              <a:ext uri="{FF2B5EF4-FFF2-40B4-BE49-F238E27FC236}">
                <a16:creationId xmlns:a16="http://schemas.microsoft.com/office/drawing/2014/main" id="{903093BA-A326-6E24-9A89-2941ED0C68CE}"/>
              </a:ext>
            </a:extLst>
          </p:cNvPr>
          <p:cNvSpPr txBox="1">
            <a:spLocks noChangeArrowheads="1"/>
          </p:cNvSpPr>
          <p:nvPr/>
        </p:nvSpPr>
        <p:spPr bwMode="auto">
          <a:xfrm>
            <a:off x="7315200" y="4038600"/>
            <a:ext cx="533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32</a:t>
            </a:r>
          </a:p>
        </p:txBody>
      </p:sp>
      <p:sp>
        <p:nvSpPr>
          <p:cNvPr id="20556" name="Text Box 76">
            <a:extLst>
              <a:ext uri="{FF2B5EF4-FFF2-40B4-BE49-F238E27FC236}">
                <a16:creationId xmlns:a16="http://schemas.microsoft.com/office/drawing/2014/main" id="{33FA6ACB-17EA-0071-476A-DC23018AFB28}"/>
              </a:ext>
            </a:extLst>
          </p:cNvPr>
          <p:cNvSpPr txBox="1">
            <a:spLocks noChangeArrowheads="1"/>
          </p:cNvSpPr>
          <p:nvPr/>
        </p:nvSpPr>
        <p:spPr bwMode="auto">
          <a:xfrm>
            <a:off x="7315200" y="4433888"/>
            <a:ext cx="533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34</a:t>
            </a:r>
          </a:p>
        </p:txBody>
      </p:sp>
      <p:sp>
        <p:nvSpPr>
          <p:cNvPr id="20557" name="Text Box 77">
            <a:extLst>
              <a:ext uri="{FF2B5EF4-FFF2-40B4-BE49-F238E27FC236}">
                <a16:creationId xmlns:a16="http://schemas.microsoft.com/office/drawing/2014/main" id="{753783E0-480D-DBB3-2E8F-C6FF42CFF019}"/>
              </a:ext>
            </a:extLst>
          </p:cNvPr>
          <p:cNvSpPr txBox="1">
            <a:spLocks noChangeArrowheads="1"/>
          </p:cNvSpPr>
          <p:nvPr/>
        </p:nvSpPr>
        <p:spPr bwMode="auto">
          <a:xfrm>
            <a:off x="7315200" y="4814888"/>
            <a:ext cx="533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36</a:t>
            </a:r>
          </a:p>
        </p:txBody>
      </p:sp>
      <p:sp>
        <p:nvSpPr>
          <p:cNvPr id="20558" name="Text Box 78">
            <a:extLst>
              <a:ext uri="{FF2B5EF4-FFF2-40B4-BE49-F238E27FC236}">
                <a16:creationId xmlns:a16="http://schemas.microsoft.com/office/drawing/2014/main" id="{727A40B5-AEC6-9524-15F0-8CD688BAE1B2}"/>
              </a:ext>
            </a:extLst>
          </p:cNvPr>
          <p:cNvSpPr txBox="1">
            <a:spLocks noChangeArrowheads="1"/>
          </p:cNvSpPr>
          <p:nvPr/>
        </p:nvSpPr>
        <p:spPr bwMode="auto">
          <a:xfrm>
            <a:off x="7315200" y="5119688"/>
            <a:ext cx="533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37</a:t>
            </a:r>
          </a:p>
        </p:txBody>
      </p:sp>
      <p:sp>
        <p:nvSpPr>
          <p:cNvPr id="20559" name="Text Box 79">
            <a:extLst>
              <a:ext uri="{FF2B5EF4-FFF2-40B4-BE49-F238E27FC236}">
                <a16:creationId xmlns:a16="http://schemas.microsoft.com/office/drawing/2014/main" id="{7CF27609-34E6-F3DB-846C-60D49F136F3B}"/>
              </a:ext>
            </a:extLst>
          </p:cNvPr>
          <p:cNvSpPr txBox="1">
            <a:spLocks noChangeArrowheads="1"/>
          </p:cNvSpPr>
          <p:nvPr/>
        </p:nvSpPr>
        <p:spPr bwMode="auto">
          <a:xfrm>
            <a:off x="7315200" y="5424488"/>
            <a:ext cx="533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38</a:t>
            </a:r>
          </a:p>
        </p:txBody>
      </p:sp>
      <p:sp>
        <p:nvSpPr>
          <p:cNvPr id="20560" name="Text Box 80">
            <a:extLst>
              <a:ext uri="{FF2B5EF4-FFF2-40B4-BE49-F238E27FC236}">
                <a16:creationId xmlns:a16="http://schemas.microsoft.com/office/drawing/2014/main" id="{27F7EBA3-E2E0-0831-1BCF-94FD138C4900}"/>
              </a:ext>
            </a:extLst>
          </p:cNvPr>
          <p:cNvSpPr txBox="1">
            <a:spLocks noChangeArrowheads="1"/>
          </p:cNvSpPr>
          <p:nvPr/>
        </p:nvSpPr>
        <p:spPr bwMode="auto">
          <a:xfrm>
            <a:off x="7315200" y="5805488"/>
            <a:ext cx="533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WenQuanYi Micro Hei" charset="0"/>
              </a:defRPr>
            </a:lvl9pPr>
          </a:lstStyle>
          <a:p>
            <a:pPr>
              <a:spcBef>
                <a:spcPts val="1125"/>
              </a:spcBef>
            </a:pPr>
            <a:r>
              <a:rPr lang="en-IN" altLang="en-US">
                <a:latin typeface="Times New Roman" panose="02020603050405020304" pitchFamily="18" charset="0"/>
              </a:rPr>
              <a:t>39</a:t>
            </a:r>
          </a:p>
        </p:txBody>
      </p:sp>
      <p:cxnSp>
        <p:nvCxnSpPr>
          <p:cNvPr id="3" name="Straight Connector 2">
            <a:extLst>
              <a:ext uri="{FF2B5EF4-FFF2-40B4-BE49-F238E27FC236}">
                <a16:creationId xmlns:a16="http://schemas.microsoft.com/office/drawing/2014/main" id="{FFC3CC48-9522-9EA1-35E3-1A116F4DED90}"/>
              </a:ext>
            </a:extLst>
          </p:cNvPr>
          <p:cNvCxnSpPr/>
          <p:nvPr/>
        </p:nvCxnSpPr>
        <p:spPr>
          <a:xfrm flipH="1">
            <a:off x="3295652" y="2188029"/>
            <a:ext cx="123825" cy="188459"/>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405C9FCD-76E4-F577-ADE4-4088A96C4BE7}"/>
              </a:ext>
            </a:extLst>
          </p:cNvPr>
          <p:cNvCxnSpPr/>
          <p:nvPr/>
        </p:nvCxnSpPr>
        <p:spPr>
          <a:xfrm flipH="1">
            <a:off x="7130148" y="2046515"/>
            <a:ext cx="123825" cy="188459"/>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9727443-3425-C959-7ECB-CD1BFCC90484}"/>
              </a:ext>
            </a:extLst>
          </p:cNvPr>
          <p:cNvSpPr txBox="1"/>
          <p:nvPr/>
        </p:nvSpPr>
        <p:spPr>
          <a:xfrm>
            <a:off x="3331028" y="1796141"/>
            <a:ext cx="493939" cy="369332"/>
          </a:xfrm>
          <a:prstGeom prst="rect">
            <a:avLst/>
          </a:prstGeom>
          <a:noFill/>
        </p:spPr>
        <p:txBody>
          <a:bodyPr wrap="square" rtlCol="0">
            <a:spAutoFit/>
          </a:bodyPr>
          <a:lstStyle/>
          <a:p>
            <a:r>
              <a:rPr lang="en-US" dirty="0"/>
              <a:t>6</a:t>
            </a:r>
            <a:endParaRPr lang="en-IN" dirty="0"/>
          </a:p>
        </p:txBody>
      </p:sp>
      <p:sp>
        <p:nvSpPr>
          <p:cNvPr id="6" name="TextBox 5">
            <a:extLst>
              <a:ext uri="{FF2B5EF4-FFF2-40B4-BE49-F238E27FC236}">
                <a16:creationId xmlns:a16="http://schemas.microsoft.com/office/drawing/2014/main" id="{108C5B35-A0C1-DA51-5477-D90CC3687653}"/>
              </a:ext>
            </a:extLst>
          </p:cNvPr>
          <p:cNvSpPr txBox="1"/>
          <p:nvPr/>
        </p:nvSpPr>
        <p:spPr>
          <a:xfrm>
            <a:off x="7181853" y="1924049"/>
            <a:ext cx="493939" cy="369332"/>
          </a:xfrm>
          <a:prstGeom prst="rect">
            <a:avLst/>
          </a:prstGeom>
          <a:noFill/>
        </p:spPr>
        <p:txBody>
          <a:bodyPr wrap="square" rtlCol="0">
            <a:spAutoFit/>
          </a:bodyPr>
          <a:lstStyle/>
          <a:p>
            <a:r>
              <a:rPr lang="en-US" dirty="0"/>
              <a:t>6</a:t>
            </a:r>
            <a:endParaRPr lang="en-IN" dirty="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a:extLst>
              <a:ext uri="{FF2B5EF4-FFF2-40B4-BE49-F238E27FC236}">
                <a16:creationId xmlns:a16="http://schemas.microsoft.com/office/drawing/2014/main" id="{CEAF7831-4CA9-19CB-0656-A5D4EF347A07}"/>
              </a:ext>
            </a:extLst>
          </p:cNvPr>
          <p:cNvSpPr>
            <a:spLocks noGrp="1" noChangeArrowheads="1"/>
          </p:cNvSpPr>
          <p:nvPr>
            <p:ph type="title" idx="4294967295"/>
          </p:nvPr>
        </p:nvSpPr>
        <p:spPr>
          <a:xfrm>
            <a:off x="1981200" y="533400"/>
            <a:ext cx="8229600" cy="1143000"/>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altLang="en-US"/>
              <a:t>Expressing the Control Signals</a:t>
            </a:r>
          </a:p>
        </p:txBody>
      </p:sp>
      <p:sp>
        <p:nvSpPr>
          <p:cNvPr id="21506" name="Rectangle 2">
            <a:extLst>
              <a:ext uri="{FF2B5EF4-FFF2-40B4-BE49-F238E27FC236}">
                <a16:creationId xmlns:a16="http://schemas.microsoft.com/office/drawing/2014/main" id="{C70B3CFF-8EED-DFBA-9C10-BD8104482D51}"/>
              </a:ext>
            </a:extLst>
          </p:cNvPr>
          <p:cNvSpPr>
            <a:spLocks noGrp="1" noChangeArrowheads="1"/>
          </p:cNvSpPr>
          <p:nvPr>
            <p:ph type="body" idx="4294967295"/>
          </p:nvPr>
        </p:nvSpPr>
        <p:spPr>
          <a:xfrm>
            <a:off x="1981200" y="1828801"/>
            <a:ext cx="8229600" cy="4302125"/>
          </a:xfrm>
          <a:ln/>
        </p:spPr>
        <p:txBody>
          <a:bodyPr/>
          <a:lstStyle/>
          <a:p>
            <a:pPr marL="468313" indent="-468313">
              <a:lnSpc>
                <a:spcPct val="90000"/>
              </a:lnSpc>
              <a:spcBef>
                <a:spcPts val="700"/>
              </a:spcBef>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dirty="0"/>
              <a:t>Auxiliary signals:</a:t>
            </a:r>
          </a:p>
          <a:p>
            <a:pPr marL="906463" lvl="1" indent="-436563">
              <a:lnSpc>
                <a:spcPct val="90000"/>
              </a:lnSpc>
              <a:spcBef>
                <a:spcPts val="600"/>
              </a:spcBef>
              <a:buClr>
                <a:srgbClr val="999966"/>
              </a:buClr>
              <a:buSzPct val="75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dirty="0" err="1"/>
              <a:t>arithInst</a:t>
            </a:r>
            <a:r>
              <a:rPr lang="en-US" altLang="en-US" dirty="0"/>
              <a:t>=</a:t>
            </a:r>
            <a:r>
              <a:rPr lang="en-US" altLang="en-US" dirty="0" err="1"/>
              <a:t>addInst</a:t>
            </a:r>
            <a:r>
              <a:rPr lang="en-US" altLang="en-US" dirty="0"/>
              <a:t> V </a:t>
            </a:r>
            <a:r>
              <a:rPr lang="en-US" altLang="en-US" dirty="0" err="1"/>
              <a:t>subInst</a:t>
            </a:r>
            <a:r>
              <a:rPr lang="en-US" altLang="en-US" dirty="0"/>
              <a:t> V </a:t>
            </a:r>
            <a:r>
              <a:rPr lang="en-US" altLang="en-US" dirty="0" err="1"/>
              <a:t>sltInst</a:t>
            </a:r>
            <a:r>
              <a:rPr lang="en-US" altLang="en-US" dirty="0"/>
              <a:t> V </a:t>
            </a:r>
            <a:r>
              <a:rPr lang="en-US" altLang="en-US" dirty="0" err="1"/>
              <a:t>addiInst</a:t>
            </a:r>
            <a:r>
              <a:rPr lang="en-US" altLang="en-US" dirty="0"/>
              <a:t> V </a:t>
            </a:r>
            <a:r>
              <a:rPr lang="en-US" altLang="en-US" dirty="0" err="1"/>
              <a:t>sltiInst</a:t>
            </a:r>
            <a:endParaRPr lang="en-US" altLang="en-US" dirty="0"/>
          </a:p>
          <a:p>
            <a:pPr marL="906463" lvl="1" indent="-436563">
              <a:lnSpc>
                <a:spcPct val="90000"/>
              </a:lnSpc>
              <a:spcBef>
                <a:spcPts val="600"/>
              </a:spcBef>
              <a:buClr>
                <a:srgbClr val="999966"/>
              </a:buClr>
              <a:buSzPct val="75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dirty="0" err="1"/>
              <a:t>logicInst</a:t>
            </a:r>
            <a:r>
              <a:rPr lang="en-US" altLang="en-US" dirty="0"/>
              <a:t>=</a:t>
            </a:r>
            <a:r>
              <a:rPr lang="en-US" altLang="en-US" dirty="0" err="1"/>
              <a:t>andInst</a:t>
            </a:r>
            <a:r>
              <a:rPr lang="en-US" altLang="en-US" dirty="0"/>
              <a:t> V </a:t>
            </a:r>
            <a:r>
              <a:rPr lang="en-US" altLang="en-US" dirty="0" err="1"/>
              <a:t>orInst</a:t>
            </a:r>
            <a:r>
              <a:rPr lang="en-US" altLang="en-US" dirty="0"/>
              <a:t> V </a:t>
            </a:r>
            <a:r>
              <a:rPr lang="en-US" altLang="en-US" dirty="0" err="1"/>
              <a:t>xorInst</a:t>
            </a:r>
            <a:r>
              <a:rPr lang="en-US" altLang="en-US" dirty="0"/>
              <a:t> V </a:t>
            </a:r>
            <a:r>
              <a:rPr lang="en-US" altLang="en-US" dirty="0" err="1"/>
              <a:t>norInst</a:t>
            </a:r>
            <a:r>
              <a:rPr lang="en-US" altLang="en-US" dirty="0"/>
              <a:t> V </a:t>
            </a:r>
            <a:r>
              <a:rPr lang="en-US" altLang="en-US" dirty="0" err="1"/>
              <a:t>andiInst</a:t>
            </a:r>
            <a:r>
              <a:rPr lang="en-US" altLang="en-US" dirty="0"/>
              <a:t> V </a:t>
            </a:r>
            <a:r>
              <a:rPr lang="en-US" altLang="en-US" dirty="0" err="1"/>
              <a:t>oriInst</a:t>
            </a:r>
            <a:r>
              <a:rPr lang="en-US" altLang="en-US" dirty="0"/>
              <a:t> V </a:t>
            </a:r>
            <a:r>
              <a:rPr lang="en-US" altLang="en-US" dirty="0" err="1"/>
              <a:t>xoriInst</a:t>
            </a:r>
            <a:endParaRPr lang="en-US" altLang="en-US" dirty="0"/>
          </a:p>
          <a:p>
            <a:pPr marL="906463" lvl="1" indent="-436563">
              <a:lnSpc>
                <a:spcPct val="90000"/>
              </a:lnSpc>
              <a:spcBef>
                <a:spcPts val="600"/>
              </a:spcBef>
              <a:buClr>
                <a:srgbClr val="999966"/>
              </a:buClr>
              <a:buSzPct val="75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dirty="0" err="1"/>
              <a:t>immInst</a:t>
            </a:r>
            <a:r>
              <a:rPr lang="en-US" altLang="en-US" dirty="0"/>
              <a:t> = </a:t>
            </a:r>
            <a:r>
              <a:rPr lang="en-US" altLang="en-US" dirty="0" err="1"/>
              <a:t>luiInst</a:t>
            </a:r>
            <a:r>
              <a:rPr lang="en-US" altLang="en-US" dirty="0"/>
              <a:t> V </a:t>
            </a:r>
            <a:r>
              <a:rPr lang="en-US" altLang="en-US" dirty="0" err="1"/>
              <a:t>addiInst</a:t>
            </a:r>
            <a:r>
              <a:rPr lang="en-US" altLang="en-US" dirty="0"/>
              <a:t> V </a:t>
            </a:r>
            <a:r>
              <a:rPr lang="en-US" altLang="en-US" dirty="0" err="1"/>
              <a:t>sltiInst</a:t>
            </a:r>
            <a:r>
              <a:rPr lang="en-US" altLang="en-US" dirty="0"/>
              <a:t> V </a:t>
            </a:r>
            <a:r>
              <a:rPr lang="en-US" altLang="en-US" dirty="0" err="1"/>
              <a:t>andiInst</a:t>
            </a:r>
            <a:r>
              <a:rPr lang="en-US" altLang="en-US" dirty="0"/>
              <a:t> V </a:t>
            </a:r>
            <a:r>
              <a:rPr lang="en-US" altLang="en-US" dirty="0" err="1"/>
              <a:t>oriInst</a:t>
            </a:r>
            <a:r>
              <a:rPr lang="en-US" altLang="en-US" dirty="0"/>
              <a:t> V </a:t>
            </a:r>
            <a:r>
              <a:rPr lang="en-US" altLang="en-US" dirty="0" err="1"/>
              <a:t>xoriInst</a:t>
            </a:r>
            <a:endParaRPr lang="en-US" altLang="en-US" dirty="0"/>
          </a:p>
          <a:p>
            <a:pPr marL="468313" indent="-468313">
              <a:lnSpc>
                <a:spcPct val="90000"/>
              </a:lnSpc>
              <a:spcBef>
                <a:spcPts val="700"/>
              </a:spcBef>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dirty="0"/>
              <a:t>Some Control Signals:</a:t>
            </a:r>
          </a:p>
          <a:p>
            <a:pPr marL="906463" lvl="1" indent="-436563">
              <a:lnSpc>
                <a:spcPct val="90000"/>
              </a:lnSpc>
              <a:spcBef>
                <a:spcPts val="600"/>
              </a:spcBef>
              <a:buClr>
                <a:srgbClr val="999966"/>
              </a:buClr>
              <a:buSzPct val="75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dirty="0" err="1"/>
              <a:t>RegWrite</a:t>
            </a:r>
            <a:r>
              <a:rPr lang="en-US" altLang="en-US" dirty="0"/>
              <a:t>=</a:t>
            </a:r>
            <a:r>
              <a:rPr lang="en-US" altLang="en-US" dirty="0" err="1"/>
              <a:t>luiInst</a:t>
            </a:r>
            <a:r>
              <a:rPr lang="en-US" altLang="en-US" dirty="0"/>
              <a:t> V </a:t>
            </a:r>
            <a:r>
              <a:rPr lang="en-US" altLang="en-US" dirty="0" err="1"/>
              <a:t>arithInst</a:t>
            </a:r>
            <a:r>
              <a:rPr lang="en-US" altLang="en-US" dirty="0"/>
              <a:t> V </a:t>
            </a:r>
            <a:r>
              <a:rPr lang="en-US" altLang="en-US" dirty="0" err="1"/>
              <a:t>logicInst</a:t>
            </a:r>
            <a:r>
              <a:rPr lang="en-US" altLang="en-US" dirty="0"/>
              <a:t> V </a:t>
            </a:r>
            <a:r>
              <a:rPr lang="en-US" altLang="en-US" dirty="0" err="1"/>
              <a:t>lwInst</a:t>
            </a:r>
            <a:r>
              <a:rPr lang="en-US" altLang="en-US" dirty="0"/>
              <a:t> V </a:t>
            </a:r>
            <a:r>
              <a:rPr lang="en-US" altLang="en-US" dirty="0" err="1"/>
              <a:t>jalInst</a:t>
            </a:r>
            <a:endParaRPr lang="en-US" altLang="en-US" dirty="0"/>
          </a:p>
          <a:p>
            <a:pPr marL="906463" lvl="1" indent="-436563">
              <a:lnSpc>
                <a:spcPct val="90000"/>
              </a:lnSpc>
              <a:spcBef>
                <a:spcPts val="600"/>
              </a:spcBef>
              <a:buClr>
                <a:srgbClr val="999966"/>
              </a:buClr>
              <a:buSzPct val="75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dirty="0" err="1"/>
              <a:t>ALUSrc</a:t>
            </a:r>
            <a:r>
              <a:rPr lang="en-US" altLang="en-US" dirty="0"/>
              <a:t>=</a:t>
            </a:r>
            <a:r>
              <a:rPr lang="en-US" altLang="en-US" dirty="0" err="1"/>
              <a:t>ImmInst</a:t>
            </a:r>
            <a:r>
              <a:rPr lang="en-US" altLang="en-US" dirty="0"/>
              <a:t> V </a:t>
            </a:r>
            <a:r>
              <a:rPr lang="en-US" altLang="en-US" dirty="0" err="1"/>
              <a:t>lwInst</a:t>
            </a:r>
            <a:r>
              <a:rPr lang="en-US" altLang="en-US" dirty="0"/>
              <a:t> V </a:t>
            </a:r>
            <a:r>
              <a:rPr lang="en-US" altLang="en-US" dirty="0" err="1"/>
              <a:t>swInst</a:t>
            </a:r>
            <a:endParaRPr lang="en-US" altLang="en-US" dirty="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a:extLst>
              <a:ext uri="{FF2B5EF4-FFF2-40B4-BE49-F238E27FC236}">
                <a16:creationId xmlns:a16="http://schemas.microsoft.com/office/drawing/2014/main" id="{ABD08514-551E-FE85-B2EE-E90A27A66CEE}"/>
              </a:ext>
            </a:extLst>
          </p:cNvPr>
          <p:cNvSpPr>
            <a:spLocks noGrp="1" noChangeArrowheads="1"/>
          </p:cNvSpPr>
          <p:nvPr>
            <p:ph type="title" idx="4294967295"/>
          </p:nvPr>
        </p:nvSpPr>
        <p:spPr>
          <a:xfrm>
            <a:off x="1981200" y="363538"/>
            <a:ext cx="8229600" cy="1312862"/>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altLang="en-US" sz="4000"/>
              <a:t>Performance of the Single Cycle Architecture</a:t>
            </a:r>
          </a:p>
        </p:txBody>
      </p:sp>
      <p:sp>
        <p:nvSpPr>
          <p:cNvPr id="22530" name="Rectangle 2">
            <a:extLst>
              <a:ext uri="{FF2B5EF4-FFF2-40B4-BE49-F238E27FC236}">
                <a16:creationId xmlns:a16="http://schemas.microsoft.com/office/drawing/2014/main" id="{7559E38A-120F-572A-5FDE-DB67AE67A8EE}"/>
              </a:ext>
            </a:extLst>
          </p:cNvPr>
          <p:cNvSpPr>
            <a:spLocks noGrp="1" noChangeArrowheads="1"/>
          </p:cNvSpPr>
          <p:nvPr>
            <p:ph type="body" idx="4294967295"/>
          </p:nvPr>
        </p:nvSpPr>
        <p:spPr>
          <a:xfrm>
            <a:off x="1981200" y="1828801"/>
            <a:ext cx="8229600" cy="4302125"/>
          </a:xfrm>
          <a:ln/>
        </p:spPr>
        <p:txBody>
          <a:bodyPr/>
          <a:lstStyle/>
          <a:p>
            <a:pPr marL="468313" indent="-468313">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altLang="en-US"/>
              <a:t>The above design of control circuit is a stateless and combinational design.</a:t>
            </a:r>
          </a:p>
          <a:p>
            <a:pPr marL="468313" indent="-468313">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altLang="en-US"/>
              <a:t>Each new instruction is read from the PC, and is executed in one single clock.</a:t>
            </a:r>
          </a:p>
          <a:p>
            <a:pPr marL="906463" lvl="1" indent="-436563">
              <a:buClr>
                <a:srgbClr val="999966"/>
              </a:buClr>
              <a:buSzPct val="75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altLang="en-US"/>
              <a:t>Thus CPI=1</a:t>
            </a:r>
          </a:p>
          <a:p>
            <a:pPr marL="468313" indent="-468313">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altLang="en-US"/>
              <a:t>The clock cycle is determined by the longest instruction.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ooter Placeholder 4">
            <a:extLst>
              <a:ext uri="{FF2B5EF4-FFF2-40B4-BE49-F238E27FC236}">
                <a16:creationId xmlns:a16="http://schemas.microsoft.com/office/drawing/2014/main" id="{B4C3EBEF-6B23-E7D6-DD00-16103FF8DF80}"/>
              </a:ext>
            </a:extLst>
          </p:cNvPr>
          <p:cNvSpPr>
            <a:spLocks noGrp="1"/>
          </p:cNvSpPr>
          <p:nvPr>
            <p:ph type="ftr" sz="quarter" idx="11"/>
          </p:nvPr>
        </p:nvSpPr>
        <p:spPr/>
        <p:txBody>
          <a:bodyPr/>
          <a:lstStyle/>
          <a:p>
            <a:pPr>
              <a:defRPr/>
            </a:pPr>
            <a:r>
              <a:rPr lang="en-US" altLang="en-US"/>
              <a:t>Computer Architecture, Data Path and Control</a:t>
            </a:r>
          </a:p>
        </p:txBody>
      </p:sp>
      <p:sp>
        <p:nvSpPr>
          <p:cNvPr id="20" name="Slide Number Placeholder 5">
            <a:extLst>
              <a:ext uri="{FF2B5EF4-FFF2-40B4-BE49-F238E27FC236}">
                <a16:creationId xmlns:a16="http://schemas.microsoft.com/office/drawing/2014/main" id="{36E278B0-D1D9-4D0B-9BB8-B7F764468F34}"/>
              </a:ext>
            </a:extLst>
          </p:cNvPr>
          <p:cNvSpPr>
            <a:spLocks noGrp="1"/>
          </p:cNvSpPr>
          <p:nvPr>
            <p:ph type="sldNum" sz="quarter" idx="12"/>
          </p:nvPr>
        </p:nvSpPr>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a:latin typeface="Arial" panose="020B0604020202020204" pitchFamily="34" charset="0"/>
              </a:rPr>
              <a:t>Slide </a:t>
            </a:r>
            <a:fld id="{51BB7187-D512-45D3-BE93-273B10EDD583}" type="slidenum">
              <a:rPr lang="en-US" altLang="en-US" sz="1200">
                <a:latin typeface="Arial" panose="020B0604020202020204" pitchFamily="34" charset="0"/>
              </a:rPr>
              <a:pPr eaLnBrk="1" hangingPunct="1"/>
              <a:t>131</a:t>
            </a:fld>
            <a:endParaRPr lang="en-US" altLang="en-US" sz="1200">
              <a:latin typeface="Arial" panose="020B0604020202020204" pitchFamily="34" charset="0"/>
            </a:endParaRPr>
          </a:p>
        </p:txBody>
      </p:sp>
      <p:sp>
        <p:nvSpPr>
          <p:cNvPr id="22533" name="Rectangle 2">
            <a:extLst>
              <a:ext uri="{FF2B5EF4-FFF2-40B4-BE49-F238E27FC236}">
                <a16:creationId xmlns:a16="http://schemas.microsoft.com/office/drawing/2014/main" id="{BB4C9384-FBE2-6A41-D625-E4C506A3A23F}"/>
              </a:ext>
            </a:extLst>
          </p:cNvPr>
          <p:cNvSpPr>
            <a:spLocks noGrp="1" noChangeArrowheads="1"/>
          </p:cNvSpPr>
          <p:nvPr>
            <p:ph type="title"/>
          </p:nvPr>
        </p:nvSpPr>
        <p:spPr>
          <a:xfrm>
            <a:off x="1752600" y="228600"/>
            <a:ext cx="8610600" cy="685800"/>
          </a:xfrm>
        </p:spPr>
        <p:txBody>
          <a:bodyPr/>
          <a:lstStyle/>
          <a:p>
            <a:pPr eaLnBrk="1" hangingPunct="1"/>
            <a:r>
              <a:rPr lang="en-US" altLang="en-US" sz="2800"/>
              <a:t>Performance Estimation for Single-Cycle MicroMIPS</a:t>
            </a:r>
          </a:p>
        </p:txBody>
      </p:sp>
      <p:sp>
        <p:nvSpPr>
          <p:cNvPr id="22534" name="Text Box 3">
            <a:extLst>
              <a:ext uri="{FF2B5EF4-FFF2-40B4-BE49-F238E27FC236}">
                <a16:creationId xmlns:a16="http://schemas.microsoft.com/office/drawing/2014/main" id="{E823E1D6-165C-D161-E9C2-E507905E4C46}"/>
              </a:ext>
            </a:extLst>
          </p:cNvPr>
          <p:cNvSpPr txBox="1">
            <a:spLocks noChangeArrowheads="1"/>
          </p:cNvSpPr>
          <p:nvPr/>
        </p:nvSpPr>
        <p:spPr bwMode="auto">
          <a:xfrm>
            <a:off x="1981200" y="5562600"/>
            <a:ext cx="8153400" cy="641350"/>
          </a:xfrm>
          <a:prstGeom prst="rect">
            <a:avLst/>
          </a:prstGeom>
          <a:solidFill>
            <a:srgbClr val="CCFF99"/>
          </a:solidFill>
          <a:ln>
            <a:noFill/>
          </a:ln>
          <a:effectLst/>
          <a:extLs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800" dirty="0">
                <a:solidFill>
                  <a:srgbClr val="000000"/>
                </a:solidFill>
                <a:latin typeface="Arial" panose="020B0604020202020204" pitchFamily="34" charset="0"/>
                <a:cs typeface="Times New Roman" panose="02020603050405020304" pitchFamily="18" charset="0"/>
              </a:rPr>
              <a:t>The </a:t>
            </a:r>
            <a:r>
              <a:rPr lang="en-US" altLang="en-US" sz="1800" dirty="0" err="1">
                <a:solidFill>
                  <a:srgbClr val="000000"/>
                </a:solidFill>
                <a:latin typeface="Arial" panose="020B0604020202020204" pitchFamily="34" charset="0"/>
                <a:cs typeface="Times New Roman" panose="02020603050405020304" pitchFamily="18" charset="0"/>
              </a:rPr>
              <a:t>MicroMIPS</a:t>
            </a:r>
            <a:r>
              <a:rPr lang="en-US" altLang="en-US" sz="1800" dirty="0">
                <a:solidFill>
                  <a:srgbClr val="000000"/>
                </a:solidFill>
                <a:latin typeface="Arial" panose="020B0604020202020204" pitchFamily="34" charset="0"/>
                <a:cs typeface="Times New Roman" panose="02020603050405020304" pitchFamily="18" charset="0"/>
              </a:rPr>
              <a:t> data path unfolded (by depicting the register write step as a separate block) so as to better visualize the critical-path latencies. </a:t>
            </a:r>
          </a:p>
        </p:txBody>
      </p:sp>
      <p:sp>
        <p:nvSpPr>
          <p:cNvPr id="22535" name="Text Box 4">
            <a:extLst>
              <a:ext uri="{FF2B5EF4-FFF2-40B4-BE49-F238E27FC236}">
                <a16:creationId xmlns:a16="http://schemas.microsoft.com/office/drawing/2014/main" id="{355DD85C-4DEE-5EA6-3BEF-97974826B2B6}"/>
              </a:ext>
            </a:extLst>
          </p:cNvPr>
          <p:cNvSpPr txBox="1">
            <a:spLocks noChangeArrowheads="1"/>
          </p:cNvSpPr>
          <p:nvPr/>
        </p:nvSpPr>
        <p:spPr bwMode="auto">
          <a:xfrm>
            <a:off x="1981201" y="1066800"/>
            <a:ext cx="3255963" cy="207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tabLst>
                <a:tab pos="2286000" algn="l"/>
              </a:tabLst>
              <a:defRPr sz="2400">
                <a:solidFill>
                  <a:schemeClr val="tx1"/>
                </a:solidFill>
                <a:latin typeface="Times New Roman" panose="02020603050405020304" pitchFamily="18" charset="0"/>
              </a:defRPr>
            </a:lvl1pPr>
            <a:lvl2pPr marL="742950" indent="-285750" eaLnBrk="0" hangingPunct="0">
              <a:tabLst>
                <a:tab pos="2286000" algn="l"/>
              </a:tabLst>
              <a:defRPr sz="2400">
                <a:solidFill>
                  <a:schemeClr val="tx1"/>
                </a:solidFill>
                <a:latin typeface="Times New Roman" panose="02020603050405020304" pitchFamily="18" charset="0"/>
              </a:defRPr>
            </a:lvl2pPr>
            <a:lvl3pPr marL="1143000" indent="-228600" eaLnBrk="0" hangingPunct="0">
              <a:tabLst>
                <a:tab pos="2286000" algn="l"/>
              </a:tabLst>
              <a:defRPr sz="2400">
                <a:solidFill>
                  <a:schemeClr val="tx1"/>
                </a:solidFill>
                <a:latin typeface="Times New Roman" panose="02020603050405020304" pitchFamily="18" charset="0"/>
              </a:defRPr>
            </a:lvl3pPr>
            <a:lvl4pPr marL="1600200" indent="-228600" eaLnBrk="0" hangingPunct="0">
              <a:tabLst>
                <a:tab pos="2286000" algn="l"/>
              </a:tabLst>
              <a:defRPr sz="2400">
                <a:solidFill>
                  <a:schemeClr val="tx1"/>
                </a:solidFill>
                <a:latin typeface="Times New Roman" panose="02020603050405020304" pitchFamily="18" charset="0"/>
              </a:defRPr>
            </a:lvl4pPr>
            <a:lvl5pPr marL="2057400" indent="-228600" eaLnBrk="0" hangingPunct="0">
              <a:tabLst>
                <a:tab pos="22860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22860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22860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22860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2286000" algn="l"/>
              </a:tabLst>
              <a:defRPr sz="2400">
                <a:solidFill>
                  <a:schemeClr val="tx1"/>
                </a:solidFill>
                <a:latin typeface="Times New Roman" panose="02020603050405020304" pitchFamily="18" charset="0"/>
              </a:defRPr>
            </a:lvl9pPr>
          </a:lstStyle>
          <a:p>
            <a:pPr eaLnBrk="1" hangingPunct="1"/>
            <a:r>
              <a:rPr lang="en-US" altLang="en-US" sz="1800">
                <a:solidFill>
                  <a:srgbClr val="000000"/>
                </a:solidFill>
                <a:latin typeface="Arial" panose="020B0604020202020204" pitchFamily="34" charset="0"/>
                <a:cs typeface="Times New Roman" panose="02020603050405020304" pitchFamily="18" charset="0"/>
              </a:rPr>
              <a:t>Instruction access	2 ns</a:t>
            </a:r>
          </a:p>
          <a:p>
            <a:pPr eaLnBrk="1" hangingPunct="1"/>
            <a:r>
              <a:rPr lang="en-US" altLang="en-US" sz="1800">
                <a:solidFill>
                  <a:srgbClr val="000000"/>
                </a:solidFill>
                <a:latin typeface="Arial" panose="020B0604020202020204" pitchFamily="34" charset="0"/>
                <a:cs typeface="Times New Roman" panose="02020603050405020304" pitchFamily="18" charset="0"/>
              </a:rPr>
              <a:t>Register read	1 ns</a:t>
            </a:r>
          </a:p>
          <a:p>
            <a:pPr eaLnBrk="1" hangingPunct="1"/>
            <a:r>
              <a:rPr lang="en-US" altLang="en-US" sz="1800">
                <a:solidFill>
                  <a:srgbClr val="000000"/>
                </a:solidFill>
                <a:latin typeface="Arial" panose="020B0604020202020204" pitchFamily="34" charset="0"/>
                <a:cs typeface="Times New Roman" panose="02020603050405020304" pitchFamily="18" charset="0"/>
              </a:rPr>
              <a:t>ALU operation	2 ns</a:t>
            </a:r>
          </a:p>
          <a:p>
            <a:pPr eaLnBrk="1" hangingPunct="1"/>
            <a:r>
              <a:rPr lang="en-US" altLang="en-US" sz="1800">
                <a:solidFill>
                  <a:srgbClr val="000000"/>
                </a:solidFill>
                <a:latin typeface="Arial" panose="020B0604020202020204" pitchFamily="34" charset="0"/>
                <a:cs typeface="Times New Roman" panose="02020603050405020304" pitchFamily="18" charset="0"/>
              </a:rPr>
              <a:t>Data cache access	2 ns</a:t>
            </a:r>
          </a:p>
          <a:p>
            <a:pPr eaLnBrk="1" hangingPunct="1"/>
            <a:r>
              <a:rPr lang="en-US" altLang="en-US" sz="1800">
                <a:solidFill>
                  <a:srgbClr val="000000"/>
                </a:solidFill>
                <a:latin typeface="Arial" panose="020B0604020202020204" pitchFamily="34" charset="0"/>
                <a:cs typeface="Times New Roman" panose="02020603050405020304" pitchFamily="18" charset="0"/>
              </a:rPr>
              <a:t>Register write	</a:t>
            </a:r>
            <a:r>
              <a:rPr lang="en-US" altLang="en-US" sz="1800" u="sng">
                <a:solidFill>
                  <a:srgbClr val="000000"/>
                </a:solidFill>
                <a:latin typeface="Arial" panose="020B0604020202020204" pitchFamily="34" charset="0"/>
                <a:cs typeface="Times New Roman" panose="02020603050405020304" pitchFamily="18" charset="0"/>
              </a:rPr>
              <a:t>1 ns</a:t>
            </a:r>
            <a:endParaRPr lang="en-US" altLang="en-US" sz="1800">
              <a:solidFill>
                <a:srgbClr val="000000"/>
              </a:solidFill>
              <a:latin typeface="Arial" panose="020B0604020202020204" pitchFamily="34" charset="0"/>
              <a:cs typeface="Times New Roman" panose="02020603050405020304" pitchFamily="18" charset="0"/>
            </a:endParaRPr>
          </a:p>
          <a:p>
            <a:pPr eaLnBrk="1" hangingPunct="1"/>
            <a:r>
              <a:rPr lang="en-US" altLang="en-US" sz="1800">
                <a:solidFill>
                  <a:srgbClr val="000000"/>
                </a:solidFill>
                <a:latin typeface="Arial" panose="020B0604020202020204" pitchFamily="34" charset="0"/>
                <a:cs typeface="Times New Roman" panose="02020603050405020304" pitchFamily="18" charset="0"/>
              </a:rPr>
              <a:t>       Total	8 ns</a:t>
            </a:r>
          </a:p>
          <a:p>
            <a:pPr eaLnBrk="1" hangingPunct="1">
              <a:spcBef>
                <a:spcPct val="20000"/>
              </a:spcBef>
            </a:pPr>
            <a:r>
              <a:rPr lang="en-US" altLang="en-US" sz="1800">
                <a:solidFill>
                  <a:srgbClr val="FF3300"/>
                </a:solidFill>
                <a:latin typeface="Arial" panose="020B0604020202020204" pitchFamily="34" charset="0"/>
                <a:cs typeface="Times New Roman" panose="02020603050405020304" pitchFamily="18" charset="0"/>
              </a:rPr>
              <a:t>Single-cycle clock = 125 MHz</a:t>
            </a:r>
          </a:p>
        </p:txBody>
      </p:sp>
      <p:graphicFrame>
        <p:nvGraphicFramePr>
          <p:cNvPr id="22536" name="Object 5">
            <a:extLst>
              <a:ext uri="{FF2B5EF4-FFF2-40B4-BE49-F238E27FC236}">
                <a16:creationId xmlns:a16="http://schemas.microsoft.com/office/drawing/2014/main" id="{70A9ABAA-8217-1CDA-DD9D-C8786900BE65}"/>
              </a:ext>
            </a:extLst>
          </p:cNvPr>
          <p:cNvGraphicFramePr>
            <a:graphicFrameLocks noChangeAspect="1"/>
          </p:cNvGraphicFramePr>
          <p:nvPr/>
        </p:nvGraphicFramePr>
        <p:xfrm>
          <a:off x="5181601" y="914400"/>
          <a:ext cx="5313363" cy="4603750"/>
        </p:xfrm>
        <a:graphic>
          <a:graphicData uri="http://schemas.openxmlformats.org/presentationml/2006/ole">
            <mc:AlternateContent xmlns:mc="http://schemas.openxmlformats.org/markup-compatibility/2006">
              <mc:Choice xmlns:v="urn:schemas-microsoft-com:vml" Requires="v">
                <p:oleObj name="Microsoft Draw Drawing" r:id="rId2" imgW="4819650" imgH="4171950" progId="MSDraw.Drawing.8.2">
                  <p:embed/>
                </p:oleObj>
              </mc:Choice>
              <mc:Fallback>
                <p:oleObj name="Microsoft Draw Drawing" r:id="rId2" imgW="4819650" imgH="4171950" progId="MSDraw.Drawing.8.2">
                  <p:embed/>
                  <p:pic>
                    <p:nvPicPr>
                      <p:cNvPr id="22536" name="Object 5">
                        <a:extLst>
                          <a:ext uri="{FF2B5EF4-FFF2-40B4-BE49-F238E27FC236}">
                            <a16:creationId xmlns:a16="http://schemas.microsoft.com/office/drawing/2014/main" id="{70A9ABAA-8217-1CDA-DD9D-C8786900BE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1" y="914400"/>
                        <a:ext cx="5313363" cy="460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7" name="Text Box 6">
            <a:extLst>
              <a:ext uri="{FF2B5EF4-FFF2-40B4-BE49-F238E27FC236}">
                <a16:creationId xmlns:a16="http://schemas.microsoft.com/office/drawing/2014/main" id="{BA72DCD7-89D3-3990-D82F-028F6D9D05D7}"/>
              </a:ext>
            </a:extLst>
          </p:cNvPr>
          <p:cNvSpPr txBox="1">
            <a:spLocks noChangeArrowheads="1"/>
          </p:cNvSpPr>
          <p:nvPr/>
        </p:nvSpPr>
        <p:spPr bwMode="auto">
          <a:xfrm>
            <a:off x="1981200" y="3429001"/>
            <a:ext cx="2927350" cy="1795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800">
                <a:solidFill>
                  <a:srgbClr val="000000"/>
                </a:solidFill>
                <a:latin typeface="Arial" panose="020B0604020202020204" pitchFamily="34" charset="0"/>
                <a:cs typeface="Times New Roman" panose="02020603050405020304" pitchFamily="18" charset="0"/>
              </a:rPr>
              <a:t>R-type	44%	6 ns	</a:t>
            </a:r>
          </a:p>
          <a:p>
            <a:pPr eaLnBrk="1" hangingPunct="1"/>
            <a:r>
              <a:rPr lang="en-US" altLang="en-US" sz="1800">
                <a:solidFill>
                  <a:srgbClr val="000000"/>
                </a:solidFill>
                <a:latin typeface="Arial" panose="020B0604020202020204" pitchFamily="34" charset="0"/>
                <a:cs typeface="Times New Roman" panose="02020603050405020304" pitchFamily="18" charset="0"/>
              </a:rPr>
              <a:t>Load	24%	8 ns</a:t>
            </a:r>
          </a:p>
          <a:p>
            <a:pPr eaLnBrk="1" hangingPunct="1"/>
            <a:r>
              <a:rPr lang="en-US" altLang="en-US" sz="1800">
                <a:solidFill>
                  <a:srgbClr val="000000"/>
                </a:solidFill>
                <a:latin typeface="Arial" panose="020B0604020202020204" pitchFamily="34" charset="0"/>
                <a:cs typeface="Times New Roman" panose="02020603050405020304" pitchFamily="18" charset="0"/>
              </a:rPr>
              <a:t>Store	12%	7 ns</a:t>
            </a:r>
          </a:p>
          <a:p>
            <a:pPr eaLnBrk="1" hangingPunct="1"/>
            <a:r>
              <a:rPr lang="en-US" altLang="en-US" sz="1800">
                <a:solidFill>
                  <a:srgbClr val="000000"/>
                </a:solidFill>
                <a:latin typeface="Arial" panose="020B0604020202020204" pitchFamily="34" charset="0"/>
                <a:cs typeface="Times New Roman" panose="02020603050405020304" pitchFamily="18" charset="0"/>
              </a:rPr>
              <a:t>Branch	18%	5 ns</a:t>
            </a:r>
          </a:p>
          <a:p>
            <a:pPr eaLnBrk="1" hangingPunct="1"/>
            <a:r>
              <a:rPr lang="en-US" altLang="en-US" sz="1800">
                <a:solidFill>
                  <a:srgbClr val="000000"/>
                </a:solidFill>
                <a:latin typeface="Arial" panose="020B0604020202020204" pitchFamily="34" charset="0"/>
                <a:cs typeface="Times New Roman" panose="02020603050405020304" pitchFamily="18" charset="0"/>
              </a:rPr>
              <a:t>Jump	  2%	</a:t>
            </a:r>
            <a:r>
              <a:rPr lang="en-US" altLang="en-US" sz="1800" u="sng">
                <a:solidFill>
                  <a:srgbClr val="000000"/>
                </a:solidFill>
                <a:latin typeface="Arial" panose="020B0604020202020204" pitchFamily="34" charset="0"/>
                <a:cs typeface="Times New Roman" panose="02020603050405020304" pitchFamily="18" charset="0"/>
              </a:rPr>
              <a:t>3 ns</a:t>
            </a:r>
            <a:r>
              <a:rPr lang="en-US" altLang="en-US" sz="1800">
                <a:solidFill>
                  <a:srgbClr val="000000"/>
                </a:solidFill>
                <a:latin typeface="Arial" panose="020B0604020202020204" pitchFamily="34" charset="0"/>
                <a:cs typeface="Times New Roman" panose="02020603050405020304" pitchFamily="18" charset="0"/>
              </a:rPr>
              <a:t>	</a:t>
            </a:r>
          </a:p>
          <a:p>
            <a:pPr eaLnBrk="1" hangingPunct="1">
              <a:spcBef>
                <a:spcPct val="20000"/>
              </a:spcBef>
            </a:pPr>
            <a:r>
              <a:rPr lang="en-US" altLang="en-US" sz="1800">
                <a:solidFill>
                  <a:schemeClr val="accent2"/>
                </a:solidFill>
                <a:latin typeface="Arial" panose="020B0604020202020204" pitchFamily="34" charset="0"/>
                <a:cs typeface="Times New Roman" panose="02020603050405020304" pitchFamily="18" charset="0"/>
              </a:rPr>
              <a:t>Weighted mean </a:t>
            </a:r>
            <a:r>
              <a:rPr lang="en-US" altLang="en-US" sz="1800">
                <a:solidFill>
                  <a:schemeClr val="accent2"/>
                </a:solidFill>
                <a:latin typeface="Arial" panose="020B0604020202020204" pitchFamily="34" charset="0"/>
                <a:cs typeface="Times New Roman" panose="02020603050405020304" pitchFamily="18" charset="0"/>
                <a:sym typeface="Symbol" panose="05050102010706020507" pitchFamily="18" charset="2"/>
              </a:rPr>
              <a:t></a:t>
            </a:r>
            <a:r>
              <a:rPr lang="en-US" altLang="en-US" sz="1800">
                <a:solidFill>
                  <a:schemeClr val="accent2"/>
                </a:solidFill>
                <a:latin typeface="Arial" panose="020B0604020202020204" pitchFamily="34" charset="0"/>
                <a:cs typeface="Times New Roman" panose="02020603050405020304" pitchFamily="18" charset="0"/>
              </a:rPr>
              <a:t> 6.36 ns</a:t>
            </a:r>
            <a:r>
              <a:rPr lang="en-US" altLang="en-US" sz="1800">
                <a:latin typeface="Arial" panose="020B0604020202020204" pitchFamily="34" charset="0"/>
              </a:rPr>
              <a:t> </a:t>
            </a:r>
          </a:p>
        </p:txBody>
      </p:sp>
      <p:grpSp>
        <p:nvGrpSpPr>
          <p:cNvPr id="22538" name="Group 7">
            <a:extLst>
              <a:ext uri="{FF2B5EF4-FFF2-40B4-BE49-F238E27FC236}">
                <a16:creationId xmlns:a16="http://schemas.microsoft.com/office/drawing/2014/main" id="{F6B33FCF-D3FE-CA26-A287-E7F593011577}"/>
              </a:ext>
            </a:extLst>
          </p:cNvPr>
          <p:cNvGrpSpPr>
            <a:grpSpLocks/>
          </p:cNvGrpSpPr>
          <p:nvPr/>
        </p:nvGrpSpPr>
        <p:grpSpPr bwMode="auto">
          <a:xfrm>
            <a:off x="7875588" y="1187450"/>
            <a:ext cx="354012" cy="4146550"/>
            <a:chOff x="4001" y="748"/>
            <a:chExt cx="223" cy="2612"/>
          </a:xfrm>
        </p:grpSpPr>
        <p:sp>
          <p:nvSpPr>
            <p:cNvPr id="222216" name="AutoShape 8">
              <a:extLst>
                <a:ext uri="{FF2B5EF4-FFF2-40B4-BE49-F238E27FC236}">
                  <a16:creationId xmlns:a16="http://schemas.microsoft.com/office/drawing/2014/main" id="{1A3F2598-2262-AEA8-9765-6172E7E4C067}"/>
                </a:ext>
              </a:extLst>
            </p:cNvPr>
            <p:cNvSpPr>
              <a:spLocks noChangeArrowheads="1"/>
            </p:cNvSpPr>
            <p:nvPr/>
          </p:nvSpPr>
          <p:spPr bwMode="auto">
            <a:xfrm rot="5400000">
              <a:off x="4032" y="1392"/>
              <a:ext cx="240" cy="144"/>
            </a:xfrm>
            <a:prstGeom prst="triangle">
              <a:avLst>
                <a:gd name="adj" fmla="val 50000"/>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222217" name="Rectangle 9">
              <a:extLst>
                <a:ext uri="{FF2B5EF4-FFF2-40B4-BE49-F238E27FC236}">
                  <a16:creationId xmlns:a16="http://schemas.microsoft.com/office/drawing/2014/main" id="{8B617EB1-F315-6D06-8F27-D12F134272E3}"/>
                </a:ext>
              </a:extLst>
            </p:cNvPr>
            <p:cNvSpPr>
              <a:spLocks noChangeArrowheads="1"/>
            </p:cNvSpPr>
            <p:nvPr/>
          </p:nvSpPr>
          <p:spPr bwMode="auto">
            <a:xfrm>
              <a:off x="4001" y="1296"/>
              <a:ext cx="96" cy="2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222218" name="AutoShape 10">
              <a:extLst>
                <a:ext uri="{FF2B5EF4-FFF2-40B4-BE49-F238E27FC236}">
                  <a16:creationId xmlns:a16="http://schemas.microsoft.com/office/drawing/2014/main" id="{94014659-5632-2380-8097-119380CB2939}"/>
                </a:ext>
              </a:extLst>
            </p:cNvPr>
            <p:cNvSpPr>
              <a:spLocks noChangeArrowheads="1"/>
            </p:cNvSpPr>
            <p:nvPr/>
          </p:nvSpPr>
          <p:spPr bwMode="auto">
            <a:xfrm rot="5400000">
              <a:off x="4024" y="1957"/>
              <a:ext cx="240" cy="144"/>
            </a:xfrm>
            <a:prstGeom prst="triangle">
              <a:avLst>
                <a:gd name="adj" fmla="val 50000"/>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222219" name="AutoShape 11">
              <a:extLst>
                <a:ext uri="{FF2B5EF4-FFF2-40B4-BE49-F238E27FC236}">
                  <a16:creationId xmlns:a16="http://schemas.microsoft.com/office/drawing/2014/main" id="{16AC0470-6767-49BE-0528-E028AB21B35A}"/>
                </a:ext>
              </a:extLst>
            </p:cNvPr>
            <p:cNvSpPr>
              <a:spLocks noChangeArrowheads="1"/>
            </p:cNvSpPr>
            <p:nvPr/>
          </p:nvSpPr>
          <p:spPr bwMode="auto">
            <a:xfrm rot="5400000">
              <a:off x="4032" y="806"/>
              <a:ext cx="240" cy="144"/>
            </a:xfrm>
            <a:prstGeom prst="triangle">
              <a:avLst>
                <a:gd name="adj" fmla="val 50000"/>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222220" name="AutoShape 12">
              <a:extLst>
                <a:ext uri="{FF2B5EF4-FFF2-40B4-BE49-F238E27FC236}">
                  <a16:creationId xmlns:a16="http://schemas.microsoft.com/office/drawing/2014/main" id="{EA34DCB8-CE88-173A-88FD-12F587C36912}"/>
                </a:ext>
              </a:extLst>
            </p:cNvPr>
            <p:cNvSpPr>
              <a:spLocks noChangeArrowheads="1"/>
            </p:cNvSpPr>
            <p:nvPr/>
          </p:nvSpPr>
          <p:spPr bwMode="auto">
            <a:xfrm rot="5400000">
              <a:off x="4019" y="2539"/>
              <a:ext cx="240" cy="144"/>
            </a:xfrm>
            <a:prstGeom prst="triangle">
              <a:avLst>
                <a:gd name="adj" fmla="val 50000"/>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222221" name="AutoShape 13">
              <a:extLst>
                <a:ext uri="{FF2B5EF4-FFF2-40B4-BE49-F238E27FC236}">
                  <a16:creationId xmlns:a16="http://schemas.microsoft.com/office/drawing/2014/main" id="{32CFA25F-BCD8-5A53-F031-BDBA83C0A478}"/>
                </a:ext>
              </a:extLst>
            </p:cNvPr>
            <p:cNvSpPr>
              <a:spLocks noChangeArrowheads="1"/>
            </p:cNvSpPr>
            <p:nvPr/>
          </p:nvSpPr>
          <p:spPr bwMode="auto">
            <a:xfrm rot="5400000">
              <a:off x="4019" y="3120"/>
              <a:ext cx="240" cy="144"/>
            </a:xfrm>
            <a:prstGeom prst="triangle">
              <a:avLst>
                <a:gd name="adj" fmla="val 50000"/>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222222" name="Rectangle 14">
              <a:extLst>
                <a:ext uri="{FF2B5EF4-FFF2-40B4-BE49-F238E27FC236}">
                  <a16:creationId xmlns:a16="http://schemas.microsoft.com/office/drawing/2014/main" id="{08FD9A8E-26FB-2BE0-3949-4C1EA1F05214}"/>
                </a:ext>
              </a:extLst>
            </p:cNvPr>
            <p:cNvSpPr>
              <a:spLocks noChangeArrowheads="1"/>
            </p:cNvSpPr>
            <p:nvPr/>
          </p:nvSpPr>
          <p:spPr bwMode="auto">
            <a:xfrm>
              <a:off x="4001" y="748"/>
              <a:ext cx="96" cy="2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222223" name="Rectangle 15">
              <a:extLst>
                <a:ext uri="{FF2B5EF4-FFF2-40B4-BE49-F238E27FC236}">
                  <a16:creationId xmlns:a16="http://schemas.microsoft.com/office/drawing/2014/main" id="{A0AF0DFE-8A23-F646-6FBF-09BAC620F005}"/>
                </a:ext>
              </a:extLst>
            </p:cNvPr>
            <p:cNvSpPr>
              <a:spLocks noChangeArrowheads="1"/>
            </p:cNvSpPr>
            <p:nvPr/>
          </p:nvSpPr>
          <p:spPr bwMode="auto">
            <a:xfrm>
              <a:off x="4001" y="3024"/>
              <a:ext cx="98" cy="33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222224" name="Rectangle 16">
              <a:extLst>
                <a:ext uri="{FF2B5EF4-FFF2-40B4-BE49-F238E27FC236}">
                  <a16:creationId xmlns:a16="http://schemas.microsoft.com/office/drawing/2014/main" id="{4547C97E-0F7B-D339-09DE-A16CC10A356E}"/>
                </a:ext>
              </a:extLst>
            </p:cNvPr>
            <p:cNvSpPr>
              <a:spLocks noChangeArrowheads="1"/>
            </p:cNvSpPr>
            <p:nvPr/>
          </p:nvSpPr>
          <p:spPr bwMode="auto">
            <a:xfrm>
              <a:off x="4001" y="2476"/>
              <a:ext cx="96" cy="2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222225" name="Rectangle 17">
              <a:extLst>
                <a:ext uri="{FF2B5EF4-FFF2-40B4-BE49-F238E27FC236}">
                  <a16:creationId xmlns:a16="http://schemas.microsoft.com/office/drawing/2014/main" id="{4BBDBEB4-5D07-6C4D-038F-BB239A92DC80}"/>
                </a:ext>
              </a:extLst>
            </p:cNvPr>
            <p:cNvSpPr>
              <a:spLocks noChangeArrowheads="1"/>
            </p:cNvSpPr>
            <p:nvPr/>
          </p:nvSpPr>
          <p:spPr bwMode="auto">
            <a:xfrm>
              <a:off x="4001" y="1905"/>
              <a:ext cx="96" cy="2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gr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a:extLst>
              <a:ext uri="{FF2B5EF4-FFF2-40B4-BE49-F238E27FC236}">
                <a16:creationId xmlns:a16="http://schemas.microsoft.com/office/drawing/2014/main" id="{225F13D7-A4F5-613C-98FA-814B2620ACB3}"/>
              </a:ext>
            </a:extLst>
          </p:cNvPr>
          <p:cNvSpPr>
            <a:spLocks noGrp="1" noChangeArrowheads="1"/>
          </p:cNvSpPr>
          <p:nvPr>
            <p:ph type="title" idx="4294967295"/>
          </p:nvPr>
        </p:nvSpPr>
        <p:spPr>
          <a:xfrm>
            <a:off x="1981200" y="533400"/>
            <a:ext cx="8229600" cy="1143000"/>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lw is the longest instruction</a:t>
            </a:r>
          </a:p>
        </p:txBody>
      </p:sp>
      <p:sp>
        <p:nvSpPr>
          <p:cNvPr id="23554" name="Rectangle 2">
            <a:extLst>
              <a:ext uri="{FF2B5EF4-FFF2-40B4-BE49-F238E27FC236}">
                <a16:creationId xmlns:a16="http://schemas.microsoft.com/office/drawing/2014/main" id="{61209448-30C2-FBCA-2502-F214E33F00B9}"/>
              </a:ext>
            </a:extLst>
          </p:cNvPr>
          <p:cNvSpPr>
            <a:spLocks noGrp="1" noChangeArrowheads="1"/>
          </p:cNvSpPr>
          <p:nvPr>
            <p:ph type="body" idx="4294967295"/>
          </p:nvPr>
        </p:nvSpPr>
        <p:spPr>
          <a:xfrm>
            <a:off x="1981200" y="1828801"/>
            <a:ext cx="8229600" cy="4302125"/>
          </a:xfrm>
          <a:ln/>
        </p:spPr>
        <p:txBody>
          <a:bodyPr>
            <a:normAutofit fontScale="92500"/>
          </a:bodyPr>
          <a:lstStyle/>
          <a:p>
            <a:pPr marL="608013" indent="-608013">
              <a:lnSpc>
                <a:spcPct val="80000"/>
              </a:lnSpc>
              <a:spcBef>
                <a:spcPts val="700"/>
              </a:spcBef>
              <a:buClr>
                <a:srgbClr val="660000"/>
              </a:buClr>
              <a:buSzPct val="70000"/>
              <a:buFont typeface="Wingdings" panose="05000000000000000000" pitchFamily="2" charset="2"/>
              <a:buChar char=""/>
              <a:tabLst>
                <a:tab pos="1050925" algn="l"/>
                <a:tab pos="1965325" algn="l"/>
                <a:tab pos="2879725" algn="l"/>
                <a:tab pos="3794125" algn="l"/>
                <a:tab pos="4708525" algn="l"/>
                <a:tab pos="5622925" algn="l"/>
                <a:tab pos="6537325" algn="l"/>
                <a:tab pos="7451725" algn="l"/>
                <a:tab pos="8366125" algn="l"/>
                <a:tab pos="9280525" algn="l"/>
                <a:tab pos="10194925" algn="l"/>
              </a:tabLst>
            </a:pPr>
            <a:r>
              <a:rPr lang="en-US" altLang="en-US" dirty="0" err="1"/>
              <a:t>lw</a:t>
            </a:r>
            <a:r>
              <a:rPr lang="en-US" altLang="en-US" dirty="0"/>
              <a:t> execution includes all the possible steps:</a:t>
            </a:r>
          </a:p>
          <a:p>
            <a:pPr marL="1003300" lvl="1" indent="-533400">
              <a:lnSpc>
                <a:spcPct val="80000"/>
              </a:lnSpc>
              <a:spcBef>
                <a:spcPts val="600"/>
              </a:spcBef>
              <a:buClr>
                <a:srgbClr val="999966"/>
              </a:buClr>
              <a:buSzPct val="75000"/>
              <a:buFont typeface="Times New Roman" panose="02020603050405020304" pitchFamily="18" charset="0"/>
              <a:buAutoNum type="arabicPeriod"/>
              <a:tabLst>
                <a:tab pos="1050925" algn="l"/>
                <a:tab pos="1965325" algn="l"/>
                <a:tab pos="2879725" algn="l"/>
                <a:tab pos="3794125" algn="l"/>
                <a:tab pos="4708525" algn="l"/>
                <a:tab pos="5622925" algn="l"/>
                <a:tab pos="6537325" algn="l"/>
                <a:tab pos="7451725" algn="l"/>
                <a:tab pos="8366125" algn="l"/>
                <a:tab pos="9280525" algn="l"/>
                <a:tab pos="10194925" algn="l"/>
              </a:tabLst>
            </a:pPr>
            <a:r>
              <a:rPr lang="en-US" altLang="en-US" dirty="0"/>
              <a:t>Instruction Access:   2 ns</a:t>
            </a:r>
          </a:p>
          <a:p>
            <a:pPr marL="1003300" lvl="1" indent="-533400">
              <a:lnSpc>
                <a:spcPct val="80000"/>
              </a:lnSpc>
              <a:spcBef>
                <a:spcPts val="600"/>
              </a:spcBef>
              <a:buClr>
                <a:srgbClr val="999966"/>
              </a:buClr>
              <a:buSzPct val="75000"/>
              <a:buFont typeface="Times New Roman" panose="02020603050405020304" pitchFamily="18" charset="0"/>
              <a:buAutoNum type="arabicPeriod"/>
              <a:tabLst>
                <a:tab pos="1050925" algn="l"/>
                <a:tab pos="1965325" algn="l"/>
                <a:tab pos="2879725" algn="l"/>
                <a:tab pos="3794125" algn="l"/>
                <a:tab pos="4708525" algn="l"/>
                <a:tab pos="5622925" algn="l"/>
                <a:tab pos="6537325" algn="l"/>
                <a:tab pos="7451725" algn="l"/>
                <a:tab pos="8366125" algn="l"/>
                <a:tab pos="9280525" algn="l"/>
                <a:tab pos="10194925" algn="l"/>
              </a:tabLst>
            </a:pPr>
            <a:r>
              <a:rPr lang="en-US" altLang="en-US" dirty="0"/>
              <a:t>Register Read:          1 ns</a:t>
            </a:r>
          </a:p>
          <a:p>
            <a:pPr marL="1003300" lvl="1" indent="-533400">
              <a:lnSpc>
                <a:spcPct val="80000"/>
              </a:lnSpc>
              <a:spcBef>
                <a:spcPts val="600"/>
              </a:spcBef>
              <a:buClr>
                <a:srgbClr val="999966"/>
              </a:buClr>
              <a:buSzPct val="75000"/>
              <a:buFont typeface="Times New Roman" panose="02020603050405020304" pitchFamily="18" charset="0"/>
              <a:buAutoNum type="arabicPeriod"/>
              <a:tabLst>
                <a:tab pos="1050925" algn="l"/>
                <a:tab pos="1965325" algn="l"/>
                <a:tab pos="2879725" algn="l"/>
                <a:tab pos="3794125" algn="l"/>
                <a:tab pos="4708525" algn="l"/>
                <a:tab pos="5622925" algn="l"/>
                <a:tab pos="6537325" algn="l"/>
                <a:tab pos="7451725" algn="l"/>
                <a:tab pos="8366125" algn="l"/>
                <a:tab pos="9280525" algn="l"/>
                <a:tab pos="10194925" algn="l"/>
              </a:tabLst>
            </a:pPr>
            <a:r>
              <a:rPr lang="en-US" altLang="en-US" dirty="0"/>
              <a:t>ALU operation:        2 ns</a:t>
            </a:r>
          </a:p>
          <a:p>
            <a:pPr marL="1003300" lvl="1" indent="-533400">
              <a:lnSpc>
                <a:spcPct val="80000"/>
              </a:lnSpc>
              <a:spcBef>
                <a:spcPts val="600"/>
              </a:spcBef>
              <a:buClr>
                <a:srgbClr val="999966"/>
              </a:buClr>
              <a:buSzPct val="75000"/>
              <a:buFont typeface="Times New Roman" panose="02020603050405020304" pitchFamily="18" charset="0"/>
              <a:buAutoNum type="arabicPeriod"/>
              <a:tabLst>
                <a:tab pos="1050925" algn="l"/>
                <a:tab pos="1965325" algn="l"/>
                <a:tab pos="2879725" algn="l"/>
                <a:tab pos="3794125" algn="l"/>
                <a:tab pos="4708525" algn="l"/>
                <a:tab pos="5622925" algn="l"/>
                <a:tab pos="6537325" algn="l"/>
                <a:tab pos="7451725" algn="l"/>
                <a:tab pos="8366125" algn="l"/>
                <a:tab pos="9280525" algn="l"/>
                <a:tab pos="10194925" algn="l"/>
              </a:tabLst>
            </a:pPr>
            <a:r>
              <a:rPr lang="en-US" altLang="en-US" dirty="0"/>
              <a:t>Data Cache Access: 2 ns</a:t>
            </a:r>
          </a:p>
          <a:p>
            <a:pPr marL="1003300" lvl="1" indent="-533400">
              <a:lnSpc>
                <a:spcPct val="80000"/>
              </a:lnSpc>
              <a:spcBef>
                <a:spcPts val="600"/>
              </a:spcBef>
              <a:buClr>
                <a:srgbClr val="999966"/>
              </a:buClr>
              <a:buSzPct val="75000"/>
              <a:buFont typeface="Times New Roman" panose="02020603050405020304" pitchFamily="18" charset="0"/>
              <a:buAutoNum type="arabicPeriod"/>
              <a:tabLst>
                <a:tab pos="1050925" algn="l"/>
                <a:tab pos="1965325" algn="l"/>
                <a:tab pos="2879725" algn="l"/>
                <a:tab pos="3794125" algn="l"/>
                <a:tab pos="4708525" algn="l"/>
                <a:tab pos="5622925" algn="l"/>
                <a:tab pos="6537325" algn="l"/>
                <a:tab pos="7451725" algn="l"/>
                <a:tab pos="8366125" algn="l"/>
                <a:tab pos="9280525" algn="l"/>
                <a:tab pos="10194925" algn="l"/>
              </a:tabLst>
            </a:pPr>
            <a:r>
              <a:rPr lang="en-US" altLang="en-US" dirty="0"/>
              <a:t>Register Write-back:1 ns</a:t>
            </a:r>
          </a:p>
          <a:p>
            <a:pPr marL="1003300" lvl="1" indent="-533400">
              <a:lnSpc>
                <a:spcPct val="80000"/>
              </a:lnSpc>
              <a:spcBef>
                <a:spcPts val="600"/>
              </a:spcBef>
              <a:buSzPct val="75000"/>
              <a:buNone/>
              <a:tabLst>
                <a:tab pos="1050925" algn="l"/>
                <a:tab pos="1965325" algn="l"/>
                <a:tab pos="2879725" algn="l"/>
                <a:tab pos="3794125" algn="l"/>
                <a:tab pos="4708525" algn="l"/>
                <a:tab pos="5622925" algn="l"/>
                <a:tab pos="6537325" algn="l"/>
                <a:tab pos="7451725" algn="l"/>
                <a:tab pos="8366125" algn="l"/>
                <a:tab pos="9280525" algn="l"/>
                <a:tab pos="10194925" algn="l"/>
              </a:tabLst>
            </a:pPr>
            <a:r>
              <a:rPr lang="en-US" altLang="en-US" dirty="0"/>
              <a:t>          Total:                   8 ns</a:t>
            </a:r>
          </a:p>
          <a:p>
            <a:pPr marL="1003300" lvl="1" indent="-533400">
              <a:lnSpc>
                <a:spcPct val="80000"/>
              </a:lnSpc>
              <a:spcBef>
                <a:spcPts val="600"/>
              </a:spcBef>
              <a:buSzPct val="75000"/>
              <a:buNone/>
              <a:tabLst>
                <a:tab pos="1050925" algn="l"/>
                <a:tab pos="1965325" algn="l"/>
                <a:tab pos="2879725" algn="l"/>
                <a:tab pos="3794125" algn="l"/>
                <a:tab pos="4708525" algn="l"/>
                <a:tab pos="5622925" algn="l"/>
                <a:tab pos="6537325" algn="l"/>
                <a:tab pos="7451725" algn="l"/>
                <a:tab pos="8366125" algn="l"/>
                <a:tab pos="9280525" algn="l"/>
                <a:tab pos="10194925" algn="l"/>
              </a:tabLst>
            </a:pPr>
            <a:r>
              <a:rPr lang="en-US" altLang="en-US" dirty="0"/>
              <a:t>Thus a clock frequency of 125 MHz suffices.</a:t>
            </a:r>
          </a:p>
          <a:p>
            <a:pPr marL="1003300" lvl="1" indent="-533400">
              <a:lnSpc>
                <a:spcPct val="80000"/>
              </a:lnSpc>
              <a:spcBef>
                <a:spcPts val="600"/>
              </a:spcBef>
              <a:buSzPct val="75000"/>
              <a:buNone/>
              <a:tabLst>
                <a:tab pos="1050925" algn="l"/>
                <a:tab pos="1965325" algn="l"/>
                <a:tab pos="2879725" algn="l"/>
                <a:tab pos="3794125" algn="l"/>
                <a:tab pos="4708525" algn="l"/>
                <a:tab pos="5622925" algn="l"/>
                <a:tab pos="6537325" algn="l"/>
                <a:tab pos="7451725" algn="l"/>
                <a:tab pos="8366125" algn="l"/>
                <a:tab pos="9280525" algn="l"/>
                <a:tab pos="10194925" algn="l"/>
              </a:tabLst>
            </a:pPr>
            <a:r>
              <a:rPr lang="en-US" altLang="en-US" dirty="0"/>
              <a:t>So, for 1 instruction, (1/125) x 10</a:t>
            </a:r>
            <a:r>
              <a:rPr lang="en-US" altLang="en-US" baseline="30000" dirty="0"/>
              <a:t>-6 </a:t>
            </a:r>
            <a:r>
              <a:rPr lang="en-US" altLang="en-US" dirty="0"/>
              <a:t>sec</a:t>
            </a:r>
          </a:p>
          <a:p>
            <a:pPr marL="1003300" lvl="1" indent="-533400">
              <a:lnSpc>
                <a:spcPct val="80000"/>
              </a:lnSpc>
              <a:spcBef>
                <a:spcPts val="600"/>
              </a:spcBef>
              <a:buSzPct val="75000"/>
              <a:buNone/>
              <a:tabLst>
                <a:tab pos="1050925" algn="l"/>
                <a:tab pos="1965325" algn="l"/>
                <a:tab pos="2879725" algn="l"/>
                <a:tab pos="3794125" algn="l"/>
                <a:tab pos="4708525" algn="l"/>
                <a:tab pos="5622925" algn="l"/>
                <a:tab pos="6537325" algn="l"/>
                <a:tab pos="7451725" algn="l"/>
                <a:tab pos="8366125" algn="l"/>
                <a:tab pos="9280525" algn="l"/>
                <a:tab pos="10194925" algn="l"/>
              </a:tabLst>
            </a:pPr>
            <a:r>
              <a:rPr lang="en-US" altLang="en-US" dirty="0"/>
              <a:t>Thus, 125 Million Instructions are executed per second (125 MIPS)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
            <a:extLst>
              <a:ext uri="{FF2B5EF4-FFF2-40B4-BE49-F238E27FC236}">
                <a16:creationId xmlns:a16="http://schemas.microsoft.com/office/drawing/2014/main" id="{E6A01A31-AEEB-A2A3-7345-5FA311BF7A78}"/>
              </a:ext>
            </a:extLst>
          </p:cNvPr>
          <p:cNvSpPr>
            <a:spLocks noGrp="1" noChangeArrowheads="1"/>
          </p:cNvSpPr>
          <p:nvPr>
            <p:ph type="title" idx="4294967295"/>
          </p:nvPr>
        </p:nvSpPr>
        <p:spPr>
          <a:xfrm>
            <a:off x="968829" y="155574"/>
            <a:ext cx="8229600" cy="1143000"/>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altLang="en-US" dirty="0"/>
              <a:t>Obtaining better performance</a:t>
            </a:r>
          </a:p>
        </p:txBody>
      </p:sp>
      <p:sp>
        <p:nvSpPr>
          <p:cNvPr id="24578" name="Rectangle 2">
            <a:extLst>
              <a:ext uri="{FF2B5EF4-FFF2-40B4-BE49-F238E27FC236}">
                <a16:creationId xmlns:a16="http://schemas.microsoft.com/office/drawing/2014/main" id="{9313D520-46D8-470C-116B-4E8A6E183CBE}"/>
              </a:ext>
            </a:extLst>
          </p:cNvPr>
          <p:cNvSpPr>
            <a:spLocks noGrp="1" noChangeArrowheads="1"/>
          </p:cNvSpPr>
          <p:nvPr>
            <p:ph type="body" idx="4294967295"/>
          </p:nvPr>
        </p:nvSpPr>
        <p:spPr>
          <a:xfrm>
            <a:off x="568779" y="1277937"/>
            <a:ext cx="8229600" cy="4302125"/>
          </a:xfrm>
          <a:ln/>
        </p:spPr>
        <p:txBody>
          <a:bodyPr>
            <a:normAutofit fontScale="92500" lnSpcReduction="20000"/>
          </a:bodyPr>
          <a:lstStyle/>
          <a:p>
            <a:pPr marL="468313" indent="-468313">
              <a:lnSpc>
                <a:spcPct val="80000"/>
              </a:lnSpc>
              <a:spcBef>
                <a:spcPts val="600"/>
              </a:spcBef>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400" dirty="0"/>
              <a:t>Note that the average instruction time is less, depends on the type of instruction, and their percentages in an application. </a:t>
            </a:r>
          </a:p>
          <a:p>
            <a:pPr marL="468313" indent="-468313">
              <a:lnSpc>
                <a:spcPct val="80000"/>
              </a:lnSpc>
              <a:spcBef>
                <a:spcPts val="600"/>
              </a:spcBef>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400" dirty="0" err="1"/>
              <a:t>Rtype</a:t>
            </a:r>
            <a:r>
              <a:rPr lang="en-US" altLang="en-US" sz="2400" dirty="0"/>
              <a:t> 44% 6 ns  No data cache</a:t>
            </a:r>
          </a:p>
          <a:p>
            <a:pPr marL="468313" indent="-468313">
              <a:lnSpc>
                <a:spcPct val="80000"/>
              </a:lnSpc>
              <a:spcBef>
                <a:spcPts val="600"/>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400" dirty="0"/>
              <a:t>     Load  24% 8 ns </a:t>
            </a:r>
          </a:p>
          <a:p>
            <a:pPr marL="468313" indent="-468313">
              <a:lnSpc>
                <a:spcPct val="80000"/>
              </a:lnSpc>
              <a:spcBef>
                <a:spcPts val="600"/>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400" dirty="0"/>
              <a:t>     Store  12% 7ns No register write-back</a:t>
            </a:r>
          </a:p>
          <a:p>
            <a:pPr marL="468313" indent="-468313">
              <a:lnSpc>
                <a:spcPct val="80000"/>
              </a:lnSpc>
              <a:spcBef>
                <a:spcPts val="600"/>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400" dirty="0"/>
              <a:t>     Branch 18% 5ns </a:t>
            </a:r>
            <a:r>
              <a:rPr lang="en-US" altLang="en-US" sz="2400" dirty="0" err="1"/>
              <a:t>Fetch+Register</a:t>
            </a:r>
            <a:r>
              <a:rPr lang="en-US" altLang="en-US" sz="2400" dirty="0"/>
              <a:t> </a:t>
            </a:r>
            <a:r>
              <a:rPr lang="en-US" altLang="en-US" sz="2400" dirty="0" err="1"/>
              <a:t>Read+Next-addr</a:t>
            </a:r>
            <a:r>
              <a:rPr lang="en-US" altLang="en-US" sz="2400" dirty="0"/>
              <a:t> formation</a:t>
            </a:r>
          </a:p>
          <a:p>
            <a:pPr marL="468313" indent="-468313">
              <a:lnSpc>
                <a:spcPct val="80000"/>
              </a:lnSpc>
              <a:spcBef>
                <a:spcPts val="600"/>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400" dirty="0"/>
              <a:t>     Jump    2%   3ns  Fetch + Instruction Decode</a:t>
            </a:r>
          </a:p>
          <a:p>
            <a:pPr marL="468313" indent="-468313">
              <a:lnSpc>
                <a:spcPct val="80000"/>
              </a:lnSpc>
              <a:spcBef>
                <a:spcPts val="600"/>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400" dirty="0"/>
              <a:t>    Weighted average = 6.36 ns</a:t>
            </a:r>
          </a:p>
          <a:p>
            <a:pPr marL="468313" indent="-468313">
              <a:lnSpc>
                <a:spcPct val="80000"/>
              </a:lnSpc>
              <a:spcBef>
                <a:spcPts val="600"/>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400" dirty="0"/>
              <a:t>So, with a variable cycle time implementation, the performance is 157 MIPS</a:t>
            </a:r>
          </a:p>
          <a:p>
            <a:pPr marL="468313" indent="-468313">
              <a:lnSpc>
                <a:spcPct val="80000"/>
              </a:lnSpc>
              <a:spcBef>
                <a:spcPts val="600"/>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400" dirty="0"/>
              <a:t>However, this is not possible. </a:t>
            </a:r>
          </a:p>
          <a:p>
            <a:pPr marL="468313" indent="-468313">
              <a:lnSpc>
                <a:spcPct val="80000"/>
              </a:lnSpc>
              <a:spcBef>
                <a:spcPts val="600"/>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400" dirty="0"/>
          </a:p>
          <a:p>
            <a:pPr marL="468313" indent="-468313">
              <a:lnSpc>
                <a:spcPct val="80000"/>
              </a:lnSpc>
              <a:spcBef>
                <a:spcPts val="600"/>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400" dirty="0"/>
              <a:t>We see that a single cycle implementation has a poor performance.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1">
            <a:extLst>
              <a:ext uri="{FF2B5EF4-FFF2-40B4-BE49-F238E27FC236}">
                <a16:creationId xmlns:a16="http://schemas.microsoft.com/office/drawing/2014/main" id="{B0C35C6C-23B4-ADDA-E927-9A5B62B91B99}"/>
              </a:ext>
            </a:extLst>
          </p:cNvPr>
          <p:cNvSpPr>
            <a:spLocks noGrp="1" noChangeArrowheads="1"/>
          </p:cNvSpPr>
          <p:nvPr>
            <p:ph type="title" idx="4294967295"/>
          </p:nvPr>
        </p:nvSpPr>
        <p:spPr>
          <a:xfrm>
            <a:off x="1981200" y="533400"/>
            <a:ext cx="8229600" cy="1143000"/>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altLang="en-US"/>
              <a:t>Summary</a:t>
            </a:r>
          </a:p>
        </p:txBody>
      </p:sp>
      <p:sp>
        <p:nvSpPr>
          <p:cNvPr id="25602" name="Rectangle 2">
            <a:extLst>
              <a:ext uri="{FF2B5EF4-FFF2-40B4-BE49-F238E27FC236}">
                <a16:creationId xmlns:a16="http://schemas.microsoft.com/office/drawing/2014/main" id="{DC8B617B-7A74-DBEC-074F-315CAA231B7A}"/>
              </a:ext>
            </a:extLst>
          </p:cNvPr>
          <p:cNvSpPr>
            <a:spLocks noGrp="1" noChangeArrowheads="1"/>
          </p:cNvSpPr>
          <p:nvPr>
            <p:ph type="body" idx="4294967295"/>
          </p:nvPr>
        </p:nvSpPr>
        <p:spPr>
          <a:xfrm>
            <a:off x="1981200" y="1812473"/>
            <a:ext cx="8229600" cy="4302125"/>
          </a:xfrm>
          <a:ln/>
        </p:spPr>
        <p:txBody>
          <a:bodyPr>
            <a:normAutofit fontScale="92500"/>
          </a:bodyPr>
          <a:lstStyle/>
          <a:p>
            <a:pPr marL="468313" indent="-468313">
              <a:spcBef>
                <a:spcPts val="700"/>
              </a:spcBef>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altLang="en-US" dirty="0"/>
              <a:t>Clock cycle is determined by the slowest instruction. </a:t>
            </a:r>
          </a:p>
          <a:p>
            <a:pPr marL="468313" indent="-468313">
              <a:spcBef>
                <a:spcPts val="700"/>
              </a:spcBef>
              <a:buClr>
                <a:srgbClr val="660000"/>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altLang="en-US" dirty="0"/>
              <a:t>If the MIPS ISA includes more complex instructions, the disadvantage is more. </a:t>
            </a:r>
          </a:p>
          <a:p>
            <a:pPr marL="906463" lvl="1" indent="-436563">
              <a:spcBef>
                <a:spcPts val="600"/>
              </a:spcBef>
              <a:buClr>
                <a:srgbClr val="999966"/>
              </a:buClr>
              <a:buSzPct val="75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altLang="en-US" dirty="0"/>
              <a:t>For example if we add a MULT/DIV instruction by k times, then all operations need to be slowed down by k times.</a:t>
            </a:r>
          </a:p>
          <a:p>
            <a:pPr marL="906463" lvl="1" indent="-436563">
              <a:spcBef>
                <a:spcPts val="600"/>
              </a:spcBef>
              <a:buClr>
                <a:srgbClr val="999966"/>
              </a:buClr>
              <a:buSzPct val="75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altLang="en-US" dirty="0"/>
              <a:t>Thus MIPS does the MIPS/DIV instruction to a separate block (than the ALU block), with separate registers Hi and Lo. </a:t>
            </a:r>
          </a:p>
          <a:p>
            <a:pPr marL="1376363" lvl="2" indent="-468313">
              <a:spcBef>
                <a:spcPts val="500"/>
              </a:spcBef>
              <a:buClr>
                <a:srgbClr val="660000"/>
              </a:buClr>
              <a:buSzPct val="65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IN" altLang="en-US" dirty="0"/>
              <a:t>sufficient time is kept to write back the results to the register file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14441</TotalTime>
  <Words>7854</Words>
  <Application>Microsoft Macintosh PowerPoint</Application>
  <PresentationFormat>Widescreen</PresentationFormat>
  <Paragraphs>1714</Paragraphs>
  <Slides>134</Slides>
  <Notes>22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134</vt:i4>
      </vt:variant>
    </vt:vector>
  </HeadingPairs>
  <TitlesOfParts>
    <vt:vector size="146" baseType="lpstr">
      <vt:lpstr>Arial</vt:lpstr>
      <vt:lpstr>Calibri</vt:lpstr>
      <vt:lpstr>Calibri Light</vt:lpstr>
      <vt:lpstr>Cambria Math</vt:lpstr>
      <vt:lpstr>Century Gothic</vt:lpstr>
      <vt:lpstr>Computer Modern</vt:lpstr>
      <vt:lpstr>Courier New</vt:lpstr>
      <vt:lpstr>Times New Roman</vt:lpstr>
      <vt:lpstr>Wingdings</vt:lpstr>
      <vt:lpstr>Office Theme</vt:lpstr>
      <vt:lpstr>MSDraw.Drawing.8.2</vt:lpstr>
      <vt:lpstr>Microsoft Draw Drawing</vt:lpstr>
      <vt:lpstr>PowerPoint Presentation</vt:lpstr>
      <vt:lpstr>Design of Control Unit</vt:lpstr>
      <vt:lpstr>Instructions</vt:lpstr>
      <vt:lpstr>Addressing a Byte in Memory</vt:lpstr>
      <vt:lpstr>How an instruction Gets Executed? </vt:lpstr>
      <vt:lpstr>The Fetch-Execute Cycle</vt:lpstr>
      <vt:lpstr>Registers: PC and IR</vt:lpstr>
      <vt:lpstr>Example:   Add R1, R2</vt:lpstr>
      <vt:lpstr>Requirement for Instruction Execution</vt:lpstr>
      <vt:lpstr>Kinds of Data Movement </vt:lpstr>
      <vt:lpstr>PowerPoint Presentation</vt:lpstr>
      <vt:lpstr>Single Internal Bus Organization</vt:lpstr>
      <vt:lpstr>PowerPoint Presentation</vt:lpstr>
      <vt:lpstr>Kinds of Operations</vt:lpstr>
      <vt:lpstr>Three Bus Organization</vt:lpstr>
      <vt:lpstr>PowerPoint Presentation</vt:lpstr>
      <vt:lpstr>Organization of a Register</vt:lpstr>
      <vt:lpstr>PowerPoint Presentation</vt:lpstr>
      <vt:lpstr>Register Transfer</vt:lpstr>
      <vt:lpstr>ALU Operation</vt:lpstr>
      <vt:lpstr>Fetching a Word from Memory</vt:lpstr>
      <vt:lpstr>Storing a Word into Memory</vt:lpstr>
      <vt:lpstr>Connecting MDR to Memory Bus and Internal Bus</vt:lpstr>
      <vt:lpstr>PowerPoint Presentation</vt:lpstr>
      <vt:lpstr>Timing Diagram for Read Operation</vt:lpstr>
      <vt:lpstr>Fetch a word:    MOVE   R1, (R2)</vt:lpstr>
      <vt:lpstr>Fetch a word:    MOVE   R1, (R2)</vt:lpstr>
      <vt:lpstr>Fetch a word:    MOVE   R1, (R2)</vt:lpstr>
      <vt:lpstr>Fetch a word:    MOVE   R1, (R2)</vt:lpstr>
      <vt:lpstr>Store a word:    MOVE   (R1), R2</vt:lpstr>
      <vt:lpstr>Store a word:    MOVE   (R1), R2</vt:lpstr>
      <vt:lpstr>Store a word:    MOVE   (R1), R2</vt:lpstr>
      <vt:lpstr>Store a word:    MOVE   (R1), R2</vt:lpstr>
      <vt:lpstr>Execution of a Complete Instruction</vt:lpstr>
      <vt:lpstr>Execution of a Complete Instruction</vt:lpstr>
      <vt:lpstr>Execution of a Complete Instruction</vt:lpstr>
      <vt:lpstr>Execution of a Complete Instruction</vt:lpstr>
      <vt:lpstr>Execution of a Complete Instruction</vt:lpstr>
      <vt:lpstr>Execution of a Complete Instruction</vt:lpstr>
      <vt:lpstr>Execution of a Complete Instruction</vt:lpstr>
      <vt:lpstr>Example for a Three Bus Organization</vt:lpstr>
      <vt:lpstr>Micro-operations Examples</vt:lpstr>
      <vt:lpstr>Introduction</vt:lpstr>
      <vt:lpstr>The set of 12 instructions chosen</vt:lpstr>
      <vt:lpstr> 1.  ADD  R1, R2        (R1 = R1 + R2) </vt:lpstr>
      <vt:lpstr> 2.  ADD R1, LOCA       (R1 = R1 + Mem[LOCA]) </vt:lpstr>
      <vt:lpstr>3. LOAD  R1, LOCA      (R1 = Mem[LOCA])</vt:lpstr>
      <vt:lpstr> 4.  STORE   LOCA, R1          (Mem[LOCA] = R1) </vt:lpstr>
      <vt:lpstr> 5.   MOVE   R1, R2  (R1 = R2) </vt:lpstr>
      <vt:lpstr>  6.   MOVE   R1, #10          (R1 = 10)  </vt:lpstr>
      <vt:lpstr>   7.   BRANCH   Label  (PC = PC + offset)               </vt:lpstr>
      <vt:lpstr> 8.   BZ   Label  (if Z=1,  PC = PC + offset)  </vt:lpstr>
      <vt:lpstr>  9.  INC   R1  (R1 = R1 + 4)  </vt:lpstr>
      <vt:lpstr> 10.   DEC   R1  (R1 = R1 – 4) </vt:lpstr>
      <vt:lpstr>11.   CMP   R1, R2           </vt:lpstr>
      <vt:lpstr>12.   HALT</vt:lpstr>
      <vt:lpstr>ADD (R3), R1</vt:lpstr>
      <vt:lpstr>Practice Assignment 1</vt:lpstr>
      <vt:lpstr>Practice Assignment 2</vt:lpstr>
      <vt:lpstr>Hardwired and Microprogrammed Control Unit Design</vt:lpstr>
      <vt:lpstr>Introduction</vt:lpstr>
      <vt:lpstr>Hardwired Control Unit Design</vt:lpstr>
      <vt:lpstr>Overall Schematic Diagram</vt:lpstr>
      <vt:lpstr>PowerPoint Presentation</vt:lpstr>
      <vt:lpstr>PowerPoint Presentation</vt:lpstr>
      <vt:lpstr>PowerPoint Presentation</vt:lpstr>
      <vt:lpstr>PowerPoint Presentation</vt:lpstr>
      <vt:lpstr>Generation of Control Signals (Hardwired Control)</vt:lpstr>
      <vt:lpstr>PowerPoint Presentation</vt:lpstr>
      <vt:lpstr>PowerPoint Presentation</vt:lpstr>
      <vt:lpstr>Logic for Generation of Some of the Control Signals</vt:lpstr>
      <vt:lpstr>Design of the Encoder Block</vt:lpstr>
      <vt:lpstr>Practice Assignment 3</vt:lpstr>
      <vt:lpstr>Generation of Control Signals (Microprogrammed Control)</vt:lpstr>
      <vt:lpstr>Microprogrammed Control Unit Design</vt:lpstr>
      <vt:lpstr>PowerPoint Presentation</vt:lpstr>
      <vt:lpstr>PowerPoint Presentation</vt:lpstr>
      <vt:lpstr>Control Store Contents for  “ADD  R1, R2”</vt:lpstr>
      <vt:lpstr>Control Store Contents for  “BR  Label”</vt:lpstr>
      <vt:lpstr>Using Conditional Branching</vt:lpstr>
      <vt:lpstr>PowerPoint Presentation</vt:lpstr>
      <vt:lpstr>PowerPoint Presentation</vt:lpstr>
      <vt:lpstr>Microprogram Sequencing</vt:lpstr>
      <vt:lpstr>PowerPoint Presentation</vt:lpstr>
      <vt:lpstr>Microinstructions with Next-Address Field</vt:lpstr>
      <vt:lpstr>PowerPoint Presentation</vt:lpstr>
      <vt:lpstr>Illustrative Example</vt:lpstr>
      <vt:lpstr>Practice Assignment 4</vt:lpstr>
      <vt:lpstr>Horizontal versus Vertical Microinstruction Encoding</vt:lpstr>
      <vt:lpstr>PowerPoint Presentation</vt:lpstr>
      <vt:lpstr>(a) Horizontal Micro-instruction Encoding</vt:lpstr>
      <vt:lpstr>PowerPoint Presentation</vt:lpstr>
      <vt:lpstr>Example</vt:lpstr>
      <vt:lpstr>(b) Vertical Micro-instruction Encoding</vt:lpstr>
      <vt:lpstr>PowerPoint Presentation</vt:lpstr>
      <vt:lpstr>(c) Diagonal Micro-instruction Encoding</vt:lpstr>
      <vt:lpstr>PowerPoint Presentation</vt:lpstr>
      <vt:lpstr>Example 1</vt:lpstr>
      <vt:lpstr>A Single Cycle Data Path</vt:lpstr>
      <vt:lpstr>A small set of instructions</vt:lpstr>
      <vt:lpstr>The instruction Set</vt:lpstr>
      <vt:lpstr>The Micro Mips ISA</vt:lpstr>
      <vt:lpstr>Instruction Execution Unit</vt:lpstr>
      <vt:lpstr>The Instruction Format</vt:lpstr>
      <vt:lpstr>Abstraction of Instruction Execution Unit</vt:lpstr>
      <vt:lpstr>Register File</vt:lpstr>
      <vt:lpstr>The ALU Architecture</vt:lpstr>
      <vt:lpstr>Execution Steps for R-type ALU Instructions</vt:lpstr>
      <vt:lpstr>Execution Steps for I-type ALU Instructions</vt:lpstr>
      <vt:lpstr>Execution Steps for I-type Memory Instructions</vt:lpstr>
      <vt:lpstr>Register Access and ALU</vt:lpstr>
      <vt:lpstr>Writing of the ALU output</vt:lpstr>
      <vt:lpstr>A single cycle data path</vt:lpstr>
      <vt:lpstr>PowerPoint Presentation</vt:lpstr>
      <vt:lpstr>The Next Address Architecture</vt:lpstr>
      <vt:lpstr>Slightly Modified Branching and jumping (Next Address Logic)</vt:lpstr>
      <vt:lpstr>Pseudo-Direct Addressing </vt:lpstr>
      <vt:lpstr>Pseudo-Direct Addressing </vt:lpstr>
      <vt:lpstr>Lets move the code to a different memory location</vt:lpstr>
      <vt:lpstr>Lets move the code to a different memory location</vt:lpstr>
      <vt:lpstr>Partitions a 4GB address space…</vt:lpstr>
      <vt:lpstr>Pseudo-Direct Addressing </vt:lpstr>
      <vt:lpstr>Deriving the Control Signals</vt:lpstr>
      <vt:lpstr>Single Cycle Data Path</vt:lpstr>
      <vt:lpstr>Control Signals in Single Cycle Data Path</vt:lpstr>
      <vt:lpstr>Control Signal Settings: Repeated for Reference</vt:lpstr>
      <vt:lpstr>Generating Control Signals</vt:lpstr>
      <vt:lpstr>The Decoder based control unit</vt:lpstr>
      <vt:lpstr>Expressing the Control Signals</vt:lpstr>
      <vt:lpstr>Performance of the Single Cycle Architecture</vt:lpstr>
      <vt:lpstr>Performance Estimation for Single-Cycle MicroMIPS</vt:lpstr>
      <vt:lpstr>lw is the longest instruction</vt:lpstr>
      <vt:lpstr>Obtaining better performance</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Microsoft Office User</cp:lastModifiedBy>
  <cp:revision>297</cp:revision>
  <cp:lastPrinted>2024-08-13T02:05:51Z</cp:lastPrinted>
  <dcterms:created xsi:type="dcterms:W3CDTF">2023-07-29T12:08:44Z</dcterms:created>
  <dcterms:modified xsi:type="dcterms:W3CDTF">2026-08-12T15:10:38Z</dcterms:modified>
</cp:coreProperties>
</file>